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6.xml" ContentType="application/vnd.openxmlformats-officedocument.customXmlProperties+xml"/>
  <Override PartName="/customXml/itemProps7.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6" r:id="rId6"/>
  </p:sldMasterIdLst>
  <p:notesMasterIdLst>
    <p:notesMasterId r:id="rId27"/>
  </p:notesMasterIdLst>
  <p:handoutMasterIdLst>
    <p:handoutMasterId r:id="rId28"/>
  </p:handoutMasterIdLst>
  <p:sldIdLst>
    <p:sldId id="327" r:id="rId7"/>
    <p:sldId id="357" r:id="rId8"/>
    <p:sldId id="427" r:id="rId9"/>
    <p:sldId id="426" r:id="rId10"/>
    <p:sldId id="432" r:id="rId11"/>
    <p:sldId id="433" r:id="rId12"/>
    <p:sldId id="421" r:id="rId13"/>
    <p:sldId id="422" r:id="rId14"/>
    <p:sldId id="423" r:id="rId15"/>
    <p:sldId id="424" r:id="rId16"/>
    <p:sldId id="425" r:id="rId17"/>
    <p:sldId id="428" r:id="rId18"/>
    <p:sldId id="429" r:id="rId19"/>
    <p:sldId id="431" r:id="rId20"/>
    <p:sldId id="291" r:id="rId21"/>
    <p:sldId id="292" r:id="rId22"/>
    <p:sldId id="293" r:id="rId23"/>
    <p:sldId id="294" r:id="rId24"/>
    <p:sldId id="295" r:id="rId25"/>
    <p:sldId id="430" r:id="rId26"/>
  </p:sldIdLst>
  <p:sldSz cx="12192000" cy="6858000"/>
  <p:notesSz cx="6858000" cy="9144000"/>
  <p:embeddedFontLst>
    <p:embeddedFont>
      <p:font typeface="Avenir Next LT Pro" panose="020B0504020202020204" pitchFamily="34" charset="0"/>
      <p:regular r:id="rId29"/>
      <p:bold r:id="rId30"/>
      <p:italic r:id="rId31"/>
      <p:boldItalic r:id="rId32"/>
    </p:embeddedFont>
    <p:embeddedFont>
      <p:font typeface="Avenir Next LT Pro Demi" panose="020B0704020202020204" pitchFamily="34" charset="0"/>
      <p:bold r:id="rId33"/>
      <p:boldItalic r:id="rId34"/>
    </p:embeddedFont>
    <p:embeddedFont>
      <p:font typeface="Calibri" panose="020F0502020204030204" pitchFamily="34" charset="0"/>
      <p:regular r:id="rId35"/>
      <p:bold r:id="rId36"/>
      <p:italic r:id="rId37"/>
      <p:boldItalic r:id="rId38"/>
    </p:embeddedFont>
    <p:embeddedFont>
      <p:font typeface="Montserrat" panose="00000500000000000000" pitchFamily="2" charset="0"/>
      <p:regular r:id="rId39"/>
      <p:bold r:id="rId40"/>
      <p:italic r:id="rId41"/>
      <p:boldItalic r:id="rId42"/>
    </p:embeddedFont>
    <p:embeddedFont>
      <p:font typeface="Verdana" panose="020B0604030504040204" pitchFamily="34" charset="0"/>
      <p:regular r:id="rId43"/>
      <p:bold r:id="rId44"/>
      <p:italic r:id="rId45"/>
      <p:boldItalic r:id="rId46"/>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B7B5"/>
    <a:srgbClr val="E65012"/>
    <a:srgbClr val="F1A500"/>
    <a:srgbClr val="102031"/>
    <a:srgbClr val="000000"/>
    <a:srgbClr val="FACA00"/>
    <a:srgbClr val="EA8100"/>
    <a:srgbClr val="ED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3408E8-EEA2-A4CB-C170-3C0C7D11AB34}" v="1" dt="2023-08-24T12:48:23.10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Style moyen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4" autoAdjust="0"/>
    <p:restoredTop sz="94660"/>
  </p:normalViewPr>
  <p:slideViewPr>
    <p:cSldViewPr snapToGrid="0">
      <p:cViewPr varScale="1">
        <p:scale>
          <a:sx n="108" d="100"/>
          <a:sy n="108" d="100"/>
        </p:scale>
        <p:origin x="78" y="102"/>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11.fntdata"/><Relationship Id="rId21" Type="http://schemas.openxmlformats.org/officeDocument/2006/relationships/slide" Target="slides/slide15.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font" Target="fonts/font1.fntdata"/><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openxmlformats.org/officeDocument/2006/relationships/customXml" Target="../customXml/item6.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3.fntdata"/><Relationship Id="rId44" Type="http://schemas.openxmlformats.org/officeDocument/2006/relationships/font" Target="fonts/font16.fntdata"/><Relationship Id="rId52"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viewProps" Target="viewProps.xml"/><Relationship Id="rId8" Type="http://schemas.openxmlformats.org/officeDocument/2006/relationships/slide" Target="slides/slide2.xml"/><Relationship Id="rId51" Type="http://schemas.microsoft.com/office/2016/11/relationships/changesInfo" Target="changesInfos/changesInfo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4.xml"/><Relationship Id="rId41" Type="http://schemas.openxmlformats.org/officeDocument/2006/relationships/font" Target="fonts/font13.fntdata"/><Relationship Id="rId54" Type="http://schemas.openxmlformats.org/officeDocument/2006/relationships/customXml" Target="../customXml/item7.xml"/><Relationship Id="rId6"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CIER, Valerie" userId="d5d65ee6-536f-47d5-b6ec-58138a493945" providerId="ADAL" clId="{61F7BFC6-B837-4A7C-97E8-F388F1DFCD16}"/>
    <pc:docChg chg="modSld">
      <pc:chgData name="MERCIER, Valerie" userId="d5d65ee6-536f-47d5-b6ec-58138a493945" providerId="ADAL" clId="{61F7BFC6-B837-4A7C-97E8-F388F1DFCD16}" dt="2023-05-26T13:32:46.443" v="1" actId="122"/>
      <pc:docMkLst>
        <pc:docMk/>
      </pc:docMkLst>
      <pc:sldChg chg="modSp mod">
        <pc:chgData name="MERCIER, Valerie" userId="d5d65ee6-536f-47d5-b6ec-58138a493945" providerId="ADAL" clId="{61F7BFC6-B837-4A7C-97E8-F388F1DFCD16}" dt="2023-05-26T13:32:46.443" v="1" actId="122"/>
        <pc:sldMkLst>
          <pc:docMk/>
          <pc:sldMk cId="2150598238" sldId="427"/>
        </pc:sldMkLst>
        <pc:spChg chg="mod">
          <ac:chgData name="MERCIER, Valerie" userId="d5d65ee6-536f-47d5-b6ec-58138a493945" providerId="ADAL" clId="{61F7BFC6-B837-4A7C-97E8-F388F1DFCD16}" dt="2023-05-26T13:32:36.178" v="0" actId="20577"/>
          <ac:spMkLst>
            <pc:docMk/>
            <pc:sldMk cId="2150598238" sldId="427"/>
            <ac:spMk id="3" creationId="{12B21252-F61A-B306-169F-36AD22C28E6B}"/>
          </ac:spMkLst>
        </pc:spChg>
        <pc:spChg chg="mod">
          <ac:chgData name="MERCIER, Valerie" userId="d5d65ee6-536f-47d5-b6ec-58138a493945" providerId="ADAL" clId="{61F7BFC6-B837-4A7C-97E8-F388F1DFCD16}" dt="2023-05-26T13:32:46.443" v="1" actId="122"/>
          <ac:spMkLst>
            <pc:docMk/>
            <pc:sldMk cId="2150598238" sldId="427"/>
            <ac:spMk id="4" creationId="{0EEC14A0-A26A-7A92-BB0D-08632FFA1A10}"/>
          </ac:spMkLst>
        </pc:spChg>
        <pc:spChg chg="mod">
          <ac:chgData name="MERCIER, Valerie" userId="d5d65ee6-536f-47d5-b6ec-58138a493945" providerId="ADAL" clId="{61F7BFC6-B837-4A7C-97E8-F388F1DFCD16}" dt="2023-05-26T13:32:46.443" v="1" actId="122"/>
          <ac:spMkLst>
            <pc:docMk/>
            <pc:sldMk cId="2150598238" sldId="427"/>
            <ac:spMk id="61" creationId="{D7F5E6C8-0028-EDE6-C7EE-634AB1138EBA}"/>
          </ac:spMkLst>
        </pc:spChg>
        <pc:spChg chg="mod">
          <ac:chgData name="MERCIER, Valerie" userId="d5d65ee6-536f-47d5-b6ec-58138a493945" providerId="ADAL" clId="{61F7BFC6-B837-4A7C-97E8-F388F1DFCD16}" dt="2023-05-26T13:32:46.443" v="1" actId="122"/>
          <ac:spMkLst>
            <pc:docMk/>
            <pc:sldMk cId="2150598238" sldId="427"/>
            <ac:spMk id="64" creationId="{B57A7E79-02E1-7B16-A06A-8A3E81CFC7A8}"/>
          </ac:spMkLst>
        </pc:spChg>
        <pc:spChg chg="mod">
          <ac:chgData name="MERCIER, Valerie" userId="d5d65ee6-536f-47d5-b6ec-58138a493945" providerId="ADAL" clId="{61F7BFC6-B837-4A7C-97E8-F388F1DFCD16}" dt="2023-05-26T13:32:46.443" v="1" actId="122"/>
          <ac:spMkLst>
            <pc:docMk/>
            <pc:sldMk cId="2150598238" sldId="427"/>
            <ac:spMk id="67" creationId="{688DFB85-2D31-046F-592F-4C018A47D46C}"/>
          </ac:spMkLst>
        </pc:spChg>
        <pc:spChg chg="mod">
          <ac:chgData name="MERCIER, Valerie" userId="d5d65ee6-536f-47d5-b6ec-58138a493945" providerId="ADAL" clId="{61F7BFC6-B837-4A7C-97E8-F388F1DFCD16}" dt="2023-05-26T13:32:46.443" v="1" actId="122"/>
          <ac:spMkLst>
            <pc:docMk/>
            <pc:sldMk cId="2150598238" sldId="427"/>
            <ac:spMk id="70" creationId="{E8BCC343-2EAE-C777-A628-AC666602EC71}"/>
          </ac:spMkLst>
        </pc:spChg>
        <pc:spChg chg="mod">
          <ac:chgData name="MERCIER, Valerie" userId="d5d65ee6-536f-47d5-b6ec-58138a493945" providerId="ADAL" clId="{61F7BFC6-B837-4A7C-97E8-F388F1DFCD16}" dt="2023-05-26T13:32:46.443" v="1" actId="122"/>
          <ac:spMkLst>
            <pc:docMk/>
            <pc:sldMk cId="2150598238" sldId="427"/>
            <ac:spMk id="73" creationId="{5AEBABC1-80AE-D064-9DD3-5B6D0C368E58}"/>
          </ac:spMkLst>
        </pc:spChg>
        <pc:spChg chg="mod">
          <ac:chgData name="MERCIER, Valerie" userId="d5d65ee6-536f-47d5-b6ec-58138a493945" providerId="ADAL" clId="{61F7BFC6-B837-4A7C-97E8-F388F1DFCD16}" dt="2023-05-26T13:32:46.443" v="1" actId="122"/>
          <ac:spMkLst>
            <pc:docMk/>
            <pc:sldMk cId="2150598238" sldId="427"/>
            <ac:spMk id="75" creationId="{34EEE152-D8BF-0217-0790-79AE63302ED3}"/>
          </ac:spMkLst>
        </pc:spChg>
        <pc:spChg chg="mod">
          <ac:chgData name="MERCIER, Valerie" userId="d5d65ee6-536f-47d5-b6ec-58138a493945" providerId="ADAL" clId="{61F7BFC6-B837-4A7C-97E8-F388F1DFCD16}" dt="2023-05-26T13:32:46.443" v="1" actId="122"/>
          <ac:spMkLst>
            <pc:docMk/>
            <pc:sldMk cId="2150598238" sldId="427"/>
            <ac:spMk id="81" creationId="{B42AFF88-B902-E397-D853-7DCA6851C371}"/>
          </ac:spMkLst>
        </pc:spChg>
        <pc:spChg chg="mod">
          <ac:chgData name="MERCIER, Valerie" userId="d5d65ee6-536f-47d5-b6ec-58138a493945" providerId="ADAL" clId="{61F7BFC6-B837-4A7C-97E8-F388F1DFCD16}" dt="2023-05-26T13:32:46.443" v="1" actId="122"/>
          <ac:spMkLst>
            <pc:docMk/>
            <pc:sldMk cId="2150598238" sldId="427"/>
            <ac:spMk id="83" creationId="{18CAC6B3-F410-4B89-D3F1-8569D526F57D}"/>
          </ac:spMkLst>
        </pc:spChg>
      </pc:sldChg>
    </pc:docChg>
  </pc:docChgLst>
  <pc:docChgLst>
    <pc:chgData name="MERCIER, Valerie" userId="d5d65ee6-536f-47d5-b6ec-58138a493945" providerId="ADAL" clId="{F78E8D5C-1486-454A-8EE0-E7B3329D17CA}"/>
    <pc:docChg chg="modSld">
      <pc:chgData name="MERCIER, Valerie" userId="d5d65ee6-536f-47d5-b6ec-58138a493945" providerId="ADAL" clId="{F78E8D5C-1486-454A-8EE0-E7B3329D17CA}" dt="2023-03-16T15:34:35.411" v="1" actId="1036"/>
      <pc:docMkLst>
        <pc:docMk/>
      </pc:docMkLst>
      <pc:sldChg chg="modSp mod">
        <pc:chgData name="MERCIER, Valerie" userId="d5d65ee6-536f-47d5-b6ec-58138a493945" providerId="ADAL" clId="{F78E8D5C-1486-454A-8EE0-E7B3329D17CA}" dt="2023-03-16T15:34:35.411" v="1" actId="1036"/>
        <pc:sldMkLst>
          <pc:docMk/>
          <pc:sldMk cId="2785186294" sldId="416"/>
        </pc:sldMkLst>
        <pc:spChg chg="mod">
          <ac:chgData name="MERCIER, Valerie" userId="d5d65ee6-536f-47d5-b6ec-58138a493945" providerId="ADAL" clId="{F78E8D5C-1486-454A-8EE0-E7B3329D17CA}" dt="2023-03-16T15:34:35.411" v="1" actId="1036"/>
          <ac:spMkLst>
            <pc:docMk/>
            <pc:sldMk cId="2785186294" sldId="416"/>
            <ac:spMk id="8" creationId="{E3ADC7BC-A139-7B81-B1AA-7A7247B3F639}"/>
          </ac:spMkLst>
        </pc:spChg>
      </pc:sldChg>
    </pc:docChg>
  </pc:docChgLst>
  <pc:docChgLst>
    <pc:chgData name="GIRAUD, Gilles (ONEPOINT)" userId="S::g.giraud.ext@bouygues-construction.com::6d20c896-481c-410b-a8c0-2d4a97d55c0a" providerId="AD" clId="Web-{A93408E8-EEA2-A4CB-C170-3C0C7D11AB34}"/>
    <pc:docChg chg="modSld">
      <pc:chgData name="GIRAUD, Gilles (ONEPOINT)" userId="S::g.giraud.ext@bouygues-construction.com::6d20c896-481c-410b-a8c0-2d4a97d55c0a" providerId="AD" clId="Web-{A93408E8-EEA2-A4CB-C170-3C0C7D11AB34}" dt="2023-08-24T12:48:23.101" v="0" actId="1076"/>
      <pc:docMkLst>
        <pc:docMk/>
      </pc:docMkLst>
      <pc:sldChg chg="modSp">
        <pc:chgData name="GIRAUD, Gilles (ONEPOINT)" userId="S::g.giraud.ext@bouygues-construction.com::6d20c896-481c-410b-a8c0-2d4a97d55c0a" providerId="AD" clId="Web-{A93408E8-EEA2-A4CB-C170-3C0C7D11AB34}" dt="2023-08-24T12:48:23.101" v="0" actId="1076"/>
        <pc:sldMkLst>
          <pc:docMk/>
          <pc:sldMk cId="2150598238" sldId="427"/>
        </pc:sldMkLst>
        <pc:spChg chg="mod">
          <ac:chgData name="GIRAUD, Gilles (ONEPOINT)" userId="S::g.giraud.ext@bouygues-construction.com::6d20c896-481c-410b-a8c0-2d4a97d55c0a" providerId="AD" clId="Web-{A93408E8-EEA2-A4CB-C170-3C0C7D11AB34}" dt="2023-08-24T12:48:23.101" v="0" actId="1076"/>
          <ac:spMkLst>
            <pc:docMk/>
            <pc:sldMk cId="2150598238" sldId="427"/>
            <ac:spMk id="78" creationId="{24072B20-807F-CBD9-1F9D-F209D0FB42B8}"/>
          </ac:spMkLst>
        </pc:spChg>
      </pc:sldChg>
    </pc:docChg>
  </pc:docChgLst>
  <pc:docChgLst>
    <pc:chgData name="MERCIER, Valerie" userId="d5d65ee6-536f-47d5-b6ec-58138a493945" providerId="ADAL" clId="{BFC38923-C57B-46DA-9432-77E786DABF62}"/>
    <pc:docChg chg="undo custSel addSld delSld modSld">
      <pc:chgData name="MERCIER, Valerie" userId="d5d65ee6-536f-47d5-b6ec-58138a493945" providerId="ADAL" clId="{BFC38923-C57B-46DA-9432-77E786DABF62}" dt="2023-02-20T07:33:30.355" v="91" actId="47"/>
      <pc:docMkLst>
        <pc:docMk/>
      </pc:docMkLst>
      <pc:sldChg chg="delSp modSp add mod">
        <pc:chgData name="MERCIER, Valerie" userId="d5d65ee6-536f-47d5-b6ec-58138a493945" providerId="ADAL" clId="{BFC38923-C57B-46DA-9432-77E786DABF62}" dt="2023-02-20T07:32:33.739" v="87" actId="20577"/>
        <pc:sldMkLst>
          <pc:docMk/>
          <pc:sldMk cId="1114141901" sldId="265"/>
        </pc:sldMkLst>
        <pc:spChg chg="mod">
          <ac:chgData name="MERCIER, Valerie" userId="d5d65ee6-536f-47d5-b6ec-58138a493945" providerId="ADAL" clId="{BFC38923-C57B-46DA-9432-77E786DABF62}" dt="2023-02-20T07:30:54.054" v="68"/>
          <ac:spMkLst>
            <pc:docMk/>
            <pc:sldMk cId="1114141901" sldId="265"/>
            <ac:spMk id="4" creationId="{00000000-0000-0000-0000-000000000000}"/>
          </ac:spMkLst>
        </pc:spChg>
        <pc:spChg chg="mod">
          <ac:chgData name="MERCIER, Valerie" userId="d5d65ee6-536f-47d5-b6ec-58138a493945" providerId="ADAL" clId="{BFC38923-C57B-46DA-9432-77E786DABF62}" dt="2023-02-20T07:30:08.955" v="47" actId="1076"/>
          <ac:spMkLst>
            <pc:docMk/>
            <pc:sldMk cId="1114141901" sldId="265"/>
            <ac:spMk id="5" creationId="{00000000-0000-0000-0000-000000000000}"/>
          </ac:spMkLst>
        </pc:spChg>
        <pc:spChg chg="mod">
          <ac:chgData name="MERCIER, Valerie" userId="d5d65ee6-536f-47d5-b6ec-58138a493945" providerId="ADAL" clId="{BFC38923-C57B-46DA-9432-77E786DABF62}" dt="2023-02-20T07:30:59.900" v="76" actId="20577"/>
          <ac:spMkLst>
            <pc:docMk/>
            <pc:sldMk cId="1114141901" sldId="265"/>
            <ac:spMk id="6" creationId="{00000000-0000-0000-0000-000000000000}"/>
          </ac:spMkLst>
        </pc:spChg>
        <pc:spChg chg="mod">
          <ac:chgData name="MERCIER, Valerie" userId="d5d65ee6-536f-47d5-b6ec-58138a493945" providerId="ADAL" clId="{BFC38923-C57B-46DA-9432-77E786DABF62}" dt="2023-02-20T07:30:21.101" v="49" actId="1076"/>
          <ac:spMkLst>
            <pc:docMk/>
            <pc:sldMk cId="1114141901" sldId="265"/>
            <ac:spMk id="7" creationId="{00000000-0000-0000-0000-000000000000}"/>
          </ac:spMkLst>
        </pc:spChg>
        <pc:spChg chg="mod">
          <ac:chgData name="MERCIER, Valerie" userId="d5d65ee6-536f-47d5-b6ec-58138a493945" providerId="ADAL" clId="{BFC38923-C57B-46DA-9432-77E786DABF62}" dt="2023-02-20T07:30:08.955" v="47" actId="1076"/>
          <ac:spMkLst>
            <pc:docMk/>
            <pc:sldMk cId="1114141901" sldId="265"/>
            <ac:spMk id="8" creationId="{00000000-0000-0000-0000-000000000000}"/>
          </ac:spMkLst>
        </pc:spChg>
        <pc:spChg chg="mod">
          <ac:chgData name="MERCIER, Valerie" userId="d5d65ee6-536f-47d5-b6ec-58138a493945" providerId="ADAL" clId="{BFC38923-C57B-46DA-9432-77E786DABF62}" dt="2023-02-20T07:30:43.309" v="67" actId="20577"/>
          <ac:spMkLst>
            <pc:docMk/>
            <pc:sldMk cId="1114141901" sldId="265"/>
            <ac:spMk id="9" creationId="{00000000-0000-0000-0000-000000000000}"/>
          </ac:spMkLst>
        </pc:spChg>
        <pc:spChg chg="mod">
          <ac:chgData name="MERCIER, Valerie" userId="d5d65ee6-536f-47d5-b6ec-58138a493945" providerId="ADAL" clId="{BFC38923-C57B-46DA-9432-77E786DABF62}" dt="2023-02-20T07:29:49.810" v="45"/>
          <ac:spMkLst>
            <pc:docMk/>
            <pc:sldMk cId="1114141901" sldId="265"/>
            <ac:spMk id="10" creationId="{00000000-0000-0000-0000-000000000000}"/>
          </ac:spMkLst>
        </pc:spChg>
        <pc:spChg chg="mod">
          <ac:chgData name="MERCIER, Valerie" userId="d5d65ee6-536f-47d5-b6ec-58138a493945" providerId="ADAL" clId="{BFC38923-C57B-46DA-9432-77E786DABF62}" dt="2023-02-20T07:30:08.955" v="47" actId="1076"/>
          <ac:spMkLst>
            <pc:docMk/>
            <pc:sldMk cId="1114141901" sldId="265"/>
            <ac:spMk id="11" creationId="{00000000-0000-0000-0000-000000000000}"/>
          </ac:spMkLst>
        </pc:spChg>
        <pc:spChg chg="mod">
          <ac:chgData name="MERCIER, Valerie" userId="d5d65ee6-536f-47d5-b6ec-58138a493945" providerId="ADAL" clId="{BFC38923-C57B-46DA-9432-77E786DABF62}" dt="2023-02-20T07:32:28.225" v="83" actId="20577"/>
          <ac:spMkLst>
            <pc:docMk/>
            <pc:sldMk cId="1114141901" sldId="265"/>
            <ac:spMk id="12" creationId="{00000000-0000-0000-0000-000000000000}"/>
          </ac:spMkLst>
        </pc:spChg>
        <pc:spChg chg="mod">
          <ac:chgData name="MERCIER, Valerie" userId="d5d65ee6-536f-47d5-b6ec-58138a493945" providerId="ADAL" clId="{BFC38923-C57B-46DA-9432-77E786DABF62}" dt="2023-02-20T07:31:34.422" v="80"/>
          <ac:spMkLst>
            <pc:docMk/>
            <pc:sldMk cId="1114141901" sldId="265"/>
            <ac:spMk id="13" creationId="{00000000-0000-0000-0000-000000000000}"/>
          </ac:spMkLst>
        </pc:spChg>
        <pc:spChg chg="mod">
          <ac:chgData name="MERCIER, Valerie" userId="d5d65ee6-536f-47d5-b6ec-58138a493945" providerId="ADAL" clId="{BFC38923-C57B-46DA-9432-77E786DABF62}" dt="2023-02-20T07:30:08.955" v="47" actId="1076"/>
          <ac:spMkLst>
            <pc:docMk/>
            <pc:sldMk cId="1114141901" sldId="265"/>
            <ac:spMk id="14" creationId="{00000000-0000-0000-0000-000000000000}"/>
          </ac:spMkLst>
        </pc:spChg>
        <pc:spChg chg="mod">
          <ac:chgData name="MERCIER, Valerie" userId="d5d65ee6-536f-47d5-b6ec-58138a493945" providerId="ADAL" clId="{BFC38923-C57B-46DA-9432-77E786DABF62}" dt="2023-02-20T07:32:33.739" v="87" actId="20577"/>
          <ac:spMkLst>
            <pc:docMk/>
            <pc:sldMk cId="1114141901" sldId="265"/>
            <ac:spMk id="15" creationId="{00000000-0000-0000-0000-000000000000}"/>
          </ac:spMkLst>
        </pc:spChg>
        <pc:spChg chg="del">
          <ac:chgData name="MERCIER, Valerie" userId="d5d65ee6-536f-47d5-b6ec-58138a493945" providerId="ADAL" clId="{BFC38923-C57B-46DA-9432-77E786DABF62}" dt="2023-02-20T07:31:36.918" v="81" actId="478"/>
          <ac:spMkLst>
            <pc:docMk/>
            <pc:sldMk cId="1114141901" sldId="265"/>
            <ac:spMk id="16" creationId="{00000000-0000-0000-0000-000000000000}"/>
          </ac:spMkLst>
        </pc:spChg>
        <pc:spChg chg="del mod">
          <ac:chgData name="MERCIER, Valerie" userId="d5d65ee6-536f-47d5-b6ec-58138a493945" providerId="ADAL" clId="{BFC38923-C57B-46DA-9432-77E786DABF62}" dt="2023-02-20T07:31:36.918" v="81" actId="478"/>
          <ac:spMkLst>
            <pc:docMk/>
            <pc:sldMk cId="1114141901" sldId="265"/>
            <ac:spMk id="17" creationId="{00000000-0000-0000-0000-000000000000}"/>
          </ac:spMkLst>
        </pc:spChg>
        <pc:spChg chg="del mod">
          <ac:chgData name="MERCIER, Valerie" userId="d5d65ee6-536f-47d5-b6ec-58138a493945" providerId="ADAL" clId="{BFC38923-C57B-46DA-9432-77E786DABF62}" dt="2023-02-20T07:31:36.918" v="81" actId="478"/>
          <ac:spMkLst>
            <pc:docMk/>
            <pc:sldMk cId="1114141901" sldId="265"/>
            <ac:spMk id="18" creationId="{00000000-0000-0000-0000-000000000000}"/>
          </ac:spMkLst>
        </pc:spChg>
        <pc:spChg chg="mod">
          <ac:chgData name="MERCIER, Valerie" userId="d5d65ee6-536f-47d5-b6ec-58138a493945" providerId="ADAL" clId="{BFC38923-C57B-46DA-9432-77E786DABF62}" dt="2023-02-20T07:31:19.378" v="78"/>
          <ac:spMkLst>
            <pc:docMk/>
            <pc:sldMk cId="1114141901" sldId="265"/>
            <ac:spMk id="19" creationId="{00000000-0000-0000-0000-000000000000}"/>
          </ac:spMkLst>
        </pc:spChg>
        <pc:spChg chg="mod">
          <ac:chgData name="MERCIER, Valerie" userId="d5d65ee6-536f-47d5-b6ec-58138a493945" providerId="ADAL" clId="{BFC38923-C57B-46DA-9432-77E786DABF62}" dt="2023-02-20T07:30:08.955" v="47" actId="1076"/>
          <ac:spMkLst>
            <pc:docMk/>
            <pc:sldMk cId="1114141901" sldId="265"/>
            <ac:spMk id="20" creationId="{00000000-0000-0000-0000-000000000000}"/>
          </ac:spMkLst>
        </pc:spChg>
        <pc:spChg chg="mod">
          <ac:chgData name="MERCIER, Valerie" userId="d5d65ee6-536f-47d5-b6ec-58138a493945" providerId="ADAL" clId="{BFC38923-C57B-46DA-9432-77E786DABF62}" dt="2023-02-20T07:32:32.795" v="86" actId="20577"/>
          <ac:spMkLst>
            <pc:docMk/>
            <pc:sldMk cId="1114141901" sldId="265"/>
            <ac:spMk id="21" creationId="{00000000-0000-0000-0000-000000000000}"/>
          </ac:spMkLst>
        </pc:spChg>
        <pc:spChg chg="mod">
          <ac:chgData name="MERCIER, Valerie" userId="d5d65ee6-536f-47d5-b6ec-58138a493945" providerId="ADAL" clId="{BFC38923-C57B-46DA-9432-77E786DABF62}" dt="2023-02-20T07:31:28.357" v="79"/>
          <ac:spMkLst>
            <pc:docMk/>
            <pc:sldMk cId="1114141901" sldId="265"/>
            <ac:spMk id="22" creationId="{00000000-0000-0000-0000-000000000000}"/>
          </ac:spMkLst>
        </pc:spChg>
        <pc:spChg chg="mod">
          <ac:chgData name="MERCIER, Valerie" userId="d5d65ee6-536f-47d5-b6ec-58138a493945" providerId="ADAL" clId="{BFC38923-C57B-46DA-9432-77E786DABF62}" dt="2023-02-20T07:32:31.959" v="85" actId="20577"/>
          <ac:spMkLst>
            <pc:docMk/>
            <pc:sldMk cId="1114141901" sldId="265"/>
            <ac:spMk id="23" creationId="{00000000-0000-0000-0000-000000000000}"/>
          </ac:spMkLst>
        </pc:spChg>
        <pc:spChg chg="mod">
          <ac:chgData name="MERCIER, Valerie" userId="d5d65ee6-536f-47d5-b6ec-58138a493945" providerId="ADAL" clId="{BFC38923-C57B-46DA-9432-77E786DABF62}" dt="2023-02-20T07:30:08.955" v="47" actId="1076"/>
          <ac:spMkLst>
            <pc:docMk/>
            <pc:sldMk cId="1114141901" sldId="265"/>
            <ac:spMk id="24" creationId="{00000000-0000-0000-0000-000000000000}"/>
          </ac:spMkLst>
        </pc:spChg>
        <pc:spChg chg="mod">
          <ac:chgData name="MERCIER, Valerie" userId="d5d65ee6-536f-47d5-b6ec-58138a493945" providerId="ADAL" clId="{BFC38923-C57B-46DA-9432-77E786DABF62}" dt="2023-02-20T07:31:41.615" v="82" actId="1076"/>
          <ac:spMkLst>
            <pc:docMk/>
            <pc:sldMk cId="1114141901" sldId="265"/>
            <ac:spMk id="25" creationId="{00000000-0000-0000-0000-000000000000}"/>
          </ac:spMkLst>
        </pc:spChg>
        <pc:spChg chg="mod">
          <ac:chgData name="MERCIER, Valerie" userId="d5d65ee6-536f-47d5-b6ec-58138a493945" providerId="ADAL" clId="{BFC38923-C57B-46DA-9432-77E786DABF62}" dt="2023-02-20T07:31:09.187" v="77"/>
          <ac:spMkLst>
            <pc:docMk/>
            <pc:sldMk cId="1114141901" sldId="265"/>
            <ac:spMk id="28" creationId="{00000000-0000-0000-0000-000000000000}"/>
          </ac:spMkLst>
        </pc:spChg>
        <pc:spChg chg="mod">
          <ac:chgData name="MERCIER, Valerie" userId="d5d65ee6-536f-47d5-b6ec-58138a493945" providerId="ADAL" clId="{BFC38923-C57B-46DA-9432-77E786DABF62}" dt="2023-02-20T07:30:08.955" v="47" actId="1076"/>
          <ac:spMkLst>
            <pc:docMk/>
            <pc:sldMk cId="1114141901" sldId="265"/>
            <ac:spMk id="29" creationId="{00000000-0000-0000-0000-000000000000}"/>
          </ac:spMkLst>
        </pc:spChg>
        <pc:spChg chg="mod">
          <ac:chgData name="MERCIER, Valerie" userId="d5d65ee6-536f-47d5-b6ec-58138a493945" providerId="ADAL" clId="{BFC38923-C57B-46DA-9432-77E786DABF62}" dt="2023-02-20T07:32:30.021" v="84" actId="20577"/>
          <ac:spMkLst>
            <pc:docMk/>
            <pc:sldMk cId="1114141901" sldId="265"/>
            <ac:spMk id="30" creationId="{00000000-0000-0000-0000-000000000000}"/>
          </ac:spMkLst>
        </pc:spChg>
        <pc:spChg chg="del">
          <ac:chgData name="MERCIER, Valerie" userId="d5d65ee6-536f-47d5-b6ec-58138a493945" providerId="ADAL" clId="{BFC38923-C57B-46DA-9432-77E786DABF62}" dt="2023-02-20T07:31:36.918" v="81" actId="478"/>
          <ac:spMkLst>
            <pc:docMk/>
            <pc:sldMk cId="1114141901" sldId="265"/>
            <ac:spMk id="31" creationId="{00000000-0000-0000-0000-000000000000}"/>
          </ac:spMkLst>
        </pc:spChg>
        <pc:spChg chg="del mod">
          <ac:chgData name="MERCIER, Valerie" userId="d5d65ee6-536f-47d5-b6ec-58138a493945" providerId="ADAL" clId="{BFC38923-C57B-46DA-9432-77E786DABF62}" dt="2023-02-20T07:31:36.918" v="81" actId="478"/>
          <ac:spMkLst>
            <pc:docMk/>
            <pc:sldMk cId="1114141901" sldId="265"/>
            <ac:spMk id="32" creationId="{00000000-0000-0000-0000-000000000000}"/>
          </ac:spMkLst>
        </pc:spChg>
        <pc:spChg chg="del mod">
          <ac:chgData name="MERCIER, Valerie" userId="d5d65ee6-536f-47d5-b6ec-58138a493945" providerId="ADAL" clId="{BFC38923-C57B-46DA-9432-77E786DABF62}" dt="2023-02-20T07:31:36.918" v="81" actId="478"/>
          <ac:spMkLst>
            <pc:docMk/>
            <pc:sldMk cId="1114141901" sldId="265"/>
            <ac:spMk id="33" creationId="{00000000-0000-0000-0000-000000000000}"/>
          </ac:spMkLst>
        </pc:spChg>
      </pc:sldChg>
      <pc:sldChg chg="modSp add del mod">
        <pc:chgData name="MERCIER, Valerie" userId="d5d65ee6-536f-47d5-b6ec-58138a493945" providerId="ADAL" clId="{BFC38923-C57B-46DA-9432-77E786DABF62}" dt="2023-02-20T07:09:39.017" v="25" actId="47"/>
        <pc:sldMkLst>
          <pc:docMk/>
          <pc:sldMk cId="1250878661" sldId="296"/>
        </pc:sldMkLst>
        <pc:spChg chg="mod">
          <ac:chgData name="MERCIER, Valerie" userId="d5d65ee6-536f-47d5-b6ec-58138a493945" providerId="ADAL" clId="{BFC38923-C57B-46DA-9432-77E786DABF62}" dt="2023-02-20T07:09:11.601" v="23"/>
          <ac:spMkLst>
            <pc:docMk/>
            <pc:sldMk cId="1250878661" sldId="296"/>
            <ac:spMk id="7" creationId="{00000000-0000-0000-0000-000000000000}"/>
          </ac:spMkLst>
        </pc:spChg>
      </pc:sldChg>
      <pc:sldChg chg="del">
        <pc:chgData name="MERCIER, Valerie" userId="d5d65ee6-536f-47d5-b6ec-58138a493945" providerId="ADAL" clId="{BFC38923-C57B-46DA-9432-77E786DABF62}" dt="2023-02-20T07:08:27.533" v="13" actId="47"/>
        <pc:sldMkLst>
          <pc:docMk/>
          <pc:sldMk cId="2003731829" sldId="310"/>
        </pc:sldMkLst>
      </pc:sldChg>
      <pc:sldChg chg="modSp mod">
        <pc:chgData name="MERCIER, Valerie" userId="d5d65ee6-536f-47d5-b6ec-58138a493945" providerId="ADAL" clId="{BFC38923-C57B-46DA-9432-77E786DABF62}" dt="2023-02-20T07:08:10.305" v="8" actId="20577"/>
        <pc:sldMkLst>
          <pc:docMk/>
          <pc:sldMk cId="616782509" sldId="327"/>
        </pc:sldMkLst>
        <pc:spChg chg="mod">
          <ac:chgData name="MERCIER, Valerie" userId="d5d65ee6-536f-47d5-b6ec-58138a493945" providerId="ADAL" clId="{BFC38923-C57B-46DA-9432-77E786DABF62}" dt="2023-02-20T07:08:10.305" v="8" actId="20577"/>
          <ac:spMkLst>
            <pc:docMk/>
            <pc:sldMk cId="616782509" sldId="327"/>
            <ac:spMk id="2" creationId="{6F4F94A1-3D83-8DFE-CBC1-EF8AEFA6BF29}"/>
          </ac:spMkLst>
        </pc:spChg>
        <pc:spChg chg="mod">
          <ac:chgData name="MERCIER, Valerie" userId="d5d65ee6-536f-47d5-b6ec-58138a493945" providerId="ADAL" clId="{BFC38923-C57B-46DA-9432-77E786DABF62}" dt="2023-02-20T07:08:05.346" v="0" actId="6549"/>
          <ac:spMkLst>
            <pc:docMk/>
            <pc:sldMk cId="616782509" sldId="327"/>
            <ac:spMk id="5" creationId="{C15D920A-DEA3-AC7A-79C9-015D05B8B813}"/>
          </ac:spMkLst>
        </pc:spChg>
      </pc:sldChg>
      <pc:sldChg chg="del">
        <pc:chgData name="MERCIER, Valerie" userId="d5d65ee6-536f-47d5-b6ec-58138a493945" providerId="ADAL" clId="{BFC38923-C57B-46DA-9432-77E786DABF62}" dt="2023-02-20T07:08:29.388" v="14" actId="47"/>
        <pc:sldMkLst>
          <pc:docMk/>
          <pc:sldMk cId="3463566700" sldId="340"/>
        </pc:sldMkLst>
      </pc:sldChg>
      <pc:sldChg chg="del">
        <pc:chgData name="MERCIER, Valerie" userId="d5d65ee6-536f-47d5-b6ec-58138a493945" providerId="ADAL" clId="{BFC38923-C57B-46DA-9432-77E786DABF62}" dt="2023-02-20T07:08:23.919" v="12" actId="47"/>
        <pc:sldMkLst>
          <pc:docMk/>
          <pc:sldMk cId="3325203885" sldId="406"/>
        </pc:sldMkLst>
      </pc:sldChg>
      <pc:sldChg chg="del">
        <pc:chgData name="MERCIER, Valerie" userId="d5d65ee6-536f-47d5-b6ec-58138a493945" providerId="ADAL" clId="{BFC38923-C57B-46DA-9432-77E786DABF62}" dt="2023-02-20T07:08:23.919" v="12" actId="47"/>
        <pc:sldMkLst>
          <pc:docMk/>
          <pc:sldMk cId="109640743" sldId="407"/>
        </pc:sldMkLst>
      </pc:sldChg>
      <pc:sldChg chg="del">
        <pc:chgData name="MERCIER, Valerie" userId="d5d65ee6-536f-47d5-b6ec-58138a493945" providerId="ADAL" clId="{BFC38923-C57B-46DA-9432-77E786DABF62}" dt="2023-02-20T07:08:43.221" v="18" actId="47"/>
        <pc:sldMkLst>
          <pc:docMk/>
          <pc:sldMk cId="2896101445" sldId="408"/>
        </pc:sldMkLst>
      </pc:sldChg>
      <pc:sldChg chg="del">
        <pc:chgData name="MERCIER, Valerie" userId="d5d65ee6-536f-47d5-b6ec-58138a493945" providerId="ADAL" clId="{BFC38923-C57B-46DA-9432-77E786DABF62}" dt="2023-02-20T07:08:27.533" v="13" actId="47"/>
        <pc:sldMkLst>
          <pc:docMk/>
          <pc:sldMk cId="4073110538" sldId="409"/>
        </pc:sldMkLst>
      </pc:sldChg>
      <pc:sldChg chg="del">
        <pc:chgData name="MERCIER, Valerie" userId="d5d65ee6-536f-47d5-b6ec-58138a493945" providerId="ADAL" clId="{BFC38923-C57B-46DA-9432-77E786DABF62}" dt="2023-02-20T07:08:27.533" v="13" actId="47"/>
        <pc:sldMkLst>
          <pc:docMk/>
          <pc:sldMk cId="3096199413" sldId="410"/>
        </pc:sldMkLst>
      </pc:sldChg>
      <pc:sldChg chg="del">
        <pc:chgData name="MERCIER, Valerie" userId="d5d65ee6-536f-47d5-b6ec-58138a493945" providerId="ADAL" clId="{BFC38923-C57B-46DA-9432-77E786DABF62}" dt="2023-02-20T07:08:27.533" v="13" actId="47"/>
        <pc:sldMkLst>
          <pc:docMk/>
          <pc:sldMk cId="1664415271" sldId="411"/>
        </pc:sldMkLst>
      </pc:sldChg>
      <pc:sldChg chg="del">
        <pc:chgData name="MERCIER, Valerie" userId="d5d65ee6-536f-47d5-b6ec-58138a493945" providerId="ADAL" clId="{BFC38923-C57B-46DA-9432-77E786DABF62}" dt="2023-02-20T07:08:27.533" v="13" actId="47"/>
        <pc:sldMkLst>
          <pc:docMk/>
          <pc:sldMk cId="740611246" sldId="412"/>
        </pc:sldMkLst>
      </pc:sldChg>
      <pc:sldChg chg="new del">
        <pc:chgData name="MERCIER, Valerie" userId="d5d65ee6-536f-47d5-b6ec-58138a493945" providerId="ADAL" clId="{BFC38923-C57B-46DA-9432-77E786DABF62}" dt="2023-02-20T07:08:29.761" v="15" actId="47"/>
        <pc:sldMkLst>
          <pc:docMk/>
          <pc:sldMk cId="196721328" sldId="413"/>
        </pc:sldMkLst>
      </pc:sldChg>
      <pc:sldChg chg="new del">
        <pc:chgData name="MERCIER, Valerie" userId="d5d65ee6-536f-47d5-b6ec-58138a493945" providerId="ADAL" clId="{BFC38923-C57B-46DA-9432-77E786DABF62}" dt="2023-02-20T07:08:23.919" v="12" actId="47"/>
        <pc:sldMkLst>
          <pc:docMk/>
          <pc:sldMk cId="721732233" sldId="414"/>
        </pc:sldMkLst>
      </pc:sldChg>
      <pc:sldChg chg="addSp modSp new del mod">
        <pc:chgData name="MERCIER, Valerie" userId="d5d65ee6-536f-47d5-b6ec-58138a493945" providerId="ADAL" clId="{BFC38923-C57B-46DA-9432-77E786DABF62}" dt="2023-02-20T07:11:36.134" v="38" actId="47"/>
        <pc:sldMkLst>
          <pc:docMk/>
          <pc:sldMk cId="3082461849" sldId="415"/>
        </pc:sldMkLst>
        <pc:graphicFrameChg chg="add mod">
          <ac:chgData name="MERCIER, Valerie" userId="d5d65ee6-536f-47d5-b6ec-58138a493945" providerId="ADAL" clId="{BFC38923-C57B-46DA-9432-77E786DABF62}" dt="2023-02-20T07:08:38.047" v="17" actId="1076"/>
          <ac:graphicFrameMkLst>
            <pc:docMk/>
            <pc:sldMk cId="3082461849" sldId="415"/>
            <ac:graphicFrameMk id="8" creationId="{0A3DE5F6-7478-FD0C-FE30-6E5745B11524}"/>
          </ac:graphicFrameMkLst>
        </pc:graphicFrameChg>
      </pc:sldChg>
      <pc:sldChg chg="addSp delSp modSp new mod">
        <pc:chgData name="MERCIER, Valerie" userId="d5d65ee6-536f-47d5-b6ec-58138a493945" providerId="ADAL" clId="{BFC38923-C57B-46DA-9432-77E786DABF62}" dt="2023-02-20T07:12:29.868" v="39" actId="6549"/>
        <pc:sldMkLst>
          <pc:docMk/>
          <pc:sldMk cId="2785186294" sldId="416"/>
        </pc:sldMkLst>
        <pc:spChg chg="add mod">
          <ac:chgData name="MERCIER, Valerie" userId="d5d65ee6-536f-47d5-b6ec-58138a493945" providerId="ADAL" clId="{BFC38923-C57B-46DA-9432-77E786DABF62}" dt="2023-02-20T07:10:18.955" v="37" actId="14100"/>
          <ac:spMkLst>
            <pc:docMk/>
            <pc:sldMk cId="2785186294" sldId="416"/>
            <ac:spMk id="8" creationId="{E3ADC7BC-A139-7B81-B1AA-7A7247B3F639}"/>
          </ac:spMkLst>
        </pc:spChg>
        <pc:spChg chg="add mod">
          <ac:chgData name="MERCIER, Valerie" userId="d5d65ee6-536f-47d5-b6ec-58138a493945" providerId="ADAL" clId="{BFC38923-C57B-46DA-9432-77E786DABF62}" dt="2023-02-20T07:09:51.910" v="28" actId="1076"/>
          <ac:spMkLst>
            <pc:docMk/>
            <pc:sldMk cId="2785186294" sldId="416"/>
            <ac:spMk id="9" creationId="{42E7F593-E558-3C75-5B83-D90D27E24942}"/>
          </ac:spMkLst>
        </pc:spChg>
        <pc:spChg chg="add mod">
          <ac:chgData name="MERCIER, Valerie" userId="d5d65ee6-536f-47d5-b6ec-58138a493945" providerId="ADAL" clId="{BFC38923-C57B-46DA-9432-77E786DABF62}" dt="2023-02-20T07:09:51.910" v="28" actId="1076"/>
          <ac:spMkLst>
            <pc:docMk/>
            <pc:sldMk cId="2785186294" sldId="416"/>
            <ac:spMk id="10" creationId="{C6F47593-DB8E-6037-AE90-3C7F5058FE68}"/>
          </ac:spMkLst>
        </pc:spChg>
        <pc:spChg chg="add mod">
          <ac:chgData name="MERCIER, Valerie" userId="d5d65ee6-536f-47d5-b6ec-58138a493945" providerId="ADAL" clId="{BFC38923-C57B-46DA-9432-77E786DABF62}" dt="2023-02-20T07:09:51.910" v="28" actId="1076"/>
          <ac:spMkLst>
            <pc:docMk/>
            <pc:sldMk cId="2785186294" sldId="416"/>
            <ac:spMk id="11" creationId="{061B7C61-9DDF-EE5C-D668-BC8FBBD38DD1}"/>
          </ac:spMkLst>
        </pc:spChg>
        <pc:spChg chg="add mod">
          <ac:chgData name="MERCIER, Valerie" userId="d5d65ee6-536f-47d5-b6ec-58138a493945" providerId="ADAL" clId="{BFC38923-C57B-46DA-9432-77E786DABF62}" dt="2023-02-20T07:09:51.910" v="28" actId="1076"/>
          <ac:spMkLst>
            <pc:docMk/>
            <pc:sldMk cId="2785186294" sldId="416"/>
            <ac:spMk id="12" creationId="{273F365B-7FD2-9F8D-C16D-2B9446781960}"/>
          </ac:spMkLst>
        </pc:spChg>
        <pc:spChg chg="add mod">
          <ac:chgData name="MERCIER, Valerie" userId="d5d65ee6-536f-47d5-b6ec-58138a493945" providerId="ADAL" clId="{BFC38923-C57B-46DA-9432-77E786DABF62}" dt="2023-02-20T07:09:51.910" v="28" actId="1076"/>
          <ac:spMkLst>
            <pc:docMk/>
            <pc:sldMk cId="2785186294" sldId="416"/>
            <ac:spMk id="13" creationId="{2727BE9E-8A3B-5923-CED2-1CF108D76BB7}"/>
          </ac:spMkLst>
        </pc:spChg>
        <pc:spChg chg="add mod">
          <ac:chgData name="MERCIER, Valerie" userId="d5d65ee6-536f-47d5-b6ec-58138a493945" providerId="ADAL" clId="{BFC38923-C57B-46DA-9432-77E786DABF62}" dt="2023-02-20T07:09:51.910" v="28" actId="1076"/>
          <ac:spMkLst>
            <pc:docMk/>
            <pc:sldMk cId="2785186294" sldId="416"/>
            <ac:spMk id="14" creationId="{B215BEC9-EDC2-91C1-F42A-19FD943D5771}"/>
          </ac:spMkLst>
        </pc:spChg>
        <pc:spChg chg="add mod">
          <ac:chgData name="MERCIER, Valerie" userId="d5d65ee6-536f-47d5-b6ec-58138a493945" providerId="ADAL" clId="{BFC38923-C57B-46DA-9432-77E786DABF62}" dt="2023-02-20T07:09:51.910" v="28" actId="1076"/>
          <ac:spMkLst>
            <pc:docMk/>
            <pc:sldMk cId="2785186294" sldId="416"/>
            <ac:spMk id="15" creationId="{A4A2AF9C-4EE1-F7AD-0F72-662A4F710678}"/>
          </ac:spMkLst>
        </pc:spChg>
        <pc:spChg chg="add mod">
          <ac:chgData name="MERCIER, Valerie" userId="d5d65ee6-536f-47d5-b6ec-58138a493945" providerId="ADAL" clId="{BFC38923-C57B-46DA-9432-77E786DABF62}" dt="2023-02-20T07:09:51.910" v="28" actId="1076"/>
          <ac:spMkLst>
            <pc:docMk/>
            <pc:sldMk cId="2785186294" sldId="416"/>
            <ac:spMk id="16" creationId="{70B67C2B-377B-E32C-A24F-5172136F0E7F}"/>
          </ac:spMkLst>
        </pc:spChg>
        <pc:spChg chg="add mod">
          <ac:chgData name="MERCIER, Valerie" userId="d5d65ee6-536f-47d5-b6ec-58138a493945" providerId="ADAL" clId="{BFC38923-C57B-46DA-9432-77E786DABF62}" dt="2023-02-20T07:09:51.910" v="28" actId="1076"/>
          <ac:spMkLst>
            <pc:docMk/>
            <pc:sldMk cId="2785186294" sldId="416"/>
            <ac:spMk id="17" creationId="{EE2F33BE-C2F6-2DF8-1A97-014CC698C60C}"/>
          </ac:spMkLst>
        </pc:spChg>
        <pc:spChg chg="add mod">
          <ac:chgData name="MERCIER, Valerie" userId="d5d65ee6-536f-47d5-b6ec-58138a493945" providerId="ADAL" clId="{BFC38923-C57B-46DA-9432-77E786DABF62}" dt="2023-02-20T07:09:51.910" v="28" actId="1076"/>
          <ac:spMkLst>
            <pc:docMk/>
            <pc:sldMk cId="2785186294" sldId="416"/>
            <ac:spMk id="18" creationId="{21D38F97-C8DC-8111-170E-E417BE16FDD1}"/>
          </ac:spMkLst>
        </pc:spChg>
        <pc:spChg chg="add mod">
          <ac:chgData name="MERCIER, Valerie" userId="d5d65ee6-536f-47d5-b6ec-58138a493945" providerId="ADAL" clId="{BFC38923-C57B-46DA-9432-77E786DABF62}" dt="2023-02-20T07:09:51.910" v="28" actId="1076"/>
          <ac:spMkLst>
            <pc:docMk/>
            <pc:sldMk cId="2785186294" sldId="416"/>
            <ac:spMk id="19" creationId="{729BC882-3AFF-A008-DF2C-3496359017CE}"/>
          </ac:spMkLst>
        </pc:spChg>
        <pc:spChg chg="add mod">
          <ac:chgData name="MERCIER, Valerie" userId="d5d65ee6-536f-47d5-b6ec-58138a493945" providerId="ADAL" clId="{BFC38923-C57B-46DA-9432-77E786DABF62}" dt="2023-02-20T07:09:51.910" v="28" actId="1076"/>
          <ac:spMkLst>
            <pc:docMk/>
            <pc:sldMk cId="2785186294" sldId="416"/>
            <ac:spMk id="20" creationId="{EABA08B5-D9B0-8A13-192D-4305CF39ED04}"/>
          </ac:spMkLst>
        </pc:spChg>
        <pc:spChg chg="add mod">
          <ac:chgData name="MERCIER, Valerie" userId="d5d65ee6-536f-47d5-b6ec-58138a493945" providerId="ADAL" clId="{BFC38923-C57B-46DA-9432-77E786DABF62}" dt="2023-02-20T07:09:51.910" v="28" actId="1076"/>
          <ac:spMkLst>
            <pc:docMk/>
            <pc:sldMk cId="2785186294" sldId="416"/>
            <ac:spMk id="21" creationId="{947D843F-2F86-3A68-C8FE-46E0EC875E76}"/>
          </ac:spMkLst>
        </pc:spChg>
        <pc:spChg chg="add mod">
          <ac:chgData name="MERCIER, Valerie" userId="d5d65ee6-536f-47d5-b6ec-58138a493945" providerId="ADAL" clId="{BFC38923-C57B-46DA-9432-77E786DABF62}" dt="2023-02-20T07:09:51.910" v="28" actId="1076"/>
          <ac:spMkLst>
            <pc:docMk/>
            <pc:sldMk cId="2785186294" sldId="416"/>
            <ac:spMk id="22" creationId="{64EC1406-B156-BB6C-FE64-0DA34473BC69}"/>
          </ac:spMkLst>
        </pc:spChg>
        <pc:spChg chg="add mod">
          <ac:chgData name="MERCIER, Valerie" userId="d5d65ee6-536f-47d5-b6ec-58138a493945" providerId="ADAL" clId="{BFC38923-C57B-46DA-9432-77E786DABF62}" dt="2023-02-20T07:09:51.910" v="28" actId="1076"/>
          <ac:spMkLst>
            <pc:docMk/>
            <pc:sldMk cId="2785186294" sldId="416"/>
            <ac:spMk id="23" creationId="{38F4117D-DC9E-0558-6F4C-762D6E00FAE3}"/>
          </ac:spMkLst>
        </pc:spChg>
        <pc:spChg chg="add del mod">
          <ac:chgData name="MERCIER, Valerie" userId="d5d65ee6-536f-47d5-b6ec-58138a493945" providerId="ADAL" clId="{BFC38923-C57B-46DA-9432-77E786DABF62}" dt="2023-02-20T07:10:08.058" v="36" actId="478"/>
          <ac:spMkLst>
            <pc:docMk/>
            <pc:sldMk cId="2785186294" sldId="416"/>
            <ac:spMk id="26" creationId="{36A97980-6599-E36B-9F77-8807DD0DC0CE}"/>
          </ac:spMkLst>
        </pc:spChg>
        <pc:spChg chg="add del mod">
          <ac:chgData name="MERCIER, Valerie" userId="d5d65ee6-536f-47d5-b6ec-58138a493945" providerId="ADAL" clId="{BFC38923-C57B-46DA-9432-77E786DABF62}" dt="2023-02-20T07:10:07.708" v="35" actId="478"/>
          <ac:spMkLst>
            <pc:docMk/>
            <pc:sldMk cId="2785186294" sldId="416"/>
            <ac:spMk id="27" creationId="{DF058DAB-8732-4FB3-DE43-CE29210E23E8}"/>
          </ac:spMkLst>
        </pc:spChg>
        <pc:spChg chg="add del mod">
          <ac:chgData name="MERCIER, Valerie" userId="d5d65ee6-536f-47d5-b6ec-58138a493945" providerId="ADAL" clId="{BFC38923-C57B-46DA-9432-77E786DABF62}" dt="2023-02-20T07:10:07.374" v="34" actId="478"/>
          <ac:spMkLst>
            <pc:docMk/>
            <pc:sldMk cId="2785186294" sldId="416"/>
            <ac:spMk id="28" creationId="{38004969-2B4E-03DA-7C7F-56A9335779CE}"/>
          </ac:spMkLst>
        </pc:spChg>
        <pc:spChg chg="add del mod">
          <ac:chgData name="MERCIER, Valerie" userId="d5d65ee6-536f-47d5-b6ec-58138a493945" providerId="ADAL" clId="{BFC38923-C57B-46DA-9432-77E786DABF62}" dt="2023-02-20T07:10:07.042" v="33" actId="478"/>
          <ac:spMkLst>
            <pc:docMk/>
            <pc:sldMk cId="2785186294" sldId="416"/>
            <ac:spMk id="29" creationId="{92674C28-6A1D-2FD8-67AD-A9C9311F69AD}"/>
          </ac:spMkLst>
        </pc:spChg>
        <pc:spChg chg="add del mod">
          <ac:chgData name="MERCIER, Valerie" userId="d5d65ee6-536f-47d5-b6ec-58138a493945" providerId="ADAL" clId="{BFC38923-C57B-46DA-9432-77E786DABF62}" dt="2023-02-20T07:09:44.461" v="26" actId="478"/>
          <ac:spMkLst>
            <pc:docMk/>
            <pc:sldMk cId="2785186294" sldId="416"/>
            <ac:spMk id="30" creationId="{DD72E8FC-8D9E-C1C5-6F9A-E01603953E4C}"/>
          </ac:spMkLst>
        </pc:spChg>
        <pc:spChg chg="add mod">
          <ac:chgData name="MERCIER, Valerie" userId="d5d65ee6-536f-47d5-b6ec-58138a493945" providerId="ADAL" clId="{BFC38923-C57B-46DA-9432-77E786DABF62}" dt="2023-02-20T07:12:29.868" v="39" actId="6549"/>
          <ac:spMkLst>
            <pc:docMk/>
            <pc:sldMk cId="2785186294" sldId="416"/>
            <ac:spMk id="31" creationId="{F50AE619-B050-1F80-C2BB-618726F7CFB1}"/>
          </ac:spMkLst>
        </pc:spChg>
        <pc:spChg chg="add del mod">
          <ac:chgData name="MERCIER, Valerie" userId="d5d65ee6-536f-47d5-b6ec-58138a493945" providerId="ADAL" clId="{BFC38923-C57B-46DA-9432-77E786DABF62}" dt="2023-02-20T07:09:48.455" v="27" actId="478"/>
          <ac:spMkLst>
            <pc:docMk/>
            <pc:sldMk cId="2785186294" sldId="416"/>
            <ac:spMk id="32" creationId="{95E4874C-6815-B2A3-6B0E-50684D2EC2E7}"/>
          </ac:spMkLst>
        </pc:spChg>
        <pc:spChg chg="add del mod">
          <ac:chgData name="MERCIER, Valerie" userId="d5d65ee6-536f-47d5-b6ec-58138a493945" providerId="ADAL" clId="{BFC38923-C57B-46DA-9432-77E786DABF62}" dt="2023-02-20T07:09:48.455" v="27" actId="478"/>
          <ac:spMkLst>
            <pc:docMk/>
            <pc:sldMk cId="2785186294" sldId="416"/>
            <ac:spMk id="33" creationId="{C04F1B5E-A4B4-56FA-C62C-1A4C17F5220A}"/>
          </ac:spMkLst>
        </pc:spChg>
        <pc:cxnChg chg="add mod">
          <ac:chgData name="MERCIER, Valerie" userId="d5d65ee6-536f-47d5-b6ec-58138a493945" providerId="ADAL" clId="{BFC38923-C57B-46DA-9432-77E786DABF62}" dt="2023-02-20T07:09:51.910" v="28" actId="1076"/>
          <ac:cxnSpMkLst>
            <pc:docMk/>
            <pc:sldMk cId="2785186294" sldId="416"/>
            <ac:cxnSpMk id="24" creationId="{2423B727-3B74-85AE-70AA-6086BEDBB6A4}"/>
          </ac:cxnSpMkLst>
        </pc:cxnChg>
        <pc:cxnChg chg="add mod">
          <ac:chgData name="MERCIER, Valerie" userId="d5d65ee6-536f-47d5-b6ec-58138a493945" providerId="ADAL" clId="{BFC38923-C57B-46DA-9432-77E786DABF62}" dt="2023-02-20T07:09:51.910" v="28" actId="1076"/>
          <ac:cxnSpMkLst>
            <pc:docMk/>
            <pc:sldMk cId="2785186294" sldId="416"/>
            <ac:cxnSpMk id="25" creationId="{9259B9FD-5B8A-D1DE-ECEC-6940BA84E80C}"/>
          </ac:cxnSpMkLst>
        </pc:cxnChg>
      </pc:sldChg>
      <pc:sldChg chg="add">
        <pc:chgData name="MERCIER, Valerie" userId="d5d65ee6-536f-47d5-b6ec-58138a493945" providerId="ADAL" clId="{BFC38923-C57B-46DA-9432-77E786DABF62}" dt="2023-02-20T07:14:07.500" v="40"/>
        <pc:sldMkLst>
          <pc:docMk/>
          <pc:sldMk cId="2934210270" sldId="417"/>
        </pc:sldMkLst>
      </pc:sldChg>
      <pc:sldChg chg="addSp modSp new del mod">
        <pc:chgData name="MERCIER, Valerie" userId="d5d65ee6-536f-47d5-b6ec-58138a493945" providerId="ADAL" clId="{BFC38923-C57B-46DA-9432-77E786DABF62}" dt="2023-02-20T07:33:30.355" v="91" actId="47"/>
        <pc:sldMkLst>
          <pc:docMk/>
          <pc:sldMk cId="2637924430" sldId="418"/>
        </pc:sldMkLst>
        <pc:spChg chg="add mod">
          <ac:chgData name="MERCIER, Valerie" userId="d5d65ee6-536f-47d5-b6ec-58138a493945" providerId="ADAL" clId="{BFC38923-C57B-46DA-9432-77E786DABF62}" dt="2023-02-20T07:33:25.889" v="90" actId="27636"/>
          <ac:spMkLst>
            <pc:docMk/>
            <pc:sldMk cId="2637924430" sldId="418"/>
            <ac:spMk id="8" creationId="{22CD6C81-0776-02CE-8F58-BE24DF021869}"/>
          </ac:spMkLst>
        </pc:spChg>
        <pc:spChg chg="add mod">
          <ac:chgData name="MERCIER, Valerie" userId="d5d65ee6-536f-47d5-b6ec-58138a493945" providerId="ADAL" clId="{BFC38923-C57B-46DA-9432-77E786DABF62}" dt="2023-02-20T07:33:25.801" v="89"/>
          <ac:spMkLst>
            <pc:docMk/>
            <pc:sldMk cId="2637924430" sldId="418"/>
            <ac:spMk id="9" creationId="{33446C25-4E4F-371B-C014-B5A59A82BECF}"/>
          </ac:spMkLst>
        </pc:spChg>
        <pc:spChg chg="add mod">
          <ac:chgData name="MERCIER, Valerie" userId="d5d65ee6-536f-47d5-b6ec-58138a493945" providerId="ADAL" clId="{BFC38923-C57B-46DA-9432-77E786DABF62}" dt="2023-02-20T07:33:25.801" v="89"/>
          <ac:spMkLst>
            <pc:docMk/>
            <pc:sldMk cId="2637924430" sldId="418"/>
            <ac:spMk id="10" creationId="{638FFFE9-0AA7-52B9-C4BF-A1CD8056D229}"/>
          </ac:spMkLst>
        </pc:spChg>
        <pc:spChg chg="add mod">
          <ac:chgData name="MERCIER, Valerie" userId="d5d65ee6-536f-47d5-b6ec-58138a493945" providerId="ADAL" clId="{BFC38923-C57B-46DA-9432-77E786DABF62}" dt="2023-02-20T07:33:25.801" v="89"/>
          <ac:spMkLst>
            <pc:docMk/>
            <pc:sldMk cId="2637924430" sldId="418"/>
            <ac:spMk id="11" creationId="{AA76F197-1BAD-3D39-42D7-44F5E512ABFF}"/>
          </ac:spMkLst>
        </pc:spChg>
        <pc:spChg chg="add mod">
          <ac:chgData name="MERCIER, Valerie" userId="d5d65ee6-536f-47d5-b6ec-58138a493945" providerId="ADAL" clId="{BFC38923-C57B-46DA-9432-77E786DABF62}" dt="2023-02-20T07:33:25.801" v="89"/>
          <ac:spMkLst>
            <pc:docMk/>
            <pc:sldMk cId="2637924430" sldId="418"/>
            <ac:spMk id="12" creationId="{F541AF7F-787C-E1F8-B4E3-01D9F5DBCC52}"/>
          </ac:spMkLst>
        </pc:spChg>
        <pc:spChg chg="add mod">
          <ac:chgData name="MERCIER, Valerie" userId="d5d65ee6-536f-47d5-b6ec-58138a493945" providerId="ADAL" clId="{BFC38923-C57B-46DA-9432-77E786DABF62}" dt="2023-02-20T07:33:25.801" v="89"/>
          <ac:spMkLst>
            <pc:docMk/>
            <pc:sldMk cId="2637924430" sldId="418"/>
            <ac:spMk id="13" creationId="{7B37FFE8-8F0F-820D-70C2-AA2E8708F6C3}"/>
          </ac:spMkLst>
        </pc:spChg>
        <pc:spChg chg="add mod">
          <ac:chgData name="MERCIER, Valerie" userId="d5d65ee6-536f-47d5-b6ec-58138a493945" providerId="ADAL" clId="{BFC38923-C57B-46DA-9432-77E786DABF62}" dt="2023-02-20T07:33:25.801" v="89"/>
          <ac:spMkLst>
            <pc:docMk/>
            <pc:sldMk cId="2637924430" sldId="418"/>
            <ac:spMk id="14" creationId="{924F1FD2-F534-5E6C-938F-3D40473575D4}"/>
          </ac:spMkLst>
        </pc:spChg>
        <pc:spChg chg="add mod">
          <ac:chgData name="MERCIER, Valerie" userId="d5d65ee6-536f-47d5-b6ec-58138a493945" providerId="ADAL" clId="{BFC38923-C57B-46DA-9432-77E786DABF62}" dt="2023-02-20T07:33:25.801" v="89"/>
          <ac:spMkLst>
            <pc:docMk/>
            <pc:sldMk cId="2637924430" sldId="418"/>
            <ac:spMk id="15" creationId="{C68B570D-1B9A-A4E4-85F6-73E898A1D7AB}"/>
          </ac:spMkLst>
        </pc:spChg>
        <pc:spChg chg="add mod">
          <ac:chgData name="MERCIER, Valerie" userId="d5d65ee6-536f-47d5-b6ec-58138a493945" providerId="ADAL" clId="{BFC38923-C57B-46DA-9432-77E786DABF62}" dt="2023-02-20T07:33:25.801" v="89"/>
          <ac:spMkLst>
            <pc:docMk/>
            <pc:sldMk cId="2637924430" sldId="418"/>
            <ac:spMk id="16" creationId="{BC859EF9-6A8D-A774-0518-7689E60D4C63}"/>
          </ac:spMkLst>
        </pc:spChg>
        <pc:spChg chg="add mod">
          <ac:chgData name="MERCIER, Valerie" userId="d5d65ee6-536f-47d5-b6ec-58138a493945" providerId="ADAL" clId="{BFC38923-C57B-46DA-9432-77E786DABF62}" dt="2023-02-20T07:33:25.801" v="89"/>
          <ac:spMkLst>
            <pc:docMk/>
            <pc:sldMk cId="2637924430" sldId="418"/>
            <ac:spMk id="17" creationId="{B24A9BD7-C997-0861-8A45-57F840E549A3}"/>
          </ac:spMkLst>
        </pc:spChg>
        <pc:spChg chg="add mod">
          <ac:chgData name="MERCIER, Valerie" userId="d5d65ee6-536f-47d5-b6ec-58138a493945" providerId="ADAL" clId="{BFC38923-C57B-46DA-9432-77E786DABF62}" dt="2023-02-20T07:33:25.801" v="89"/>
          <ac:spMkLst>
            <pc:docMk/>
            <pc:sldMk cId="2637924430" sldId="418"/>
            <ac:spMk id="18" creationId="{171F5173-B2FD-C4C0-A5A6-14C594C5E658}"/>
          </ac:spMkLst>
        </pc:spChg>
        <pc:spChg chg="add mod">
          <ac:chgData name="MERCIER, Valerie" userId="d5d65ee6-536f-47d5-b6ec-58138a493945" providerId="ADAL" clId="{BFC38923-C57B-46DA-9432-77E786DABF62}" dt="2023-02-20T07:33:25.801" v="89"/>
          <ac:spMkLst>
            <pc:docMk/>
            <pc:sldMk cId="2637924430" sldId="418"/>
            <ac:spMk id="19" creationId="{8EF8174B-21D9-A6CE-7061-CF064E516357}"/>
          </ac:spMkLst>
        </pc:spChg>
        <pc:spChg chg="add mod">
          <ac:chgData name="MERCIER, Valerie" userId="d5d65ee6-536f-47d5-b6ec-58138a493945" providerId="ADAL" clId="{BFC38923-C57B-46DA-9432-77E786DABF62}" dt="2023-02-20T07:33:25.801" v="89"/>
          <ac:spMkLst>
            <pc:docMk/>
            <pc:sldMk cId="2637924430" sldId="418"/>
            <ac:spMk id="20" creationId="{C2456AFF-8DCA-C787-5971-DBBF8F2DCA39}"/>
          </ac:spMkLst>
        </pc:spChg>
        <pc:spChg chg="add mod">
          <ac:chgData name="MERCIER, Valerie" userId="d5d65ee6-536f-47d5-b6ec-58138a493945" providerId="ADAL" clId="{BFC38923-C57B-46DA-9432-77E786DABF62}" dt="2023-02-20T07:33:25.801" v="89"/>
          <ac:spMkLst>
            <pc:docMk/>
            <pc:sldMk cId="2637924430" sldId="418"/>
            <ac:spMk id="21" creationId="{10FEE874-6344-BAD5-AEB6-AFD7D966000A}"/>
          </ac:spMkLst>
        </pc:spChg>
        <pc:spChg chg="add mod">
          <ac:chgData name="MERCIER, Valerie" userId="d5d65ee6-536f-47d5-b6ec-58138a493945" providerId="ADAL" clId="{BFC38923-C57B-46DA-9432-77E786DABF62}" dt="2023-02-20T07:33:25.801" v="89"/>
          <ac:spMkLst>
            <pc:docMk/>
            <pc:sldMk cId="2637924430" sldId="418"/>
            <ac:spMk id="22" creationId="{A36992E2-CF64-E6EC-5B16-F0608444C690}"/>
          </ac:spMkLst>
        </pc:spChg>
        <pc:spChg chg="add mod">
          <ac:chgData name="MERCIER, Valerie" userId="d5d65ee6-536f-47d5-b6ec-58138a493945" providerId="ADAL" clId="{BFC38923-C57B-46DA-9432-77E786DABF62}" dt="2023-02-20T07:33:25.801" v="89"/>
          <ac:spMkLst>
            <pc:docMk/>
            <pc:sldMk cId="2637924430" sldId="418"/>
            <ac:spMk id="23" creationId="{1FA37824-3B5A-42D0-BECF-BC3C34F03C2C}"/>
          </ac:spMkLst>
        </pc:spChg>
        <pc:spChg chg="add mod">
          <ac:chgData name="MERCIER, Valerie" userId="d5d65ee6-536f-47d5-b6ec-58138a493945" providerId="ADAL" clId="{BFC38923-C57B-46DA-9432-77E786DABF62}" dt="2023-02-20T07:33:25.801" v="89"/>
          <ac:spMkLst>
            <pc:docMk/>
            <pc:sldMk cId="2637924430" sldId="418"/>
            <ac:spMk id="24" creationId="{6077C9F1-C313-8CC9-CFB4-C976612D952A}"/>
          </ac:spMkLst>
        </pc:spChg>
        <pc:spChg chg="add mod">
          <ac:chgData name="MERCIER, Valerie" userId="d5d65ee6-536f-47d5-b6ec-58138a493945" providerId="ADAL" clId="{BFC38923-C57B-46DA-9432-77E786DABF62}" dt="2023-02-20T07:33:25.801" v="89"/>
          <ac:spMkLst>
            <pc:docMk/>
            <pc:sldMk cId="2637924430" sldId="418"/>
            <ac:spMk id="25" creationId="{41CEAEEE-15CC-229E-9DC4-AE2C37AA43D7}"/>
          </ac:spMkLst>
        </pc:spChg>
        <pc:spChg chg="add mod">
          <ac:chgData name="MERCIER, Valerie" userId="d5d65ee6-536f-47d5-b6ec-58138a493945" providerId="ADAL" clId="{BFC38923-C57B-46DA-9432-77E786DABF62}" dt="2023-02-20T07:33:25.801" v="89"/>
          <ac:spMkLst>
            <pc:docMk/>
            <pc:sldMk cId="2637924430" sldId="418"/>
            <ac:spMk id="26" creationId="{0340DBEB-9D59-1319-140A-42B25FDE04F3}"/>
          </ac:spMkLst>
        </pc:spChg>
        <pc:spChg chg="add mod">
          <ac:chgData name="MERCIER, Valerie" userId="d5d65ee6-536f-47d5-b6ec-58138a493945" providerId="ADAL" clId="{BFC38923-C57B-46DA-9432-77E786DABF62}" dt="2023-02-20T07:33:25.801" v="89"/>
          <ac:spMkLst>
            <pc:docMk/>
            <pc:sldMk cId="2637924430" sldId="418"/>
            <ac:spMk id="27" creationId="{75C66969-D5A3-813C-7C23-BF61F7DCDA70}"/>
          </ac:spMkLst>
        </pc:spChg>
        <pc:spChg chg="add mod">
          <ac:chgData name="MERCIER, Valerie" userId="d5d65ee6-536f-47d5-b6ec-58138a493945" providerId="ADAL" clId="{BFC38923-C57B-46DA-9432-77E786DABF62}" dt="2023-02-20T07:33:25.801" v="89"/>
          <ac:spMkLst>
            <pc:docMk/>
            <pc:sldMk cId="2637924430" sldId="418"/>
            <ac:spMk id="28" creationId="{69A1E435-4E73-BDFE-EBEA-13C16FB9B972}"/>
          </ac:spMkLst>
        </pc:spChg>
        <pc:spChg chg="add mod">
          <ac:chgData name="MERCIER, Valerie" userId="d5d65ee6-536f-47d5-b6ec-58138a493945" providerId="ADAL" clId="{BFC38923-C57B-46DA-9432-77E786DABF62}" dt="2023-02-20T07:33:25.801" v="89"/>
          <ac:spMkLst>
            <pc:docMk/>
            <pc:sldMk cId="2637924430" sldId="418"/>
            <ac:spMk id="29" creationId="{4C210D0B-50EE-91F4-1C93-629C2AB10446}"/>
          </ac:spMkLst>
        </pc:spChg>
        <pc:spChg chg="add mod">
          <ac:chgData name="MERCIER, Valerie" userId="d5d65ee6-536f-47d5-b6ec-58138a493945" providerId="ADAL" clId="{BFC38923-C57B-46DA-9432-77E786DABF62}" dt="2023-02-20T07:33:25.801" v="89"/>
          <ac:spMkLst>
            <pc:docMk/>
            <pc:sldMk cId="2637924430" sldId="418"/>
            <ac:spMk id="30" creationId="{76065F16-CF5E-215C-9C31-F75A6AF62FB5}"/>
          </ac:spMkLst>
        </pc:spChg>
        <pc:spChg chg="add mod">
          <ac:chgData name="MERCIER, Valerie" userId="d5d65ee6-536f-47d5-b6ec-58138a493945" providerId="ADAL" clId="{BFC38923-C57B-46DA-9432-77E786DABF62}" dt="2023-02-20T07:33:25.801" v="89"/>
          <ac:spMkLst>
            <pc:docMk/>
            <pc:sldMk cId="2637924430" sldId="418"/>
            <ac:spMk id="31" creationId="{C87726EC-B3E9-073B-629C-412CF3F4E7AC}"/>
          </ac:spMkLst>
        </pc:spChg>
      </pc:sldChg>
      <pc:sldMasterChg chg="delSldLayout">
        <pc:chgData name="MERCIER, Valerie" userId="d5d65ee6-536f-47d5-b6ec-58138a493945" providerId="ADAL" clId="{BFC38923-C57B-46DA-9432-77E786DABF62}" dt="2023-02-20T07:09:39.017" v="25" actId="47"/>
        <pc:sldMasterMkLst>
          <pc:docMk/>
          <pc:sldMasterMk cId="2083459720" sldId="2147483676"/>
        </pc:sldMasterMkLst>
        <pc:sldLayoutChg chg="del">
          <pc:chgData name="MERCIER, Valerie" userId="d5d65ee6-536f-47d5-b6ec-58138a493945" providerId="ADAL" clId="{BFC38923-C57B-46DA-9432-77E786DABF62}" dt="2023-02-20T07:09:39.017" v="25" actId="47"/>
          <pc:sldLayoutMkLst>
            <pc:docMk/>
            <pc:sldMasterMk cId="2083459720" sldId="2147483676"/>
            <pc:sldLayoutMk cId="2724774953" sldId="2147483708"/>
          </pc:sldLayoutMkLst>
        </pc:sldLayoutChg>
      </pc:sldMasterChg>
    </pc:docChg>
  </pc:docChgLst>
  <pc:docChgLst>
    <pc:chgData name="MERCIER, Valerie" userId="d5d65ee6-536f-47d5-b6ec-58138a493945" providerId="ADAL" clId="{91883263-DC5B-43DC-88E5-CD9AE7ACB6C9}"/>
    <pc:docChg chg="undo custSel addSld delSld modSld sldOrd">
      <pc:chgData name="MERCIER, Valerie" userId="d5d65ee6-536f-47d5-b6ec-58138a493945" providerId="ADAL" clId="{91883263-DC5B-43DC-88E5-CD9AE7ACB6C9}" dt="2023-04-27T05:14:56.981" v="4266" actId="20577"/>
      <pc:docMkLst>
        <pc:docMk/>
      </pc:docMkLst>
      <pc:sldChg chg="addSp delSp modSp del mod">
        <pc:chgData name="MERCIER, Valerie" userId="d5d65ee6-536f-47d5-b6ec-58138a493945" providerId="ADAL" clId="{91883263-DC5B-43DC-88E5-CD9AE7ACB6C9}" dt="2023-04-26T05:51:45.712" v="1393" actId="47"/>
        <pc:sldMkLst>
          <pc:docMk/>
          <pc:sldMk cId="1114141901" sldId="265"/>
        </pc:sldMkLst>
        <pc:spChg chg="add mod">
          <ac:chgData name="MERCIER, Valerie" userId="d5d65ee6-536f-47d5-b6ec-58138a493945" providerId="ADAL" clId="{91883263-DC5B-43DC-88E5-CD9AE7ACB6C9}" dt="2023-04-26T05:49:36.229" v="1318" actId="1076"/>
          <ac:spMkLst>
            <pc:docMk/>
            <pc:sldMk cId="1114141901" sldId="265"/>
            <ac:spMk id="3" creationId="{F9F0CADC-86EA-3C5F-6C5D-9F083567B4C4}"/>
          </ac:spMkLst>
        </pc:spChg>
        <pc:spChg chg="mod">
          <ac:chgData name="MERCIER, Valerie" userId="d5d65ee6-536f-47d5-b6ec-58138a493945" providerId="ADAL" clId="{91883263-DC5B-43DC-88E5-CD9AE7ACB6C9}" dt="2023-04-25T09:15:23.118" v="536"/>
          <ac:spMkLst>
            <pc:docMk/>
            <pc:sldMk cId="1114141901" sldId="265"/>
            <ac:spMk id="4" creationId="{00000000-0000-0000-0000-000000000000}"/>
          </ac:spMkLst>
        </pc:spChg>
        <pc:spChg chg="mod">
          <ac:chgData name="MERCIER, Valerie" userId="d5d65ee6-536f-47d5-b6ec-58138a493945" providerId="ADAL" clId="{91883263-DC5B-43DC-88E5-CD9AE7ACB6C9}" dt="2023-04-25T09:15:27.696" v="537"/>
          <ac:spMkLst>
            <pc:docMk/>
            <pc:sldMk cId="1114141901" sldId="265"/>
            <ac:spMk id="6" creationId="{00000000-0000-0000-0000-000000000000}"/>
          </ac:spMkLst>
        </pc:spChg>
        <pc:spChg chg="mod">
          <ac:chgData name="MERCIER, Valerie" userId="d5d65ee6-536f-47d5-b6ec-58138a493945" providerId="ADAL" clId="{91883263-DC5B-43DC-88E5-CD9AE7ACB6C9}" dt="2023-04-25T09:15:05.407" v="521"/>
          <ac:spMkLst>
            <pc:docMk/>
            <pc:sldMk cId="1114141901" sldId="265"/>
            <ac:spMk id="7" creationId="{00000000-0000-0000-0000-000000000000}"/>
          </ac:spMkLst>
        </pc:spChg>
        <pc:spChg chg="mod">
          <ac:chgData name="MERCIER, Valerie" userId="d5d65ee6-536f-47d5-b6ec-58138a493945" providerId="ADAL" clId="{91883263-DC5B-43DC-88E5-CD9AE7ACB6C9}" dt="2023-04-21T12:31:36.652" v="0" actId="6549"/>
          <ac:spMkLst>
            <pc:docMk/>
            <pc:sldMk cId="1114141901" sldId="265"/>
            <ac:spMk id="9" creationId="{00000000-0000-0000-0000-000000000000}"/>
          </ac:spMkLst>
        </pc:spChg>
        <pc:spChg chg="mod">
          <ac:chgData name="MERCIER, Valerie" userId="d5d65ee6-536f-47d5-b6ec-58138a493945" providerId="ADAL" clId="{91883263-DC5B-43DC-88E5-CD9AE7ACB6C9}" dt="2023-04-25T09:15:12.995" v="522"/>
          <ac:spMkLst>
            <pc:docMk/>
            <pc:sldMk cId="1114141901" sldId="265"/>
            <ac:spMk id="10" creationId="{00000000-0000-0000-0000-000000000000}"/>
          </ac:spMkLst>
        </pc:spChg>
        <pc:spChg chg="mod">
          <ac:chgData name="MERCIER, Valerie" userId="d5d65ee6-536f-47d5-b6ec-58138a493945" providerId="ADAL" clId="{91883263-DC5B-43DC-88E5-CD9AE7ACB6C9}" dt="2023-04-25T09:15:17.170" v="535" actId="20577"/>
          <ac:spMkLst>
            <pc:docMk/>
            <pc:sldMk cId="1114141901" sldId="265"/>
            <ac:spMk id="12" creationId="{00000000-0000-0000-0000-000000000000}"/>
          </ac:spMkLst>
        </pc:spChg>
        <pc:spChg chg="mod">
          <ac:chgData name="MERCIER, Valerie" userId="d5d65ee6-536f-47d5-b6ec-58138a493945" providerId="ADAL" clId="{91883263-DC5B-43DC-88E5-CD9AE7ACB6C9}" dt="2023-04-25T09:16:39.883" v="549"/>
          <ac:spMkLst>
            <pc:docMk/>
            <pc:sldMk cId="1114141901" sldId="265"/>
            <ac:spMk id="13" creationId="{00000000-0000-0000-0000-000000000000}"/>
          </ac:spMkLst>
        </pc:spChg>
        <pc:spChg chg="mod">
          <ac:chgData name="MERCIER, Valerie" userId="d5d65ee6-536f-47d5-b6ec-58138a493945" providerId="ADAL" clId="{91883263-DC5B-43DC-88E5-CD9AE7ACB6C9}" dt="2023-04-25T09:16:37.434" v="547"/>
          <ac:spMkLst>
            <pc:docMk/>
            <pc:sldMk cId="1114141901" sldId="265"/>
            <ac:spMk id="15" creationId="{00000000-0000-0000-0000-000000000000}"/>
          </ac:spMkLst>
        </pc:spChg>
        <pc:spChg chg="add mod">
          <ac:chgData name="MERCIER, Valerie" userId="d5d65ee6-536f-47d5-b6ec-58138a493945" providerId="ADAL" clId="{91883263-DC5B-43DC-88E5-CD9AE7ACB6C9}" dt="2023-04-25T09:18:44.141" v="562" actId="1076"/>
          <ac:spMkLst>
            <pc:docMk/>
            <pc:sldMk cId="1114141901" sldId="265"/>
            <ac:spMk id="16" creationId="{11C76C98-68B4-86A1-7D7B-DB7C3C8BC5D5}"/>
          </ac:spMkLst>
        </pc:spChg>
        <pc:spChg chg="add del mod">
          <ac:chgData name="MERCIER, Valerie" userId="d5d65ee6-536f-47d5-b6ec-58138a493945" providerId="ADAL" clId="{91883263-DC5B-43DC-88E5-CD9AE7ACB6C9}" dt="2023-04-25T09:21:32.804" v="591" actId="478"/>
          <ac:spMkLst>
            <pc:docMk/>
            <pc:sldMk cId="1114141901" sldId="265"/>
            <ac:spMk id="17" creationId="{D4B82A89-8A55-81D5-2C67-FBE0F9B0FB89}"/>
          </ac:spMkLst>
        </pc:spChg>
        <pc:spChg chg="mod">
          <ac:chgData name="MERCIER, Valerie" userId="d5d65ee6-536f-47d5-b6ec-58138a493945" providerId="ADAL" clId="{91883263-DC5B-43DC-88E5-CD9AE7ACB6C9}" dt="2023-04-25T09:16:04.812" v="544"/>
          <ac:spMkLst>
            <pc:docMk/>
            <pc:sldMk cId="1114141901" sldId="265"/>
            <ac:spMk id="19" creationId="{00000000-0000-0000-0000-000000000000}"/>
          </ac:spMkLst>
        </pc:spChg>
        <pc:spChg chg="mod">
          <ac:chgData name="MERCIER, Valerie" userId="d5d65ee6-536f-47d5-b6ec-58138a493945" providerId="ADAL" clId="{91883263-DC5B-43DC-88E5-CD9AE7ACB6C9}" dt="2023-04-25T09:16:19.003" v="545"/>
          <ac:spMkLst>
            <pc:docMk/>
            <pc:sldMk cId="1114141901" sldId="265"/>
            <ac:spMk id="21" creationId="{00000000-0000-0000-0000-000000000000}"/>
          </ac:spMkLst>
        </pc:spChg>
        <pc:spChg chg="mod">
          <ac:chgData name="MERCIER, Valerie" userId="d5d65ee6-536f-47d5-b6ec-58138a493945" providerId="ADAL" clId="{91883263-DC5B-43DC-88E5-CD9AE7ACB6C9}" dt="2023-04-25T09:15:44.163" v="541"/>
          <ac:spMkLst>
            <pc:docMk/>
            <pc:sldMk cId="1114141901" sldId="265"/>
            <ac:spMk id="22" creationId="{00000000-0000-0000-0000-000000000000}"/>
          </ac:spMkLst>
        </pc:spChg>
        <pc:spChg chg="mod">
          <ac:chgData name="MERCIER, Valerie" userId="d5d65ee6-536f-47d5-b6ec-58138a493945" providerId="ADAL" clId="{91883263-DC5B-43DC-88E5-CD9AE7ACB6C9}" dt="2023-04-25T09:57:05.640" v="1088" actId="20577"/>
          <ac:spMkLst>
            <pc:docMk/>
            <pc:sldMk cId="1114141901" sldId="265"/>
            <ac:spMk id="23" creationId="{00000000-0000-0000-0000-000000000000}"/>
          </ac:spMkLst>
        </pc:spChg>
        <pc:spChg chg="mod">
          <ac:chgData name="MERCIER, Valerie" userId="d5d65ee6-536f-47d5-b6ec-58138a493945" providerId="ADAL" clId="{91883263-DC5B-43DC-88E5-CD9AE7ACB6C9}" dt="2023-04-25T09:15:33.090" v="538"/>
          <ac:spMkLst>
            <pc:docMk/>
            <pc:sldMk cId="1114141901" sldId="265"/>
            <ac:spMk id="28" creationId="{00000000-0000-0000-0000-000000000000}"/>
          </ac:spMkLst>
        </pc:spChg>
        <pc:spChg chg="mod">
          <ac:chgData name="MERCIER, Valerie" userId="d5d65ee6-536f-47d5-b6ec-58138a493945" providerId="ADAL" clId="{91883263-DC5B-43DC-88E5-CD9AE7ACB6C9}" dt="2023-04-25T09:15:35.981" v="540" actId="20577"/>
          <ac:spMkLst>
            <pc:docMk/>
            <pc:sldMk cId="1114141901" sldId="265"/>
            <ac:spMk id="30" creationId="{00000000-0000-0000-0000-000000000000}"/>
          </ac:spMkLst>
        </pc:spChg>
      </pc:sldChg>
      <pc:sldChg chg="modSp add del mod">
        <pc:chgData name="MERCIER, Valerie" userId="d5d65ee6-536f-47d5-b6ec-58138a493945" providerId="ADAL" clId="{91883263-DC5B-43DC-88E5-CD9AE7ACB6C9}" dt="2023-04-26T05:57:16.186" v="1477" actId="47"/>
        <pc:sldMkLst>
          <pc:docMk/>
          <pc:sldMk cId="2856610864" sldId="268"/>
        </pc:sldMkLst>
        <pc:spChg chg="mod">
          <ac:chgData name="MERCIER, Valerie" userId="d5d65ee6-536f-47d5-b6ec-58138a493945" providerId="ADAL" clId="{91883263-DC5B-43DC-88E5-CD9AE7ACB6C9}" dt="2023-04-25T09:40:22.064" v="738" actId="20577"/>
          <ac:spMkLst>
            <pc:docMk/>
            <pc:sldMk cId="2856610864" sldId="268"/>
            <ac:spMk id="9" creationId="{00000000-0000-0000-0000-000000000000}"/>
          </ac:spMkLst>
        </pc:spChg>
        <pc:spChg chg="mod">
          <ac:chgData name="MERCIER, Valerie" userId="d5d65ee6-536f-47d5-b6ec-58138a493945" providerId="ADAL" clId="{91883263-DC5B-43DC-88E5-CD9AE7ACB6C9}" dt="2023-04-25T09:53:50.455" v="1074" actId="20577"/>
          <ac:spMkLst>
            <pc:docMk/>
            <pc:sldMk cId="2856610864" sldId="268"/>
            <ac:spMk id="13" creationId="{00000000-0000-0000-0000-000000000000}"/>
          </ac:spMkLst>
        </pc:spChg>
        <pc:spChg chg="mod">
          <ac:chgData name="MERCIER, Valerie" userId="d5d65ee6-536f-47d5-b6ec-58138a493945" providerId="ADAL" clId="{91883263-DC5B-43DC-88E5-CD9AE7ACB6C9}" dt="2023-04-25T09:47:43.513" v="929" actId="6549"/>
          <ac:spMkLst>
            <pc:docMk/>
            <pc:sldMk cId="2856610864" sldId="268"/>
            <ac:spMk id="22" creationId="{00000000-0000-0000-0000-000000000000}"/>
          </ac:spMkLst>
        </pc:spChg>
      </pc:sldChg>
      <pc:sldChg chg="add del">
        <pc:chgData name="MERCIER, Valerie" userId="d5d65ee6-536f-47d5-b6ec-58138a493945" providerId="ADAL" clId="{91883263-DC5B-43DC-88E5-CD9AE7ACB6C9}" dt="2023-04-26T06:03:46.929" v="1564" actId="47"/>
        <pc:sldMkLst>
          <pc:docMk/>
          <pc:sldMk cId="1940447748" sldId="276"/>
        </pc:sldMkLst>
      </pc:sldChg>
      <pc:sldChg chg="addSp delSp modSp add del mod">
        <pc:chgData name="MERCIER, Valerie" userId="d5d65ee6-536f-47d5-b6ec-58138a493945" providerId="ADAL" clId="{91883263-DC5B-43DC-88E5-CD9AE7ACB6C9}" dt="2023-04-26T05:54:25.833" v="1440" actId="47"/>
        <pc:sldMkLst>
          <pc:docMk/>
          <pc:sldMk cId="1336939242" sldId="283"/>
        </pc:sldMkLst>
        <pc:spChg chg="add del mod">
          <ac:chgData name="MERCIER, Valerie" userId="d5d65ee6-536f-47d5-b6ec-58138a493945" providerId="ADAL" clId="{91883263-DC5B-43DC-88E5-CD9AE7ACB6C9}" dt="2023-04-25T09:10:31.536" v="520"/>
          <ac:spMkLst>
            <pc:docMk/>
            <pc:sldMk cId="1336939242" sldId="283"/>
            <ac:spMk id="2" creationId="{540D50D7-1706-CC2C-C0A2-060BC69A1587}"/>
          </ac:spMkLst>
        </pc:spChg>
        <pc:spChg chg="add mod">
          <ac:chgData name="MERCIER, Valerie" userId="d5d65ee6-536f-47d5-b6ec-58138a493945" providerId="ADAL" clId="{91883263-DC5B-43DC-88E5-CD9AE7ACB6C9}" dt="2023-04-25T09:10:31.061" v="518" actId="207"/>
          <ac:spMkLst>
            <pc:docMk/>
            <pc:sldMk cId="1336939242" sldId="283"/>
            <ac:spMk id="3" creationId="{FA1CC637-BEAE-E184-EC90-B5539D75B9CC}"/>
          </ac:spMkLst>
        </pc:spChg>
        <pc:spChg chg="mod">
          <ac:chgData name="MERCIER, Valerie" userId="d5d65ee6-536f-47d5-b6ec-58138a493945" providerId="ADAL" clId="{91883263-DC5B-43DC-88E5-CD9AE7ACB6C9}" dt="2023-04-25T09:08:58.067" v="502" actId="20577"/>
          <ac:spMkLst>
            <pc:docMk/>
            <pc:sldMk cId="1336939242" sldId="283"/>
            <ac:spMk id="9" creationId="{00000000-0000-0000-0000-000000000000}"/>
          </ac:spMkLst>
        </pc:spChg>
        <pc:spChg chg="mod">
          <ac:chgData name="MERCIER, Valerie" userId="d5d65ee6-536f-47d5-b6ec-58138a493945" providerId="ADAL" clId="{91883263-DC5B-43DC-88E5-CD9AE7ACB6C9}" dt="2023-04-21T12:55:53.264" v="301" actId="1076"/>
          <ac:spMkLst>
            <pc:docMk/>
            <pc:sldMk cId="1336939242" sldId="283"/>
            <ac:spMk id="13" creationId="{00000000-0000-0000-0000-000000000000}"/>
          </ac:spMkLst>
        </pc:spChg>
        <pc:spChg chg="mod">
          <ac:chgData name="MERCIER, Valerie" userId="d5d65ee6-536f-47d5-b6ec-58138a493945" providerId="ADAL" clId="{91883263-DC5B-43DC-88E5-CD9AE7ACB6C9}" dt="2023-04-21T12:53:33.373" v="212" actId="20577"/>
          <ac:spMkLst>
            <pc:docMk/>
            <pc:sldMk cId="1336939242" sldId="283"/>
            <ac:spMk id="15" creationId="{00000000-0000-0000-0000-000000000000}"/>
          </ac:spMkLst>
        </pc:spChg>
        <pc:spChg chg="mod">
          <ac:chgData name="MERCIER, Valerie" userId="d5d65ee6-536f-47d5-b6ec-58138a493945" providerId="ADAL" clId="{91883263-DC5B-43DC-88E5-CD9AE7ACB6C9}" dt="2023-04-26T05:52:07.489" v="1397" actId="1076"/>
          <ac:spMkLst>
            <pc:docMk/>
            <pc:sldMk cId="1336939242" sldId="283"/>
            <ac:spMk id="22" creationId="{00000000-0000-0000-0000-000000000000}"/>
          </ac:spMkLst>
        </pc:spChg>
        <pc:spChg chg="mod">
          <ac:chgData name="MERCIER, Valerie" userId="d5d65ee6-536f-47d5-b6ec-58138a493945" providerId="ADAL" clId="{91883263-DC5B-43DC-88E5-CD9AE7ACB6C9}" dt="2023-04-21T12:55:53.264" v="301" actId="1076"/>
          <ac:spMkLst>
            <pc:docMk/>
            <pc:sldMk cId="1336939242" sldId="283"/>
            <ac:spMk id="23" creationId="{00000000-0000-0000-0000-000000000000}"/>
          </ac:spMkLst>
        </pc:spChg>
      </pc:sldChg>
      <pc:sldChg chg="modSp add del mod ord">
        <pc:chgData name="MERCIER, Valerie" userId="d5d65ee6-536f-47d5-b6ec-58138a493945" providerId="ADAL" clId="{91883263-DC5B-43DC-88E5-CD9AE7ACB6C9}" dt="2023-04-26T05:56:43.065" v="1469" actId="47"/>
        <pc:sldMkLst>
          <pc:docMk/>
          <pc:sldMk cId="2284869199" sldId="284"/>
        </pc:sldMkLst>
        <pc:spChg chg="mod">
          <ac:chgData name="MERCIER, Valerie" userId="d5d65ee6-536f-47d5-b6ec-58138a493945" providerId="ADAL" clId="{91883263-DC5B-43DC-88E5-CD9AE7ACB6C9}" dt="2023-04-21T12:57:58.668" v="404" actId="21"/>
          <ac:spMkLst>
            <pc:docMk/>
            <pc:sldMk cId="2284869199" sldId="284"/>
            <ac:spMk id="9" creationId="{00000000-0000-0000-0000-000000000000}"/>
          </ac:spMkLst>
        </pc:spChg>
        <pc:spChg chg="mod">
          <ac:chgData name="MERCIER, Valerie" userId="d5d65ee6-536f-47d5-b6ec-58138a493945" providerId="ADAL" clId="{91883263-DC5B-43DC-88E5-CD9AE7ACB6C9}" dt="2023-04-25T09:51:10.112" v="980" actId="20577"/>
          <ac:spMkLst>
            <pc:docMk/>
            <pc:sldMk cId="2284869199" sldId="284"/>
            <ac:spMk id="13" creationId="{00000000-0000-0000-0000-000000000000}"/>
          </ac:spMkLst>
        </pc:spChg>
        <pc:spChg chg="mod">
          <ac:chgData name="MERCIER, Valerie" userId="d5d65ee6-536f-47d5-b6ec-58138a493945" providerId="ADAL" clId="{91883263-DC5B-43DC-88E5-CD9AE7ACB6C9}" dt="2023-04-21T12:40:35.223" v="49" actId="20577"/>
          <ac:spMkLst>
            <pc:docMk/>
            <pc:sldMk cId="2284869199" sldId="284"/>
            <ac:spMk id="15" creationId="{00000000-0000-0000-0000-000000000000}"/>
          </ac:spMkLst>
        </pc:spChg>
        <pc:spChg chg="mod">
          <ac:chgData name="MERCIER, Valerie" userId="d5d65ee6-536f-47d5-b6ec-58138a493945" providerId="ADAL" clId="{91883263-DC5B-43DC-88E5-CD9AE7ACB6C9}" dt="2023-04-25T09:31:43.959" v="653" actId="20577"/>
          <ac:spMkLst>
            <pc:docMk/>
            <pc:sldMk cId="2284869199" sldId="284"/>
            <ac:spMk id="22" creationId="{00000000-0000-0000-0000-000000000000}"/>
          </ac:spMkLst>
        </pc:spChg>
        <pc:spChg chg="mod">
          <ac:chgData name="MERCIER, Valerie" userId="d5d65ee6-536f-47d5-b6ec-58138a493945" providerId="ADAL" clId="{91883263-DC5B-43DC-88E5-CD9AE7ACB6C9}" dt="2023-04-21T12:58:21.571" v="443" actId="1076"/>
          <ac:spMkLst>
            <pc:docMk/>
            <pc:sldMk cId="2284869199" sldId="284"/>
            <ac:spMk id="23" creationId="{00000000-0000-0000-0000-000000000000}"/>
          </ac:spMkLst>
        </pc:spChg>
        <pc:spChg chg="mod">
          <ac:chgData name="MERCIER, Valerie" userId="d5d65ee6-536f-47d5-b6ec-58138a493945" providerId="ADAL" clId="{91883263-DC5B-43DC-88E5-CD9AE7ACB6C9}" dt="2023-04-21T12:44:38.213" v="59" actId="1076"/>
          <ac:spMkLst>
            <pc:docMk/>
            <pc:sldMk cId="2284869199" sldId="284"/>
            <ac:spMk id="24" creationId="{00000000-0000-0000-0000-000000000000}"/>
          </ac:spMkLst>
        </pc:spChg>
      </pc:sldChg>
      <pc:sldChg chg="modSp add del mod">
        <pc:chgData name="MERCIER, Valerie" userId="d5d65ee6-536f-47d5-b6ec-58138a493945" providerId="ADAL" clId="{91883263-DC5B-43DC-88E5-CD9AE7ACB6C9}" dt="2023-04-26T05:57:27.172" v="1479" actId="47"/>
        <pc:sldMkLst>
          <pc:docMk/>
          <pc:sldMk cId="793380284" sldId="285"/>
        </pc:sldMkLst>
        <pc:spChg chg="mod">
          <ac:chgData name="MERCIER, Valerie" userId="d5d65ee6-536f-47d5-b6ec-58138a493945" providerId="ADAL" clId="{91883263-DC5B-43DC-88E5-CD9AE7ACB6C9}" dt="2023-04-21T12:51:24.505" v="139" actId="20577"/>
          <ac:spMkLst>
            <pc:docMk/>
            <pc:sldMk cId="793380284" sldId="285"/>
            <ac:spMk id="9" creationId="{00000000-0000-0000-0000-000000000000}"/>
          </ac:spMkLst>
        </pc:spChg>
        <pc:spChg chg="mod">
          <ac:chgData name="MERCIER, Valerie" userId="d5d65ee6-536f-47d5-b6ec-58138a493945" providerId="ADAL" clId="{91883263-DC5B-43DC-88E5-CD9AE7ACB6C9}" dt="2023-04-25T09:26:24.249" v="619" actId="20577"/>
          <ac:spMkLst>
            <pc:docMk/>
            <pc:sldMk cId="793380284" sldId="285"/>
            <ac:spMk id="13" creationId="{00000000-0000-0000-0000-000000000000}"/>
          </ac:spMkLst>
        </pc:spChg>
        <pc:spChg chg="mod">
          <ac:chgData name="MERCIER, Valerie" userId="d5d65ee6-536f-47d5-b6ec-58138a493945" providerId="ADAL" clId="{91883263-DC5B-43DC-88E5-CD9AE7ACB6C9}" dt="2023-04-21T12:55:38.220" v="298" actId="1076"/>
          <ac:spMkLst>
            <pc:docMk/>
            <pc:sldMk cId="793380284" sldId="285"/>
            <ac:spMk id="22" creationId="{00000000-0000-0000-0000-000000000000}"/>
          </ac:spMkLst>
        </pc:spChg>
        <pc:spChg chg="mod">
          <ac:chgData name="MERCIER, Valerie" userId="d5d65ee6-536f-47d5-b6ec-58138a493945" providerId="ADAL" clId="{91883263-DC5B-43DC-88E5-CD9AE7ACB6C9}" dt="2023-04-21T12:56:08.252" v="302" actId="1076"/>
          <ac:spMkLst>
            <pc:docMk/>
            <pc:sldMk cId="793380284" sldId="285"/>
            <ac:spMk id="24" creationId="{00000000-0000-0000-0000-000000000000}"/>
          </ac:spMkLst>
        </pc:spChg>
      </pc:sldChg>
      <pc:sldChg chg="modSp add del mod">
        <pc:chgData name="MERCIER, Valerie" userId="d5d65ee6-536f-47d5-b6ec-58138a493945" providerId="ADAL" clId="{91883263-DC5B-43DC-88E5-CD9AE7ACB6C9}" dt="2023-04-26T05:59:55.232" v="1512" actId="47"/>
        <pc:sldMkLst>
          <pc:docMk/>
          <pc:sldMk cId="1518680664" sldId="286"/>
        </pc:sldMkLst>
        <pc:spChg chg="mod">
          <ac:chgData name="MERCIER, Valerie" userId="d5d65ee6-536f-47d5-b6ec-58138a493945" providerId="ADAL" clId="{91883263-DC5B-43DC-88E5-CD9AE7ACB6C9}" dt="2023-04-26T05:59:35.344" v="1507" actId="20578"/>
          <ac:spMkLst>
            <pc:docMk/>
            <pc:sldMk cId="1518680664" sldId="286"/>
            <ac:spMk id="7" creationId="{00000000-0000-0000-0000-000000000000}"/>
          </ac:spMkLst>
        </pc:spChg>
        <pc:spChg chg="mod">
          <ac:chgData name="MERCIER, Valerie" userId="d5d65ee6-536f-47d5-b6ec-58138a493945" providerId="ADAL" clId="{91883263-DC5B-43DC-88E5-CD9AE7ACB6C9}" dt="2023-04-25T10:01:08.570" v="1280" actId="20577"/>
          <ac:spMkLst>
            <pc:docMk/>
            <pc:sldMk cId="1518680664" sldId="286"/>
            <ac:spMk id="9" creationId="{00000000-0000-0000-0000-000000000000}"/>
          </ac:spMkLst>
        </pc:spChg>
      </pc:sldChg>
      <pc:sldChg chg="add del">
        <pc:chgData name="MERCIER, Valerie" userId="d5d65ee6-536f-47d5-b6ec-58138a493945" providerId="ADAL" clId="{91883263-DC5B-43DC-88E5-CD9AE7ACB6C9}" dt="2023-04-26T06:00:29.671" v="1523" actId="47"/>
        <pc:sldMkLst>
          <pc:docMk/>
          <pc:sldMk cId="1782403942" sldId="287"/>
        </pc:sldMkLst>
      </pc:sldChg>
      <pc:sldChg chg="add del">
        <pc:chgData name="MERCIER, Valerie" userId="d5d65ee6-536f-47d5-b6ec-58138a493945" providerId="ADAL" clId="{91883263-DC5B-43DC-88E5-CD9AE7ACB6C9}" dt="2023-04-21T12:50:38.919" v="103" actId="47"/>
        <pc:sldMkLst>
          <pc:docMk/>
          <pc:sldMk cId="2687771585" sldId="288"/>
        </pc:sldMkLst>
      </pc:sldChg>
      <pc:sldChg chg="modSp add del mod">
        <pc:chgData name="MERCIER, Valerie" userId="d5d65ee6-536f-47d5-b6ec-58138a493945" providerId="ADAL" clId="{91883263-DC5B-43DC-88E5-CD9AE7ACB6C9}" dt="2023-04-26T06:02:25.155" v="1548" actId="47"/>
        <pc:sldMkLst>
          <pc:docMk/>
          <pc:sldMk cId="4033046612" sldId="289"/>
        </pc:sldMkLst>
        <pc:spChg chg="mod">
          <ac:chgData name="MERCIER, Valerie" userId="d5d65ee6-536f-47d5-b6ec-58138a493945" providerId="ADAL" clId="{91883263-DC5B-43DC-88E5-CD9AE7ACB6C9}" dt="2023-04-25T09:33:59.111" v="714" actId="20577"/>
          <ac:spMkLst>
            <pc:docMk/>
            <pc:sldMk cId="4033046612" sldId="289"/>
            <ac:spMk id="13" creationId="{00000000-0000-0000-0000-000000000000}"/>
          </ac:spMkLst>
        </pc:spChg>
      </pc:sldChg>
      <pc:sldChg chg="modSp add del mod">
        <pc:chgData name="MERCIER, Valerie" userId="d5d65ee6-536f-47d5-b6ec-58138a493945" providerId="ADAL" clId="{91883263-DC5B-43DC-88E5-CD9AE7ACB6C9}" dt="2023-04-26T06:03:08.288" v="1557" actId="47"/>
        <pc:sldMkLst>
          <pc:docMk/>
          <pc:sldMk cId="414620034" sldId="290"/>
        </pc:sldMkLst>
        <pc:spChg chg="mod">
          <ac:chgData name="MERCIER, Valerie" userId="d5d65ee6-536f-47d5-b6ec-58138a493945" providerId="ADAL" clId="{91883263-DC5B-43DC-88E5-CD9AE7ACB6C9}" dt="2023-04-21T12:44:59.735" v="65" actId="13926"/>
          <ac:spMkLst>
            <pc:docMk/>
            <pc:sldMk cId="414620034" sldId="290"/>
            <ac:spMk id="9" creationId="{00000000-0000-0000-0000-000000000000}"/>
          </ac:spMkLst>
        </pc:spChg>
        <pc:spChg chg="mod">
          <ac:chgData name="MERCIER, Valerie" userId="d5d65ee6-536f-47d5-b6ec-58138a493945" providerId="ADAL" clId="{91883263-DC5B-43DC-88E5-CD9AE7ACB6C9}" dt="2023-04-21T12:54:39.717" v="259" actId="6549"/>
          <ac:spMkLst>
            <pc:docMk/>
            <pc:sldMk cId="414620034" sldId="290"/>
            <ac:spMk id="13" creationId="{00000000-0000-0000-0000-000000000000}"/>
          </ac:spMkLst>
        </pc:spChg>
      </pc:sldChg>
      <pc:sldChg chg="add">
        <pc:chgData name="MERCIER, Valerie" userId="d5d65ee6-536f-47d5-b6ec-58138a493945" providerId="ADAL" clId="{91883263-DC5B-43DC-88E5-CD9AE7ACB6C9}" dt="2023-04-21T12:31:58.635" v="2"/>
        <pc:sldMkLst>
          <pc:docMk/>
          <pc:sldMk cId="1446160517" sldId="291"/>
        </pc:sldMkLst>
      </pc:sldChg>
      <pc:sldChg chg="add">
        <pc:chgData name="MERCIER, Valerie" userId="d5d65ee6-536f-47d5-b6ec-58138a493945" providerId="ADAL" clId="{91883263-DC5B-43DC-88E5-CD9AE7ACB6C9}" dt="2023-04-21T12:31:58.635" v="2"/>
        <pc:sldMkLst>
          <pc:docMk/>
          <pc:sldMk cId="4241297300" sldId="292"/>
        </pc:sldMkLst>
      </pc:sldChg>
      <pc:sldChg chg="add">
        <pc:chgData name="MERCIER, Valerie" userId="d5d65ee6-536f-47d5-b6ec-58138a493945" providerId="ADAL" clId="{91883263-DC5B-43DC-88E5-CD9AE7ACB6C9}" dt="2023-04-21T12:31:58.635" v="2"/>
        <pc:sldMkLst>
          <pc:docMk/>
          <pc:sldMk cId="4044558795" sldId="293"/>
        </pc:sldMkLst>
      </pc:sldChg>
      <pc:sldChg chg="add">
        <pc:chgData name="MERCIER, Valerie" userId="d5d65ee6-536f-47d5-b6ec-58138a493945" providerId="ADAL" clId="{91883263-DC5B-43DC-88E5-CD9AE7ACB6C9}" dt="2023-04-21T12:31:58.635" v="2"/>
        <pc:sldMkLst>
          <pc:docMk/>
          <pc:sldMk cId="247082469" sldId="294"/>
        </pc:sldMkLst>
      </pc:sldChg>
      <pc:sldChg chg="add">
        <pc:chgData name="MERCIER, Valerie" userId="d5d65ee6-536f-47d5-b6ec-58138a493945" providerId="ADAL" clId="{91883263-DC5B-43DC-88E5-CD9AE7ACB6C9}" dt="2023-04-21T12:31:58.635" v="2"/>
        <pc:sldMkLst>
          <pc:docMk/>
          <pc:sldMk cId="1661760399" sldId="295"/>
        </pc:sldMkLst>
      </pc:sldChg>
      <pc:sldChg chg="addSp delSp modSp mod ord">
        <pc:chgData name="MERCIER, Valerie" userId="d5d65ee6-536f-47d5-b6ec-58138a493945" providerId="ADAL" clId="{91883263-DC5B-43DC-88E5-CD9AE7ACB6C9}" dt="2023-04-27T05:14:56.981" v="4266" actId="20577"/>
        <pc:sldMkLst>
          <pc:docMk/>
          <pc:sldMk cId="2879980480" sldId="357"/>
        </pc:sldMkLst>
        <pc:spChg chg="del">
          <ac:chgData name="MERCIER, Valerie" userId="d5d65ee6-536f-47d5-b6ec-58138a493945" providerId="ADAL" clId="{91883263-DC5B-43DC-88E5-CD9AE7ACB6C9}" dt="2023-04-26T06:00:55.874" v="1530" actId="478"/>
          <ac:spMkLst>
            <pc:docMk/>
            <pc:sldMk cId="2879980480" sldId="357"/>
            <ac:spMk id="2" creationId="{65E8FFBA-5626-F3DC-50AB-6DC0C9928DFC}"/>
          </ac:spMkLst>
        </pc:spChg>
        <pc:spChg chg="del">
          <ac:chgData name="MERCIER, Valerie" userId="d5d65ee6-536f-47d5-b6ec-58138a493945" providerId="ADAL" clId="{91883263-DC5B-43DC-88E5-CD9AE7ACB6C9}" dt="2023-04-26T06:00:55.874" v="1530" actId="478"/>
          <ac:spMkLst>
            <pc:docMk/>
            <pc:sldMk cId="2879980480" sldId="357"/>
            <ac:spMk id="3" creationId="{E60A5EF2-4AA2-AA80-4AC0-2447F1EBD341}"/>
          </ac:spMkLst>
        </pc:spChg>
        <pc:spChg chg="del">
          <ac:chgData name="MERCIER, Valerie" userId="d5d65ee6-536f-47d5-b6ec-58138a493945" providerId="ADAL" clId="{91883263-DC5B-43DC-88E5-CD9AE7ACB6C9}" dt="2023-04-26T06:00:55.874" v="1530" actId="478"/>
          <ac:spMkLst>
            <pc:docMk/>
            <pc:sldMk cId="2879980480" sldId="357"/>
            <ac:spMk id="4" creationId="{46FA9D84-1EA8-EE1A-E38D-624CF00C985A}"/>
          </ac:spMkLst>
        </pc:spChg>
        <pc:spChg chg="del">
          <ac:chgData name="MERCIER, Valerie" userId="d5d65ee6-536f-47d5-b6ec-58138a493945" providerId="ADAL" clId="{91883263-DC5B-43DC-88E5-CD9AE7ACB6C9}" dt="2023-04-26T05:52:58.041" v="1405" actId="478"/>
          <ac:spMkLst>
            <pc:docMk/>
            <pc:sldMk cId="2879980480" sldId="357"/>
            <ac:spMk id="5" creationId="{48EC745D-97C0-1EFF-088F-02A011E8A859}"/>
          </ac:spMkLst>
        </pc:spChg>
        <pc:spChg chg="add del mod">
          <ac:chgData name="MERCIER, Valerie" userId="d5d65ee6-536f-47d5-b6ec-58138a493945" providerId="ADAL" clId="{91883263-DC5B-43DC-88E5-CD9AE7ACB6C9}" dt="2023-04-26T05:53:35.807" v="1418" actId="478"/>
          <ac:spMkLst>
            <pc:docMk/>
            <pc:sldMk cId="2879980480" sldId="357"/>
            <ac:spMk id="7" creationId="{0C2241F5-D2D1-9296-5E7B-6CEEC64F0F91}"/>
          </ac:spMkLst>
        </pc:spChg>
        <pc:spChg chg="del">
          <ac:chgData name="MERCIER, Valerie" userId="d5d65ee6-536f-47d5-b6ec-58138a493945" providerId="ADAL" clId="{91883263-DC5B-43DC-88E5-CD9AE7ACB6C9}" dt="2023-04-26T05:52:58.041" v="1405" actId="478"/>
          <ac:spMkLst>
            <pc:docMk/>
            <pc:sldMk cId="2879980480" sldId="357"/>
            <ac:spMk id="8" creationId="{87B1FC7D-3D41-5435-4E2C-DFD89158D999}"/>
          </ac:spMkLst>
        </pc:spChg>
        <pc:spChg chg="del">
          <ac:chgData name="MERCIER, Valerie" userId="d5d65ee6-536f-47d5-b6ec-58138a493945" providerId="ADAL" clId="{91883263-DC5B-43DC-88E5-CD9AE7ACB6C9}" dt="2023-04-26T05:52:58.041" v="1405" actId="478"/>
          <ac:spMkLst>
            <pc:docMk/>
            <pc:sldMk cId="2879980480" sldId="357"/>
            <ac:spMk id="9" creationId="{2BB5140A-FC7E-8BEA-6BC8-A03263CD6B8A}"/>
          </ac:spMkLst>
        </pc:spChg>
        <pc:spChg chg="del">
          <ac:chgData name="MERCIER, Valerie" userId="d5d65ee6-536f-47d5-b6ec-58138a493945" providerId="ADAL" clId="{91883263-DC5B-43DC-88E5-CD9AE7ACB6C9}" dt="2023-04-26T05:52:58.041" v="1405" actId="478"/>
          <ac:spMkLst>
            <pc:docMk/>
            <pc:sldMk cId="2879980480" sldId="357"/>
            <ac:spMk id="10" creationId="{AEA239FB-72F1-5CE9-C927-3306849722BB}"/>
          </ac:spMkLst>
        </pc:spChg>
        <pc:spChg chg="del">
          <ac:chgData name="MERCIER, Valerie" userId="d5d65ee6-536f-47d5-b6ec-58138a493945" providerId="ADAL" clId="{91883263-DC5B-43DC-88E5-CD9AE7ACB6C9}" dt="2023-04-26T05:52:58.041" v="1405" actId="478"/>
          <ac:spMkLst>
            <pc:docMk/>
            <pc:sldMk cId="2879980480" sldId="357"/>
            <ac:spMk id="11" creationId="{34384365-FFF3-305D-A9C6-F09850D80EC0}"/>
          </ac:spMkLst>
        </pc:spChg>
        <pc:spChg chg="del">
          <ac:chgData name="MERCIER, Valerie" userId="d5d65ee6-536f-47d5-b6ec-58138a493945" providerId="ADAL" clId="{91883263-DC5B-43DC-88E5-CD9AE7ACB6C9}" dt="2023-04-26T05:52:58.041" v="1405" actId="478"/>
          <ac:spMkLst>
            <pc:docMk/>
            <pc:sldMk cId="2879980480" sldId="357"/>
            <ac:spMk id="12" creationId="{C2347983-9811-9D71-9540-E09388A5183A}"/>
          </ac:spMkLst>
        </pc:spChg>
        <pc:spChg chg="del">
          <ac:chgData name="MERCIER, Valerie" userId="d5d65ee6-536f-47d5-b6ec-58138a493945" providerId="ADAL" clId="{91883263-DC5B-43DC-88E5-CD9AE7ACB6C9}" dt="2023-04-26T05:52:58.041" v="1405" actId="478"/>
          <ac:spMkLst>
            <pc:docMk/>
            <pc:sldMk cId="2879980480" sldId="357"/>
            <ac:spMk id="13" creationId="{D1618BC7-02A3-CCC0-085F-A9A9808FB5F4}"/>
          </ac:spMkLst>
        </pc:spChg>
        <pc:spChg chg="del">
          <ac:chgData name="MERCIER, Valerie" userId="d5d65ee6-536f-47d5-b6ec-58138a493945" providerId="ADAL" clId="{91883263-DC5B-43DC-88E5-CD9AE7ACB6C9}" dt="2023-04-26T05:52:58.041" v="1405" actId="478"/>
          <ac:spMkLst>
            <pc:docMk/>
            <pc:sldMk cId="2879980480" sldId="357"/>
            <ac:spMk id="14" creationId="{5297FBB6-B3E9-DC76-21B5-10A02E8D2940}"/>
          </ac:spMkLst>
        </pc:spChg>
        <pc:spChg chg="del">
          <ac:chgData name="MERCIER, Valerie" userId="d5d65ee6-536f-47d5-b6ec-58138a493945" providerId="ADAL" clId="{91883263-DC5B-43DC-88E5-CD9AE7ACB6C9}" dt="2023-04-26T05:52:58.041" v="1405" actId="478"/>
          <ac:spMkLst>
            <pc:docMk/>
            <pc:sldMk cId="2879980480" sldId="357"/>
            <ac:spMk id="15" creationId="{35832CD2-5E79-0CB4-9B8F-46355939BADC}"/>
          </ac:spMkLst>
        </pc:spChg>
        <pc:spChg chg="del">
          <ac:chgData name="MERCIER, Valerie" userId="d5d65ee6-536f-47d5-b6ec-58138a493945" providerId="ADAL" clId="{91883263-DC5B-43DC-88E5-CD9AE7ACB6C9}" dt="2023-04-26T05:52:58.041" v="1405" actId="478"/>
          <ac:spMkLst>
            <pc:docMk/>
            <pc:sldMk cId="2879980480" sldId="357"/>
            <ac:spMk id="16" creationId="{8496F51C-90CC-54A3-1614-3C6AEE6225E1}"/>
          </ac:spMkLst>
        </pc:spChg>
        <pc:spChg chg="del">
          <ac:chgData name="MERCIER, Valerie" userId="d5d65ee6-536f-47d5-b6ec-58138a493945" providerId="ADAL" clId="{91883263-DC5B-43DC-88E5-CD9AE7ACB6C9}" dt="2023-04-26T05:52:58.041" v="1405" actId="478"/>
          <ac:spMkLst>
            <pc:docMk/>
            <pc:sldMk cId="2879980480" sldId="357"/>
            <ac:spMk id="17" creationId="{95D184BE-26B8-DF30-D522-74C3814B3EE9}"/>
          </ac:spMkLst>
        </pc:spChg>
        <pc:spChg chg="del">
          <ac:chgData name="MERCIER, Valerie" userId="d5d65ee6-536f-47d5-b6ec-58138a493945" providerId="ADAL" clId="{91883263-DC5B-43DC-88E5-CD9AE7ACB6C9}" dt="2023-04-26T05:52:58.041" v="1405" actId="478"/>
          <ac:spMkLst>
            <pc:docMk/>
            <pc:sldMk cId="2879980480" sldId="357"/>
            <ac:spMk id="18" creationId="{9643D2E4-CB82-ACF6-8E84-774FAB9D5829}"/>
          </ac:spMkLst>
        </pc:spChg>
        <pc:spChg chg="del">
          <ac:chgData name="MERCIER, Valerie" userId="d5d65ee6-536f-47d5-b6ec-58138a493945" providerId="ADAL" clId="{91883263-DC5B-43DC-88E5-CD9AE7ACB6C9}" dt="2023-04-26T05:52:58.041" v="1405" actId="478"/>
          <ac:spMkLst>
            <pc:docMk/>
            <pc:sldMk cId="2879980480" sldId="357"/>
            <ac:spMk id="19" creationId="{F179FF55-03C5-6F7A-DCF5-5DFCF81DFA9E}"/>
          </ac:spMkLst>
        </pc:spChg>
        <pc:spChg chg="del">
          <ac:chgData name="MERCIER, Valerie" userId="d5d65ee6-536f-47d5-b6ec-58138a493945" providerId="ADAL" clId="{91883263-DC5B-43DC-88E5-CD9AE7ACB6C9}" dt="2023-04-26T05:52:58.041" v="1405" actId="478"/>
          <ac:spMkLst>
            <pc:docMk/>
            <pc:sldMk cId="2879980480" sldId="357"/>
            <ac:spMk id="20" creationId="{DDBCE268-D617-FC17-1D81-36AF7262F226}"/>
          </ac:spMkLst>
        </pc:spChg>
        <pc:spChg chg="del">
          <ac:chgData name="MERCIER, Valerie" userId="d5d65ee6-536f-47d5-b6ec-58138a493945" providerId="ADAL" clId="{91883263-DC5B-43DC-88E5-CD9AE7ACB6C9}" dt="2023-04-26T05:52:58.041" v="1405" actId="478"/>
          <ac:spMkLst>
            <pc:docMk/>
            <pc:sldMk cId="2879980480" sldId="357"/>
            <ac:spMk id="21" creationId="{CE107833-04DB-AA7D-8E4C-B1C77F568375}"/>
          </ac:spMkLst>
        </pc:spChg>
        <pc:spChg chg="del">
          <ac:chgData name="MERCIER, Valerie" userId="d5d65ee6-536f-47d5-b6ec-58138a493945" providerId="ADAL" clId="{91883263-DC5B-43DC-88E5-CD9AE7ACB6C9}" dt="2023-04-26T05:52:58.041" v="1405" actId="478"/>
          <ac:spMkLst>
            <pc:docMk/>
            <pc:sldMk cId="2879980480" sldId="357"/>
            <ac:spMk id="22" creationId="{ECC6788C-44E9-CFE7-F72F-07D0F3851B2F}"/>
          </ac:spMkLst>
        </pc:spChg>
        <pc:spChg chg="del">
          <ac:chgData name="MERCIER, Valerie" userId="d5d65ee6-536f-47d5-b6ec-58138a493945" providerId="ADAL" clId="{91883263-DC5B-43DC-88E5-CD9AE7ACB6C9}" dt="2023-04-26T05:52:58.041" v="1405" actId="478"/>
          <ac:spMkLst>
            <pc:docMk/>
            <pc:sldMk cId="2879980480" sldId="357"/>
            <ac:spMk id="23" creationId="{BDCDA3C9-54F5-4803-CAF6-13E5218293EF}"/>
          </ac:spMkLst>
        </pc:spChg>
        <pc:spChg chg="del">
          <ac:chgData name="MERCIER, Valerie" userId="d5d65ee6-536f-47d5-b6ec-58138a493945" providerId="ADAL" clId="{91883263-DC5B-43DC-88E5-CD9AE7ACB6C9}" dt="2023-04-26T05:52:58.041" v="1405" actId="478"/>
          <ac:spMkLst>
            <pc:docMk/>
            <pc:sldMk cId="2879980480" sldId="357"/>
            <ac:spMk id="24" creationId="{0E317E14-8564-8311-FEB4-767BF756FB1F}"/>
          </ac:spMkLst>
        </pc:spChg>
        <pc:spChg chg="del">
          <ac:chgData name="MERCIER, Valerie" userId="d5d65ee6-536f-47d5-b6ec-58138a493945" providerId="ADAL" clId="{91883263-DC5B-43DC-88E5-CD9AE7ACB6C9}" dt="2023-04-26T05:52:58.041" v="1405" actId="478"/>
          <ac:spMkLst>
            <pc:docMk/>
            <pc:sldMk cId="2879980480" sldId="357"/>
            <ac:spMk id="25" creationId="{1E07C36A-966A-B502-D9AF-7A694BD7B356}"/>
          </ac:spMkLst>
        </pc:spChg>
        <pc:spChg chg="del">
          <ac:chgData name="MERCIER, Valerie" userId="d5d65ee6-536f-47d5-b6ec-58138a493945" providerId="ADAL" clId="{91883263-DC5B-43DC-88E5-CD9AE7ACB6C9}" dt="2023-04-26T05:52:58.041" v="1405" actId="478"/>
          <ac:spMkLst>
            <pc:docMk/>
            <pc:sldMk cId="2879980480" sldId="357"/>
            <ac:spMk id="26" creationId="{CA541355-CDD9-FB93-806A-928F8B5999D5}"/>
          </ac:spMkLst>
        </pc:spChg>
        <pc:spChg chg="del">
          <ac:chgData name="MERCIER, Valerie" userId="d5d65ee6-536f-47d5-b6ec-58138a493945" providerId="ADAL" clId="{91883263-DC5B-43DC-88E5-CD9AE7ACB6C9}" dt="2023-04-26T05:52:58.041" v="1405" actId="478"/>
          <ac:spMkLst>
            <pc:docMk/>
            <pc:sldMk cId="2879980480" sldId="357"/>
            <ac:spMk id="27" creationId="{A6C8D2A4-B3F1-99C0-1EF0-BB61594B6BA4}"/>
          </ac:spMkLst>
        </pc:spChg>
        <pc:spChg chg="del">
          <ac:chgData name="MERCIER, Valerie" userId="d5d65ee6-536f-47d5-b6ec-58138a493945" providerId="ADAL" clId="{91883263-DC5B-43DC-88E5-CD9AE7ACB6C9}" dt="2023-04-26T05:52:58.041" v="1405" actId="478"/>
          <ac:spMkLst>
            <pc:docMk/>
            <pc:sldMk cId="2879980480" sldId="357"/>
            <ac:spMk id="28" creationId="{F02CF03A-FFCA-8314-FA02-421A64827FB3}"/>
          </ac:spMkLst>
        </pc:spChg>
        <pc:spChg chg="del">
          <ac:chgData name="MERCIER, Valerie" userId="d5d65ee6-536f-47d5-b6ec-58138a493945" providerId="ADAL" clId="{91883263-DC5B-43DC-88E5-CD9AE7ACB6C9}" dt="2023-04-26T05:52:58.041" v="1405" actId="478"/>
          <ac:spMkLst>
            <pc:docMk/>
            <pc:sldMk cId="2879980480" sldId="357"/>
            <ac:spMk id="29" creationId="{6B4F562D-BFA1-D458-679D-E140FDFE2F07}"/>
          </ac:spMkLst>
        </pc:spChg>
        <pc:spChg chg="del">
          <ac:chgData name="MERCIER, Valerie" userId="d5d65ee6-536f-47d5-b6ec-58138a493945" providerId="ADAL" clId="{91883263-DC5B-43DC-88E5-CD9AE7ACB6C9}" dt="2023-04-26T05:52:58.041" v="1405" actId="478"/>
          <ac:spMkLst>
            <pc:docMk/>
            <pc:sldMk cId="2879980480" sldId="357"/>
            <ac:spMk id="30" creationId="{50BF42B9-2BBF-D89E-6BE0-7C6E8F48EA4E}"/>
          </ac:spMkLst>
        </pc:spChg>
        <pc:spChg chg="del">
          <ac:chgData name="MERCIER, Valerie" userId="d5d65ee6-536f-47d5-b6ec-58138a493945" providerId="ADAL" clId="{91883263-DC5B-43DC-88E5-CD9AE7ACB6C9}" dt="2023-04-26T05:52:58.041" v="1405" actId="478"/>
          <ac:spMkLst>
            <pc:docMk/>
            <pc:sldMk cId="2879980480" sldId="357"/>
            <ac:spMk id="31" creationId="{14B3F300-0268-61CB-D34C-83D308E131CD}"/>
          </ac:spMkLst>
        </pc:spChg>
        <pc:spChg chg="del">
          <ac:chgData name="MERCIER, Valerie" userId="d5d65ee6-536f-47d5-b6ec-58138a493945" providerId="ADAL" clId="{91883263-DC5B-43DC-88E5-CD9AE7ACB6C9}" dt="2023-04-26T05:52:58.041" v="1405" actId="478"/>
          <ac:spMkLst>
            <pc:docMk/>
            <pc:sldMk cId="2879980480" sldId="357"/>
            <ac:spMk id="32" creationId="{9C2366AA-0890-F902-1AC7-7E725F5773E3}"/>
          </ac:spMkLst>
        </pc:spChg>
        <pc:spChg chg="del">
          <ac:chgData name="MERCIER, Valerie" userId="d5d65ee6-536f-47d5-b6ec-58138a493945" providerId="ADAL" clId="{91883263-DC5B-43DC-88E5-CD9AE7ACB6C9}" dt="2023-04-26T05:52:58.041" v="1405" actId="478"/>
          <ac:spMkLst>
            <pc:docMk/>
            <pc:sldMk cId="2879980480" sldId="357"/>
            <ac:spMk id="33" creationId="{768F472C-4970-D3BD-EF6D-F02F47B28F52}"/>
          </ac:spMkLst>
        </pc:spChg>
        <pc:spChg chg="del">
          <ac:chgData name="MERCIER, Valerie" userId="d5d65ee6-536f-47d5-b6ec-58138a493945" providerId="ADAL" clId="{91883263-DC5B-43DC-88E5-CD9AE7ACB6C9}" dt="2023-04-26T05:52:58.041" v="1405" actId="478"/>
          <ac:spMkLst>
            <pc:docMk/>
            <pc:sldMk cId="2879980480" sldId="357"/>
            <ac:spMk id="34" creationId="{2738F581-50F2-E513-DC2B-EB7C74D27C1C}"/>
          </ac:spMkLst>
        </pc:spChg>
        <pc:spChg chg="del">
          <ac:chgData name="MERCIER, Valerie" userId="d5d65ee6-536f-47d5-b6ec-58138a493945" providerId="ADAL" clId="{91883263-DC5B-43DC-88E5-CD9AE7ACB6C9}" dt="2023-04-26T05:52:58.041" v="1405" actId="478"/>
          <ac:spMkLst>
            <pc:docMk/>
            <pc:sldMk cId="2879980480" sldId="357"/>
            <ac:spMk id="35" creationId="{0BDDCB22-EDA8-CCEF-5EE3-D6D0E4CA23D8}"/>
          </ac:spMkLst>
        </pc:spChg>
        <pc:spChg chg="del">
          <ac:chgData name="MERCIER, Valerie" userId="d5d65ee6-536f-47d5-b6ec-58138a493945" providerId="ADAL" clId="{91883263-DC5B-43DC-88E5-CD9AE7ACB6C9}" dt="2023-04-26T05:52:58.041" v="1405" actId="478"/>
          <ac:spMkLst>
            <pc:docMk/>
            <pc:sldMk cId="2879980480" sldId="357"/>
            <ac:spMk id="36" creationId="{C36211BC-7D50-587E-4BDA-54AAB605949A}"/>
          </ac:spMkLst>
        </pc:spChg>
        <pc:spChg chg="del">
          <ac:chgData name="MERCIER, Valerie" userId="d5d65ee6-536f-47d5-b6ec-58138a493945" providerId="ADAL" clId="{91883263-DC5B-43DC-88E5-CD9AE7ACB6C9}" dt="2023-04-26T05:52:58.041" v="1405" actId="478"/>
          <ac:spMkLst>
            <pc:docMk/>
            <pc:sldMk cId="2879980480" sldId="357"/>
            <ac:spMk id="37" creationId="{4AA991C3-3E44-9C13-DE1D-C5A1EC39281C}"/>
          </ac:spMkLst>
        </pc:spChg>
        <pc:spChg chg="mod">
          <ac:chgData name="MERCIER, Valerie" userId="d5d65ee6-536f-47d5-b6ec-58138a493945" providerId="ADAL" clId="{91883263-DC5B-43DC-88E5-CD9AE7ACB6C9}" dt="2023-04-26T06:00:51.004" v="1528"/>
          <ac:spMkLst>
            <pc:docMk/>
            <pc:sldMk cId="2879980480" sldId="357"/>
            <ac:spMk id="47" creationId="{00E20110-00FA-754C-107C-9C6A936E0DEA}"/>
          </ac:spMkLst>
        </pc:spChg>
        <pc:spChg chg="add del mod">
          <ac:chgData name="MERCIER, Valerie" userId="d5d65ee6-536f-47d5-b6ec-58138a493945" providerId="ADAL" clId="{91883263-DC5B-43DC-88E5-CD9AE7ACB6C9}" dt="2023-04-26T06:01:00.525" v="1531" actId="478"/>
          <ac:spMkLst>
            <pc:docMk/>
            <pc:sldMk cId="2879980480" sldId="357"/>
            <ac:spMk id="49" creationId="{8C8CD1F0-F30B-232C-19A0-B372502B49F2}"/>
          </ac:spMkLst>
        </pc:spChg>
        <pc:spChg chg="add del mod">
          <ac:chgData name="MERCIER, Valerie" userId="d5d65ee6-536f-47d5-b6ec-58138a493945" providerId="ADAL" clId="{91883263-DC5B-43DC-88E5-CD9AE7ACB6C9}" dt="2023-04-26T06:01:00.525" v="1531" actId="478"/>
          <ac:spMkLst>
            <pc:docMk/>
            <pc:sldMk cId="2879980480" sldId="357"/>
            <ac:spMk id="50" creationId="{F4BA53DD-0DC6-DFA7-5314-7B5845315A15}"/>
          </ac:spMkLst>
        </pc:spChg>
        <pc:spChg chg="add del mod">
          <ac:chgData name="MERCIER, Valerie" userId="d5d65ee6-536f-47d5-b6ec-58138a493945" providerId="ADAL" clId="{91883263-DC5B-43DC-88E5-CD9AE7ACB6C9}" dt="2023-04-26T06:01:00.525" v="1531" actId="478"/>
          <ac:spMkLst>
            <pc:docMk/>
            <pc:sldMk cId="2879980480" sldId="357"/>
            <ac:spMk id="51" creationId="{04C74DD4-9FE4-AD6C-6220-CEC750F03DF2}"/>
          </ac:spMkLst>
        </pc:spChg>
        <pc:spChg chg="add del mod">
          <ac:chgData name="MERCIER, Valerie" userId="d5d65ee6-536f-47d5-b6ec-58138a493945" providerId="ADAL" clId="{91883263-DC5B-43DC-88E5-CD9AE7ACB6C9}" dt="2023-04-26T06:00:55.874" v="1530" actId="478"/>
          <ac:spMkLst>
            <pc:docMk/>
            <pc:sldMk cId="2879980480" sldId="357"/>
            <ac:spMk id="52" creationId="{6B693B42-2E85-DDB0-8C0A-A2B55B59AB3D}"/>
          </ac:spMkLst>
        </pc:spChg>
        <pc:spChg chg="add del mod">
          <ac:chgData name="MERCIER, Valerie" userId="d5d65ee6-536f-47d5-b6ec-58138a493945" providerId="ADAL" clId="{91883263-DC5B-43DC-88E5-CD9AE7ACB6C9}" dt="2023-04-26T06:00:55.874" v="1530" actId="478"/>
          <ac:spMkLst>
            <pc:docMk/>
            <pc:sldMk cId="2879980480" sldId="357"/>
            <ac:spMk id="53" creationId="{A76E5D33-4C9D-CD06-19BD-60959DF2BFE4}"/>
          </ac:spMkLst>
        </pc:spChg>
        <pc:spChg chg="add del mod">
          <ac:chgData name="MERCIER, Valerie" userId="d5d65ee6-536f-47d5-b6ec-58138a493945" providerId="ADAL" clId="{91883263-DC5B-43DC-88E5-CD9AE7ACB6C9}" dt="2023-04-26T06:00:55.874" v="1530" actId="478"/>
          <ac:spMkLst>
            <pc:docMk/>
            <pc:sldMk cId="2879980480" sldId="357"/>
            <ac:spMk id="54" creationId="{5E4D99AD-BA48-3032-E260-072EDB7360B8}"/>
          </ac:spMkLst>
        </pc:spChg>
        <pc:spChg chg="add del mod">
          <ac:chgData name="MERCIER, Valerie" userId="d5d65ee6-536f-47d5-b6ec-58138a493945" providerId="ADAL" clId="{91883263-DC5B-43DC-88E5-CD9AE7ACB6C9}" dt="2023-04-26T06:00:55.874" v="1530" actId="478"/>
          <ac:spMkLst>
            <pc:docMk/>
            <pc:sldMk cId="2879980480" sldId="357"/>
            <ac:spMk id="55" creationId="{AB1C2D2D-FCED-7A9F-E536-4772108E649C}"/>
          </ac:spMkLst>
        </pc:spChg>
        <pc:spChg chg="add del mod">
          <ac:chgData name="MERCIER, Valerie" userId="d5d65ee6-536f-47d5-b6ec-58138a493945" providerId="ADAL" clId="{91883263-DC5B-43DC-88E5-CD9AE7ACB6C9}" dt="2023-04-26T06:00:55.874" v="1530" actId="478"/>
          <ac:spMkLst>
            <pc:docMk/>
            <pc:sldMk cId="2879980480" sldId="357"/>
            <ac:spMk id="56" creationId="{BBF836E6-A60B-B819-896D-A1DD39E74F34}"/>
          </ac:spMkLst>
        </pc:spChg>
        <pc:spChg chg="add del mod">
          <ac:chgData name="MERCIER, Valerie" userId="d5d65ee6-536f-47d5-b6ec-58138a493945" providerId="ADAL" clId="{91883263-DC5B-43DC-88E5-CD9AE7ACB6C9}" dt="2023-04-26T06:00:55.874" v="1530" actId="478"/>
          <ac:spMkLst>
            <pc:docMk/>
            <pc:sldMk cId="2879980480" sldId="357"/>
            <ac:spMk id="57" creationId="{489C2AAA-CF55-F25A-41A8-01BF0202C6DC}"/>
          </ac:spMkLst>
        </pc:spChg>
        <pc:spChg chg="add del mod">
          <ac:chgData name="MERCIER, Valerie" userId="d5d65ee6-536f-47d5-b6ec-58138a493945" providerId="ADAL" clId="{91883263-DC5B-43DC-88E5-CD9AE7ACB6C9}" dt="2023-04-26T06:00:53.691" v="1529" actId="478"/>
          <ac:spMkLst>
            <pc:docMk/>
            <pc:sldMk cId="2879980480" sldId="357"/>
            <ac:spMk id="58" creationId="{44E467E6-203D-236B-5E25-1CAC775E125B}"/>
          </ac:spMkLst>
        </pc:spChg>
        <pc:spChg chg="add del mod">
          <ac:chgData name="MERCIER, Valerie" userId="d5d65ee6-536f-47d5-b6ec-58138a493945" providerId="ADAL" clId="{91883263-DC5B-43DC-88E5-CD9AE7ACB6C9}" dt="2023-04-26T06:01:23.507" v="1536" actId="478"/>
          <ac:spMkLst>
            <pc:docMk/>
            <pc:sldMk cId="2879980480" sldId="357"/>
            <ac:spMk id="59" creationId="{52A7F8CC-007C-102C-0B96-C4FD82A5EB83}"/>
          </ac:spMkLst>
        </pc:spChg>
        <pc:spChg chg="add del mod">
          <ac:chgData name="MERCIER, Valerie" userId="d5d65ee6-536f-47d5-b6ec-58138a493945" providerId="ADAL" clId="{91883263-DC5B-43DC-88E5-CD9AE7ACB6C9}" dt="2023-04-26T06:01:23.507" v="1536" actId="478"/>
          <ac:spMkLst>
            <pc:docMk/>
            <pc:sldMk cId="2879980480" sldId="357"/>
            <ac:spMk id="60" creationId="{25ACF68A-4AB0-7A45-BF03-84E00547C05F}"/>
          </ac:spMkLst>
        </pc:spChg>
        <pc:spChg chg="add del mod">
          <ac:chgData name="MERCIER, Valerie" userId="d5d65ee6-536f-47d5-b6ec-58138a493945" providerId="ADAL" clId="{91883263-DC5B-43DC-88E5-CD9AE7ACB6C9}" dt="2023-04-26T06:01:23.507" v="1536" actId="478"/>
          <ac:spMkLst>
            <pc:docMk/>
            <pc:sldMk cId="2879980480" sldId="357"/>
            <ac:spMk id="61" creationId="{D7F5E6C8-0028-EDE6-C7EE-634AB1138EBA}"/>
          </ac:spMkLst>
        </pc:spChg>
        <pc:spChg chg="add del mod">
          <ac:chgData name="MERCIER, Valerie" userId="d5d65ee6-536f-47d5-b6ec-58138a493945" providerId="ADAL" clId="{91883263-DC5B-43DC-88E5-CD9AE7ACB6C9}" dt="2023-04-26T06:01:23.507" v="1536" actId="478"/>
          <ac:spMkLst>
            <pc:docMk/>
            <pc:sldMk cId="2879980480" sldId="357"/>
            <ac:spMk id="62" creationId="{011B5D74-45BB-B8C4-19E6-F851312BA21E}"/>
          </ac:spMkLst>
        </pc:spChg>
        <pc:spChg chg="add del mod">
          <ac:chgData name="MERCIER, Valerie" userId="d5d65ee6-536f-47d5-b6ec-58138a493945" providerId="ADAL" clId="{91883263-DC5B-43DC-88E5-CD9AE7ACB6C9}" dt="2023-04-26T06:01:23.507" v="1536" actId="478"/>
          <ac:spMkLst>
            <pc:docMk/>
            <pc:sldMk cId="2879980480" sldId="357"/>
            <ac:spMk id="63" creationId="{513754FB-E904-13B0-FDA5-34C12FB9DF8C}"/>
          </ac:spMkLst>
        </pc:spChg>
        <pc:spChg chg="add del mod">
          <ac:chgData name="MERCIER, Valerie" userId="d5d65ee6-536f-47d5-b6ec-58138a493945" providerId="ADAL" clId="{91883263-DC5B-43DC-88E5-CD9AE7ACB6C9}" dt="2023-04-26T06:01:23.507" v="1536" actId="478"/>
          <ac:spMkLst>
            <pc:docMk/>
            <pc:sldMk cId="2879980480" sldId="357"/>
            <ac:spMk id="64" creationId="{B57A7E79-02E1-7B16-A06A-8A3E81CFC7A8}"/>
          </ac:spMkLst>
        </pc:spChg>
        <pc:spChg chg="add del mod">
          <ac:chgData name="MERCIER, Valerie" userId="d5d65ee6-536f-47d5-b6ec-58138a493945" providerId="ADAL" clId="{91883263-DC5B-43DC-88E5-CD9AE7ACB6C9}" dt="2023-04-26T06:01:23.507" v="1536" actId="478"/>
          <ac:spMkLst>
            <pc:docMk/>
            <pc:sldMk cId="2879980480" sldId="357"/>
            <ac:spMk id="65" creationId="{4E9A9A83-8FEA-937B-850F-579E221E8DF0}"/>
          </ac:spMkLst>
        </pc:spChg>
        <pc:spChg chg="add del mod">
          <ac:chgData name="MERCIER, Valerie" userId="d5d65ee6-536f-47d5-b6ec-58138a493945" providerId="ADAL" clId="{91883263-DC5B-43DC-88E5-CD9AE7ACB6C9}" dt="2023-04-26T06:01:23.507" v="1536" actId="478"/>
          <ac:spMkLst>
            <pc:docMk/>
            <pc:sldMk cId="2879980480" sldId="357"/>
            <ac:spMk id="66" creationId="{CCDB7E21-EBCE-1BD1-2A35-BDEF99C895CE}"/>
          </ac:spMkLst>
        </pc:spChg>
        <pc:spChg chg="add del mod">
          <ac:chgData name="MERCIER, Valerie" userId="d5d65ee6-536f-47d5-b6ec-58138a493945" providerId="ADAL" clId="{91883263-DC5B-43DC-88E5-CD9AE7ACB6C9}" dt="2023-04-26T06:01:23.507" v="1536" actId="478"/>
          <ac:spMkLst>
            <pc:docMk/>
            <pc:sldMk cId="2879980480" sldId="357"/>
            <ac:spMk id="67" creationId="{688DFB85-2D31-046F-592F-4C018A47D46C}"/>
          </ac:spMkLst>
        </pc:spChg>
        <pc:spChg chg="add del mod">
          <ac:chgData name="MERCIER, Valerie" userId="d5d65ee6-536f-47d5-b6ec-58138a493945" providerId="ADAL" clId="{91883263-DC5B-43DC-88E5-CD9AE7ACB6C9}" dt="2023-04-26T06:01:23.507" v="1536" actId="478"/>
          <ac:spMkLst>
            <pc:docMk/>
            <pc:sldMk cId="2879980480" sldId="357"/>
            <ac:spMk id="68" creationId="{4DB1B9F8-F829-D66F-DC1D-6610946E1B85}"/>
          </ac:spMkLst>
        </pc:spChg>
        <pc:spChg chg="add del mod">
          <ac:chgData name="MERCIER, Valerie" userId="d5d65ee6-536f-47d5-b6ec-58138a493945" providerId="ADAL" clId="{91883263-DC5B-43DC-88E5-CD9AE7ACB6C9}" dt="2023-04-26T06:01:23.507" v="1536" actId="478"/>
          <ac:spMkLst>
            <pc:docMk/>
            <pc:sldMk cId="2879980480" sldId="357"/>
            <ac:spMk id="69" creationId="{D093C56F-AC2D-776F-23B7-F978B03988CE}"/>
          </ac:spMkLst>
        </pc:spChg>
        <pc:spChg chg="add del mod">
          <ac:chgData name="MERCIER, Valerie" userId="d5d65ee6-536f-47d5-b6ec-58138a493945" providerId="ADAL" clId="{91883263-DC5B-43DC-88E5-CD9AE7ACB6C9}" dt="2023-04-26T06:01:23.507" v="1536" actId="478"/>
          <ac:spMkLst>
            <pc:docMk/>
            <pc:sldMk cId="2879980480" sldId="357"/>
            <ac:spMk id="70" creationId="{E8BCC343-2EAE-C777-A628-AC666602EC71}"/>
          </ac:spMkLst>
        </pc:spChg>
        <pc:spChg chg="add del mod">
          <ac:chgData name="MERCIER, Valerie" userId="d5d65ee6-536f-47d5-b6ec-58138a493945" providerId="ADAL" clId="{91883263-DC5B-43DC-88E5-CD9AE7ACB6C9}" dt="2023-04-26T06:01:23.507" v="1536" actId="478"/>
          <ac:spMkLst>
            <pc:docMk/>
            <pc:sldMk cId="2879980480" sldId="357"/>
            <ac:spMk id="71" creationId="{A62AA299-08BD-0978-9DA3-80476C75BD25}"/>
          </ac:spMkLst>
        </pc:spChg>
        <pc:spChg chg="add del mod">
          <ac:chgData name="MERCIER, Valerie" userId="d5d65ee6-536f-47d5-b6ec-58138a493945" providerId="ADAL" clId="{91883263-DC5B-43DC-88E5-CD9AE7ACB6C9}" dt="2023-04-26T06:01:23.507" v="1536" actId="478"/>
          <ac:spMkLst>
            <pc:docMk/>
            <pc:sldMk cId="2879980480" sldId="357"/>
            <ac:spMk id="72" creationId="{47BF73A6-CE29-1CF9-7C26-309A36978C06}"/>
          </ac:spMkLst>
        </pc:spChg>
        <pc:spChg chg="add del mod">
          <ac:chgData name="MERCIER, Valerie" userId="d5d65ee6-536f-47d5-b6ec-58138a493945" providerId="ADAL" clId="{91883263-DC5B-43DC-88E5-CD9AE7ACB6C9}" dt="2023-04-26T06:01:23.507" v="1536" actId="478"/>
          <ac:spMkLst>
            <pc:docMk/>
            <pc:sldMk cId="2879980480" sldId="357"/>
            <ac:spMk id="73" creationId="{5AEBABC1-80AE-D064-9DD3-5B6D0C368E58}"/>
          </ac:spMkLst>
        </pc:spChg>
        <pc:spChg chg="add del mod">
          <ac:chgData name="MERCIER, Valerie" userId="d5d65ee6-536f-47d5-b6ec-58138a493945" providerId="ADAL" clId="{91883263-DC5B-43DC-88E5-CD9AE7ACB6C9}" dt="2023-04-26T06:01:23.507" v="1536" actId="478"/>
          <ac:spMkLst>
            <pc:docMk/>
            <pc:sldMk cId="2879980480" sldId="357"/>
            <ac:spMk id="74" creationId="{858E25F8-5D75-5CEF-D9B6-AA29F4CF503E}"/>
          </ac:spMkLst>
        </pc:spChg>
        <pc:spChg chg="add del mod">
          <ac:chgData name="MERCIER, Valerie" userId="d5d65ee6-536f-47d5-b6ec-58138a493945" providerId="ADAL" clId="{91883263-DC5B-43DC-88E5-CD9AE7ACB6C9}" dt="2023-04-26T06:01:23.507" v="1536" actId="478"/>
          <ac:spMkLst>
            <pc:docMk/>
            <pc:sldMk cId="2879980480" sldId="357"/>
            <ac:spMk id="75" creationId="{34EEE152-D8BF-0217-0790-79AE63302ED3}"/>
          </ac:spMkLst>
        </pc:spChg>
        <pc:spChg chg="add del mod">
          <ac:chgData name="MERCIER, Valerie" userId="d5d65ee6-536f-47d5-b6ec-58138a493945" providerId="ADAL" clId="{91883263-DC5B-43DC-88E5-CD9AE7ACB6C9}" dt="2023-04-26T06:01:23.507" v="1536" actId="478"/>
          <ac:spMkLst>
            <pc:docMk/>
            <pc:sldMk cId="2879980480" sldId="357"/>
            <ac:spMk id="76" creationId="{CEB726C2-95C3-F02E-3C65-19EBE5AF79B2}"/>
          </ac:spMkLst>
        </pc:spChg>
        <pc:spChg chg="add del mod">
          <ac:chgData name="MERCIER, Valerie" userId="d5d65ee6-536f-47d5-b6ec-58138a493945" providerId="ADAL" clId="{91883263-DC5B-43DC-88E5-CD9AE7ACB6C9}" dt="2023-04-26T06:01:23.507" v="1536" actId="478"/>
          <ac:spMkLst>
            <pc:docMk/>
            <pc:sldMk cId="2879980480" sldId="357"/>
            <ac:spMk id="77" creationId="{867AF6AC-2775-4085-AAA7-DBCA45488FE7}"/>
          </ac:spMkLst>
        </pc:spChg>
        <pc:spChg chg="add del mod">
          <ac:chgData name="MERCIER, Valerie" userId="d5d65ee6-536f-47d5-b6ec-58138a493945" providerId="ADAL" clId="{91883263-DC5B-43DC-88E5-CD9AE7ACB6C9}" dt="2023-04-26T06:01:23.507" v="1536" actId="478"/>
          <ac:spMkLst>
            <pc:docMk/>
            <pc:sldMk cId="2879980480" sldId="357"/>
            <ac:spMk id="78" creationId="{24072B20-807F-CBD9-1F9D-F209D0FB42B8}"/>
          </ac:spMkLst>
        </pc:spChg>
        <pc:spChg chg="add del mod">
          <ac:chgData name="MERCIER, Valerie" userId="d5d65ee6-536f-47d5-b6ec-58138a493945" providerId="ADAL" clId="{91883263-DC5B-43DC-88E5-CD9AE7ACB6C9}" dt="2023-04-26T06:01:23.507" v="1536" actId="478"/>
          <ac:spMkLst>
            <pc:docMk/>
            <pc:sldMk cId="2879980480" sldId="357"/>
            <ac:spMk id="79" creationId="{4F30D373-577E-2C71-C0F9-60FF4CA34124}"/>
          </ac:spMkLst>
        </pc:spChg>
        <pc:spChg chg="add del mod">
          <ac:chgData name="MERCIER, Valerie" userId="d5d65ee6-536f-47d5-b6ec-58138a493945" providerId="ADAL" clId="{91883263-DC5B-43DC-88E5-CD9AE7ACB6C9}" dt="2023-04-26T06:01:23.507" v="1536" actId="478"/>
          <ac:spMkLst>
            <pc:docMk/>
            <pc:sldMk cId="2879980480" sldId="357"/>
            <ac:spMk id="80" creationId="{4A86E3F8-9C99-C802-6AB7-ADDCA461AB89}"/>
          </ac:spMkLst>
        </pc:spChg>
        <pc:spChg chg="add del mod">
          <ac:chgData name="MERCIER, Valerie" userId="d5d65ee6-536f-47d5-b6ec-58138a493945" providerId="ADAL" clId="{91883263-DC5B-43DC-88E5-CD9AE7ACB6C9}" dt="2023-04-26T06:01:23.507" v="1536" actId="478"/>
          <ac:spMkLst>
            <pc:docMk/>
            <pc:sldMk cId="2879980480" sldId="357"/>
            <ac:spMk id="81" creationId="{B42AFF88-B902-E397-D853-7DCA6851C371}"/>
          </ac:spMkLst>
        </pc:spChg>
        <pc:spChg chg="add del mod">
          <ac:chgData name="MERCIER, Valerie" userId="d5d65ee6-536f-47d5-b6ec-58138a493945" providerId="ADAL" clId="{91883263-DC5B-43DC-88E5-CD9AE7ACB6C9}" dt="2023-04-26T06:01:23.507" v="1536" actId="478"/>
          <ac:spMkLst>
            <pc:docMk/>
            <pc:sldMk cId="2879980480" sldId="357"/>
            <ac:spMk id="82" creationId="{83E08EB6-4D8C-757B-89FF-665581E56052}"/>
          </ac:spMkLst>
        </pc:spChg>
        <pc:spChg chg="add del mod">
          <ac:chgData name="MERCIER, Valerie" userId="d5d65ee6-536f-47d5-b6ec-58138a493945" providerId="ADAL" clId="{91883263-DC5B-43DC-88E5-CD9AE7ACB6C9}" dt="2023-04-26T06:01:23.507" v="1536" actId="478"/>
          <ac:spMkLst>
            <pc:docMk/>
            <pc:sldMk cId="2879980480" sldId="357"/>
            <ac:spMk id="83" creationId="{18CAC6B3-F410-4B89-D3F1-8569D526F57D}"/>
          </ac:spMkLst>
        </pc:spChg>
        <pc:spChg chg="add mod">
          <ac:chgData name="MERCIER, Valerie" userId="d5d65ee6-536f-47d5-b6ec-58138a493945" providerId="ADAL" clId="{91883263-DC5B-43DC-88E5-CD9AE7ACB6C9}" dt="2023-04-26T06:01:24.017" v="1537"/>
          <ac:spMkLst>
            <pc:docMk/>
            <pc:sldMk cId="2879980480" sldId="357"/>
            <ac:spMk id="84" creationId="{27D8D774-6D4D-A153-72E9-DBCCFD45C3D7}"/>
          </ac:spMkLst>
        </pc:spChg>
        <pc:spChg chg="add mod">
          <ac:chgData name="MERCIER, Valerie" userId="d5d65ee6-536f-47d5-b6ec-58138a493945" providerId="ADAL" clId="{91883263-DC5B-43DC-88E5-CD9AE7ACB6C9}" dt="2023-04-26T06:01:24.017" v="1537"/>
          <ac:spMkLst>
            <pc:docMk/>
            <pc:sldMk cId="2879980480" sldId="357"/>
            <ac:spMk id="85" creationId="{BFF4F237-EE25-0E5A-9574-13144203FE98}"/>
          </ac:spMkLst>
        </pc:spChg>
        <pc:spChg chg="add mod">
          <ac:chgData name="MERCIER, Valerie" userId="d5d65ee6-536f-47d5-b6ec-58138a493945" providerId="ADAL" clId="{91883263-DC5B-43DC-88E5-CD9AE7ACB6C9}" dt="2023-04-26T06:01:24.017" v="1537"/>
          <ac:spMkLst>
            <pc:docMk/>
            <pc:sldMk cId="2879980480" sldId="357"/>
            <ac:spMk id="86" creationId="{6E9042F1-16E1-4177-36D5-82DDCEC6380A}"/>
          </ac:spMkLst>
        </pc:spChg>
        <pc:spChg chg="add mod">
          <ac:chgData name="MERCIER, Valerie" userId="d5d65ee6-536f-47d5-b6ec-58138a493945" providerId="ADAL" clId="{91883263-DC5B-43DC-88E5-CD9AE7ACB6C9}" dt="2023-04-26T06:01:24.017" v="1537"/>
          <ac:spMkLst>
            <pc:docMk/>
            <pc:sldMk cId="2879980480" sldId="357"/>
            <ac:spMk id="87" creationId="{94515C14-00E1-2569-3EE1-BDE517FF6139}"/>
          </ac:spMkLst>
        </pc:spChg>
        <pc:spChg chg="add mod">
          <ac:chgData name="MERCIER, Valerie" userId="d5d65ee6-536f-47d5-b6ec-58138a493945" providerId="ADAL" clId="{91883263-DC5B-43DC-88E5-CD9AE7ACB6C9}" dt="2023-04-26T06:01:24.017" v="1537"/>
          <ac:spMkLst>
            <pc:docMk/>
            <pc:sldMk cId="2879980480" sldId="357"/>
            <ac:spMk id="88" creationId="{86FE9BC4-FCC2-CF34-15EA-2083AB19E13F}"/>
          </ac:spMkLst>
        </pc:spChg>
        <pc:spChg chg="add mod">
          <ac:chgData name="MERCIER, Valerie" userId="d5d65ee6-536f-47d5-b6ec-58138a493945" providerId="ADAL" clId="{91883263-DC5B-43DC-88E5-CD9AE7ACB6C9}" dt="2023-04-26T06:01:24.017" v="1537"/>
          <ac:spMkLst>
            <pc:docMk/>
            <pc:sldMk cId="2879980480" sldId="357"/>
            <ac:spMk id="89" creationId="{9C5CB520-A815-6C6B-A9DC-4EE9093A59C1}"/>
          </ac:spMkLst>
        </pc:spChg>
        <pc:spChg chg="add mod">
          <ac:chgData name="MERCIER, Valerie" userId="d5d65ee6-536f-47d5-b6ec-58138a493945" providerId="ADAL" clId="{91883263-DC5B-43DC-88E5-CD9AE7ACB6C9}" dt="2023-04-26T07:49:09.704" v="1742" actId="207"/>
          <ac:spMkLst>
            <pc:docMk/>
            <pc:sldMk cId="2879980480" sldId="357"/>
            <ac:spMk id="90" creationId="{928BB3BB-EB08-B0A2-8101-9FD51D4C3F10}"/>
          </ac:spMkLst>
        </pc:spChg>
        <pc:spChg chg="add mod">
          <ac:chgData name="MERCIER, Valerie" userId="d5d65ee6-536f-47d5-b6ec-58138a493945" providerId="ADAL" clId="{91883263-DC5B-43DC-88E5-CD9AE7ACB6C9}" dt="2023-04-26T07:49:09.704" v="1742" actId="207"/>
          <ac:spMkLst>
            <pc:docMk/>
            <pc:sldMk cId="2879980480" sldId="357"/>
            <ac:spMk id="91" creationId="{B48981DD-BA2F-E38B-65C7-E826534F1CEE}"/>
          </ac:spMkLst>
        </pc:spChg>
        <pc:spChg chg="add mod">
          <ac:chgData name="MERCIER, Valerie" userId="d5d65ee6-536f-47d5-b6ec-58138a493945" providerId="ADAL" clId="{91883263-DC5B-43DC-88E5-CD9AE7ACB6C9}" dt="2023-04-26T07:49:09.704" v="1742" actId="207"/>
          <ac:spMkLst>
            <pc:docMk/>
            <pc:sldMk cId="2879980480" sldId="357"/>
            <ac:spMk id="92" creationId="{47738002-7100-5296-CD6D-491E53470A4D}"/>
          </ac:spMkLst>
        </pc:spChg>
        <pc:spChg chg="add mod">
          <ac:chgData name="MERCIER, Valerie" userId="d5d65ee6-536f-47d5-b6ec-58138a493945" providerId="ADAL" clId="{91883263-DC5B-43DC-88E5-CD9AE7ACB6C9}" dt="2023-04-26T06:01:24.017" v="1537"/>
          <ac:spMkLst>
            <pc:docMk/>
            <pc:sldMk cId="2879980480" sldId="357"/>
            <ac:spMk id="93" creationId="{F570D3D0-183C-DD37-C795-3AEB972F968E}"/>
          </ac:spMkLst>
        </pc:spChg>
        <pc:spChg chg="add mod">
          <ac:chgData name="MERCIER, Valerie" userId="d5d65ee6-536f-47d5-b6ec-58138a493945" providerId="ADAL" clId="{91883263-DC5B-43DC-88E5-CD9AE7ACB6C9}" dt="2023-04-26T06:01:24.017" v="1537"/>
          <ac:spMkLst>
            <pc:docMk/>
            <pc:sldMk cId="2879980480" sldId="357"/>
            <ac:spMk id="94" creationId="{9AC5257B-A063-7E73-CFC2-9F073BD6BB15}"/>
          </ac:spMkLst>
        </pc:spChg>
        <pc:spChg chg="add mod">
          <ac:chgData name="MERCIER, Valerie" userId="d5d65ee6-536f-47d5-b6ec-58138a493945" providerId="ADAL" clId="{91883263-DC5B-43DC-88E5-CD9AE7ACB6C9}" dt="2023-04-26T06:01:24.017" v="1537"/>
          <ac:spMkLst>
            <pc:docMk/>
            <pc:sldMk cId="2879980480" sldId="357"/>
            <ac:spMk id="95" creationId="{E1A29D7C-7FA1-CDC9-BA23-5C693BD60629}"/>
          </ac:spMkLst>
        </pc:spChg>
        <pc:spChg chg="add mod">
          <ac:chgData name="MERCIER, Valerie" userId="d5d65ee6-536f-47d5-b6ec-58138a493945" providerId="ADAL" clId="{91883263-DC5B-43DC-88E5-CD9AE7ACB6C9}" dt="2023-04-26T06:01:24.017" v="1537"/>
          <ac:spMkLst>
            <pc:docMk/>
            <pc:sldMk cId="2879980480" sldId="357"/>
            <ac:spMk id="96" creationId="{2D9D9657-61C5-0321-CDF8-BBCD04DB8AAD}"/>
          </ac:spMkLst>
        </pc:spChg>
        <pc:spChg chg="add mod">
          <ac:chgData name="MERCIER, Valerie" userId="d5d65ee6-536f-47d5-b6ec-58138a493945" providerId="ADAL" clId="{91883263-DC5B-43DC-88E5-CD9AE7ACB6C9}" dt="2023-04-26T06:01:24.017" v="1537"/>
          <ac:spMkLst>
            <pc:docMk/>
            <pc:sldMk cId="2879980480" sldId="357"/>
            <ac:spMk id="97" creationId="{338FBCC7-B599-125F-AF70-9F7D64DEE599}"/>
          </ac:spMkLst>
        </pc:spChg>
        <pc:spChg chg="add mod">
          <ac:chgData name="MERCIER, Valerie" userId="d5d65ee6-536f-47d5-b6ec-58138a493945" providerId="ADAL" clId="{91883263-DC5B-43DC-88E5-CD9AE7ACB6C9}" dt="2023-04-26T06:01:24.017" v="1537"/>
          <ac:spMkLst>
            <pc:docMk/>
            <pc:sldMk cId="2879980480" sldId="357"/>
            <ac:spMk id="98" creationId="{7307951D-99F5-41C7-F5D4-285FDE91D268}"/>
          </ac:spMkLst>
        </pc:spChg>
        <pc:spChg chg="add mod">
          <ac:chgData name="MERCIER, Valerie" userId="d5d65ee6-536f-47d5-b6ec-58138a493945" providerId="ADAL" clId="{91883263-DC5B-43DC-88E5-CD9AE7ACB6C9}" dt="2023-04-27T05:14:56.981" v="4266" actId="20577"/>
          <ac:spMkLst>
            <pc:docMk/>
            <pc:sldMk cId="2879980480" sldId="357"/>
            <ac:spMk id="99" creationId="{7F5DF015-7FA7-0F71-3169-8F2B2853F758}"/>
          </ac:spMkLst>
        </pc:spChg>
        <pc:spChg chg="add mod">
          <ac:chgData name="MERCIER, Valerie" userId="d5d65ee6-536f-47d5-b6ec-58138a493945" providerId="ADAL" clId="{91883263-DC5B-43DC-88E5-CD9AE7ACB6C9}" dt="2023-04-26T06:01:24.017" v="1537"/>
          <ac:spMkLst>
            <pc:docMk/>
            <pc:sldMk cId="2879980480" sldId="357"/>
            <ac:spMk id="102" creationId="{1C84EE8A-1673-D709-A481-9E2D34649C45}"/>
          </ac:spMkLst>
        </pc:spChg>
        <pc:spChg chg="add mod">
          <ac:chgData name="MERCIER, Valerie" userId="d5d65ee6-536f-47d5-b6ec-58138a493945" providerId="ADAL" clId="{91883263-DC5B-43DC-88E5-CD9AE7ACB6C9}" dt="2023-04-26T06:01:24.017" v="1537"/>
          <ac:spMkLst>
            <pc:docMk/>
            <pc:sldMk cId="2879980480" sldId="357"/>
            <ac:spMk id="103" creationId="{6A41ADE2-1A41-29E3-0823-05E62C7669C3}"/>
          </ac:spMkLst>
        </pc:spChg>
        <pc:spChg chg="add mod">
          <ac:chgData name="MERCIER, Valerie" userId="d5d65ee6-536f-47d5-b6ec-58138a493945" providerId="ADAL" clId="{91883263-DC5B-43DC-88E5-CD9AE7ACB6C9}" dt="2023-04-26T06:01:24.017" v="1537"/>
          <ac:spMkLst>
            <pc:docMk/>
            <pc:sldMk cId="2879980480" sldId="357"/>
            <ac:spMk id="104" creationId="{1B011F3B-AC34-3023-8907-E30A367E38C4}"/>
          </ac:spMkLst>
        </pc:spChg>
        <pc:spChg chg="add mod">
          <ac:chgData name="MERCIER, Valerie" userId="d5d65ee6-536f-47d5-b6ec-58138a493945" providerId="ADAL" clId="{91883263-DC5B-43DC-88E5-CD9AE7ACB6C9}" dt="2023-04-26T07:49:09.704" v="1742" actId="207"/>
          <ac:spMkLst>
            <pc:docMk/>
            <pc:sldMk cId="2879980480" sldId="357"/>
            <ac:spMk id="105" creationId="{C953A680-5A31-C410-D78A-316C5DC18130}"/>
          </ac:spMkLst>
        </pc:spChg>
        <pc:spChg chg="add mod">
          <ac:chgData name="MERCIER, Valerie" userId="d5d65ee6-536f-47d5-b6ec-58138a493945" providerId="ADAL" clId="{91883263-DC5B-43DC-88E5-CD9AE7ACB6C9}" dt="2023-04-26T10:12:38.884" v="3175" actId="6549"/>
          <ac:spMkLst>
            <pc:docMk/>
            <pc:sldMk cId="2879980480" sldId="357"/>
            <ac:spMk id="106" creationId="{C5474A68-B845-C60E-3DBE-CCF9DE8D8BF7}"/>
          </ac:spMkLst>
        </pc:spChg>
        <pc:picChg chg="del">
          <ac:chgData name="MERCIER, Valerie" userId="d5d65ee6-536f-47d5-b6ec-58138a493945" providerId="ADAL" clId="{91883263-DC5B-43DC-88E5-CD9AE7ACB6C9}" dt="2023-04-26T05:52:58.041" v="1405" actId="478"/>
          <ac:picMkLst>
            <pc:docMk/>
            <pc:sldMk cId="2879980480" sldId="357"/>
            <ac:picMk id="38" creationId="{0D07AFDE-7A26-B19A-014D-AAACC4123C9D}"/>
          </ac:picMkLst>
        </pc:picChg>
        <pc:picChg chg="del">
          <ac:chgData name="MERCIER, Valerie" userId="d5d65ee6-536f-47d5-b6ec-58138a493945" providerId="ADAL" clId="{91883263-DC5B-43DC-88E5-CD9AE7ACB6C9}" dt="2023-04-26T05:52:58.041" v="1405" actId="478"/>
          <ac:picMkLst>
            <pc:docMk/>
            <pc:sldMk cId="2879980480" sldId="357"/>
            <ac:picMk id="39" creationId="{6FD09A4D-4396-CECC-3C11-04F7A0F3E03A}"/>
          </ac:picMkLst>
        </pc:picChg>
        <pc:picChg chg="del">
          <ac:chgData name="MERCIER, Valerie" userId="d5d65ee6-536f-47d5-b6ec-58138a493945" providerId="ADAL" clId="{91883263-DC5B-43DC-88E5-CD9AE7ACB6C9}" dt="2023-04-26T05:52:58.041" v="1405" actId="478"/>
          <ac:picMkLst>
            <pc:docMk/>
            <pc:sldMk cId="2879980480" sldId="357"/>
            <ac:picMk id="40" creationId="{0FA561EF-7433-AF72-81E2-18ED2361813C}"/>
          </ac:picMkLst>
        </pc:picChg>
        <pc:picChg chg="del">
          <ac:chgData name="MERCIER, Valerie" userId="d5d65ee6-536f-47d5-b6ec-58138a493945" providerId="ADAL" clId="{91883263-DC5B-43DC-88E5-CD9AE7ACB6C9}" dt="2023-04-26T05:52:58.041" v="1405" actId="478"/>
          <ac:picMkLst>
            <pc:docMk/>
            <pc:sldMk cId="2879980480" sldId="357"/>
            <ac:picMk id="41" creationId="{EA7805BA-C813-FE54-D064-275C88B8509A}"/>
          </ac:picMkLst>
        </pc:picChg>
        <pc:picChg chg="del">
          <ac:chgData name="MERCIER, Valerie" userId="d5d65ee6-536f-47d5-b6ec-58138a493945" providerId="ADAL" clId="{91883263-DC5B-43DC-88E5-CD9AE7ACB6C9}" dt="2023-04-26T05:52:58.041" v="1405" actId="478"/>
          <ac:picMkLst>
            <pc:docMk/>
            <pc:sldMk cId="2879980480" sldId="357"/>
            <ac:picMk id="42" creationId="{7B6F76F9-8BD4-C14F-DD80-3857DB64935A}"/>
          </ac:picMkLst>
        </pc:picChg>
        <pc:picChg chg="del">
          <ac:chgData name="MERCIER, Valerie" userId="d5d65ee6-536f-47d5-b6ec-58138a493945" providerId="ADAL" clId="{91883263-DC5B-43DC-88E5-CD9AE7ACB6C9}" dt="2023-04-26T05:52:58.041" v="1405" actId="478"/>
          <ac:picMkLst>
            <pc:docMk/>
            <pc:sldMk cId="2879980480" sldId="357"/>
            <ac:picMk id="43" creationId="{99DB91A4-07A1-5FA4-411C-01E205C42D4B}"/>
          </ac:picMkLst>
        </pc:picChg>
        <pc:cxnChg chg="add mod">
          <ac:chgData name="MERCIER, Valerie" userId="d5d65ee6-536f-47d5-b6ec-58138a493945" providerId="ADAL" clId="{91883263-DC5B-43DC-88E5-CD9AE7ACB6C9}" dt="2023-04-26T06:01:24.017" v="1537"/>
          <ac:cxnSpMkLst>
            <pc:docMk/>
            <pc:sldMk cId="2879980480" sldId="357"/>
            <ac:cxnSpMk id="100" creationId="{FC78CE03-E468-0E24-8A14-C9B71CDBB06E}"/>
          </ac:cxnSpMkLst>
        </pc:cxnChg>
        <pc:cxnChg chg="add mod">
          <ac:chgData name="MERCIER, Valerie" userId="d5d65ee6-536f-47d5-b6ec-58138a493945" providerId="ADAL" clId="{91883263-DC5B-43DC-88E5-CD9AE7ACB6C9}" dt="2023-04-26T06:01:24.017" v="1537"/>
          <ac:cxnSpMkLst>
            <pc:docMk/>
            <pc:sldMk cId="2879980480" sldId="357"/>
            <ac:cxnSpMk id="101" creationId="{394CCACF-1A2C-A224-912E-7A41BC6A8B1A}"/>
          </ac:cxnSpMkLst>
        </pc:cxnChg>
      </pc:sldChg>
      <pc:sldChg chg="modSp del mod">
        <pc:chgData name="MERCIER, Valerie" userId="d5d65ee6-536f-47d5-b6ec-58138a493945" providerId="ADAL" clId="{91883263-DC5B-43DC-88E5-CD9AE7ACB6C9}" dt="2023-04-26T06:01:27.341" v="1538" actId="47"/>
        <pc:sldMkLst>
          <pc:docMk/>
          <pc:sldMk cId="2785186294" sldId="416"/>
        </pc:sldMkLst>
        <pc:spChg chg="mod">
          <ac:chgData name="MERCIER, Valerie" userId="d5d65ee6-536f-47d5-b6ec-58138a493945" providerId="ADAL" clId="{91883263-DC5B-43DC-88E5-CD9AE7ACB6C9}" dt="2023-04-26T05:48:36.101" v="1302" actId="1076"/>
          <ac:spMkLst>
            <pc:docMk/>
            <pc:sldMk cId="2785186294" sldId="416"/>
            <ac:spMk id="8" creationId="{E3ADC7BC-A139-7B81-B1AA-7A7247B3F639}"/>
          </ac:spMkLst>
        </pc:spChg>
        <pc:spChg chg="mod">
          <ac:chgData name="MERCIER, Valerie" userId="d5d65ee6-536f-47d5-b6ec-58138a493945" providerId="ADAL" clId="{91883263-DC5B-43DC-88E5-CD9AE7ACB6C9}" dt="2023-04-26T05:48:55.416" v="1308" actId="20577"/>
          <ac:spMkLst>
            <pc:docMk/>
            <pc:sldMk cId="2785186294" sldId="416"/>
            <ac:spMk id="27" creationId="{DF058DAB-8732-4FB3-DE43-CE29210E23E8}"/>
          </ac:spMkLst>
        </pc:spChg>
      </pc:sldChg>
      <pc:sldChg chg="add del">
        <pc:chgData name="MERCIER, Valerie" userId="d5d65ee6-536f-47d5-b6ec-58138a493945" providerId="ADAL" clId="{91883263-DC5B-43DC-88E5-CD9AE7ACB6C9}" dt="2023-04-26T05:48:14.661" v="1289" actId="47"/>
        <pc:sldMkLst>
          <pc:docMk/>
          <pc:sldMk cId="2934210270" sldId="417"/>
        </pc:sldMkLst>
      </pc:sldChg>
      <pc:sldChg chg="modSp new del mod">
        <pc:chgData name="MERCIER, Valerie" userId="d5d65ee6-536f-47d5-b6ec-58138a493945" providerId="ADAL" clId="{91883263-DC5B-43DC-88E5-CD9AE7ACB6C9}" dt="2023-04-26T06:03:18.049" v="1560" actId="47"/>
        <pc:sldMkLst>
          <pc:docMk/>
          <pc:sldMk cId="46449543" sldId="418"/>
        </pc:sldMkLst>
        <pc:spChg chg="mod">
          <ac:chgData name="MERCIER, Valerie" userId="d5d65ee6-536f-47d5-b6ec-58138a493945" providerId="ADAL" clId="{91883263-DC5B-43DC-88E5-CD9AE7ACB6C9}" dt="2023-04-25T09:19:58.896" v="573" actId="20577"/>
          <ac:spMkLst>
            <pc:docMk/>
            <pc:sldMk cId="46449543" sldId="418"/>
            <ac:spMk id="2" creationId="{15A03DF4-94AB-2643-D176-B100C6AAECAC}"/>
          </ac:spMkLst>
        </pc:spChg>
        <pc:spChg chg="mod">
          <ac:chgData name="MERCIER, Valerie" userId="d5d65ee6-536f-47d5-b6ec-58138a493945" providerId="ADAL" clId="{91883263-DC5B-43DC-88E5-CD9AE7ACB6C9}" dt="2023-04-25T09:48:12.060" v="933" actId="20577"/>
          <ac:spMkLst>
            <pc:docMk/>
            <pc:sldMk cId="46449543" sldId="418"/>
            <ac:spMk id="3" creationId="{4440874F-8E73-C1AE-0262-6B26F21245A9}"/>
          </ac:spMkLst>
        </pc:spChg>
      </pc:sldChg>
      <pc:sldChg chg="new del">
        <pc:chgData name="MERCIER, Valerie" userId="d5d65ee6-536f-47d5-b6ec-58138a493945" providerId="ADAL" clId="{91883263-DC5B-43DC-88E5-CD9AE7ACB6C9}" dt="2023-04-26T05:47:51.027" v="1282" actId="47"/>
        <pc:sldMkLst>
          <pc:docMk/>
          <pc:sldMk cId="3067878329" sldId="419"/>
        </pc:sldMkLst>
      </pc:sldChg>
      <pc:sldChg chg="addSp delSp modSp new del mod">
        <pc:chgData name="MERCIER, Valerie" userId="d5d65ee6-536f-47d5-b6ec-58138a493945" providerId="ADAL" clId="{91883263-DC5B-43DC-88E5-CD9AE7ACB6C9}" dt="2023-04-26T06:01:10.854" v="1535" actId="47"/>
        <pc:sldMkLst>
          <pc:docMk/>
          <pc:sldMk cId="3856055344" sldId="419"/>
        </pc:sldMkLst>
        <pc:spChg chg="del mod">
          <ac:chgData name="MERCIER, Valerie" userId="d5d65ee6-536f-47d5-b6ec-58138a493945" providerId="ADAL" clId="{91883263-DC5B-43DC-88E5-CD9AE7ACB6C9}" dt="2023-04-26T05:49:47.830" v="1321" actId="478"/>
          <ac:spMkLst>
            <pc:docMk/>
            <pc:sldMk cId="3856055344" sldId="419"/>
            <ac:spMk id="2" creationId="{D2916684-D521-EC8A-194B-2633368649DB}"/>
          </ac:spMkLst>
        </pc:spChg>
        <pc:spChg chg="mod">
          <ac:chgData name="MERCIER, Valerie" userId="d5d65ee6-536f-47d5-b6ec-58138a493945" providerId="ADAL" clId="{91883263-DC5B-43DC-88E5-CD9AE7ACB6C9}" dt="2023-04-26T05:50:01.061" v="1325" actId="1076"/>
          <ac:spMkLst>
            <pc:docMk/>
            <pc:sldMk cId="3856055344" sldId="419"/>
            <ac:spMk id="6" creationId="{A8A21292-919F-0723-C579-35284F37FF47}"/>
          </ac:spMkLst>
        </pc:spChg>
        <pc:spChg chg="add del mod">
          <ac:chgData name="MERCIER, Valerie" userId="d5d65ee6-536f-47d5-b6ec-58138a493945" providerId="ADAL" clId="{91883263-DC5B-43DC-88E5-CD9AE7ACB6C9}" dt="2023-04-26T05:49:19.259" v="1313"/>
          <ac:spMkLst>
            <pc:docMk/>
            <pc:sldMk cId="3856055344" sldId="419"/>
            <ac:spMk id="8" creationId="{938899FD-6526-0CAE-5F1A-8FB0274D0E85}"/>
          </ac:spMkLst>
        </pc:spChg>
        <pc:spChg chg="add del mod">
          <ac:chgData name="MERCIER, Valerie" userId="d5d65ee6-536f-47d5-b6ec-58138a493945" providerId="ADAL" clId="{91883263-DC5B-43DC-88E5-CD9AE7ACB6C9}" dt="2023-04-26T05:49:19.259" v="1313"/>
          <ac:spMkLst>
            <pc:docMk/>
            <pc:sldMk cId="3856055344" sldId="419"/>
            <ac:spMk id="9" creationId="{83956953-A9AB-3A43-A9A1-046E173B9088}"/>
          </ac:spMkLst>
        </pc:spChg>
        <pc:spChg chg="add del mod">
          <ac:chgData name="MERCIER, Valerie" userId="d5d65ee6-536f-47d5-b6ec-58138a493945" providerId="ADAL" clId="{91883263-DC5B-43DC-88E5-CD9AE7ACB6C9}" dt="2023-04-26T05:49:19.259" v="1313"/>
          <ac:spMkLst>
            <pc:docMk/>
            <pc:sldMk cId="3856055344" sldId="419"/>
            <ac:spMk id="10" creationId="{81310FDD-C86E-DEC1-74A1-42448653198F}"/>
          </ac:spMkLst>
        </pc:spChg>
        <pc:spChg chg="add del mod">
          <ac:chgData name="MERCIER, Valerie" userId="d5d65ee6-536f-47d5-b6ec-58138a493945" providerId="ADAL" clId="{91883263-DC5B-43DC-88E5-CD9AE7ACB6C9}" dt="2023-04-26T05:49:19.259" v="1313"/>
          <ac:spMkLst>
            <pc:docMk/>
            <pc:sldMk cId="3856055344" sldId="419"/>
            <ac:spMk id="11" creationId="{FF26637B-0A7F-8055-F6DF-0D28DC4A5D8B}"/>
          </ac:spMkLst>
        </pc:spChg>
        <pc:spChg chg="add del mod">
          <ac:chgData name="MERCIER, Valerie" userId="d5d65ee6-536f-47d5-b6ec-58138a493945" providerId="ADAL" clId="{91883263-DC5B-43DC-88E5-CD9AE7ACB6C9}" dt="2023-04-26T05:49:19.259" v="1313"/>
          <ac:spMkLst>
            <pc:docMk/>
            <pc:sldMk cId="3856055344" sldId="419"/>
            <ac:spMk id="12" creationId="{6E7E847D-4DB3-B919-9F26-CB728A5F5AF3}"/>
          </ac:spMkLst>
        </pc:spChg>
        <pc:spChg chg="add del mod">
          <ac:chgData name="MERCIER, Valerie" userId="d5d65ee6-536f-47d5-b6ec-58138a493945" providerId="ADAL" clId="{91883263-DC5B-43DC-88E5-CD9AE7ACB6C9}" dt="2023-04-26T05:49:19.259" v="1313"/>
          <ac:spMkLst>
            <pc:docMk/>
            <pc:sldMk cId="3856055344" sldId="419"/>
            <ac:spMk id="13" creationId="{F92D5E2F-893C-6B5B-8351-C9DE2B86765A}"/>
          </ac:spMkLst>
        </pc:spChg>
        <pc:spChg chg="add del mod">
          <ac:chgData name="MERCIER, Valerie" userId="d5d65ee6-536f-47d5-b6ec-58138a493945" providerId="ADAL" clId="{91883263-DC5B-43DC-88E5-CD9AE7ACB6C9}" dt="2023-04-26T05:49:19.259" v="1313"/>
          <ac:spMkLst>
            <pc:docMk/>
            <pc:sldMk cId="3856055344" sldId="419"/>
            <ac:spMk id="14" creationId="{B8FDFA1C-1930-9A3C-432F-8F8A3E000D26}"/>
          </ac:spMkLst>
        </pc:spChg>
        <pc:spChg chg="add del mod">
          <ac:chgData name="MERCIER, Valerie" userId="d5d65ee6-536f-47d5-b6ec-58138a493945" providerId="ADAL" clId="{91883263-DC5B-43DC-88E5-CD9AE7ACB6C9}" dt="2023-04-26T05:49:19.259" v="1313"/>
          <ac:spMkLst>
            <pc:docMk/>
            <pc:sldMk cId="3856055344" sldId="419"/>
            <ac:spMk id="15" creationId="{46F8DD3D-5E24-FEDB-1847-543569DCE327}"/>
          </ac:spMkLst>
        </pc:spChg>
        <pc:spChg chg="add del mod">
          <ac:chgData name="MERCIER, Valerie" userId="d5d65ee6-536f-47d5-b6ec-58138a493945" providerId="ADAL" clId="{91883263-DC5B-43DC-88E5-CD9AE7ACB6C9}" dt="2023-04-26T05:49:19.259" v="1313"/>
          <ac:spMkLst>
            <pc:docMk/>
            <pc:sldMk cId="3856055344" sldId="419"/>
            <ac:spMk id="16" creationId="{F18B91CC-CCF5-B692-8FC3-ED923A4F6D03}"/>
          </ac:spMkLst>
        </pc:spChg>
        <pc:spChg chg="add del mod">
          <ac:chgData name="MERCIER, Valerie" userId="d5d65ee6-536f-47d5-b6ec-58138a493945" providerId="ADAL" clId="{91883263-DC5B-43DC-88E5-CD9AE7ACB6C9}" dt="2023-04-26T05:49:19.259" v="1313"/>
          <ac:spMkLst>
            <pc:docMk/>
            <pc:sldMk cId="3856055344" sldId="419"/>
            <ac:spMk id="17" creationId="{77A4C045-4A76-B509-471C-B4ED77C0199D}"/>
          </ac:spMkLst>
        </pc:spChg>
        <pc:spChg chg="add del mod">
          <ac:chgData name="MERCIER, Valerie" userId="d5d65ee6-536f-47d5-b6ec-58138a493945" providerId="ADAL" clId="{91883263-DC5B-43DC-88E5-CD9AE7ACB6C9}" dt="2023-04-26T05:49:19.259" v="1313"/>
          <ac:spMkLst>
            <pc:docMk/>
            <pc:sldMk cId="3856055344" sldId="419"/>
            <ac:spMk id="18" creationId="{C42E635C-8CC6-975B-BA3A-3A1181934626}"/>
          </ac:spMkLst>
        </pc:spChg>
        <pc:spChg chg="add del mod">
          <ac:chgData name="MERCIER, Valerie" userId="d5d65ee6-536f-47d5-b6ec-58138a493945" providerId="ADAL" clId="{91883263-DC5B-43DC-88E5-CD9AE7ACB6C9}" dt="2023-04-26T05:49:19.259" v="1313"/>
          <ac:spMkLst>
            <pc:docMk/>
            <pc:sldMk cId="3856055344" sldId="419"/>
            <ac:spMk id="19" creationId="{8659491A-026B-4961-30E2-F89B98BC256C}"/>
          </ac:spMkLst>
        </pc:spChg>
        <pc:spChg chg="add del mod">
          <ac:chgData name="MERCIER, Valerie" userId="d5d65ee6-536f-47d5-b6ec-58138a493945" providerId="ADAL" clId="{91883263-DC5B-43DC-88E5-CD9AE7ACB6C9}" dt="2023-04-26T05:49:19.259" v="1313"/>
          <ac:spMkLst>
            <pc:docMk/>
            <pc:sldMk cId="3856055344" sldId="419"/>
            <ac:spMk id="20" creationId="{92B103CA-62D3-B439-CCC0-01934EE8EF8B}"/>
          </ac:spMkLst>
        </pc:spChg>
        <pc:spChg chg="add del mod">
          <ac:chgData name="MERCIER, Valerie" userId="d5d65ee6-536f-47d5-b6ec-58138a493945" providerId="ADAL" clId="{91883263-DC5B-43DC-88E5-CD9AE7ACB6C9}" dt="2023-04-26T05:49:19.259" v="1313"/>
          <ac:spMkLst>
            <pc:docMk/>
            <pc:sldMk cId="3856055344" sldId="419"/>
            <ac:spMk id="21" creationId="{E3A42A25-6EB0-36E2-F909-C0A4C9D97482}"/>
          </ac:spMkLst>
        </pc:spChg>
        <pc:spChg chg="add del mod">
          <ac:chgData name="MERCIER, Valerie" userId="d5d65ee6-536f-47d5-b6ec-58138a493945" providerId="ADAL" clId="{91883263-DC5B-43DC-88E5-CD9AE7ACB6C9}" dt="2023-04-26T05:49:19.259" v="1313"/>
          <ac:spMkLst>
            <pc:docMk/>
            <pc:sldMk cId="3856055344" sldId="419"/>
            <ac:spMk id="22" creationId="{71979B7F-59F1-E032-13E9-B00ABB72D04E}"/>
          </ac:spMkLst>
        </pc:spChg>
        <pc:spChg chg="add del mod">
          <ac:chgData name="MERCIER, Valerie" userId="d5d65ee6-536f-47d5-b6ec-58138a493945" providerId="ADAL" clId="{91883263-DC5B-43DC-88E5-CD9AE7ACB6C9}" dt="2023-04-26T05:49:19.259" v="1313"/>
          <ac:spMkLst>
            <pc:docMk/>
            <pc:sldMk cId="3856055344" sldId="419"/>
            <ac:spMk id="23" creationId="{CF57117E-006A-0B54-DC21-5A33E5CD8A58}"/>
          </ac:spMkLst>
        </pc:spChg>
        <pc:spChg chg="add del mod">
          <ac:chgData name="MERCIER, Valerie" userId="d5d65ee6-536f-47d5-b6ec-58138a493945" providerId="ADAL" clId="{91883263-DC5B-43DC-88E5-CD9AE7ACB6C9}" dt="2023-04-26T05:49:19.259" v="1313"/>
          <ac:spMkLst>
            <pc:docMk/>
            <pc:sldMk cId="3856055344" sldId="419"/>
            <ac:spMk id="24" creationId="{55A2A805-4F70-8DE8-77B7-E442A8D661B0}"/>
          </ac:spMkLst>
        </pc:spChg>
        <pc:spChg chg="add del mod">
          <ac:chgData name="MERCIER, Valerie" userId="d5d65ee6-536f-47d5-b6ec-58138a493945" providerId="ADAL" clId="{91883263-DC5B-43DC-88E5-CD9AE7ACB6C9}" dt="2023-04-26T05:49:19.259" v="1313"/>
          <ac:spMkLst>
            <pc:docMk/>
            <pc:sldMk cId="3856055344" sldId="419"/>
            <ac:spMk id="25" creationId="{1E3736A0-17C9-5E83-4D2E-00A93A05970B}"/>
          </ac:spMkLst>
        </pc:spChg>
        <pc:spChg chg="add del mod">
          <ac:chgData name="MERCIER, Valerie" userId="d5d65ee6-536f-47d5-b6ec-58138a493945" providerId="ADAL" clId="{91883263-DC5B-43DC-88E5-CD9AE7ACB6C9}" dt="2023-04-26T05:49:19.259" v="1313"/>
          <ac:spMkLst>
            <pc:docMk/>
            <pc:sldMk cId="3856055344" sldId="419"/>
            <ac:spMk id="26" creationId="{9AE9514D-FE55-C516-F0E9-2B374EE53D15}"/>
          </ac:spMkLst>
        </pc:spChg>
        <pc:spChg chg="add del mod">
          <ac:chgData name="MERCIER, Valerie" userId="d5d65ee6-536f-47d5-b6ec-58138a493945" providerId="ADAL" clId="{91883263-DC5B-43DC-88E5-CD9AE7ACB6C9}" dt="2023-04-26T05:49:19.259" v="1313"/>
          <ac:spMkLst>
            <pc:docMk/>
            <pc:sldMk cId="3856055344" sldId="419"/>
            <ac:spMk id="27" creationId="{7FE4880A-DC1F-BACB-5FA8-D45BACFC91A2}"/>
          </ac:spMkLst>
        </pc:spChg>
        <pc:spChg chg="add del mod">
          <ac:chgData name="MERCIER, Valerie" userId="d5d65ee6-536f-47d5-b6ec-58138a493945" providerId="ADAL" clId="{91883263-DC5B-43DC-88E5-CD9AE7ACB6C9}" dt="2023-04-26T05:49:19.259" v="1313"/>
          <ac:spMkLst>
            <pc:docMk/>
            <pc:sldMk cId="3856055344" sldId="419"/>
            <ac:spMk id="28" creationId="{6815A2C9-7698-03E9-55A5-3118DCB5AD33}"/>
          </ac:spMkLst>
        </pc:spChg>
        <pc:spChg chg="add del mod">
          <ac:chgData name="MERCIER, Valerie" userId="d5d65ee6-536f-47d5-b6ec-58138a493945" providerId="ADAL" clId="{91883263-DC5B-43DC-88E5-CD9AE7ACB6C9}" dt="2023-04-26T05:49:19.259" v="1313"/>
          <ac:spMkLst>
            <pc:docMk/>
            <pc:sldMk cId="3856055344" sldId="419"/>
            <ac:spMk id="29" creationId="{24A450F1-F684-94AB-4AAB-10ED437BDA0A}"/>
          </ac:spMkLst>
        </pc:spChg>
        <pc:spChg chg="add del mod">
          <ac:chgData name="MERCIER, Valerie" userId="d5d65ee6-536f-47d5-b6ec-58138a493945" providerId="ADAL" clId="{91883263-DC5B-43DC-88E5-CD9AE7ACB6C9}" dt="2023-04-26T05:49:19.259" v="1313"/>
          <ac:spMkLst>
            <pc:docMk/>
            <pc:sldMk cId="3856055344" sldId="419"/>
            <ac:spMk id="30" creationId="{FC63537C-38D1-8118-CDB0-BBE64E5DD6A3}"/>
          </ac:spMkLst>
        </pc:spChg>
        <pc:spChg chg="add del mod">
          <ac:chgData name="MERCIER, Valerie" userId="d5d65ee6-536f-47d5-b6ec-58138a493945" providerId="ADAL" clId="{91883263-DC5B-43DC-88E5-CD9AE7ACB6C9}" dt="2023-04-26T05:49:19.259" v="1313"/>
          <ac:spMkLst>
            <pc:docMk/>
            <pc:sldMk cId="3856055344" sldId="419"/>
            <ac:spMk id="31" creationId="{52AB20B1-25A2-0BA0-EB43-480F0162AEE5}"/>
          </ac:spMkLst>
        </pc:spChg>
        <pc:spChg chg="add del mod">
          <ac:chgData name="MERCIER, Valerie" userId="d5d65ee6-536f-47d5-b6ec-58138a493945" providerId="ADAL" clId="{91883263-DC5B-43DC-88E5-CD9AE7ACB6C9}" dt="2023-04-26T05:49:19.259" v="1313"/>
          <ac:spMkLst>
            <pc:docMk/>
            <pc:sldMk cId="3856055344" sldId="419"/>
            <ac:spMk id="32" creationId="{BAE4DB8C-5076-7FC7-40DF-5FD08DFCEDD7}"/>
          </ac:spMkLst>
        </pc:spChg>
        <pc:spChg chg="add del mod">
          <ac:chgData name="MERCIER, Valerie" userId="d5d65ee6-536f-47d5-b6ec-58138a493945" providerId="ADAL" clId="{91883263-DC5B-43DC-88E5-CD9AE7ACB6C9}" dt="2023-04-26T05:49:19.259" v="1313"/>
          <ac:spMkLst>
            <pc:docMk/>
            <pc:sldMk cId="3856055344" sldId="419"/>
            <ac:spMk id="33" creationId="{9580A02C-F98B-55E8-2CEF-99F2D66BC983}"/>
          </ac:spMkLst>
        </pc:spChg>
        <pc:spChg chg="add mod">
          <ac:chgData name="MERCIER, Valerie" userId="d5d65ee6-536f-47d5-b6ec-58138a493945" providerId="ADAL" clId="{91883263-DC5B-43DC-88E5-CD9AE7ACB6C9}" dt="2023-04-26T05:49:55.919" v="1323" actId="21"/>
          <ac:spMkLst>
            <pc:docMk/>
            <pc:sldMk cId="3856055344" sldId="419"/>
            <ac:spMk id="34" creationId="{EFF28227-4D03-F49D-6FB2-AF48B6D3D498}"/>
          </ac:spMkLst>
        </pc:spChg>
        <pc:spChg chg="add mod">
          <ac:chgData name="MERCIER, Valerie" userId="d5d65ee6-536f-47d5-b6ec-58138a493945" providerId="ADAL" clId="{91883263-DC5B-43DC-88E5-CD9AE7ACB6C9}" dt="2023-04-26T05:51:27.370" v="1390" actId="14100"/>
          <ac:spMkLst>
            <pc:docMk/>
            <pc:sldMk cId="3856055344" sldId="419"/>
            <ac:spMk id="35" creationId="{BA7C7DC6-C227-41F5-F915-3E1DE09D3837}"/>
          </ac:spMkLst>
        </pc:spChg>
        <pc:spChg chg="add mod">
          <ac:chgData name="MERCIER, Valerie" userId="d5d65ee6-536f-47d5-b6ec-58138a493945" providerId="ADAL" clId="{91883263-DC5B-43DC-88E5-CD9AE7ACB6C9}" dt="2023-04-26T05:49:40.776" v="1319"/>
          <ac:spMkLst>
            <pc:docMk/>
            <pc:sldMk cId="3856055344" sldId="419"/>
            <ac:spMk id="36" creationId="{4EBBA6F5-05C4-E126-3715-5578272D7517}"/>
          </ac:spMkLst>
        </pc:spChg>
        <pc:spChg chg="add mod">
          <ac:chgData name="MERCIER, Valerie" userId="d5d65ee6-536f-47d5-b6ec-58138a493945" providerId="ADAL" clId="{91883263-DC5B-43DC-88E5-CD9AE7ACB6C9}" dt="2023-04-26T05:49:40.776" v="1319"/>
          <ac:spMkLst>
            <pc:docMk/>
            <pc:sldMk cId="3856055344" sldId="419"/>
            <ac:spMk id="37" creationId="{D761CDBD-30F5-610C-2664-7CEB5F4A33CB}"/>
          </ac:spMkLst>
        </pc:spChg>
        <pc:spChg chg="add mod">
          <ac:chgData name="MERCIER, Valerie" userId="d5d65ee6-536f-47d5-b6ec-58138a493945" providerId="ADAL" clId="{91883263-DC5B-43DC-88E5-CD9AE7ACB6C9}" dt="2023-04-26T05:51:27.370" v="1390" actId="14100"/>
          <ac:spMkLst>
            <pc:docMk/>
            <pc:sldMk cId="3856055344" sldId="419"/>
            <ac:spMk id="38" creationId="{01A3933C-1C61-69D8-1AA1-6B95CD12F042}"/>
          </ac:spMkLst>
        </pc:spChg>
        <pc:spChg chg="add mod">
          <ac:chgData name="MERCIER, Valerie" userId="d5d65ee6-536f-47d5-b6ec-58138a493945" providerId="ADAL" clId="{91883263-DC5B-43DC-88E5-CD9AE7ACB6C9}" dt="2023-04-26T05:49:40.776" v="1319"/>
          <ac:spMkLst>
            <pc:docMk/>
            <pc:sldMk cId="3856055344" sldId="419"/>
            <ac:spMk id="39" creationId="{D164C859-6867-AD60-FD57-EDC0FADD1D6B}"/>
          </ac:spMkLst>
        </pc:spChg>
        <pc:spChg chg="add mod">
          <ac:chgData name="MERCIER, Valerie" userId="d5d65ee6-536f-47d5-b6ec-58138a493945" providerId="ADAL" clId="{91883263-DC5B-43DC-88E5-CD9AE7ACB6C9}" dt="2023-04-26T05:50:13.799" v="1341" actId="20577"/>
          <ac:spMkLst>
            <pc:docMk/>
            <pc:sldMk cId="3856055344" sldId="419"/>
            <ac:spMk id="40" creationId="{6807A928-B5C9-0C0D-D27F-61272C542FA7}"/>
          </ac:spMkLst>
        </pc:spChg>
        <pc:spChg chg="add mod">
          <ac:chgData name="MERCIER, Valerie" userId="d5d65ee6-536f-47d5-b6ec-58138a493945" providerId="ADAL" clId="{91883263-DC5B-43DC-88E5-CD9AE7ACB6C9}" dt="2023-04-26T05:51:27.370" v="1390" actId="14100"/>
          <ac:spMkLst>
            <pc:docMk/>
            <pc:sldMk cId="3856055344" sldId="419"/>
            <ac:spMk id="41" creationId="{7A77C2CF-DBAB-A9E3-7EB9-4AA22A2E234F}"/>
          </ac:spMkLst>
        </pc:spChg>
        <pc:spChg chg="add mod">
          <ac:chgData name="MERCIER, Valerie" userId="d5d65ee6-536f-47d5-b6ec-58138a493945" providerId="ADAL" clId="{91883263-DC5B-43DC-88E5-CD9AE7ACB6C9}" dt="2023-04-26T05:49:40.776" v="1319"/>
          <ac:spMkLst>
            <pc:docMk/>
            <pc:sldMk cId="3856055344" sldId="419"/>
            <ac:spMk id="42" creationId="{15235DE0-CA19-F5E8-C5DA-12AA3C152095}"/>
          </ac:spMkLst>
        </pc:spChg>
        <pc:spChg chg="add mod">
          <ac:chgData name="MERCIER, Valerie" userId="d5d65ee6-536f-47d5-b6ec-58138a493945" providerId="ADAL" clId="{91883263-DC5B-43DC-88E5-CD9AE7ACB6C9}" dt="2023-04-26T05:49:40.776" v="1319"/>
          <ac:spMkLst>
            <pc:docMk/>
            <pc:sldMk cId="3856055344" sldId="419"/>
            <ac:spMk id="43" creationId="{CC204B1A-8586-C4D5-2E7B-A3A2957C71EB}"/>
          </ac:spMkLst>
        </pc:spChg>
        <pc:spChg chg="add mod">
          <ac:chgData name="MERCIER, Valerie" userId="d5d65ee6-536f-47d5-b6ec-58138a493945" providerId="ADAL" clId="{91883263-DC5B-43DC-88E5-CD9AE7ACB6C9}" dt="2023-04-26T05:51:27.370" v="1390" actId="14100"/>
          <ac:spMkLst>
            <pc:docMk/>
            <pc:sldMk cId="3856055344" sldId="419"/>
            <ac:spMk id="44" creationId="{D35D4EC4-B309-DCE6-EA74-F129CDE19F4D}"/>
          </ac:spMkLst>
        </pc:spChg>
        <pc:spChg chg="add mod">
          <ac:chgData name="MERCIER, Valerie" userId="d5d65ee6-536f-47d5-b6ec-58138a493945" providerId="ADAL" clId="{91883263-DC5B-43DC-88E5-CD9AE7ACB6C9}" dt="2023-04-26T05:49:40.776" v="1319"/>
          <ac:spMkLst>
            <pc:docMk/>
            <pc:sldMk cId="3856055344" sldId="419"/>
            <ac:spMk id="45" creationId="{515EFD04-51B1-966F-9C3A-02297EF9C619}"/>
          </ac:spMkLst>
        </pc:spChg>
        <pc:spChg chg="add mod">
          <ac:chgData name="MERCIER, Valerie" userId="d5d65ee6-536f-47d5-b6ec-58138a493945" providerId="ADAL" clId="{91883263-DC5B-43DC-88E5-CD9AE7ACB6C9}" dt="2023-04-26T05:49:40.776" v="1319"/>
          <ac:spMkLst>
            <pc:docMk/>
            <pc:sldMk cId="3856055344" sldId="419"/>
            <ac:spMk id="46" creationId="{A0015897-2DBD-829E-5778-7D52548C6409}"/>
          </ac:spMkLst>
        </pc:spChg>
        <pc:spChg chg="add mod">
          <ac:chgData name="MERCIER, Valerie" userId="d5d65ee6-536f-47d5-b6ec-58138a493945" providerId="ADAL" clId="{91883263-DC5B-43DC-88E5-CD9AE7ACB6C9}" dt="2023-04-26T05:51:27.370" v="1390" actId="14100"/>
          <ac:spMkLst>
            <pc:docMk/>
            <pc:sldMk cId="3856055344" sldId="419"/>
            <ac:spMk id="47" creationId="{14F1F561-DFD4-6192-E469-881D999B5673}"/>
          </ac:spMkLst>
        </pc:spChg>
        <pc:spChg chg="add mod">
          <ac:chgData name="MERCIER, Valerie" userId="d5d65ee6-536f-47d5-b6ec-58138a493945" providerId="ADAL" clId="{91883263-DC5B-43DC-88E5-CD9AE7ACB6C9}" dt="2023-04-26T05:49:40.776" v="1319"/>
          <ac:spMkLst>
            <pc:docMk/>
            <pc:sldMk cId="3856055344" sldId="419"/>
            <ac:spMk id="48" creationId="{FEAA846B-5BFF-45E0-2EA7-0966816B1889}"/>
          </ac:spMkLst>
        </pc:spChg>
        <pc:spChg chg="add mod">
          <ac:chgData name="MERCIER, Valerie" userId="d5d65ee6-536f-47d5-b6ec-58138a493945" providerId="ADAL" clId="{91883263-DC5B-43DC-88E5-CD9AE7ACB6C9}" dt="2023-04-26T05:49:40.776" v="1319"/>
          <ac:spMkLst>
            <pc:docMk/>
            <pc:sldMk cId="3856055344" sldId="419"/>
            <ac:spMk id="49" creationId="{3E89AEE9-13DD-77DC-73EC-F52B6DAA910A}"/>
          </ac:spMkLst>
        </pc:spChg>
        <pc:spChg chg="add mod">
          <ac:chgData name="MERCIER, Valerie" userId="d5d65ee6-536f-47d5-b6ec-58138a493945" providerId="ADAL" clId="{91883263-DC5B-43DC-88E5-CD9AE7ACB6C9}" dt="2023-04-26T05:51:41.063" v="1392" actId="6549"/>
          <ac:spMkLst>
            <pc:docMk/>
            <pc:sldMk cId="3856055344" sldId="419"/>
            <ac:spMk id="50" creationId="{E6DD38C8-FA6E-8DB9-2E87-8C47551D0C4C}"/>
          </ac:spMkLst>
        </pc:spChg>
        <pc:spChg chg="add mod">
          <ac:chgData name="MERCIER, Valerie" userId="d5d65ee6-536f-47d5-b6ec-58138a493945" providerId="ADAL" clId="{91883263-DC5B-43DC-88E5-CD9AE7ACB6C9}" dt="2023-04-26T05:49:40.776" v="1319"/>
          <ac:spMkLst>
            <pc:docMk/>
            <pc:sldMk cId="3856055344" sldId="419"/>
            <ac:spMk id="51" creationId="{A8B790AF-6060-CF76-9158-6680C248E6B9}"/>
          </ac:spMkLst>
        </pc:spChg>
        <pc:spChg chg="add mod">
          <ac:chgData name="MERCIER, Valerie" userId="d5d65ee6-536f-47d5-b6ec-58138a493945" providerId="ADAL" clId="{91883263-DC5B-43DC-88E5-CD9AE7ACB6C9}" dt="2023-04-26T05:49:40.776" v="1319"/>
          <ac:spMkLst>
            <pc:docMk/>
            <pc:sldMk cId="3856055344" sldId="419"/>
            <ac:spMk id="52" creationId="{366AEC1A-81F7-C185-B0EB-332ED94DD19E}"/>
          </ac:spMkLst>
        </pc:spChg>
        <pc:spChg chg="add mod">
          <ac:chgData name="MERCIER, Valerie" userId="d5d65ee6-536f-47d5-b6ec-58138a493945" providerId="ADAL" clId="{91883263-DC5B-43DC-88E5-CD9AE7ACB6C9}" dt="2023-04-26T05:49:40.776" v="1319"/>
          <ac:spMkLst>
            <pc:docMk/>
            <pc:sldMk cId="3856055344" sldId="419"/>
            <ac:spMk id="53" creationId="{1850AAF5-AB07-22B2-6AC1-6D63A350E79F}"/>
          </ac:spMkLst>
        </pc:spChg>
        <pc:spChg chg="add mod">
          <ac:chgData name="MERCIER, Valerie" userId="d5d65ee6-536f-47d5-b6ec-58138a493945" providerId="ADAL" clId="{91883263-DC5B-43DC-88E5-CD9AE7ACB6C9}" dt="2023-04-26T05:49:40.776" v="1319"/>
          <ac:spMkLst>
            <pc:docMk/>
            <pc:sldMk cId="3856055344" sldId="419"/>
            <ac:spMk id="54" creationId="{932201D9-F940-D9F8-0BFC-FFD7AE26E3E6}"/>
          </ac:spMkLst>
        </pc:spChg>
        <pc:spChg chg="add mod">
          <ac:chgData name="MERCIER, Valerie" userId="d5d65ee6-536f-47d5-b6ec-58138a493945" providerId="ADAL" clId="{91883263-DC5B-43DC-88E5-CD9AE7ACB6C9}" dt="2023-04-26T05:51:27.370" v="1390" actId="14100"/>
          <ac:spMkLst>
            <pc:docMk/>
            <pc:sldMk cId="3856055344" sldId="419"/>
            <ac:spMk id="55" creationId="{9FBEAA27-9A0E-38E2-506E-48E03625FA38}"/>
          </ac:spMkLst>
        </pc:spChg>
        <pc:spChg chg="add mod">
          <ac:chgData name="MERCIER, Valerie" userId="d5d65ee6-536f-47d5-b6ec-58138a493945" providerId="ADAL" clId="{91883263-DC5B-43DC-88E5-CD9AE7ACB6C9}" dt="2023-04-26T05:49:40.776" v="1319"/>
          <ac:spMkLst>
            <pc:docMk/>
            <pc:sldMk cId="3856055344" sldId="419"/>
            <ac:spMk id="56" creationId="{C43D365B-B577-FBBD-4B67-B1A9189B6FFB}"/>
          </ac:spMkLst>
        </pc:spChg>
        <pc:spChg chg="add mod">
          <ac:chgData name="MERCIER, Valerie" userId="d5d65ee6-536f-47d5-b6ec-58138a493945" providerId="ADAL" clId="{91883263-DC5B-43DC-88E5-CD9AE7ACB6C9}" dt="2023-04-26T05:50:32.753" v="1386" actId="20577"/>
          <ac:spMkLst>
            <pc:docMk/>
            <pc:sldMk cId="3856055344" sldId="419"/>
            <ac:spMk id="57" creationId="{F9B18FE1-3808-27D6-DFA7-66AA3E5665F1}"/>
          </ac:spMkLst>
        </pc:spChg>
        <pc:spChg chg="add mod">
          <ac:chgData name="MERCIER, Valerie" userId="d5d65ee6-536f-47d5-b6ec-58138a493945" providerId="ADAL" clId="{91883263-DC5B-43DC-88E5-CD9AE7ACB6C9}" dt="2023-04-26T05:51:27.370" v="1390" actId="14100"/>
          <ac:spMkLst>
            <pc:docMk/>
            <pc:sldMk cId="3856055344" sldId="419"/>
            <ac:spMk id="58" creationId="{E3C7CDDB-0FC2-B4DC-7AE3-EC5DA58B3647}"/>
          </ac:spMkLst>
        </pc:spChg>
        <pc:spChg chg="add mod">
          <ac:chgData name="MERCIER, Valerie" userId="d5d65ee6-536f-47d5-b6ec-58138a493945" providerId="ADAL" clId="{91883263-DC5B-43DC-88E5-CD9AE7ACB6C9}" dt="2023-04-26T05:49:40.776" v="1319"/>
          <ac:spMkLst>
            <pc:docMk/>
            <pc:sldMk cId="3856055344" sldId="419"/>
            <ac:spMk id="59" creationId="{96499058-ED0B-AE36-426B-2AEF8C83F502}"/>
          </ac:spMkLst>
        </pc:spChg>
      </pc:sldChg>
      <pc:sldChg chg="addSp delSp modSp add mod">
        <pc:chgData name="MERCIER, Valerie" userId="d5d65ee6-536f-47d5-b6ec-58138a493945" providerId="ADAL" clId="{91883263-DC5B-43DC-88E5-CD9AE7ACB6C9}" dt="2023-04-26T08:32:13.647" v="2367" actId="21"/>
        <pc:sldMkLst>
          <pc:docMk/>
          <pc:sldMk cId="977600634" sldId="420"/>
        </pc:sldMkLst>
        <pc:spChg chg="mod">
          <ac:chgData name="MERCIER, Valerie" userId="d5d65ee6-536f-47d5-b6ec-58138a493945" providerId="ADAL" clId="{91883263-DC5B-43DC-88E5-CD9AE7ACB6C9}" dt="2023-04-26T05:56:40.821" v="1468" actId="1076"/>
          <ac:spMkLst>
            <pc:docMk/>
            <pc:sldMk cId="977600634" sldId="420"/>
            <ac:spMk id="2" creationId="{65E8FFBA-5626-F3DC-50AB-6DC0C9928DFC}"/>
          </ac:spMkLst>
        </pc:spChg>
        <pc:spChg chg="mod">
          <ac:chgData name="MERCIER, Valerie" userId="d5d65ee6-536f-47d5-b6ec-58138a493945" providerId="ADAL" clId="{91883263-DC5B-43DC-88E5-CD9AE7ACB6C9}" dt="2023-04-26T05:56:40.821" v="1468" actId="1076"/>
          <ac:spMkLst>
            <pc:docMk/>
            <pc:sldMk cId="977600634" sldId="420"/>
            <ac:spMk id="3" creationId="{E60A5EF2-4AA2-AA80-4AC0-2447F1EBD341}"/>
          </ac:spMkLst>
        </pc:spChg>
        <pc:spChg chg="mod">
          <ac:chgData name="MERCIER, Valerie" userId="d5d65ee6-536f-47d5-b6ec-58138a493945" providerId="ADAL" clId="{91883263-DC5B-43DC-88E5-CD9AE7ACB6C9}" dt="2023-04-26T05:56:40.821" v="1468" actId="1076"/>
          <ac:spMkLst>
            <pc:docMk/>
            <pc:sldMk cId="977600634" sldId="420"/>
            <ac:spMk id="4" creationId="{46FA9D84-1EA8-EE1A-E38D-624CF00C985A}"/>
          </ac:spMkLst>
        </pc:spChg>
        <pc:spChg chg="add mod">
          <ac:chgData name="MERCIER, Valerie" userId="d5d65ee6-536f-47d5-b6ec-58138a493945" providerId="ADAL" clId="{91883263-DC5B-43DC-88E5-CD9AE7ACB6C9}" dt="2023-04-26T05:56:40.821" v="1468" actId="1076"/>
          <ac:spMkLst>
            <pc:docMk/>
            <pc:sldMk cId="977600634" sldId="420"/>
            <ac:spMk id="5" creationId="{7313932D-2C28-9D06-5280-F74E70B0E13F}"/>
          </ac:spMkLst>
        </pc:spChg>
        <pc:spChg chg="add mod">
          <ac:chgData name="MERCIER, Valerie" userId="d5d65ee6-536f-47d5-b6ec-58138a493945" providerId="ADAL" clId="{91883263-DC5B-43DC-88E5-CD9AE7ACB6C9}" dt="2023-04-26T05:56:40.821" v="1468" actId="1076"/>
          <ac:spMkLst>
            <pc:docMk/>
            <pc:sldMk cId="977600634" sldId="420"/>
            <ac:spMk id="6" creationId="{B2E3FD7F-5F10-76FD-B1A3-A2C6C46B97CD}"/>
          </ac:spMkLst>
        </pc:spChg>
        <pc:spChg chg="add mod">
          <ac:chgData name="MERCIER, Valerie" userId="d5d65ee6-536f-47d5-b6ec-58138a493945" providerId="ADAL" clId="{91883263-DC5B-43DC-88E5-CD9AE7ACB6C9}" dt="2023-04-26T08:32:13.647" v="2367" actId="21"/>
          <ac:spMkLst>
            <pc:docMk/>
            <pc:sldMk cId="977600634" sldId="420"/>
            <ac:spMk id="7" creationId="{ECA5B4CC-C560-71DC-6FAD-93DC04803BBD}"/>
          </ac:spMkLst>
        </pc:spChg>
        <pc:spChg chg="add mod">
          <ac:chgData name="MERCIER, Valerie" userId="d5d65ee6-536f-47d5-b6ec-58138a493945" providerId="ADAL" clId="{91883263-DC5B-43DC-88E5-CD9AE7ACB6C9}" dt="2023-04-26T05:56:40.821" v="1468" actId="1076"/>
          <ac:spMkLst>
            <pc:docMk/>
            <pc:sldMk cId="977600634" sldId="420"/>
            <ac:spMk id="8" creationId="{5A570610-1824-BEF5-1453-500240DA7745}"/>
          </ac:spMkLst>
        </pc:spChg>
        <pc:spChg chg="add mod">
          <ac:chgData name="MERCIER, Valerie" userId="d5d65ee6-536f-47d5-b6ec-58138a493945" providerId="ADAL" clId="{91883263-DC5B-43DC-88E5-CD9AE7ACB6C9}" dt="2023-04-26T05:56:40.821" v="1468" actId="1076"/>
          <ac:spMkLst>
            <pc:docMk/>
            <pc:sldMk cId="977600634" sldId="420"/>
            <ac:spMk id="9" creationId="{FEF2A71D-6B1D-04D3-FDF7-824D931FFED8}"/>
          </ac:spMkLst>
        </pc:spChg>
        <pc:spChg chg="add mod">
          <ac:chgData name="MERCIER, Valerie" userId="d5d65ee6-536f-47d5-b6ec-58138a493945" providerId="ADAL" clId="{91883263-DC5B-43DC-88E5-CD9AE7ACB6C9}" dt="2023-04-26T05:56:40.821" v="1468" actId="1076"/>
          <ac:spMkLst>
            <pc:docMk/>
            <pc:sldMk cId="977600634" sldId="420"/>
            <ac:spMk id="10" creationId="{D12567CE-DF8D-8A00-ADCB-7D5AB989C12C}"/>
          </ac:spMkLst>
        </pc:spChg>
        <pc:spChg chg="add mod">
          <ac:chgData name="MERCIER, Valerie" userId="d5d65ee6-536f-47d5-b6ec-58138a493945" providerId="ADAL" clId="{91883263-DC5B-43DC-88E5-CD9AE7ACB6C9}" dt="2023-04-26T05:56:40.821" v="1468" actId="1076"/>
          <ac:spMkLst>
            <pc:docMk/>
            <pc:sldMk cId="977600634" sldId="420"/>
            <ac:spMk id="11" creationId="{B0462296-DC8E-C581-2617-486B1D3EF1E6}"/>
          </ac:spMkLst>
        </pc:spChg>
        <pc:spChg chg="mod">
          <ac:chgData name="MERCIER, Valerie" userId="d5d65ee6-536f-47d5-b6ec-58138a493945" providerId="ADAL" clId="{91883263-DC5B-43DC-88E5-CD9AE7ACB6C9}" dt="2023-04-26T05:56:14.322" v="1463" actId="6549"/>
          <ac:spMkLst>
            <pc:docMk/>
            <pc:sldMk cId="977600634" sldId="420"/>
            <ac:spMk id="49" creationId="{8C8CD1F0-F30B-232C-19A0-B372502B49F2}"/>
          </ac:spMkLst>
        </pc:spChg>
        <pc:spChg chg="mod">
          <ac:chgData name="MERCIER, Valerie" userId="d5d65ee6-536f-47d5-b6ec-58138a493945" providerId="ADAL" clId="{91883263-DC5B-43DC-88E5-CD9AE7ACB6C9}" dt="2023-04-26T05:55:57.223" v="1452" actId="20577"/>
          <ac:spMkLst>
            <pc:docMk/>
            <pc:sldMk cId="977600634" sldId="420"/>
            <ac:spMk id="50" creationId="{F4BA53DD-0DC6-DFA7-5314-7B5845315A15}"/>
          </ac:spMkLst>
        </pc:spChg>
        <pc:spChg chg="mod">
          <ac:chgData name="MERCIER, Valerie" userId="d5d65ee6-536f-47d5-b6ec-58138a493945" providerId="ADAL" clId="{91883263-DC5B-43DC-88E5-CD9AE7ACB6C9}" dt="2023-04-26T05:55:50.323" v="1450" actId="20577"/>
          <ac:spMkLst>
            <pc:docMk/>
            <pc:sldMk cId="977600634" sldId="420"/>
            <ac:spMk id="51" creationId="{04C74DD4-9FE4-AD6C-6220-CEC750F03DF2}"/>
          </ac:spMkLst>
        </pc:spChg>
        <pc:spChg chg="del">
          <ac:chgData name="MERCIER, Valerie" userId="d5d65ee6-536f-47d5-b6ec-58138a493945" providerId="ADAL" clId="{91883263-DC5B-43DC-88E5-CD9AE7ACB6C9}" dt="2023-04-26T05:56:24.241" v="1464" actId="478"/>
          <ac:spMkLst>
            <pc:docMk/>
            <pc:sldMk cId="977600634" sldId="420"/>
            <ac:spMk id="52" creationId="{6B693B42-2E85-DDB0-8C0A-A2B55B59AB3D}"/>
          </ac:spMkLst>
        </pc:spChg>
        <pc:spChg chg="del">
          <ac:chgData name="MERCIER, Valerie" userId="d5d65ee6-536f-47d5-b6ec-58138a493945" providerId="ADAL" clId="{91883263-DC5B-43DC-88E5-CD9AE7ACB6C9}" dt="2023-04-26T05:56:24.241" v="1464" actId="478"/>
          <ac:spMkLst>
            <pc:docMk/>
            <pc:sldMk cId="977600634" sldId="420"/>
            <ac:spMk id="53" creationId="{A76E5D33-4C9D-CD06-19BD-60959DF2BFE4}"/>
          </ac:spMkLst>
        </pc:spChg>
        <pc:spChg chg="del">
          <ac:chgData name="MERCIER, Valerie" userId="d5d65ee6-536f-47d5-b6ec-58138a493945" providerId="ADAL" clId="{91883263-DC5B-43DC-88E5-CD9AE7ACB6C9}" dt="2023-04-26T05:56:24.241" v="1464" actId="478"/>
          <ac:spMkLst>
            <pc:docMk/>
            <pc:sldMk cId="977600634" sldId="420"/>
            <ac:spMk id="54" creationId="{5E4D99AD-BA48-3032-E260-072EDB7360B8}"/>
          </ac:spMkLst>
        </pc:spChg>
        <pc:spChg chg="del">
          <ac:chgData name="MERCIER, Valerie" userId="d5d65ee6-536f-47d5-b6ec-58138a493945" providerId="ADAL" clId="{91883263-DC5B-43DC-88E5-CD9AE7ACB6C9}" dt="2023-04-26T05:56:29.021" v="1467" actId="478"/>
          <ac:spMkLst>
            <pc:docMk/>
            <pc:sldMk cId="977600634" sldId="420"/>
            <ac:spMk id="55" creationId="{AB1C2D2D-FCED-7A9F-E536-4772108E649C}"/>
          </ac:spMkLst>
        </pc:spChg>
        <pc:spChg chg="del">
          <ac:chgData name="MERCIER, Valerie" userId="d5d65ee6-536f-47d5-b6ec-58138a493945" providerId="ADAL" clId="{91883263-DC5B-43DC-88E5-CD9AE7ACB6C9}" dt="2023-04-26T05:56:24.241" v="1464" actId="478"/>
          <ac:spMkLst>
            <pc:docMk/>
            <pc:sldMk cId="977600634" sldId="420"/>
            <ac:spMk id="56" creationId="{BBF836E6-A60B-B819-896D-A1DD39E74F34}"/>
          </ac:spMkLst>
        </pc:spChg>
        <pc:spChg chg="del">
          <ac:chgData name="MERCIER, Valerie" userId="d5d65ee6-536f-47d5-b6ec-58138a493945" providerId="ADAL" clId="{91883263-DC5B-43DC-88E5-CD9AE7ACB6C9}" dt="2023-04-26T05:56:24.241" v="1464" actId="478"/>
          <ac:spMkLst>
            <pc:docMk/>
            <pc:sldMk cId="977600634" sldId="420"/>
            <ac:spMk id="57" creationId="{489C2AAA-CF55-F25A-41A8-01BF0202C6DC}"/>
          </ac:spMkLst>
        </pc:spChg>
        <pc:spChg chg="del">
          <ac:chgData name="MERCIER, Valerie" userId="d5d65ee6-536f-47d5-b6ec-58138a493945" providerId="ADAL" clId="{91883263-DC5B-43DC-88E5-CD9AE7ACB6C9}" dt="2023-04-26T05:55:53.303" v="1451" actId="478"/>
          <ac:spMkLst>
            <pc:docMk/>
            <pc:sldMk cId="977600634" sldId="420"/>
            <ac:spMk id="58" creationId="{44E467E6-203D-236B-5E25-1CAC775E125B}"/>
          </ac:spMkLst>
        </pc:spChg>
      </pc:sldChg>
      <pc:sldChg chg="addSp modSp new del mod">
        <pc:chgData name="MERCIER, Valerie" userId="d5d65ee6-536f-47d5-b6ec-58138a493945" providerId="ADAL" clId="{91883263-DC5B-43DC-88E5-CD9AE7ACB6C9}" dt="2023-04-26T05:54:17.962" v="1438" actId="47"/>
        <pc:sldMkLst>
          <pc:docMk/>
          <pc:sldMk cId="3565901757" sldId="420"/>
        </pc:sldMkLst>
        <pc:spChg chg="mod">
          <ac:chgData name="MERCIER, Valerie" userId="d5d65ee6-536f-47d5-b6ec-58138a493945" providerId="ADAL" clId="{91883263-DC5B-43DC-88E5-CD9AE7ACB6C9}" dt="2023-04-26T05:51:59.290" v="1395"/>
          <ac:spMkLst>
            <pc:docMk/>
            <pc:sldMk cId="3565901757" sldId="420"/>
            <ac:spMk id="6" creationId="{FDE8114D-A71A-57B4-1F4A-027056CB96EC}"/>
          </ac:spMkLst>
        </pc:spChg>
        <pc:spChg chg="add mod">
          <ac:chgData name="MERCIER, Valerie" userId="d5d65ee6-536f-47d5-b6ec-58138a493945" providerId="ADAL" clId="{91883263-DC5B-43DC-88E5-CD9AE7ACB6C9}" dt="2023-04-26T05:52:11.389" v="1398"/>
          <ac:spMkLst>
            <pc:docMk/>
            <pc:sldMk cId="3565901757" sldId="420"/>
            <ac:spMk id="8" creationId="{EB9A7D98-1945-E21F-5034-D23AC41AE80E}"/>
          </ac:spMkLst>
        </pc:spChg>
        <pc:spChg chg="add mod">
          <ac:chgData name="MERCIER, Valerie" userId="d5d65ee6-536f-47d5-b6ec-58138a493945" providerId="ADAL" clId="{91883263-DC5B-43DC-88E5-CD9AE7ACB6C9}" dt="2023-04-26T05:52:11.389" v="1398"/>
          <ac:spMkLst>
            <pc:docMk/>
            <pc:sldMk cId="3565901757" sldId="420"/>
            <ac:spMk id="9" creationId="{57B1063A-AEE6-5B2A-30B5-AC01AD1AF739}"/>
          </ac:spMkLst>
        </pc:spChg>
        <pc:spChg chg="add mod">
          <ac:chgData name="MERCIER, Valerie" userId="d5d65ee6-536f-47d5-b6ec-58138a493945" providerId="ADAL" clId="{91883263-DC5B-43DC-88E5-CD9AE7ACB6C9}" dt="2023-04-26T05:52:11.389" v="1398"/>
          <ac:spMkLst>
            <pc:docMk/>
            <pc:sldMk cId="3565901757" sldId="420"/>
            <ac:spMk id="10" creationId="{4F95768E-96C4-4460-D431-525301F46871}"/>
          </ac:spMkLst>
        </pc:spChg>
        <pc:spChg chg="add mod">
          <ac:chgData name="MERCIER, Valerie" userId="d5d65ee6-536f-47d5-b6ec-58138a493945" providerId="ADAL" clId="{91883263-DC5B-43DC-88E5-CD9AE7ACB6C9}" dt="2023-04-26T05:52:11.389" v="1398"/>
          <ac:spMkLst>
            <pc:docMk/>
            <pc:sldMk cId="3565901757" sldId="420"/>
            <ac:spMk id="11" creationId="{BB295EBA-E1CD-1101-30D6-8147DEF61353}"/>
          </ac:spMkLst>
        </pc:spChg>
        <pc:spChg chg="add mod">
          <ac:chgData name="MERCIER, Valerie" userId="d5d65ee6-536f-47d5-b6ec-58138a493945" providerId="ADAL" clId="{91883263-DC5B-43DC-88E5-CD9AE7ACB6C9}" dt="2023-04-26T05:52:11.389" v="1398"/>
          <ac:spMkLst>
            <pc:docMk/>
            <pc:sldMk cId="3565901757" sldId="420"/>
            <ac:spMk id="12" creationId="{F6D01824-8196-CA13-E49B-C78254A49434}"/>
          </ac:spMkLst>
        </pc:spChg>
        <pc:spChg chg="add mod">
          <ac:chgData name="MERCIER, Valerie" userId="d5d65ee6-536f-47d5-b6ec-58138a493945" providerId="ADAL" clId="{91883263-DC5B-43DC-88E5-CD9AE7ACB6C9}" dt="2023-04-26T05:52:11.389" v="1398"/>
          <ac:spMkLst>
            <pc:docMk/>
            <pc:sldMk cId="3565901757" sldId="420"/>
            <ac:spMk id="13" creationId="{F30AB353-2775-A2A9-3615-3D1929C9315B}"/>
          </ac:spMkLst>
        </pc:spChg>
        <pc:spChg chg="add mod">
          <ac:chgData name="MERCIER, Valerie" userId="d5d65ee6-536f-47d5-b6ec-58138a493945" providerId="ADAL" clId="{91883263-DC5B-43DC-88E5-CD9AE7ACB6C9}" dt="2023-04-26T05:52:11.389" v="1398"/>
          <ac:spMkLst>
            <pc:docMk/>
            <pc:sldMk cId="3565901757" sldId="420"/>
            <ac:spMk id="14" creationId="{F959B151-5D9C-04B3-A1E7-37DCFD3309AA}"/>
          </ac:spMkLst>
        </pc:spChg>
        <pc:spChg chg="add mod">
          <ac:chgData name="MERCIER, Valerie" userId="d5d65ee6-536f-47d5-b6ec-58138a493945" providerId="ADAL" clId="{91883263-DC5B-43DC-88E5-CD9AE7ACB6C9}" dt="2023-04-26T05:52:11.389" v="1398"/>
          <ac:spMkLst>
            <pc:docMk/>
            <pc:sldMk cId="3565901757" sldId="420"/>
            <ac:spMk id="15" creationId="{F2C97E6B-5A88-E936-91B5-3146B6EC5DC2}"/>
          </ac:spMkLst>
        </pc:spChg>
        <pc:spChg chg="add mod">
          <ac:chgData name="MERCIER, Valerie" userId="d5d65ee6-536f-47d5-b6ec-58138a493945" providerId="ADAL" clId="{91883263-DC5B-43DC-88E5-CD9AE7ACB6C9}" dt="2023-04-26T05:52:11.389" v="1398"/>
          <ac:spMkLst>
            <pc:docMk/>
            <pc:sldMk cId="3565901757" sldId="420"/>
            <ac:spMk id="16" creationId="{F436F99D-FFA0-73E8-2647-3AD08B2C387B}"/>
          </ac:spMkLst>
        </pc:spChg>
        <pc:spChg chg="add mod">
          <ac:chgData name="MERCIER, Valerie" userId="d5d65ee6-536f-47d5-b6ec-58138a493945" providerId="ADAL" clId="{91883263-DC5B-43DC-88E5-CD9AE7ACB6C9}" dt="2023-04-26T05:52:11.389" v="1398"/>
          <ac:spMkLst>
            <pc:docMk/>
            <pc:sldMk cId="3565901757" sldId="420"/>
            <ac:spMk id="17" creationId="{CC9F4346-FCC7-A2B3-FB2D-15B60DD2D066}"/>
          </ac:spMkLst>
        </pc:spChg>
      </pc:sldChg>
      <pc:sldChg chg="addSp delSp modSp new del">
        <pc:chgData name="MERCIER, Valerie" userId="d5d65ee6-536f-47d5-b6ec-58138a493945" providerId="ADAL" clId="{91883263-DC5B-43DC-88E5-CD9AE7ACB6C9}" dt="2023-04-26T05:52:32.477" v="1402" actId="680"/>
        <pc:sldMkLst>
          <pc:docMk/>
          <pc:sldMk cId="583039712" sldId="421"/>
        </pc:sldMkLst>
        <pc:spChg chg="add del mod">
          <ac:chgData name="MERCIER, Valerie" userId="d5d65ee6-536f-47d5-b6ec-58138a493945" providerId="ADAL" clId="{91883263-DC5B-43DC-88E5-CD9AE7ACB6C9}" dt="2023-04-26T05:52:31.724" v="1401"/>
          <ac:spMkLst>
            <pc:docMk/>
            <pc:sldMk cId="583039712" sldId="421"/>
            <ac:spMk id="8" creationId="{4A19AB01-5E26-9A67-7E29-08C28468DDE3}"/>
          </ac:spMkLst>
        </pc:spChg>
        <pc:spChg chg="add del mod">
          <ac:chgData name="MERCIER, Valerie" userId="d5d65ee6-536f-47d5-b6ec-58138a493945" providerId="ADAL" clId="{91883263-DC5B-43DC-88E5-CD9AE7ACB6C9}" dt="2023-04-26T05:52:31.724" v="1401"/>
          <ac:spMkLst>
            <pc:docMk/>
            <pc:sldMk cId="583039712" sldId="421"/>
            <ac:spMk id="9" creationId="{40DE9605-0D2C-1E02-958E-508609A8185F}"/>
          </ac:spMkLst>
        </pc:spChg>
        <pc:spChg chg="add del mod">
          <ac:chgData name="MERCIER, Valerie" userId="d5d65ee6-536f-47d5-b6ec-58138a493945" providerId="ADAL" clId="{91883263-DC5B-43DC-88E5-CD9AE7ACB6C9}" dt="2023-04-26T05:52:31.724" v="1401"/>
          <ac:spMkLst>
            <pc:docMk/>
            <pc:sldMk cId="583039712" sldId="421"/>
            <ac:spMk id="10" creationId="{43824280-5973-18AC-72A9-C995B29EDB33}"/>
          </ac:spMkLst>
        </pc:spChg>
        <pc:spChg chg="add del mod">
          <ac:chgData name="MERCIER, Valerie" userId="d5d65ee6-536f-47d5-b6ec-58138a493945" providerId="ADAL" clId="{91883263-DC5B-43DC-88E5-CD9AE7ACB6C9}" dt="2023-04-26T05:52:31.724" v="1401"/>
          <ac:spMkLst>
            <pc:docMk/>
            <pc:sldMk cId="583039712" sldId="421"/>
            <ac:spMk id="11" creationId="{D1E99F24-50B3-A63D-B5A6-36B9EF246DAD}"/>
          </ac:spMkLst>
        </pc:spChg>
        <pc:spChg chg="add del mod">
          <ac:chgData name="MERCIER, Valerie" userId="d5d65ee6-536f-47d5-b6ec-58138a493945" providerId="ADAL" clId="{91883263-DC5B-43DC-88E5-CD9AE7ACB6C9}" dt="2023-04-26T05:52:31.724" v="1401"/>
          <ac:spMkLst>
            <pc:docMk/>
            <pc:sldMk cId="583039712" sldId="421"/>
            <ac:spMk id="12" creationId="{610A3ED0-E005-C588-AB32-AA4DF5EB8BB9}"/>
          </ac:spMkLst>
        </pc:spChg>
        <pc:spChg chg="add del mod">
          <ac:chgData name="MERCIER, Valerie" userId="d5d65ee6-536f-47d5-b6ec-58138a493945" providerId="ADAL" clId="{91883263-DC5B-43DC-88E5-CD9AE7ACB6C9}" dt="2023-04-26T05:52:31.724" v="1401"/>
          <ac:spMkLst>
            <pc:docMk/>
            <pc:sldMk cId="583039712" sldId="421"/>
            <ac:spMk id="13" creationId="{B48A6044-7B26-18EE-ACD4-057B29C52F53}"/>
          </ac:spMkLst>
        </pc:spChg>
        <pc:spChg chg="add del mod">
          <ac:chgData name="MERCIER, Valerie" userId="d5d65ee6-536f-47d5-b6ec-58138a493945" providerId="ADAL" clId="{91883263-DC5B-43DC-88E5-CD9AE7ACB6C9}" dt="2023-04-26T05:52:31.724" v="1401"/>
          <ac:spMkLst>
            <pc:docMk/>
            <pc:sldMk cId="583039712" sldId="421"/>
            <ac:spMk id="14" creationId="{DCA3CCB0-05BB-4E5C-8F2B-D6E092333F2A}"/>
          </ac:spMkLst>
        </pc:spChg>
        <pc:spChg chg="add del mod">
          <ac:chgData name="MERCIER, Valerie" userId="d5d65ee6-536f-47d5-b6ec-58138a493945" providerId="ADAL" clId="{91883263-DC5B-43DC-88E5-CD9AE7ACB6C9}" dt="2023-04-26T05:52:31.724" v="1401"/>
          <ac:spMkLst>
            <pc:docMk/>
            <pc:sldMk cId="583039712" sldId="421"/>
            <ac:spMk id="15" creationId="{B3C608A1-D834-80FA-2612-440551D0B7F6}"/>
          </ac:spMkLst>
        </pc:spChg>
        <pc:spChg chg="add del mod">
          <ac:chgData name="MERCIER, Valerie" userId="d5d65ee6-536f-47d5-b6ec-58138a493945" providerId="ADAL" clId="{91883263-DC5B-43DC-88E5-CD9AE7ACB6C9}" dt="2023-04-26T05:52:31.724" v="1401"/>
          <ac:spMkLst>
            <pc:docMk/>
            <pc:sldMk cId="583039712" sldId="421"/>
            <ac:spMk id="16" creationId="{693DD506-0EFD-61BE-3E1B-416B320548A4}"/>
          </ac:spMkLst>
        </pc:spChg>
        <pc:spChg chg="add del mod">
          <ac:chgData name="MERCIER, Valerie" userId="d5d65ee6-536f-47d5-b6ec-58138a493945" providerId="ADAL" clId="{91883263-DC5B-43DC-88E5-CD9AE7ACB6C9}" dt="2023-04-26T05:52:31.724" v="1401"/>
          <ac:spMkLst>
            <pc:docMk/>
            <pc:sldMk cId="583039712" sldId="421"/>
            <ac:spMk id="17" creationId="{51D86B44-F39A-F935-FC77-6046C0468448}"/>
          </ac:spMkLst>
        </pc:spChg>
        <pc:spChg chg="add del mod">
          <ac:chgData name="MERCIER, Valerie" userId="d5d65ee6-536f-47d5-b6ec-58138a493945" providerId="ADAL" clId="{91883263-DC5B-43DC-88E5-CD9AE7ACB6C9}" dt="2023-04-26T05:52:31.724" v="1401"/>
          <ac:spMkLst>
            <pc:docMk/>
            <pc:sldMk cId="583039712" sldId="421"/>
            <ac:spMk id="18" creationId="{03696B35-7E43-E49A-2D0E-06B2E6A8EAA1}"/>
          </ac:spMkLst>
        </pc:spChg>
        <pc:spChg chg="add del mod">
          <ac:chgData name="MERCIER, Valerie" userId="d5d65ee6-536f-47d5-b6ec-58138a493945" providerId="ADAL" clId="{91883263-DC5B-43DC-88E5-CD9AE7ACB6C9}" dt="2023-04-26T05:52:31.724" v="1401"/>
          <ac:spMkLst>
            <pc:docMk/>
            <pc:sldMk cId="583039712" sldId="421"/>
            <ac:spMk id="19" creationId="{CD4D4E36-7B66-B478-844F-F4CF073468F5}"/>
          </ac:spMkLst>
        </pc:spChg>
        <pc:spChg chg="add del mod">
          <ac:chgData name="MERCIER, Valerie" userId="d5d65ee6-536f-47d5-b6ec-58138a493945" providerId="ADAL" clId="{91883263-DC5B-43DC-88E5-CD9AE7ACB6C9}" dt="2023-04-26T05:52:31.724" v="1401"/>
          <ac:spMkLst>
            <pc:docMk/>
            <pc:sldMk cId="583039712" sldId="421"/>
            <ac:spMk id="20" creationId="{68B2665D-2FAC-BD69-AD56-80132C86463C}"/>
          </ac:spMkLst>
        </pc:spChg>
        <pc:spChg chg="add del mod">
          <ac:chgData name="MERCIER, Valerie" userId="d5d65ee6-536f-47d5-b6ec-58138a493945" providerId="ADAL" clId="{91883263-DC5B-43DC-88E5-CD9AE7ACB6C9}" dt="2023-04-26T05:52:31.724" v="1401"/>
          <ac:spMkLst>
            <pc:docMk/>
            <pc:sldMk cId="583039712" sldId="421"/>
            <ac:spMk id="21" creationId="{86D40D31-7D6A-EDC2-FF0E-FAA313FC80E1}"/>
          </ac:spMkLst>
        </pc:spChg>
        <pc:spChg chg="add del mod">
          <ac:chgData name="MERCIER, Valerie" userId="d5d65ee6-536f-47d5-b6ec-58138a493945" providerId="ADAL" clId="{91883263-DC5B-43DC-88E5-CD9AE7ACB6C9}" dt="2023-04-26T05:52:31.724" v="1401"/>
          <ac:spMkLst>
            <pc:docMk/>
            <pc:sldMk cId="583039712" sldId="421"/>
            <ac:spMk id="22" creationId="{DB3A8FB1-DB85-58C1-EB0A-F75F3C6B92D8}"/>
          </ac:spMkLst>
        </pc:spChg>
        <pc:spChg chg="add del mod">
          <ac:chgData name="MERCIER, Valerie" userId="d5d65ee6-536f-47d5-b6ec-58138a493945" providerId="ADAL" clId="{91883263-DC5B-43DC-88E5-CD9AE7ACB6C9}" dt="2023-04-26T05:52:31.724" v="1401"/>
          <ac:spMkLst>
            <pc:docMk/>
            <pc:sldMk cId="583039712" sldId="421"/>
            <ac:spMk id="23" creationId="{F01929FA-55E0-75F1-BC11-C4436C2BE8AA}"/>
          </ac:spMkLst>
        </pc:spChg>
        <pc:spChg chg="add del mod">
          <ac:chgData name="MERCIER, Valerie" userId="d5d65ee6-536f-47d5-b6ec-58138a493945" providerId="ADAL" clId="{91883263-DC5B-43DC-88E5-CD9AE7ACB6C9}" dt="2023-04-26T05:52:31.724" v="1401"/>
          <ac:spMkLst>
            <pc:docMk/>
            <pc:sldMk cId="583039712" sldId="421"/>
            <ac:spMk id="24" creationId="{1802547A-66FF-C641-57FC-925E46FA8230}"/>
          </ac:spMkLst>
        </pc:spChg>
        <pc:spChg chg="add del mod">
          <ac:chgData name="MERCIER, Valerie" userId="d5d65ee6-536f-47d5-b6ec-58138a493945" providerId="ADAL" clId="{91883263-DC5B-43DC-88E5-CD9AE7ACB6C9}" dt="2023-04-26T05:52:31.724" v="1401"/>
          <ac:spMkLst>
            <pc:docMk/>
            <pc:sldMk cId="583039712" sldId="421"/>
            <ac:spMk id="25" creationId="{1DBC1411-6B21-2A86-C38F-F4623E62E307}"/>
          </ac:spMkLst>
        </pc:spChg>
        <pc:spChg chg="add del mod">
          <ac:chgData name="MERCIER, Valerie" userId="d5d65ee6-536f-47d5-b6ec-58138a493945" providerId="ADAL" clId="{91883263-DC5B-43DC-88E5-CD9AE7ACB6C9}" dt="2023-04-26T05:52:31.724" v="1401"/>
          <ac:spMkLst>
            <pc:docMk/>
            <pc:sldMk cId="583039712" sldId="421"/>
            <ac:spMk id="26" creationId="{7D7C3D4B-E5C6-2889-6C10-26EA49EBCF71}"/>
          </ac:spMkLst>
        </pc:spChg>
        <pc:spChg chg="add del mod">
          <ac:chgData name="MERCIER, Valerie" userId="d5d65ee6-536f-47d5-b6ec-58138a493945" providerId="ADAL" clId="{91883263-DC5B-43DC-88E5-CD9AE7ACB6C9}" dt="2023-04-26T05:52:31.724" v="1401"/>
          <ac:spMkLst>
            <pc:docMk/>
            <pc:sldMk cId="583039712" sldId="421"/>
            <ac:spMk id="27" creationId="{493107F2-D38F-DFBB-CCDD-269223592CF7}"/>
          </ac:spMkLst>
        </pc:spChg>
        <pc:spChg chg="add del mod">
          <ac:chgData name="MERCIER, Valerie" userId="d5d65ee6-536f-47d5-b6ec-58138a493945" providerId="ADAL" clId="{91883263-DC5B-43DC-88E5-CD9AE7ACB6C9}" dt="2023-04-26T05:52:31.724" v="1401"/>
          <ac:spMkLst>
            <pc:docMk/>
            <pc:sldMk cId="583039712" sldId="421"/>
            <ac:spMk id="28" creationId="{CD634CC5-3755-15C0-FFAB-211F51A95F46}"/>
          </ac:spMkLst>
        </pc:spChg>
        <pc:spChg chg="add del mod">
          <ac:chgData name="MERCIER, Valerie" userId="d5d65ee6-536f-47d5-b6ec-58138a493945" providerId="ADAL" clId="{91883263-DC5B-43DC-88E5-CD9AE7ACB6C9}" dt="2023-04-26T05:52:31.724" v="1401"/>
          <ac:spMkLst>
            <pc:docMk/>
            <pc:sldMk cId="583039712" sldId="421"/>
            <ac:spMk id="29" creationId="{4D819063-4947-B68A-DC98-45FCAA92BAF5}"/>
          </ac:spMkLst>
        </pc:spChg>
        <pc:spChg chg="add del mod">
          <ac:chgData name="MERCIER, Valerie" userId="d5d65ee6-536f-47d5-b6ec-58138a493945" providerId="ADAL" clId="{91883263-DC5B-43DC-88E5-CD9AE7ACB6C9}" dt="2023-04-26T05:52:31.724" v="1401"/>
          <ac:spMkLst>
            <pc:docMk/>
            <pc:sldMk cId="583039712" sldId="421"/>
            <ac:spMk id="30" creationId="{DE146551-4E7F-4F01-AABF-ABCD1E1EC9D8}"/>
          </ac:spMkLst>
        </pc:spChg>
        <pc:spChg chg="add del mod">
          <ac:chgData name="MERCIER, Valerie" userId="d5d65ee6-536f-47d5-b6ec-58138a493945" providerId="ADAL" clId="{91883263-DC5B-43DC-88E5-CD9AE7ACB6C9}" dt="2023-04-26T05:52:31.724" v="1401"/>
          <ac:spMkLst>
            <pc:docMk/>
            <pc:sldMk cId="583039712" sldId="421"/>
            <ac:spMk id="31" creationId="{D73AE485-B6DE-6366-2365-5E84A134CE73}"/>
          </ac:spMkLst>
        </pc:spChg>
        <pc:spChg chg="add del mod">
          <ac:chgData name="MERCIER, Valerie" userId="d5d65ee6-536f-47d5-b6ec-58138a493945" providerId="ADAL" clId="{91883263-DC5B-43DC-88E5-CD9AE7ACB6C9}" dt="2023-04-26T05:52:31.724" v="1401"/>
          <ac:spMkLst>
            <pc:docMk/>
            <pc:sldMk cId="583039712" sldId="421"/>
            <ac:spMk id="32" creationId="{3E243AD6-1D3F-4609-C447-75C1BE3C0A0D}"/>
          </ac:spMkLst>
        </pc:spChg>
        <pc:spChg chg="add del mod">
          <ac:chgData name="MERCIER, Valerie" userId="d5d65ee6-536f-47d5-b6ec-58138a493945" providerId="ADAL" clId="{91883263-DC5B-43DC-88E5-CD9AE7ACB6C9}" dt="2023-04-26T05:52:31.724" v="1401"/>
          <ac:spMkLst>
            <pc:docMk/>
            <pc:sldMk cId="583039712" sldId="421"/>
            <ac:spMk id="33" creationId="{56C8337C-8249-AB71-B0D7-999039349C9E}"/>
          </ac:spMkLst>
        </pc:spChg>
        <pc:spChg chg="add del mod">
          <ac:chgData name="MERCIER, Valerie" userId="d5d65ee6-536f-47d5-b6ec-58138a493945" providerId="ADAL" clId="{91883263-DC5B-43DC-88E5-CD9AE7ACB6C9}" dt="2023-04-26T05:52:31.724" v="1401"/>
          <ac:spMkLst>
            <pc:docMk/>
            <pc:sldMk cId="583039712" sldId="421"/>
            <ac:spMk id="34" creationId="{0504051B-5C88-480A-625B-A94FADD61D64}"/>
          </ac:spMkLst>
        </pc:spChg>
      </pc:sldChg>
      <pc:sldChg chg="addSp delSp modSp add mod">
        <pc:chgData name="MERCIER, Valerie" userId="d5d65ee6-536f-47d5-b6ec-58138a493945" providerId="ADAL" clId="{91883263-DC5B-43DC-88E5-CD9AE7ACB6C9}" dt="2023-04-26T14:14:48.981" v="4053" actId="403"/>
        <pc:sldMkLst>
          <pc:docMk/>
          <pc:sldMk cId="647330087" sldId="421"/>
        </pc:sldMkLst>
        <pc:spChg chg="del">
          <ac:chgData name="MERCIER, Valerie" userId="d5d65ee6-536f-47d5-b6ec-58138a493945" providerId="ADAL" clId="{91883263-DC5B-43DC-88E5-CD9AE7ACB6C9}" dt="2023-04-26T05:57:08.607" v="1473" actId="478"/>
          <ac:spMkLst>
            <pc:docMk/>
            <pc:sldMk cId="647330087" sldId="421"/>
            <ac:spMk id="5" creationId="{7313932D-2C28-9D06-5280-F74E70B0E13F}"/>
          </ac:spMkLst>
        </pc:spChg>
        <pc:spChg chg="del">
          <ac:chgData name="MERCIER, Valerie" userId="d5d65ee6-536f-47d5-b6ec-58138a493945" providerId="ADAL" clId="{91883263-DC5B-43DC-88E5-CD9AE7ACB6C9}" dt="2023-04-26T05:57:08.607" v="1473" actId="478"/>
          <ac:spMkLst>
            <pc:docMk/>
            <pc:sldMk cId="647330087" sldId="421"/>
            <ac:spMk id="6" creationId="{B2E3FD7F-5F10-76FD-B1A3-A2C6C46B97CD}"/>
          </ac:spMkLst>
        </pc:spChg>
        <pc:spChg chg="del">
          <ac:chgData name="MERCIER, Valerie" userId="d5d65ee6-536f-47d5-b6ec-58138a493945" providerId="ADAL" clId="{91883263-DC5B-43DC-88E5-CD9AE7ACB6C9}" dt="2023-04-26T05:57:08.607" v="1473" actId="478"/>
          <ac:spMkLst>
            <pc:docMk/>
            <pc:sldMk cId="647330087" sldId="421"/>
            <ac:spMk id="7" creationId="{ECA5B4CC-C560-71DC-6FAD-93DC04803BBD}"/>
          </ac:spMkLst>
        </pc:spChg>
        <pc:spChg chg="del">
          <ac:chgData name="MERCIER, Valerie" userId="d5d65ee6-536f-47d5-b6ec-58138a493945" providerId="ADAL" clId="{91883263-DC5B-43DC-88E5-CD9AE7ACB6C9}" dt="2023-04-26T05:57:08.607" v="1473" actId="478"/>
          <ac:spMkLst>
            <pc:docMk/>
            <pc:sldMk cId="647330087" sldId="421"/>
            <ac:spMk id="8" creationId="{5A570610-1824-BEF5-1453-500240DA7745}"/>
          </ac:spMkLst>
        </pc:spChg>
        <pc:spChg chg="del">
          <ac:chgData name="MERCIER, Valerie" userId="d5d65ee6-536f-47d5-b6ec-58138a493945" providerId="ADAL" clId="{91883263-DC5B-43DC-88E5-CD9AE7ACB6C9}" dt="2023-04-26T05:57:08.607" v="1473" actId="478"/>
          <ac:spMkLst>
            <pc:docMk/>
            <pc:sldMk cId="647330087" sldId="421"/>
            <ac:spMk id="9" creationId="{FEF2A71D-6B1D-04D3-FDF7-824D931FFED8}"/>
          </ac:spMkLst>
        </pc:spChg>
        <pc:spChg chg="del">
          <ac:chgData name="MERCIER, Valerie" userId="d5d65ee6-536f-47d5-b6ec-58138a493945" providerId="ADAL" clId="{91883263-DC5B-43DC-88E5-CD9AE7ACB6C9}" dt="2023-04-26T05:57:08.607" v="1473" actId="478"/>
          <ac:spMkLst>
            <pc:docMk/>
            <pc:sldMk cId="647330087" sldId="421"/>
            <ac:spMk id="10" creationId="{D12567CE-DF8D-8A00-ADCB-7D5AB989C12C}"/>
          </ac:spMkLst>
        </pc:spChg>
        <pc:spChg chg="del">
          <ac:chgData name="MERCIER, Valerie" userId="d5d65ee6-536f-47d5-b6ec-58138a493945" providerId="ADAL" clId="{91883263-DC5B-43DC-88E5-CD9AE7ACB6C9}" dt="2023-04-26T05:57:08.607" v="1473" actId="478"/>
          <ac:spMkLst>
            <pc:docMk/>
            <pc:sldMk cId="647330087" sldId="421"/>
            <ac:spMk id="11" creationId="{B0462296-DC8E-C581-2617-486B1D3EF1E6}"/>
          </ac:spMkLst>
        </pc:spChg>
        <pc:spChg chg="add mod">
          <ac:chgData name="MERCIER, Valerie" userId="d5d65ee6-536f-47d5-b6ec-58138a493945" providerId="ADAL" clId="{91883263-DC5B-43DC-88E5-CD9AE7ACB6C9}" dt="2023-04-26T05:57:12.411" v="1476" actId="1076"/>
          <ac:spMkLst>
            <pc:docMk/>
            <pc:sldMk cId="647330087" sldId="421"/>
            <ac:spMk id="12" creationId="{C1622FBE-E926-26DB-48E6-0C5309080448}"/>
          </ac:spMkLst>
        </pc:spChg>
        <pc:spChg chg="add mod">
          <ac:chgData name="MERCIER, Valerie" userId="d5d65ee6-536f-47d5-b6ec-58138a493945" providerId="ADAL" clId="{91883263-DC5B-43DC-88E5-CD9AE7ACB6C9}" dt="2023-04-26T14:14:48.981" v="4053" actId="403"/>
          <ac:spMkLst>
            <pc:docMk/>
            <pc:sldMk cId="647330087" sldId="421"/>
            <ac:spMk id="13" creationId="{F2439F3B-8F53-2AC1-90EE-8344C119BD89}"/>
          </ac:spMkLst>
        </pc:spChg>
        <pc:spChg chg="add mod">
          <ac:chgData name="MERCIER, Valerie" userId="d5d65ee6-536f-47d5-b6ec-58138a493945" providerId="ADAL" clId="{91883263-DC5B-43DC-88E5-CD9AE7ACB6C9}" dt="2023-04-26T06:08:31.634" v="1612" actId="14100"/>
          <ac:spMkLst>
            <pc:docMk/>
            <pc:sldMk cId="647330087" sldId="421"/>
            <ac:spMk id="14" creationId="{BF1DF7EE-38B1-E445-EE45-AE83ACAA6A7E}"/>
          </ac:spMkLst>
        </pc:spChg>
        <pc:spChg chg="add mod">
          <ac:chgData name="MERCIER, Valerie" userId="d5d65ee6-536f-47d5-b6ec-58138a493945" providerId="ADAL" clId="{91883263-DC5B-43DC-88E5-CD9AE7ACB6C9}" dt="2023-04-26T06:47:22" v="1730" actId="20577"/>
          <ac:spMkLst>
            <pc:docMk/>
            <pc:sldMk cId="647330087" sldId="421"/>
            <ac:spMk id="15" creationId="{41C134EF-E548-F695-0A8E-18671507F95F}"/>
          </ac:spMkLst>
        </pc:spChg>
        <pc:spChg chg="add mod">
          <ac:chgData name="MERCIER, Valerie" userId="d5d65ee6-536f-47d5-b6ec-58138a493945" providerId="ADAL" clId="{91883263-DC5B-43DC-88E5-CD9AE7ACB6C9}" dt="2023-04-26T05:57:12.411" v="1476" actId="1076"/>
          <ac:spMkLst>
            <pc:docMk/>
            <pc:sldMk cId="647330087" sldId="421"/>
            <ac:spMk id="16" creationId="{DC48CBE7-C80F-495E-CD10-A245FF8F38E8}"/>
          </ac:spMkLst>
        </pc:spChg>
        <pc:spChg chg="add mod">
          <ac:chgData name="MERCIER, Valerie" userId="d5d65ee6-536f-47d5-b6ec-58138a493945" providerId="ADAL" clId="{91883263-DC5B-43DC-88E5-CD9AE7ACB6C9}" dt="2023-04-26T05:57:12.411" v="1476" actId="1076"/>
          <ac:spMkLst>
            <pc:docMk/>
            <pc:sldMk cId="647330087" sldId="421"/>
            <ac:spMk id="17" creationId="{C0E2B6C9-1AD0-6577-0FA6-11B8797AC1DA}"/>
          </ac:spMkLst>
        </pc:spChg>
        <pc:spChg chg="add mod">
          <ac:chgData name="MERCIER, Valerie" userId="d5d65ee6-536f-47d5-b6ec-58138a493945" providerId="ADAL" clId="{91883263-DC5B-43DC-88E5-CD9AE7ACB6C9}" dt="2023-04-26T06:08:29.567" v="1611" actId="1076"/>
          <ac:spMkLst>
            <pc:docMk/>
            <pc:sldMk cId="647330087" sldId="421"/>
            <ac:spMk id="18" creationId="{3E478ED7-AD73-ECD4-66C1-B9EF78766F05}"/>
          </ac:spMkLst>
        </pc:spChg>
        <pc:spChg chg="add del mod">
          <ac:chgData name="MERCIER, Valerie" userId="d5d65ee6-536f-47d5-b6ec-58138a493945" providerId="ADAL" clId="{91883263-DC5B-43DC-88E5-CD9AE7ACB6C9}" dt="2023-04-26T06:07:55.522" v="1592"/>
          <ac:spMkLst>
            <pc:docMk/>
            <pc:sldMk cId="647330087" sldId="421"/>
            <ac:spMk id="19" creationId="{3DB35FBF-0CFB-86CC-A6D0-1E2869F76906}"/>
          </ac:spMkLst>
        </pc:spChg>
        <pc:spChg chg="mod">
          <ac:chgData name="MERCIER, Valerie" userId="d5d65ee6-536f-47d5-b6ec-58138a493945" providerId="ADAL" clId="{91883263-DC5B-43DC-88E5-CD9AE7ACB6C9}" dt="2023-04-26T05:56:52.122" v="1471"/>
          <ac:spMkLst>
            <pc:docMk/>
            <pc:sldMk cId="647330087" sldId="421"/>
            <ac:spMk id="49" creationId="{8C8CD1F0-F30B-232C-19A0-B372502B49F2}"/>
          </ac:spMkLst>
        </pc:spChg>
        <pc:spChg chg="mod">
          <ac:chgData name="MERCIER, Valerie" userId="d5d65ee6-536f-47d5-b6ec-58138a493945" providerId="ADAL" clId="{91883263-DC5B-43DC-88E5-CD9AE7ACB6C9}" dt="2023-04-26T05:57:21.822" v="1478" actId="20577"/>
          <ac:spMkLst>
            <pc:docMk/>
            <pc:sldMk cId="647330087" sldId="421"/>
            <ac:spMk id="50" creationId="{F4BA53DD-0DC6-DFA7-5314-7B5845315A15}"/>
          </ac:spMkLst>
        </pc:spChg>
        <pc:spChg chg="mod">
          <ac:chgData name="MERCIER, Valerie" userId="d5d65ee6-536f-47d5-b6ec-58138a493945" providerId="ADAL" clId="{91883263-DC5B-43DC-88E5-CD9AE7ACB6C9}" dt="2023-04-26T05:56:56.564" v="1472"/>
          <ac:spMkLst>
            <pc:docMk/>
            <pc:sldMk cId="647330087" sldId="421"/>
            <ac:spMk id="51" creationId="{04C74DD4-9FE4-AD6C-6220-CEC750F03DF2}"/>
          </ac:spMkLst>
        </pc:spChg>
      </pc:sldChg>
      <pc:sldChg chg="del">
        <pc:chgData name="MERCIER, Valerie" userId="d5d65ee6-536f-47d5-b6ec-58138a493945" providerId="ADAL" clId="{91883263-DC5B-43DC-88E5-CD9AE7ACB6C9}" dt="2023-04-26T05:53:01.251" v="1406" actId="47"/>
        <pc:sldMkLst>
          <pc:docMk/>
          <pc:sldMk cId="1891198802" sldId="421"/>
        </pc:sldMkLst>
      </pc:sldChg>
      <pc:sldChg chg="new del">
        <pc:chgData name="MERCIER, Valerie" userId="d5d65ee6-536f-47d5-b6ec-58138a493945" providerId="ADAL" clId="{91883263-DC5B-43DC-88E5-CD9AE7ACB6C9}" dt="2023-04-26T05:52:52.102" v="1404" actId="680"/>
        <pc:sldMkLst>
          <pc:docMk/>
          <pc:sldMk cId="293281498" sldId="422"/>
        </pc:sldMkLst>
      </pc:sldChg>
      <pc:sldChg chg="modSp add mod">
        <pc:chgData name="MERCIER, Valerie" userId="d5d65ee6-536f-47d5-b6ec-58138a493945" providerId="ADAL" clId="{91883263-DC5B-43DC-88E5-CD9AE7ACB6C9}" dt="2023-04-26T05:59:15.143" v="1502" actId="20577"/>
        <pc:sldMkLst>
          <pc:docMk/>
          <pc:sldMk cId="1837023145" sldId="422"/>
        </pc:sldMkLst>
        <pc:spChg chg="mod">
          <ac:chgData name="MERCIER, Valerie" userId="d5d65ee6-536f-47d5-b6ec-58138a493945" providerId="ADAL" clId="{91883263-DC5B-43DC-88E5-CD9AE7ACB6C9}" dt="2023-04-26T05:58:56.989" v="1498" actId="6549"/>
          <ac:spMkLst>
            <pc:docMk/>
            <pc:sldMk cId="1837023145" sldId="422"/>
            <ac:spMk id="13" creationId="{F2439F3B-8F53-2AC1-90EE-8344C119BD89}"/>
          </ac:spMkLst>
        </pc:spChg>
        <pc:spChg chg="mod">
          <ac:chgData name="MERCIER, Valerie" userId="d5d65ee6-536f-47d5-b6ec-58138a493945" providerId="ADAL" clId="{91883263-DC5B-43DC-88E5-CD9AE7ACB6C9}" dt="2023-04-26T05:59:03.680" v="1500" actId="6549"/>
          <ac:spMkLst>
            <pc:docMk/>
            <pc:sldMk cId="1837023145" sldId="422"/>
            <ac:spMk id="14" creationId="{BF1DF7EE-38B1-E445-EE45-AE83ACAA6A7E}"/>
          </ac:spMkLst>
        </pc:spChg>
        <pc:spChg chg="mod">
          <ac:chgData name="MERCIER, Valerie" userId="d5d65ee6-536f-47d5-b6ec-58138a493945" providerId="ADAL" clId="{91883263-DC5B-43DC-88E5-CD9AE7ACB6C9}" dt="2023-04-26T05:59:05.347" v="1501" actId="6549"/>
          <ac:spMkLst>
            <pc:docMk/>
            <pc:sldMk cId="1837023145" sldId="422"/>
            <ac:spMk id="15" creationId="{41C134EF-E548-F695-0A8E-18671507F95F}"/>
          </ac:spMkLst>
        </pc:spChg>
        <pc:spChg chg="mod">
          <ac:chgData name="MERCIER, Valerie" userId="d5d65ee6-536f-47d5-b6ec-58138a493945" providerId="ADAL" clId="{91883263-DC5B-43DC-88E5-CD9AE7ACB6C9}" dt="2023-04-26T05:58:48.343" v="1495"/>
          <ac:spMkLst>
            <pc:docMk/>
            <pc:sldMk cId="1837023145" sldId="422"/>
            <ac:spMk id="49" creationId="{8C8CD1F0-F30B-232C-19A0-B372502B49F2}"/>
          </ac:spMkLst>
        </pc:spChg>
        <pc:spChg chg="mod">
          <ac:chgData name="MERCIER, Valerie" userId="d5d65ee6-536f-47d5-b6ec-58138a493945" providerId="ADAL" clId="{91883263-DC5B-43DC-88E5-CD9AE7ACB6C9}" dt="2023-04-26T05:59:15.143" v="1502" actId="20577"/>
          <ac:spMkLst>
            <pc:docMk/>
            <pc:sldMk cId="1837023145" sldId="422"/>
            <ac:spMk id="50" creationId="{F4BA53DD-0DC6-DFA7-5314-7B5845315A15}"/>
          </ac:spMkLst>
        </pc:spChg>
        <pc:spChg chg="mod">
          <ac:chgData name="MERCIER, Valerie" userId="d5d65ee6-536f-47d5-b6ec-58138a493945" providerId="ADAL" clId="{91883263-DC5B-43DC-88E5-CD9AE7ACB6C9}" dt="2023-04-26T05:57:52.771" v="1494" actId="20577"/>
          <ac:spMkLst>
            <pc:docMk/>
            <pc:sldMk cId="1837023145" sldId="422"/>
            <ac:spMk id="51" creationId="{04C74DD4-9FE4-AD6C-6220-CEC750F03DF2}"/>
          </ac:spMkLst>
        </pc:spChg>
      </pc:sldChg>
      <pc:sldChg chg="addSp delSp modSp add mod">
        <pc:chgData name="MERCIER, Valerie" userId="d5d65ee6-536f-47d5-b6ec-58138a493945" providerId="ADAL" clId="{91883263-DC5B-43DC-88E5-CD9AE7ACB6C9}" dt="2023-04-26T14:39:17.620" v="4146" actId="20577"/>
        <pc:sldMkLst>
          <pc:docMk/>
          <pc:sldMk cId="2868376012" sldId="423"/>
        </pc:sldMkLst>
        <pc:spChg chg="add mod">
          <ac:chgData name="MERCIER, Valerie" userId="d5d65ee6-536f-47d5-b6ec-58138a493945" providerId="ADAL" clId="{91883263-DC5B-43DC-88E5-CD9AE7ACB6C9}" dt="2023-04-26T05:59:53.179" v="1511" actId="1076"/>
          <ac:spMkLst>
            <pc:docMk/>
            <pc:sldMk cId="2868376012" sldId="423"/>
            <ac:spMk id="5" creationId="{82C9EE9C-43E9-E205-F70B-15000D56D08E}"/>
          </ac:spMkLst>
        </pc:spChg>
        <pc:spChg chg="add mod">
          <ac:chgData name="MERCIER, Valerie" userId="d5d65ee6-536f-47d5-b6ec-58138a493945" providerId="ADAL" clId="{91883263-DC5B-43DC-88E5-CD9AE7ACB6C9}" dt="2023-04-26T05:59:53.179" v="1511" actId="1076"/>
          <ac:spMkLst>
            <pc:docMk/>
            <pc:sldMk cId="2868376012" sldId="423"/>
            <ac:spMk id="6" creationId="{E948855D-D252-BCCB-6E53-808F1EF46D67}"/>
          </ac:spMkLst>
        </pc:spChg>
        <pc:spChg chg="add mod">
          <ac:chgData name="MERCIER, Valerie" userId="d5d65ee6-536f-47d5-b6ec-58138a493945" providerId="ADAL" clId="{91883263-DC5B-43DC-88E5-CD9AE7ACB6C9}" dt="2023-04-26T14:39:17.620" v="4146" actId="20577"/>
          <ac:spMkLst>
            <pc:docMk/>
            <pc:sldMk cId="2868376012" sldId="423"/>
            <ac:spMk id="7" creationId="{A1583A41-A6F1-B353-62E8-107098D3C60D}"/>
          </ac:spMkLst>
        </pc:spChg>
        <pc:spChg chg="add mod">
          <ac:chgData name="MERCIER, Valerie" userId="d5d65ee6-536f-47d5-b6ec-58138a493945" providerId="ADAL" clId="{91883263-DC5B-43DC-88E5-CD9AE7ACB6C9}" dt="2023-04-26T14:34:16.145" v="4114" actId="6549"/>
          <ac:spMkLst>
            <pc:docMk/>
            <pc:sldMk cId="2868376012" sldId="423"/>
            <ac:spMk id="8" creationId="{73C1C06C-5C2C-825A-8E98-5B2C9F3F0F13}"/>
          </ac:spMkLst>
        </pc:spChg>
        <pc:spChg chg="add mod">
          <ac:chgData name="MERCIER, Valerie" userId="d5d65ee6-536f-47d5-b6ec-58138a493945" providerId="ADAL" clId="{91883263-DC5B-43DC-88E5-CD9AE7ACB6C9}" dt="2023-04-26T05:59:53.179" v="1511" actId="1076"/>
          <ac:spMkLst>
            <pc:docMk/>
            <pc:sldMk cId="2868376012" sldId="423"/>
            <ac:spMk id="9" creationId="{8A18A61F-4345-D39A-1F4D-976726BD0B67}"/>
          </ac:spMkLst>
        </pc:spChg>
        <pc:spChg chg="add mod">
          <ac:chgData name="MERCIER, Valerie" userId="d5d65ee6-536f-47d5-b6ec-58138a493945" providerId="ADAL" clId="{91883263-DC5B-43DC-88E5-CD9AE7ACB6C9}" dt="2023-04-26T14:33:25.652" v="4099" actId="5793"/>
          <ac:spMkLst>
            <pc:docMk/>
            <pc:sldMk cId="2868376012" sldId="423"/>
            <ac:spMk id="10" creationId="{E1177FE0-1A99-AFB9-0A97-BC9058826632}"/>
          </ac:spMkLst>
        </pc:spChg>
        <pc:spChg chg="add mod">
          <ac:chgData name="MERCIER, Valerie" userId="d5d65ee6-536f-47d5-b6ec-58138a493945" providerId="ADAL" clId="{91883263-DC5B-43DC-88E5-CD9AE7ACB6C9}" dt="2023-04-26T05:59:53.179" v="1511" actId="1076"/>
          <ac:spMkLst>
            <pc:docMk/>
            <pc:sldMk cId="2868376012" sldId="423"/>
            <ac:spMk id="11" creationId="{B5F27BE3-BDED-0377-ADBA-21E77C06FDE9}"/>
          </ac:spMkLst>
        </pc:spChg>
        <pc:spChg chg="del">
          <ac:chgData name="MERCIER, Valerie" userId="d5d65ee6-536f-47d5-b6ec-58138a493945" providerId="ADAL" clId="{91883263-DC5B-43DC-88E5-CD9AE7ACB6C9}" dt="2023-04-26T05:59:50.191" v="1509" actId="478"/>
          <ac:spMkLst>
            <pc:docMk/>
            <pc:sldMk cId="2868376012" sldId="423"/>
            <ac:spMk id="12" creationId="{C1622FBE-E926-26DB-48E6-0C5309080448}"/>
          </ac:spMkLst>
        </pc:spChg>
        <pc:spChg chg="del">
          <ac:chgData name="MERCIER, Valerie" userId="d5d65ee6-536f-47d5-b6ec-58138a493945" providerId="ADAL" clId="{91883263-DC5B-43DC-88E5-CD9AE7ACB6C9}" dt="2023-04-26T05:59:50.191" v="1509" actId="478"/>
          <ac:spMkLst>
            <pc:docMk/>
            <pc:sldMk cId="2868376012" sldId="423"/>
            <ac:spMk id="13" creationId="{F2439F3B-8F53-2AC1-90EE-8344C119BD89}"/>
          </ac:spMkLst>
        </pc:spChg>
        <pc:spChg chg="del">
          <ac:chgData name="MERCIER, Valerie" userId="d5d65ee6-536f-47d5-b6ec-58138a493945" providerId="ADAL" clId="{91883263-DC5B-43DC-88E5-CD9AE7ACB6C9}" dt="2023-04-26T05:59:50.191" v="1509" actId="478"/>
          <ac:spMkLst>
            <pc:docMk/>
            <pc:sldMk cId="2868376012" sldId="423"/>
            <ac:spMk id="14" creationId="{BF1DF7EE-38B1-E445-EE45-AE83ACAA6A7E}"/>
          </ac:spMkLst>
        </pc:spChg>
        <pc:spChg chg="del">
          <ac:chgData name="MERCIER, Valerie" userId="d5d65ee6-536f-47d5-b6ec-58138a493945" providerId="ADAL" clId="{91883263-DC5B-43DC-88E5-CD9AE7ACB6C9}" dt="2023-04-26T05:59:50.191" v="1509" actId="478"/>
          <ac:spMkLst>
            <pc:docMk/>
            <pc:sldMk cId="2868376012" sldId="423"/>
            <ac:spMk id="15" creationId="{41C134EF-E548-F695-0A8E-18671507F95F}"/>
          </ac:spMkLst>
        </pc:spChg>
        <pc:spChg chg="del">
          <ac:chgData name="MERCIER, Valerie" userId="d5d65ee6-536f-47d5-b6ec-58138a493945" providerId="ADAL" clId="{91883263-DC5B-43DC-88E5-CD9AE7ACB6C9}" dt="2023-04-26T05:59:50.191" v="1509" actId="478"/>
          <ac:spMkLst>
            <pc:docMk/>
            <pc:sldMk cId="2868376012" sldId="423"/>
            <ac:spMk id="16" creationId="{DC48CBE7-C80F-495E-CD10-A245FF8F38E8}"/>
          </ac:spMkLst>
        </pc:spChg>
        <pc:spChg chg="del">
          <ac:chgData name="MERCIER, Valerie" userId="d5d65ee6-536f-47d5-b6ec-58138a493945" providerId="ADAL" clId="{91883263-DC5B-43DC-88E5-CD9AE7ACB6C9}" dt="2023-04-26T05:59:50.191" v="1509" actId="478"/>
          <ac:spMkLst>
            <pc:docMk/>
            <pc:sldMk cId="2868376012" sldId="423"/>
            <ac:spMk id="17" creationId="{C0E2B6C9-1AD0-6577-0FA6-11B8797AC1DA}"/>
          </ac:spMkLst>
        </pc:spChg>
        <pc:spChg chg="del">
          <ac:chgData name="MERCIER, Valerie" userId="d5d65ee6-536f-47d5-b6ec-58138a493945" providerId="ADAL" clId="{91883263-DC5B-43DC-88E5-CD9AE7ACB6C9}" dt="2023-04-26T05:59:50.191" v="1509" actId="478"/>
          <ac:spMkLst>
            <pc:docMk/>
            <pc:sldMk cId="2868376012" sldId="423"/>
            <ac:spMk id="18" creationId="{3E478ED7-AD73-ECD4-66C1-B9EF78766F05}"/>
          </ac:spMkLst>
        </pc:spChg>
        <pc:spChg chg="mod">
          <ac:chgData name="MERCIER, Valerie" userId="d5d65ee6-536f-47d5-b6ec-58138a493945" providerId="ADAL" clId="{91883263-DC5B-43DC-88E5-CD9AE7ACB6C9}" dt="2023-04-26T05:59:41.909" v="1508"/>
          <ac:spMkLst>
            <pc:docMk/>
            <pc:sldMk cId="2868376012" sldId="423"/>
            <ac:spMk id="49" creationId="{8C8CD1F0-F30B-232C-19A0-B372502B49F2}"/>
          </ac:spMkLst>
        </pc:spChg>
        <pc:spChg chg="mod">
          <ac:chgData name="MERCIER, Valerie" userId="d5d65ee6-536f-47d5-b6ec-58138a493945" providerId="ADAL" clId="{91883263-DC5B-43DC-88E5-CD9AE7ACB6C9}" dt="2023-04-26T05:59:27.315" v="1505" actId="20577"/>
          <ac:spMkLst>
            <pc:docMk/>
            <pc:sldMk cId="2868376012" sldId="423"/>
            <ac:spMk id="50" creationId="{F4BA53DD-0DC6-DFA7-5314-7B5845315A15}"/>
          </ac:spMkLst>
        </pc:spChg>
        <pc:spChg chg="mod">
          <ac:chgData name="MERCIER, Valerie" userId="d5d65ee6-536f-47d5-b6ec-58138a493945" providerId="ADAL" clId="{91883263-DC5B-43DC-88E5-CD9AE7ACB6C9}" dt="2023-04-26T05:59:32.400" v="1506"/>
          <ac:spMkLst>
            <pc:docMk/>
            <pc:sldMk cId="2868376012" sldId="423"/>
            <ac:spMk id="51" creationId="{04C74DD4-9FE4-AD6C-6220-CEC750F03DF2}"/>
          </ac:spMkLst>
        </pc:spChg>
      </pc:sldChg>
      <pc:sldChg chg="addSp delSp modSp add mod">
        <pc:chgData name="MERCIER, Valerie" userId="d5d65ee6-536f-47d5-b6ec-58138a493945" providerId="ADAL" clId="{91883263-DC5B-43DC-88E5-CD9AE7ACB6C9}" dt="2023-04-26T06:40:34.542" v="1695" actId="13926"/>
        <pc:sldMkLst>
          <pc:docMk/>
          <pc:sldMk cId="966542913" sldId="424"/>
        </pc:sldMkLst>
        <pc:spChg chg="del">
          <ac:chgData name="MERCIER, Valerie" userId="d5d65ee6-536f-47d5-b6ec-58138a493945" providerId="ADAL" clId="{91883263-DC5B-43DC-88E5-CD9AE7ACB6C9}" dt="2023-04-26T06:00:21.539" v="1519" actId="478"/>
          <ac:spMkLst>
            <pc:docMk/>
            <pc:sldMk cId="966542913" sldId="424"/>
            <ac:spMk id="3" creationId="{E60A5EF2-4AA2-AA80-4AC0-2447F1EBD341}"/>
          </ac:spMkLst>
        </pc:spChg>
        <pc:spChg chg="del">
          <ac:chgData name="MERCIER, Valerie" userId="d5d65ee6-536f-47d5-b6ec-58138a493945" providerId="ADAL" clId="{91883263-DC5B-43DC-88E5-CD9AE7ACB6C9}" dt="2023-04-26T06:00:21.539" v="1519" actId="478"/>
          <ac:spMkLst>
            <pc:docMk/>
            <pc:sldMk cId="966542913" sldId="424"/>
            <ac:spMk id="5" creationId="{82C9EE9C-43E9-E205-F70B-15000D56D08E}"/>
          </ac:spMkLst>
        </pc:spChg>
        <pc:spChg chg="del">
          <ac:chgData name="MERCIER, Valerie" userId="d5d65ee6-536f-47d5-b6ec-58138a493945" providerId="ADAL" clId="{91883263-DC5B-43DC-88E5-CD9AE7ACB6C9}" dt="2023-04-26T06:00:21.539" v="1519" actId="478"/>
          <ac:spMkLst>
            <pc:docMk/>
            <pc:sldMk cId="966542913" sldId="424"/>
            <ac:spMk id="6" creationId="{E948855D-D252-BCCB-6E53-808F1EF46D67}"/>
          </ac:spMkLst>
        </pc:spChg>
        <pc:spChg chg="del">
          <ac:chgData name="MERCIER, Valerie" userId="d5d65ee6-536f-47d5-b6ec-58138a493945" providerId="ADAL" clId="{91883263-DC5B-43DC-88E5-CD9AE7ACB6C9}" dt="2023-04-26T06:00:21.539" v="1519" actId="478"/>
          <ac:spMkLst>
            <pc:docMk/>
            <pc:sldMk cId="966542913" sldId="424"/>
            <ac:spMk id="7" creationId="{A1583A41-A6F1-B353-62E8-107098D3C60D}"/>
          </ac:spMkLst>
        </pc:spChg>
        <pc:spChg chg="del">
          <ac:chgData name="MERCIER, Valerie" userId="d5d65ee6-536f-47d5-b6ec-58138a493945" providerId="ADAL" clId="{91883263-DC5B-43DC-88E5-CD9AE7ACB6C9}" dt="2023-04-26T06:00:21.539" v="1519" actId="478"/>
          <ac:spMkLst>
            <pc:docMk/>
            <pc:sldMk cId="966542913" sldId="424"/>
            <ac:spMk id="8" creationId="{73C1C06C-5C2C-825A-8E98-5B2C9F3F0F13}"/>
          </ac:spMkLst>
        </pc:spChg>
        <pc:spChg chg="del">
          <ac:chgData name="MERCIER, Valerie" userId="d5d65ee6-536f-47d5-b6ec-58138a493945" providerId="ADAL" clId="{91883263-DC5B-43DC-88E5-CD9AE7ACB6C9}" dt="2023-04-26T06:00:21.539" v="1519" actId="478"/>
          <ac:spMkLst>
            <pc:docMk/>
            <pc:sldMk cId="966542913" sldId="424"/>
            <ac:spMk id="10" creationId="{E1177FE0-1A99-AFB9-0A97-BC9058826632}"/>
          </ac:spMkLst>
        </pc:spChg>
        <pc:spChg chg="del">
          <ac:chgData name="MERCIER, Valerie" userId="d5d65ee6-536f-47d5-b6ec-58138a493945" providerId="ADAL" clId="{91883263-DC5B-43DC-88E5-CD9AE7ACB6C9}" dt="2023-04-26T06:00:21.539" v="1519" actId="478"/>
          <ac:spMkLst>
            <pc:docMk/>
            <pc:sldMk cId="966542913" sldId="424"/>
            <ac:spMk id="11" creationId="{B5F27BE3-BDED-0377-ADBA-21E77C06FDE9}"/>
          </ac:spMkLst>
        </pc:spChg>
        <pc:spChg chg="add mod">
          <ac:chgData name="MERCIER, Valerie" userId="d5d65ee6-536f-47d5-b6ec-58138a493945" providerId="ADAL" clId="{91883263-DC5B-43DC-88E5-CD9AE7ACB6C9}" dt="2023-04-26T06:00:24.002" v="1521" actId="1076"/>
          <ac:spMkLst>
            <pc:docMk/>
            <pc:sldMk cId="966542913" sldId="424"/>
            <ac:spMk id="12" creationId="{E5F8A2A8-600C-EED8-7BB4-F04A582FDF7A}"/>
          </ac:spMkLst>
        </pc:spChg>
        <pc:spChg chg="add mod">
          <ac:chgData name="MERCIER, Valerie" userId="d5d65ee6-536f-47d5-b6ec-58138a493945" providerId="ADAL" clId="{91883263-DC5B-43DC-88E5-CD9AE7ACB6C9}" dt="2023-04-26T06:00:24.002" v="1521" actId="1076"/>
          <ac:spMkLst>
            <pc:docMk/>
            <pc:sldMk cId="966542913" sldId="424"/>
            <ac:spMk id="13" creationId="{5F55EA7C-C15C-9237-BA07-F2CEE07D5E18}"/>
          </ac:spMkLst>
        </pc:spChg>
        <pc:spChg chg="add mod">
          <ac:chgData name="MERCIER, Valerie" userId="d5d65ee6-536f-47d5-b6ec-58138a493945" providerId="ADAL" clId="{91883263-DC5B-43DC-88E5-CD9AE7ACB6C9}" dt="2023-04-26T06:40:34.542" v="1695" actId="13926"/>
          <ac:spMkLst>
            <pc:docMk/>
            <pc:sldMk cId="966542913" sldId="424"/>
            <ac:spMk id="14" creationId="{CB60614B-6B1F-9A08-F1F9-5192486B8C55}"/>
          </ac:spMkLst>
        </pc:spChg>
        <pc:spChg chg="add mod">
          <ac:chgData name="MERCIER, Valerie" userId="d5d65ee6-536f-47d5-b6ec-58138a493945" providerId="ADAL" clId="{91883263-DC5B-43DC-88E5-CD9AE7ACB6C9}" dt="2023-04-26T06:00:24.002" v="1521" actId="1076"/>
          <ac:spMkLst>
            <pc:docMk/>
            <pc:sldMk cId="966542913" sldId="424"/>
            <ac:spMk id="15" creationId="{D3267E13-1C23-DEDD-B0BD-1E5E61227C4E}"/>
          </ac:spMkLst>
        </pc:spChg>
        <pc:spChg chg="add del mod">
          <ac:chgData name="MERCIER, Valerie" userId="d5d65ee6-536f-47d5-b6ec-58138a493945" providerId="ADAL" clId="{91883263-DC5B-43DC-88E5-CD9AE7ACB6C9}" dt="2023-04-26T06:00:27.312" v="1522" actId="478"/>
          <ac:spMkLst>
            <pc:docMk/>
            <pc:sldMk cId="966542913" sldId="424"/>
            <ac:spMk id="16" creationId="{4A0F6E77-EBEF-8F4D-1A2E-EE9CC493A8F6}"/>
          </ac:spMkLst>
        </pc:spChg>
        <pc:spChg chg="add mod">
          <ac:chgData name="MERCIER, Valerie" userId="d5d65ee6-536f-47d5-b6ec-58138a493945" providerId="ADAL" clId="{91883263-DC5B-43DC-88E5-CD9AE7ACB6C9}" dt="2023-04-26T06:00:24.002" v="1521" actId="1076"/>
          <ac:spMkLst>
            <pc:docMk/>
            <pc:sldMk cId="966542913" sldId="424"/>
            <ac:spMk id="17" creationId="{0DA84DC9-2786-5D23-F918-099FA3A0CDA3}"/>
          </ac:spMkLst>
        </pc:spChg>
        <pc:spChg chg="add mod">
          <ac:chgData name="MERCIER, Valerie" userId="d5d65ee6-536f-47d5-b6ec-58138a493945" providerId="ADAL" clId="{91883263-DC5B-43DC-88E5-CD9AE7ACB6C9}" dt="2023-04-26T06:00:24.002" v="1521" actId="1076"/>
          <ac:spMkLst>
            <pc:docMk/>
            <pc:sldMk cId="966542913" sldId="424"/>
            <ac:spMk id="18" creationId="{3BFD004C-48A7-7707-54D8-889F569CFBEB}"/>
          </ac:spMkLst>
        </pc:spChg>
        <pc:spChg chg="mod">
          <ac:chgData name="MERCIER, Valerie" userId="d5d65ee6-536f-47d5-b6ec-58138a493945" providerId="ADAL" clId="{91883263-DC5B-43DC-88E5-CD9AE7ACB6C9}" dt="2023-04-26T06:00:15.022" v="1518"/>
          <ac:spMkLst>
            <pc:docMk/>
            <pc:sldMk cId="966542913" sldId="424"/>
            <ac:spMk id="49" creationId="{8C8CD1F0-F30B-232C-19A0-B372502B49F2}"/>
          </ac:spMkLst>
        </pc:spChg>
        <pc:spChg chg="mod">
          <ac:chgData name="MERCIER, Valerie" userId="d5d65ee6-536f-47d5-b6ec-58138a493945" providerId="ADAL" clId="{91883263-DC5B-43DC-88E5-CD9AE7ACB6C9}" dt="2023-04-26T06:00:09.893" v="1517" actId="20577"/>
          <ac:spMkLst>
            <pc:docMk/>
            <pc:sldMk cId="966542913" sldId="424"/>
            <ac:spMk id="50" creationId="{F4BA53DD-0DC6-DFA7-5314-7B5845315A15}"/>
          </ac:spMkLst>
        </pc:spChg>
        <pc:spChg chg="mod">
          <ac:chgData name="MERCIER, Valerie" userId="d5d65ee6-536f-47d5-b6ec-58138a493945" providerId="ADAL" clId="{91883263-DC5B-43DC-88E5-CD9AE7ACB6C9}" dt="2023-04-26T06:00:04.634" v="1514"/>
          <ac:spMkLst>
            <pc:docMk/>
            <pc:sldMk cId="966542913" sldId="424"/>
            <ac:spMk id="51" creationId="{04C74DD4-9FE4-AD6C-6220-CEC750F03DF2}"/>
          </ac:spMkLst>
        </pc:spChg>
      </pc:sldChg>
      <pc:sldChg chg="addSp delSp modSp add mod">
        <pc:chgData name="MERCIER, Valerie" userId="d5d65ee6-536f-47d5-b6ec-58138a493945" providerId="ADAL" clId="{91883263-DC5B-43DC-88E5-CD9AE7ACB6C9}" dt="2023-04-26T06:36:51.057" v="1687" actId="20577"/>
        <pc:sldMkLst>
          <pc:docMk/>
          <pc:sldMk cId="2699964432" sldId="425"/>
        </pc:sldMkLst>
        <pc:spChg chg="add mod">
          <ac:chgData name="MERCIER, Valerie" userId="d5d65ee6-536f-47d5-b6ec-58138a493945" providerId="ADAL" clId="{91883263-DC5B-43DC-88E5-CD9AE7ACB6C9}" dt="2023-04-26T06:02:21.685" v="1547" actId="1076"/>
          <ac:spMkLst>
            <pc:docMk/>
            <pc:sldMk cId="2699964432" sldId="425"/>
            <ac:spMk id="3" creationId="{FA018298-99B0-66EA-2849-F7F4B59ADC9E}"/>
          </ac:spMkLst>
        </pc:spChg>
        <pc:spChg chg="add mod">
          <ac:chgData name="MERCIER, Valerie" userId="d5d65ee6-536f-47d5-b6ec-58138a493945" providerId="ADAL" clId="{91883263-DC5B-43DC-88E5-CD9AE7ACB6C9}" dt="2023-04-26T06:02:21.685" v="1547" actId="1076"/>
          <ac:spMkLst>
            <pc:docMk/>
            <pc:sldMk cId="2699964432" sldId="425"/>
            <ac:spMk id="5" creationId="{A681D413-B1CB-0470-3816-DC34CFF5658B}"/>
          </ac:spMkLst>
        </pc:spChg>
        <pc:spChg chg="add mod">
          <ac:chgData name="MERCIER, Valerie" userId="d5d65ee6-536f-47d5-b6ec-58138a493945" providerId="ADAL" clId="{91883263-DC5B-43DC-88E5-CD9AE7ACB6C9}" dt="2023-04-26T06:36:51.057" v="1687" actId="20577"/>
          <ac:spMkLst>
            <pc:docMk/>
            <pc:sldMk cId="2699964432" sldId="425"/>
            <ac:spMk id="6" creationId="{18A45FA6-226F-2DB0-8257-B1F2C7A0F949}"/>
          </ac:spMkLst>
        </pc:spChg>
        <pc:spChg chg="add mod">
          <ac:chgData name="MERCIER, Valerie" userId="d5d65ee6-536f-47d5-b6ec-58138a493945" providerId="ADAL" clId="{91883263-DC5B-43DC-88E5-CD9AE7ACB6C9}" dt="2023-04-26T06:02:21.685" v="1547" actId="1076"/>
          <ac:spMkLst>
            <pc:docMk/>
            <pc:sldMk cId="2699964432" sldId="425"/>
            <ac:spMk id="7" creationId="{D3D0F06C-5315-9883-5CDA-1E0698DFD9E7}"/>
          </ac:spMkLst>
        </pc:spChg>
        <pc:spChg chg="add mod">
          <ac:chgData name="MERCIER, Valerie" userId="d5d65ee6-536f-47d5-b6ec-58138a493945" providerId="ADAL" clId="{91883263-DC5B-43DC-88E5-CD9AE7ACB6C9}" dt="2023-04-26T06:02:21.685" v="1547" actId="1076"/>
          <ac:spMkLst>
            <pc:docMk/>
            <pc:sldMk cId="2699964432" sldId="425"/>
            <ac:spMk id="8" creationId="{0F40CF79-E5A6-5BFA-A971-B2B6AEBDA6B2}"/>
          </ac:spMkLst>
        </pc:spChg>
        <pc:spChg chg="del">
          <ac:chgData name="MERCIER, Valerie" userId="d5d65ee6-536f-47d5-b6ec-58138a493945" providerId="ADAL" clId="{91883263-DC5B-43DC-88E5-CD9AE7ACB6C9}" dt="2023-04-26T06:02:16.396" v="1545" actId="478"/>
          <ac:spMkLst>
            <pc:docMk/>
            <pc:sldMk cId="2699964432" sldId="425"/>
            <ac:spMk id="9" creationId="{8A18A61F-4345-D39A-1F4D-976726BD0B67}"/>
          </ac:spMkLst>
        </pc:spChg>
        <pc:spChg chg="add mod">
          <ac:chgData name="MERCIER, Valerie" userId="d5d65ee6-536f-47d5-b6ec-58138a493945" providerId="ADAL" clId="{91883263-DC5B-43DC-88E5-CD9AE7ACB6C9}" dt="2023-04-26T06:02:21.685" v="1547" actId="1076"/>
          <ac:spMkLst>
            <pc:docMk/>
            <pc:sldMk cId="2699964432" sldId="425"/>
            <ac:spMk id="10" creationId="{409B957F-BC30-5390-F905-955A162031A0}"/>
          </ac:spMkLst>
        </pc:spChg>
        <pc:spChg chg="add mod">
          <ac:chgData name="MERCIER, Valerie" userId="d5d65ee6-536f-47d5-b6ec-58138a493945" providerId="ADAL" clId="{91883263-DC5B-43DC-88E5-CD9AE7ACB6C9}" dt="2023-04-26T06:02:21.685" v="1547" actId="1076"/>
          <ac:spMkLst>
            <pc:docMk/>
            <pc:sldMk cId="2699964432" sldId="425"/>
            <ac:spMk id="11" creationId="{F4CA769E-8F49-D931-8400-1DC58C13C46F}"/>
          </ac:spMkLst>
        </pc:spChg>
        <pc:spChg chg="del">
          <ac:chgData name="MERCIER, Valerie" userId="d5d65ee6-536f-47d5-b6ec-58138a493945" providerId="ADAL" clId="{91883263-DC5B-43DC-88E5-CD9AE7ACB6C9}" dt="2023-04-26T06:02:16.396" v="1545" actId="478"/>
          <ac:spMkLst>
            <pc:docMk/>
            <pc:sldMk cId="2699964432" sldId="425"/>
            <ac:spMk id="12" creationId="{E5F8A2A8-600C-EED8-7BB4-F04A582FDF7A}"/>
          </ac:spMkLst>
        </pc:spChg>
        <pc:spChg chg="del">
          <ac:chgData name="MERCIER, Valerie" userId="d5d65ee6-536f-47d5-b6ec-58138a493945" providerId="ADAL" clId="{91883263-DC5B-43DC-88E5-CD9AE7ACB6C9}" dt="2023-04-26T06:02:16.396" v="1545" actId="478"/>
          <ac:spMkLst>
            <pc:docMk/>
            <pc:sldMk cId="2699964432" sldId="425"/>
            <ac:spMk id="13" creationId="{5F55EA7C-C15C-9237-BA07-F2CEE07D5E18}"/>
          </ac:spMkLst>
        </pc:spChg>
        <pc:spChg chg="del">
          <ac:chgData name="MERCIER, Valerie" userId="d5d65ee6-536f-47d5-b6ec-58138a493945" providerId="ADAL" clId="{91883263-DC5B-43DC-88E5-CD9AE7ACB6C9}" dt="2023-04-26T06:02:16.396" v="1545" actId="478"/>
          <ac:spMkLst>
            <pc:docMk/>
            <pc:sldMk cId="2699964432" sldId="425"/>
            <ac:spMk id="14" creationId="{CB60614B-6B1F-9A08-F1F9-5192486B8C55}"/>
          </ac:spMkLst>
        </pc:spChg>
        <pc:spChg chg="del">
          <ac:chgData name="MERCIER, Valerie" userId="d5d65ee6-536f-47d5-b6ec-58138a493945" providerId="ADAL" clId="{91883263-DC5B-43DC-88E5-CD9AE7ACB6C9}" dt="2023-04-26T06:02:16.396" v="1545" actId="478"/>
          <ac:spMkLst>
            <pc:docMk/>
            <pc:sldMk cId="2699964432" sldId="425"/>
            <ac:spMk id="15" creationId="{D3267E13-1C23-DEDD-B0BD-1E5E61227C4E}"/>
          </ac:spMkLst>
        </pc:spChg>
        <pc:spChg chg="del">
          <ac:chgData name="MERCIER, Valerie" userId="d5d65ee6-536f-47d5-b6ec-58138a493945" providerId="ADAL" clId="{91883263-DC5B-43DC-88E5-CD9AE7ACB6C9}" dt="2023-04-26T06:02:16.396" v="1545" actId="478"/>
          <ac:spMkLst>
            <pc:docMk/>
            <pc:sldMk cId="2699964432" sldId="425"/>
            <ac:spMk id="17" creationId="{0DA84DC9-2786-5D23-F918-099FA3A0CDA3}"/>
          </ac:spMkLst>
        </pc:spChg>
        <pc:spChg chg="del">
          <ac:chgData name="MERCIER, Valerie" userId="d5d65ee6-536f-47d5-b6ec-58138a493945" providerId="ADAL" clId="{91883263-DC5B-43DC-88E5-CD9AE7ACB6C9}" dt="2023-04-26T06:02:16.396" v="1545" actId="478"/>
          <ac:spMkLst>
            <pc:docMk/>
            <pc:sldMk cId="2699964432" sldId="425"/>
            <ac:spMk id="18" creationId="{3BFD004C-48A7-7707-54D8-889F569CFBEB}"/>
          </ac:spMkLst>
        </pc:spChg>
        <pc:spChg chg="mod">
          <ac:chgData name="MERCIER, Valerie" userId="d5d65ee6-536f-47d5-b6ec-58138a493945" providerId="ADAL" clId="{91883263-DC5B-43DC-88E5-CD9AE7ACB6C9}" dt="2023-04-26T06:02:08.930" v="1543"/>
          <ac:spMkLst>
            <pc:docMk/>
            <pc:sldMk cId="2699964432" sldId="425"/>
            <ac:spMk id="49" creationId="{8C8CD1F0-F30B-232C-19A0-B372502B49F2}"/>
          </ac:spMkLst>
        </pc:spChg>
        <pc:spChg chg="mod">
          <ac:chgData name="MERCIER, Valerie" userId="d5d65ee6-536f-47d5-b6ec-58138a493945" providerId="ADAL" clId="{91883263-DC5B-43DC-88E5-CD9AE7ACB6C9}" dt="2023-04-26T06:02:04.016" v="1542" actId="20577"/>
          <ac:spMkLst>
            <pc:docMk/>
            <pc:sldMk cId="2699964432" sldId="425"/>
            <ac:spMk id="50" creationId="{F4BA53DD-0DC6-DFA7-5314-7B5845315A15}"/>
          </ac:spMkLst>
        </pc:spChg>
        <pc:spChg chg="mod">
          <ac:chgData name="MERCIER, Valerie" userId="d5d65ee6-536f-47d5-b6ec-58138a493945" providerId="ADAL" clId="{91883263-DC5B-43DC-88E5-CD9AE7ACB6C9}" dt="2023-04-26T06:02:13.873" v="1544"/>
          <ac:spMkLst>
            <pc:docMk/>
            <pc:sldMk cId="2699964432" sldId="425"/>
            <ac:spMk id="51" creationId="{04C74DD4-9FE4-AD6C-6220-CEC750F03DF2}"/>
          </ac:spMkLst>
        </pc:spChg>
      </pc:sldChg>
      <pc:sldChg chg="new del">
        <pc:chgData name="MERCIER, Valerie" userId="d5d65ee6-536f-47d5-b6ec-58138a493945" providerId="ADAL" clId="{91883263-DC5B-43DC-88E5-CD9AE7ACB6C9}" dt="2023-04-26T06:00:43.064" v="1526" actId="47"/>
        <pc:sldMkLst>
          <pc:docMk/>
          <pc:sldMk cId="2154236815" sldId="426"/>
        </pc:sldMkLst>
      </pc:sldChg>
      <pc:sldChg chg="modSp add mod">
        <pc:chgData name="MERCIER, Valerie" userId="d5d65ee6-536f-47d5-b6ec-58138a493945" providerId="ADAL" clId="{91883263-DC5B-43DC-88E5-CD9AE7ACB6C9}" dt="2023-04-26T08:40:44.930" v="2676" actId="20577"/>
        <pc:sldMkLst>
          <pc:docMk/>
          <pc:sldMk cId="2642448271" sldId="426"/>
        </pc:sldMkLst>
        <pc:spChg chg="mod">
          <ac:chgData name="MERCIER, Valerie" userId="d5d65ee6-536f-47d5-b6ec-58138a493945" providerId="ADAL" clId="{91883263-DC5B-43DC-88E5-CD9AE7ACB6C9}" dt="2023-04-26T08:40:44.930" v="2676" actId="20577"/>
          <ac:spMkLst>
            <pc:docMk/>
            <pc:sldMk cId="2642448271" sldId="426"/>
            <ac:spMk id="53" creationId="{A76E5D33-4C9D-CD06-19BD-60959DF2BFE4}"/>
          </ac:spMkLst>
        </pc:spChg>
      </pc:sldChg>
      <pc:sldChg chg="addSp modSp add mod">
        <pc:chgData name="MERCIER, Valerie" userId="d5d65ee6-536f-47d5-b6ec-58138a493945" providerId="ADAL" clId="{91883263-DC5B-43DC-88E5-CD9AE7ACB6C9}" dt="2023-04-26T14:32:55.410" v="4063" actId="20577"/>
        <pc:sldMkLst>
          <pc:docMk/>
          <pc:sldMk cId="2150598238" sldId="427"/>
        </pc:sldMkLst>
        <pc:spChg chg="add mod">
          <ac:chgData name="MERCIER, Valerie" userId="d5d65ee6-536f-47d5-b6ec-58138a493945" providerId="ADAL" clId="{91883263-DC5B-43DC-88E5-CD9AE7ACB6C9}" dt="2023-04-26T06:01:41.696" v="1541" actId="20577"/>
          <ac:spMkLst>
            <pc:docMk/>
            <pc:sldMk cId="2150598238" sldId="427"/>
            <ac:spMk id="2" creationId="{9944D8DA-B5C1-F402-7152-25315D1B65FE}"/>
          </ac:spMkLst>
        </pc:spChg>
        <pc:spChg chg="add mod">
          <ac:chgData name="MERCIER, Valerie" userId="d5d65ee6-536f-47d5-b6ec-58138a493945" providerId="ADAL" clId="{91883263-DC5B-43DC-88E5-CD9AE7ACB6C9}" dt="2023-04-26T06:41:51.046" v="1704" actId="20577"/>
          <ac:spMkLst>
            <pc:docMk/>
            <pc:sldMk cId="2150598238" sldId="427"/>
            <ac:spMk id="3" creationId="{12B21252-F61A-B306-169F-36AD22C28E6B}"/>
          </ac:spMkLst>
        </pc:spChg>
        <pc:spChg chg="add mod">
          <ac:chgData name="MERCIER, Valerie" userId="d5d65ee6-536f-47d5-b6ec-58138a493945" providerId="ADAL" clId="{91883263-DC5B-43DC-88E5-CD9AE7ACB6C9}" dt="2023-04-26T06:41:48.439" v="1703" actId="20577"/>
          <ac:spMkLst>
            <pc:docMk/>
            <pc:sldMk cId="2150598238" sldId="427"/>
            <ac:spMk id="4" creationId="{0EEC14A0-A26A-7A92-BB0D-08632FFA1A10}"/>
          </ac:spMkLst>
        </pc:spChg>
        <pc:spChg chg="add mod">
          <ac:chgData name="MERCIER, Valerie" userId="d5d65ee6-536f-47d5-b6ec-58138a493945" providerId="ADAL" clId="{91883263-DC5B-43DC-88E5-CD9AE7ACB6C9}" dt="2023-04-26T06:41:45.109" v="1697" actId="1076"/>
          <ac:spMkLst>
            <pc:docMk/>
            <pc:sldMk cId="2150598238" sldId="427"/>
            <ac:spMk id="5" creationId="{65EE3CAC-AF74-E352-4A2A-70B245DC36DB}"/>
          </ac:spMkLst>
        </pc:spChg>
        <pc:spChg chg="mod">
          <ac:chgData name="MERCIER, Valerie" userId="d5d65ee6-536f-47d5-b6ec-58138a493945" providerId="ADAL" clId="{91883263-DC5B-43DC-88E5-CD9AE7ACB6C9}" dt="2023-04-26T08:39:08.763" v="2614" actId="1076"/>
          <ac:spMkLst>
            <pc:docMk/>
            <pc:sldMk cId="2150598238" sldId="427"/>
            <ac:spMk id="59" creationId="{52A7F8CC-007C-102C-0B96-C4FD82A5EB83}"/>
          </ac:spMkLst>
        </pc:spChg>
        <pc:spChg chg="mod">
          <ac:chgData name="MERCIER, Valerie" userId="d5d65ee6-536f-47d5-b6ec-58138a493945" providerId="ADAL" clId="{91883263-DC5B-43DC-88E5-CD9AE7ACB6C9}" dt="2023-04-26T10:05:37.588" v="3141" actId="20577"/>
          <ac:spMkLst>
            <pc:docMk/>
            <pc:sldMk cId="2150598238" sldId="427"/>
            <ac:spMk id="65" creationId="{4E9A9A83-8FEA-937B-850F-579E221E8DF0}"/>
          </ac:spMkLst>
        </pc:spChg>
        <pc:spChg chg="mod">
          <ac:chgData name="MERCIER, Valerie" userId="d5d65ee6-536f-47d5-b6ec-58138a493945" providerId="ADAL" clId="{91883263-DC5B-43DC-88E5-CD9AE7ACB6C9}" dt="2023-04-26T14:32:55.410" v="4063" actId="20577"/>
          <ac:spMkLst>
            <pc:docMk/>
            <pc:sldMk cId="2150598238" sldId="427"/>
            <ac:spMk id="75" creationId="{34EEE152-D8BF-0217-0790-79AE63302ED3}"/>
          </ac:spMkLst>
        </pc:spChg>
        <pc:spChg chg="mod">
          <ac:chgData name="MERCIER, Valerie" userId="d5d65ee6-536f-47d5-b6ec-58138a493945" providerId="ADAL" clId="{91883263-DC5B-43DC-88E5-CD9AE7ACB6C9}" dt="2023-04-26T06:06:56.111" v="1575" actId="14100"/>
          <ac:spMkLst>
            <pc:docMk/>
            <pc:sldMk cId="2150598238" sldId="427"/>
            <ac:spMk id="77" creationId="{867AF6AC-2775-4085-AAA7-DBCA45488FE7}"/>
          </ac:spMkLst>
        </pc:spChg>
        <pc:spChg chg="mod">
          <ac:chgData name="MERCIER, Valerie" userId="d5d65ee6-536f-47d5-b6ec-58138a493945" providerId="ADAL" clId="{91883263-DC5B-43DC-88E5-CD9AE7ACB6C9}" dt="2023-04-26T06:06:52.228" v="1574" actId="1076"/>
          <ac:spMkLst>
            <pc:docMk/>
            <pc:sldMk cId="2150598238" sldId="427"/>
            <ac:spMk id="78" creationId="{24072B20-807F-CBD9-1F9D-F209D0FB42B8}"/>
          </ac:spMkLst>
        </pc:spChg>
      </pc:sldChg>
      <pc:sldChg chg="addSp delSp modSp add mod">
        <pc:chgData name="MERCIER, Valerie" userId="d5d65ee6-536f-47d5-b6ec-58138a493945" providerId="ADAL" clId="{91883263-DC5B-43DC-88E5-CD9AE7ACB6C9}" dt="2023-04-26T06:03:06.761" v="1556" actId="1076"/>
        <pc:sldMkLst>
          <pc:docMk/>
          <pc:sldMk cId="3669856319" sldId="428"/>
        </pc:sldMkLst>
        <pc:spChg chg="del">
          <ac:chgData name="MERCIER, Valerie" userId="d5d65ee6-536f-47d5-b6ec-58138a493945" providerId="ADAL" clId="{91883263-DC5B-43DC-88E5-CD9AE7ACB6C9}" dt="2023-04-26T06:03:03.976" v="1554" actId="478"/>
          <ac:spMkLst>
            <pc:docMk/>
            <pc:sldMk cId="3669856319" sldId="428"/>
            <ac:spMk id="2" creationId="{65E8FFBA-5626-F3DC-50AB-6DC0C9928DFC}"/>
          </ac:spMkLst>
        </pc:spChg>
        <pc:spChg chg="del">
          <ac:chgData name="MERCIER, Valerie" userId="d5d65ee6-536f-47d5-b6ec-58138a493945" providerId="ADAL" clId="{91883263-DC5B-43DC-88E5-CD9AE7ACB6C9}" dt="2023-04-26T06:03:03.976" v="1554" actId="478"/>
          <ac:spMkLst>
            <pc:docMk/>
            <pc:sldMk cId="3669856319" sldId="428"/>
            <ac:spMk id="3" creationId="{FA018298-99B0-66EA-2849-F7F4B59ADC9E}"/>
          </ac:spMkLst>
        </pc:spChg>
        <pc:spChg chg="del">
          <ac:chgData name="MERCIER, Valerie" userId="d5d65ee6-536f-47d5-b6ec-58138a493945" providerId="ADAL" clId="{91883263-DC5B-43DC-88E5-CD9AE7ACB6C9}" dt="2023-04-26T06:03:03.976" v="1554" actId="478"/>
          <ac:spMkLst>
            <pc:docMk/>
            <pc:sldMk cId="3669856319" sldId="428"/>
            <ac:spMk id="5" creationId="{A681D413-B1CB-0470-3816-DC34CFF5658B}"/>
          </ac:spMkLst>
        </pc:spChg>
        <pc:spChg chg="del">
          <ac:chgData name="MERCIER, Valerie" userId="d5d65ee6-536f-47d5-b6ec-58138a493945" providerId="ADAL" clId="{91883263-DC5B-43DC-88E5-CD9AE7ACB6C9}" dt="2023-04-26T06:03:03.976" v="1554" actId="478"/>
          <ac:spMkLst>
            <pc:docMk/>
            <pc:sldMk cId="3669856319" sldId="428"/>
            <ac:spMk id="6" creationId="{18A45FA6-226F-2DB0-8257-B1F2C7A0F949}"/>
          </ac:spMkLst>
        </pc:spChg>
        <pc:spChg chg="del">
          <ac:chgData name="MERCIER, Valerie" userId="d5d65ee6-536f-47d5-b6ec-58138a493945" providerId="ADAL" clId="{91883263-DC5B-43DC-88E5-CD9AE7ACB6C9}" dt="2023-04-26T06:03:03.976" v="1554" actId="478"/>
          <ac:spMkLst>
            <pc:docMk/>
            <pc:sldMk cId="3669856319" sldId="428"/>
            <ac:spMk id="7" creationId="{D3D0F06C-5315-9883-5CDA-1E0698DFD9E7}"/>
          </ac:spMkLst>
        </pc:spChg>
        <pc:spChg chg="del">
          <ac:chgData name="MERCIER, Valerie" userId="d5d65ee6-536f-47d5-b6ec-58138a493945" providerId="ADAL" clId="{91883263-DC5B-43DC-88E5-CD9AE7ACB6C9}" dt="2023-04-26T06:03:03.976" v="1554" actId="478"/>
          <ac:spMkLst>
            <pc:docMk/>
            <pc:sldMk cId="3669856319" sldId="428"/>
            <ac:spMk id="8" creationId="{0F40CF79-E5A6-5BFA-A971-B2B6AEBDA6B2}"/>
          </ac:spMkLst>
        </pc:spChg>
        <pc:spChg chg="add mod">
          <ac:chgData name="MERCIER, Valerie" userId="d5d65ee6-536f-47d5-b6ec-58138a493945" providerId="ADAL" clId="{91883263-DC5B-43DC-88E5-CD9AE7ACB6C9}" dt="2023-04-26T06:03:06.761" v="1556" actId="1076"/>
          <ac:spMkLst>
            <pc:docMk/>
            <pc:sldMk cId="3669856319" sldId="428"/>
            <ac:spMk id="9" creationId="{04C01727-1BC1-10A5-D200-2974A408CE8E}"/>
          </ac:spMkLst>
        </pc:spChg>
        <pc:spChg chg="del">
          <ac:chgData name="MERCIER, Valerie" userId="d5d65ee6-536f-47d5-b6ec-58138a493945" providerId="ADAL" clId="{91883263-DC5B-43DC-88E5-CD9AE7ACB6C9}" dt="2023-04-26T06:03:03.976" v="1554" actId="478"/>
          <ac:spMkLst>
            <pc:docMk/>
            <pc:sldMk cId="3669856319" sldId="428"/>
            <ac:spMk id="10" creationId="{409B957F-BC30-5390-F905-955A162031A0}"/>
          </ac:spMkLst>
        </pc:spChg>
        <pc:spChg chg="del">
          <ac:chgData name="MERCIER, Valerie" userId="d5d65ee6-536f-47d5-b6ec-58138a493945" providerId="ADAL" clId="{91883263-DC5B-43DC-88E5-CD9AE7ACB6C9}" dt="2023-04-26T06:03:03.976" v="1554" actId="478"/>
          <ac:spMkLst>
            <pc:docMk/>
            <pc:sldMk cId="3669856319" sldId="428"/>
            <ac:spMk id="11" creationId="{F4CA769E-8F49-D931-8400-1DC58C13C46F}"/>
          </ac:spMkLst>
        </pc:spChg>
        <pc:spChg chg="add mod">
          <ac:chgData name="MERCIER, Valerie" userId="d5d65ee6-536f-47d5-b6ec-58138a493945" providerId="ADAL" clId="{91883263-DC5B-43DC-88E5-CD9AE7ACB6C9}" dt="2023-04-26T06:03:06.761" v="1556" actId="1076"/>
          <ac:spMkLst>
            <pc:docMk/>
            <pc:sldMk cId="3669856319" sldId="428"/>
            <ac:spMk id="12" creationId="{200E47C1-47C8-C746-C8BD-9E80084320CF}"/>
          </ac:spMkLst>
        </pc:spChg>
        <pc:spChg chg="add mod">
          <ac:chgData name="MERCIER, Valerie" userId="d5d65ee6-536f-47d5-b6ec-58138a493945" providerId="ADAL" clId="{91883263-DC5B-43DC-88E5-CD9AE7ACB6C9}" dt="2023-04-26T06:03:06.761" v="1556" actId="1076"/>
          <ac:spMkLst>
            <pc:docMk/>
            <pc:sldMk cId="3669856319" sldId="428"/>
            <ac:spMk id="13" creationId="{68BFAED5-F9D7-C174-5ED4-127EB7A9BFB2}"/>
          </ac:spMkLst>
        </pc:spChg>
        <pc:spChg chg="add mod">
          <ac:chgData name="MERCIER, Valerie" userId="d5d65ee6-536f-47d5-b6ec-58138a493945" providerId="ADAL" clId="{91883263-DC5B-43DC-88E5-CD9AE7ACB6C9}" dt="2023-04-26T06:03:06.761" v="1556" actId="1076"/>
          <ac:spMkLst>
            <pc:docMk/>
            <pc:sldMk cId="3669856319" sldId="428"/>
            <ac:spMk id="14" creationId="{0B8F91B8-A074-C6EE-687F-5FEA296174CC}"/>
          </ac:spMkLst>
        </pc:spChg>
        <pc:spChg chg="add mod">
          <ac:chgData name="MERCIER, Valerie" userId="d5d65ee6-536f-47d5-b6ec-58138a493945" providerId="ADAL" clId="{91883263-DC5B-43DC-88E5-CD9AE7ACB6C9}" dt="2023-04-26T06:03:06.761" v="1556" actId="1076"/>
          <ac:spMkLst>
            <pc:docMk/>
            <pc:sldMk cId="3669856319" sldId="428"/>
            <ac:spMk id="15" creationId="{B968329C-3A0A-B48A-70EA-3DD948646C26}"/>
          </ac:spMkLst>
        </pc:spChg>
        <pc:spChg chg="add mod">
          <ac:chgData name="MERCIER, Valerie" userId="d5d65ee6-536f-47d5-b6ec-58138a493945" providerId="ADAL" clId="{91883263-DC5B-43DC-88E5-CD9AE7ACB6C9}" dt="2023-04-26T06:03:06.761" v="1556" actId="1076"/>
          <ac:spMkLst>
            <pc:docMk/>
            <pc:sldMk cId="3669856319" sldId="428"/>
            <ac:spMk id="16" creationId="{EB924807-44FD-573D-3C41-841AE8C8F2CC}"/>
          </ac:spMkLst>
        </pc:spChg>
        <pc:spChg chg="add mod">
          <ac:chgData name="MERCIER, Valerie" userId="d5d65ee6-536f-47d5-b6ec-58138a493945" providerId="ADAL" clId="{91883263-DC5B-43DC-88E5-CD9AE7ACB6C9}" dt="2023-04-26T06:03:06.761" v="1556" actId="1076"/>
          <ac:spMkLst>
            <pc:docMk/>
            <pc:sldMk cId="3669856319" sldId="428"/>
            <ac:spMk id="17" creationId="{0E481879-79DF-A6A4-B5EA-CB720CFFAFF9}"/>
          </ac:spMkLst>
        </pc:spChg>
        <pc:spChg chg="mod">
          <ac:chgData name="MERCIER, Valerie" userId="d5d65ee6-536f-47d5-b6ec-58138a493945" providerId="ADAL" clId="{91883263-DC5B-43DC-88E5-CD9AE7ACB6C9}" dt="2023-04-26T06:02:57.301" v="1553"/>
          <ac:spMkLst>
            <pc:docMk/>
            <pc:sldMk cId="3669856319" sldId="428"/>
            <ac:spMk id="49" creationId="{8C8CD1F0-F30B-232C-19A0-B372502B49F2}"/>
          </ac:spMkLst>
        </pc:spChg>
        <pc:spChg chg="mod">
          <ac:chgData name="MERCIER, Valerie" userId="d5d65ee6-536f-47d5-b6ec-58138a493945" providerId="ADAL" clId="{91883263-DC5B-43DC-88E5-CD9AE7ACB6C9}" dt="2023-04-26T06:02:50.582" v="1552" actId="20577"/>
          <ac:spMkLst>
            <pc:docMk/>
            <pc:sldMk cId="3669856319" sldId="428"/>
            <ac:spMk id="50" creationId="{F4BA53DD-0DC6-DFA7-5314-7B5845315A15}"/>
          </ac:spMkLst>
        </pc:spChg>
        <pc:spChg chg="mod">
          <ac:chgData name="MERCIER, Valerie" userId="d5d65ee6-536f-47d5-b6ec-58138a493945" providerId="ADAL" clId="{91883263-DC5B-43DC-88E5-CD9AE7ACB6C9}" dt="2023-04-26T06:02:46.487" v="1550"/>
          <ac:spMkLst>
            <pc:docMk/>
            <pc:sldMk cId="3669856319" sldId="428"/>
            <ac:spMk id="51" creationId="{04C74DD4-9FE4-AD6C-6220-CEC750F03DF2}"/>
          </ac:spMkLst>
        </pc:spChg>
      </pc:sldChg>
      <pc:sldChg chg="addSp modSp new mod">
        <pc:chgData name="MERCIER, Valerie" userId="d5d65ee6-536f-47d5-b6ec-58138a493945" providerId="ADAL" clId="{91883263-DC5B-43DC-88E5-CD9AE7ACB6C9}" dt="2023-04-26T08:28:35.570" v="2257" actId="6549"/>
        <pc:sldMkLst>
          <pc:docMk/>
          <pc:sldMk cId="2436308419" sldId="429"/>
        </pc:sldMkLst>
        <pc:spChg chg="add mod">
          <ac:chgData name="MERCIER, Valerie" userId="d5d65ee6-536f-47d5-b6ec-58138a493945" providerId="ADAL" clId="{91883263-DC5B-43DC-88E5-CD9AE7ACB6C9}" dt="2023-04-26T06:03:16.188" v="1559"/>
          <ac:spMkLst>
            <pc:docMk/>
            <pc:sldMk cId="2436308419" sldId="429"/>
            <ac:spMk id="8" creationId="{0F9C9645-E15A-175E-FD20-736ADA779738}"/>
          </ac:spMkLst>
        </pc:spChg>
        <pc:spChg chg="add mod">
          <ac:chgData name="MERCIER, Valerie" userId="d5d65ee6-536f-47d5-b6ec-58138a493945" providerId="ADAL" clId="{91883263-DC5B-43DC-88E5-CD9AE7ACB6C9}" dt="2023-04-26T08:28:35.570" v="2257" actId="6549"/>
          <ac:spMkLst>
            <pc:docMk/>
            <pc:sldMk cId="2436308419" sldId="429"/>
            <ac:spMk id="9" creationId="{509E51FF-0D08-6125-B8A3-0BF14D667012}"/>
          </ac:spMkLst>
        </pc:spChg>
      </pc:sldChg>
      <pc:sldChg chg="addSp modSp new mod ord">
        <pc:chgData name="MERCIER, Valerie" userId="d5d65ee6-536f-47d5-b6ec-58138a493945" providerId="ADAL" clId="{91883263-DC5B-43DC-88E5-CD9AE7ACB6C9}" dt="2023-04-26T08:24:22.975" v="2247"/>
        <pc:sldMkLst>
          <pc:docMk/>
          <pc:sldMk cId="3404085327" sldId="430"/>
        </pc:sldMkLst>
        <pc:spChg chg="add mod">
          <ac:chgData name="MERCIER, Valerie" userId="d5d65ee6-536f-47d5-b6ec-58138a493945" providerId="ADAL" clId="{91883263-DC5B-43DC-88E5-CD9AE7ACB6C9}" dt="2023-04-26T06:03:39.567" v="1563" actId="1076"/>
          <ac:spMkLst>
            <pc:docMk/>
            <pc:sldMk cId="3404085327" sldId="430"/>
            <ac:spMk id="8" creationId="{50028B95-E7F5-EA35-1055-DB4BB6E018F9}"/>
          </ac:spMkLst>
        </pc:spChg>
        <pc:spChg chg="add mod">
          <ac:chgData name="MERCIER, Valerie" userId="d5d65ee6-536f-47d5-b6ec-58138a493945" providerId="ADAL" clId="{91883263-DC5B-43DC-88E5-CD9AE7ACB6C9}" dt="2023-04-26T06:03:39.567" v="1563" actId="1076"/>
          <ac:spMkLst>
            <pc:docMk/>
            <pc:sldMk cId="3404085327" sldId="430"/>
            <ac:spMk id="9" creationId="{B6C7F72B-7D42-15DC-4048-5DA99914E199}"/>
          </ac:spMkLst>
        </pc:spChg>
        <pc:spChg chg="add mod">
          <ac:chgData name="MERCIER, Valerie" userId="d5d65ee6-536f-47d5-b6ec-58138a493945" providerId="ADAL" clId="{91883263-DC5B-43DC-88E5-CD9AE7ACB6C9}" dt="2023-04-26T06:03:39.567" v="1563" actId="1076"/>
          <ac:spMkLst>
            <pc:docMk/>
            <pc:sldMk cId="3404085327" sldId="430"/>
            <ac:spMk id="10" creationId="{EF23AA19-6EC4-0E6C-3FB2-D351D3870EC0}"/>
          </ac:spMkLst>
        </pc:spChg>
        <pc:spChg chg="add mod">
          <ac:chgData name="MERCIER, Valerie" userId="d5d65ee6-536f-47d5-b6ec-58138a493945" providerId="ADAL" clId="{91883263-DC5B-43DC-88E5-CD9AE7ACB6C9}" dt="2023-04-26T06:03:39.567" v="1563" actId="1076"/>
          <ac:spMkLst>
            <pc:docMk/>
            <pc:sldMk cId="3404085327" sldId="430"/>
            <ac:spMk id="11" creationId="{68656062-D577-5237-5D18-1BCCAE543EF9}"/>
          </ac:spMkLst>
        </pc:spChg>
        <pc:spChg chg="add mod">
          <ac:chgData name="MERCIER, Valerie" userId="d5d65ee6-536f-47d5-b6ec-58138a493945" providerId="ADAL" clId="{91883263-DC5B-43DC-88E5-CD9AE7ACB6C9}" dt="2023-04-26T06:03:39.567" v="1563" actId="1076"/>
          <ac:spMkLst>
            <pc:docMk/>
            <pc:sldMk cId="3404085327" sldId="430"/>
            <ac:spMk id="12" creationId="{3126A3F4-BF08-A2DC-62B0-FFC3D8DFE57E}"/>
          </ac:spMkLst>
        </pc:spChg>
        <pc:spChg chg="add mod">
          <ac:chgData name="MERCIER, Valerie" userId="d5d65ee6-536f-47d5-b6ec-58138a493945" providerId="ADAL" clId="{91883263-DC5B-43DC-88E5-CD9AE7ACB6C9}" dt="2023-04-26T06:03:39.567" v="1563" actId="1076"/>
          <ac:spMkLst>
            <pc:docMk/>
            <pc:sldMk cId="3404085327" sldId="430"/>
            <ac:spMk id="13" creationId="{C04E96D1-2DE6-E2E3-2D65-CBD61F4E3E4F}"/>
          </ac:spMkLst>
        </pc:spChg>
        <pc:spChg chg="add mod">
          <ac:chgData name="MERCIER, Valerie" userId="d5d65ee6-536f-47d5-b6ec-58138a493945" providerId="ADAL" clId="{91883263-DC5B-43DC-88E5-CD9AE7ACB6C9}" dt="2023-04-26T06:03:39.567" v="1563" actId="1076"/>
          <ac:spMkLst>
            <pc:docMk/>
            <pc:sldMk cId="3404085327" sldId="430"/>
            <ac:spMk id="14" creationId="{BA9EC64B-4756-A5E5-7BC5-0F608937A3FB}"/>
          </ac:spMkLst>
        </pc:spChg>
        <pc:spChg chg="add mod">
          <ac:chgData name="MERCIER, Valerie" userId="d5d65ee6-536f-47d5-b6ec-58138a493945" providerId="ADAL" clId="{91883263-DC5B-43DC-88E5-CD9AE7ACB6C9}" dt="2023-04-26T06:03:39.567" v="1563" actId="1076"/>
          <ac:spMkLst>
            <pc:docMk/>
            <pc:sldMk cId="3404085327" sldId="430"/>
            <ac:spMk id="15" creationId="{981F6681-3722-9FD0-425C-47102ADA2D94}"/>
          </ac:spMkLst>
        </pc:spChg>
        <pc:spChg chg="add mod">
          <ac:chgData name="MERCIER, Valerie" userId="d5d65ee6-536f-47d5-b6ec-58138a493945" providerId="ADAL" clId="{91883263-DC5B-43DC-88E5-CD9AE7ACB6C9}" dt="2023-04-26T06:03:39.567" v="1563" actId="1076"/>
          <ac:spMkLst>
            <pc:docMk/>
            <pc:sldMk cId="3404085327" sldId="430"/>
            <ac:spMk id="16" creationId="{43DA525D-1086-9BD6-6A03-4609A1712DE2}"/>
          </ac:spMkLst>
        </pc:spChg>
        <pc:spChg chg="add mod">
          <ac:chgData name="MERCIER, Valerie" userId="d5d65ee6-536f-47d5-b6ec-58138a493945" providerId="ADAL" clId="{91883263-DC5B-43DC-88E5-CD9AE7ACB6C9}" dt="2023-04-26T06:03:39.567" v="1563" actId="1076"/>
          <ac:spMkLst>
            <pc:docMk/>
            <pc:sldMk cId="3404085327" sldId="430"/>
            <ac:spMk id="17" creationId="{C9191144-6AFA-9DB7-AAD3-8852DFA23774}"/>
          </ac:spMkLst>
        </pc:spChg>
        <pc:spChg chg="add mod">
          <ac:chgData name="MERCIER, Valerie" userId="d5d65ee6-536f-47d5-b6ec-58138a493945" providerId="ADAL" clId="{91883263-DC5B-43DC-88E5-CD9AE7ACB6C9}" dt="2023-04-26T06:03:39.567" v="1563" actId="1076"/>
          <ac:spMkLst>
            <pc:docMk/>
            <pc:sldMk cId="3404085327" sldId="430"/>
            <ac:spMk id="18" creationId="{6C9EBD81-ABF7-0734-CE1E-E0A824ADEC21}"/>
          </ac:spMkLst>
        </pc:spChg>
        <pc:spChg chg="add mod">
          <ac:chgData name="MERCIER, Valerie" userId="d5d65ee6-536f-47d5-b6ec-58138a493945" providerId="ADAL" clId="{91883263-DC5B-43DC-88E5-CD9AE7ACB6C9}" dt="2023-04-26T06:03:39.567" v="1563" actId="1076"/>
          <ac:spMkLst>
            <pc:docMk/>
            <pc:sldMk cId="3404085327" sldId="430"/>
            <ac:spMk id="19" creationId="{5DF5ED38-273E-6E2C-929D-BB0598976B51}"/>
          </ac:spMkLst>
        </pc:spChg>
        <pc:spChg chg="add mod">
          <ac:chgData name="MERCIER, Valerie" userId="d5d65ee6-536f-47d5-b6ec-58138a493945" providerId="ADAL" clId="{91883263-DC5B-43DC-88E5-CD9AE7ACB6C9}" dt="2023-04-26T06:03:39.567" v="1563" actId="1076"/>
          <ac:spMkLst>
            <pc:docMk/>
            <pc:sldMk cId="3404085327" sldId="430"/>
            <ac:spMk id="20" creationId="{45261A61-4B37-108A-64CB-F4D5FC450439}"/>
          </ac:spMkLst>
        </pc:spChg>
        <pc:spChg chg="add mod">
          <ac:chgData name="MERCIER, Valerie" userId="d5d65ee6-536f-47d5-b6ec-58138a493945" providerId="ADAL" clId="{91883263-DC5B-43DC-88E5-CD9AE7ACB6C9}" dt="2023-04-26T06:03:39.567" v="1563" actId="1076"/>
          <ac:spMkLst>
            <pc:docMk/>
            <pc:sldMk cId="3404085327" sldId="430"/>
            <ac:spMk id="21" creationId="{FA99BD7E-194F-2D03-7D66-79939D371B40}"/>
          </ac:spMkLst>
        </pc:spChg>
        <pc:spChg chg="add mod">
          <ac:chgData name="MERCIER, Valerie" userId="d5d65ee6-536f-47d5-b6ec-58138a493945" providerId="ADAL" clId="{91883263-DC5B-43DC-88E5-CD9AE7ACB6C9}" dt="2023-04-26T06:03:39.567" v="1563" actId="1076"/>
          <ac:spMkLst>
            <pc:docMk/>
            <pc:sldMk cId="3404085327" sldId="430"/>
            <ac:spMk id="22" creationId="{334E8DB4-0030-FEB1-7E76-62C109962F10}"/>
          </ac:spMkLst>
        </pc:spChg>
        <pc:spChg chg="add mod">
          <ac:chgData name="MERCIER, Valerie" userId="d5d65ee6-536f-47d5-b6ec-58138a493945" providerId="ADAL" clId="{91883263-DC5B-43DC-88E5-CD9AE7ACB6C9}" dt="2023-04-26T06:03:39.567" v="1563" actId="1076"/>
          <ac:spMkLst>
            <pc:docMk/>
            <pc:sldMk cId="3404085327" sldId="430"/>
            <ac:spMk id="23" creationId="{BDDB652F-B555-31EA-FDEC-11220FBA0C35}"/>
          </ac:spMkLst>
        </pc:spChg>
        <pc:spChg chg="add mod">
          <ac:chgData name="MERCIER, Valerie" userId="d5d65ee6-536f-47d5-b6ec-58138a493945" providerId="ADAL" clId="{91883263-DC5B-43DC-88E5-CD9AE7ACB6C9}" dt="2023-04-26T06:03:39.567" v="1563" actId="1076"/>
          <ac:spMkLst>
            <pc:docMk/>
            <pc:sldMk cId="3404085327" sldId="430"/>
            <ac:spMk id="24" creationId="{0463F245-A199-435B-8BF2-7712E58957F4}"/>
          </ac:spMkLst>
        </pc:spChg>
        <pc:spChg chg="add mod">
          <ac:chgData name="MERCIER, Valerie" userId="d5d65ee6-536f-47d5-b6ec-58138a493945" providerId="ADAL" clId="{91883263-DC5B-43DC-88E5-CD9AE7ACB6C9}" dt="2023-04-26T06:03:39.567" v="1563" actId="1076"/>
          <ac:spMkLst>
            <pc:docMk/>
            <pc:sldMk cId="3404085327" sldId="430"/>
            <ac:spMk id="25" creationId="{3770C1C6-10CB-66C9-2A92-71612743F11D}"/>
          </ac:spMkLst>
        </pc:spChg>
        <pc:spChg chg="add mod">
          <ac:chgData name="MERCIER, Valerie" userId="d5d65ee6-536f-47d5-b6ec-58138a493945" providerId="ADAL" clId="{91883263-DC5B-43DC-88E5-CD9AE7ACB6C9}" dt="2023-04-26T06:03:39.567" v="1563" actId="1076"/>
          <ac:spMkLst>
            <pc:docMk/>
            <pc:sldMk cId="3404085327" sldId="430"/>
            <ac:spMk id="26" creationId="{818EE1C5-C97E-4F6C-2381-4C2353395027}"/>
          </ac:spMkLst>
        </pc:spChg>
        <pc:spChg chg="add mod">
          <ac:chgData name="MERCIER, Valerie" userId="d5d65ee6-536f-47d5-b6ec-58138a493945" providerId="ADAL" clId="{91883263-DC5B-43DC-88E5-CD9AE7ACB6C9}" dt="2023-04-26T06:03:39.567" v="1563" actId="1076"/>
          <ac:spMkLst>
            <pc:docMk/>
            <pc:sldMk cId="3404085327" sldId="430"/>
            <ac:spMk id="27" creationId="{4AFCD9D8-7431-8409-EFAC-667DE8089027}"/>
          </ac:spMkLst>
        </pc:spChg>
        <pc:spChg chg="add mod">
          <ac:chgData name="MERCIER, Valerie" userId="d5d65ee6-536f-47d5-b6ec-58138a493945" providerId="ADAL" clId="{91883263-DC5B-43DC-88E5-CD9AE7ACB6C9}" dt="2023-04-26T06:03:39.567" v="1563" actId="1076"/>
          <ac:spMkLst>
            <pc:docMk/>
            <pc:sldMk cId="3404085327" sldId="430"/>
            <ac:spMk id="28" creationId="{70A4DE20-1E22-F42A-616C-9E116DFD419E}"/>
          </ac:spMkLst>
        </pc:spChg>
      </pc:sldChg>
      <pc:sldChg chg="addSp delSp modSp new mod">
        <pc:chgData name="MERCIER, Valerie" userId="d5d65ee6-536f-47d5-b6ec-58138a493945" providerId="ADAL" clId="{91883263-DC5B-43DC-88E5-CD9AE7ACB6C9}" dt="2023-04-26T06:06:18.448" v="1573"/>
        <pc:sldMkLst>
          <pc:docMk/>
          <pc:sldMk cId="722948033" sldId="431"/>
        </pc:sldMkLst>
        <pc:spChg chg="add mod">
          <ac:chgData name="MERCIER, Valerie" userId="d5d65ee6-536f-47d5-b6ec-58138a493945" providerId="ADAL" clId="{91883263-DC5B-43DC-88E5-CD9AE7ACB6C9}" dt="2023-04-26T06:06:04.828" v="1567" actId="1076"/>
          <ac:spMkLst>
            <pc:docMk/>
            <pc:sldMk cId="722948033" sldId="431"/>
            <ac:spMk id="8" creationId="{DA360B7D-7DB2-6E79-4421-635F28E410EA}"/>
          </ac:spMkLst>
        </pc:spChg>
        <pc:spChg chg="add mod">
          <ac:chgData name="MERCIER, Valerie" userId="d5d65ee6-536f-47d5-b6ec-58138a493945" providerId="ADAL" clId="{91883263-DC5B-43DC-88E5-CD9AE7ACB6C9}" dt="2023-04-26T06:06:04.828" v="1567" actId="1076"/>
          <ac:spMkLst>
            <pc:docMk/>
            <pc:sldMk cId="722948033" sldId="431"/>
            <ac:spMk id="9" creationId="{0FC43479-8C69-58B1-8734-1914383347D3}"/>
          </ac:spMkLst>
        </pc:spChg>
        <pc:spChg chg="add mod">
          <ac:chgData name="MERCIER, Valerie" userId="d5d65ee6-536f-47d5-b6ec-58138a493945" providerId="ADAL" clId="{91883263-DC5B-43DC-88E5-CD9AE7ACB6C9}" dt="2023-04-26T06:06:04.828" v="1567" actId="1076"/>
          <ac:spMkLst>
            <pc:docMk/>
            <pc:sldMk cId="722948033" sldId="431"/>
            <ac:spMk id="10" creationId="{E4FBBF33-CBC4-AA3D-B5D3-FD8CB634337F}"/>
          </ac:spMkLst>
        </pc:spChg>
        <pc:spChg chg="add mod">
          <ac:chgData name="MERCIER, Valerie" userId="d5d65ee6-536f-47d5-b6ec-58138a493945" providerId="ADAL" clId="{91883263-DC5B-43DC-88E5-CD9AE7ACB6C9}" dt="2023-04-26T06:06:04.828" v="1567" actId="1076"/>
          <ac:spMkLst>
            <pc:docMk/>
            <pc:sldMk cId="722948033" sldId="431"/>
            <ac:spMk id="11" creationId="{27E2AD66-87C6-DD57-D43C-029CC05F1406}"/>
          </ac:spMkLst>
        </pc:spChg>
        <pc:spChg chg="add mod">
          <ac:chgData name="MERCIER, Valerie" userId="d5d65ee6-536f-47d5-b6ec-58138a493945" providerId="ADAL" clId="{91883263-DC5B-43DC-88E5-CD9AE7ACB6C9}" dt="2023-04-26T06:06:04.828" v="1567" actId="1076"/>
          <ac:spMkLst>
            <pc:docMk/>
            <pc:sldMk cId="722948033" sldId="431"/>
            <ac:spMk id="12" creationId="{CF9BC4F5-4F36-D8B8-2BE1-4E65D974FFB9}"/>
          </ac:spMkLst>
        </pc:spChg>
        <pc:spChg chg="add mod">
          <ac:chgData name="MERCIER, Valerie" userId="d5d65ee6-536f-47d5-b6ec-58138a493945" providerId="ADAL" clId="{91883263-DC5B-43DC-88E5-CD9AE7ACB6C9}" dt="2023-04-26T06:06:04.828" v="1567" actId="1076"/>
          <ac:spMkLst>
            <pc:docMk/>
            <pc:sldMk cId="722948033" sldId="431"/>
            <ac:spMk id="13" creationId="{22ACDB09-72B3-D647-1B1B-96F5A6E12E11}"/>
          </ac:spMkLst>
        </pc:spChg>
        <pc:spChg chg="add mod">
          <ac:chgData name="MERCIER, Valerie" userId="d5d65ee6-536f-47d5-b6ec-58138a493945" providerId="ADAL" clId="{91883263-DC5B-43DC-88E5-CD9AE7ACB6C9}" dt="2023-04-26T06:06:04.828" v="1567" actId="1076"/>
          <ac:spMkLst>
            <pc:docMk/>
            <pc:sldMk cId="722948033" sldId="431"/>
            <ac:spMk id="14" creationId="{D73ACF67-F380-FF94-7763-E7C22FCB3EFD}"/>
          </ac:spMkLst>
        </pc:spChg>
        <pc:spChg chg="add mod">
          <ac:chgData name="MERCIER, Valerie" userId="d5d65ee6-536f-47d5-b6ec-58138a493945" providerId="ADAL" clId="{91883263-DC5B-43DC-88E5-CD9AE7ACB6C9}" dt="2023-04-26T06:06:04.828" v="1567" actId="1076"/>
          <ac:spMkLst>
            <pc:docMk/>
            <pc:sldMk cId="722948033" sldId="431"/>
            <ac:spMk id="15" creationId="{A579BB10-43FC-AFF6-98CD-8511F2AE3064}"/>
          </ac:spMkLst>
        </pc:spChg>
        <pc:spChg chg="add mod">
          <ac:chgData name="MERCIER, Valerie" userId="d5d65ee6-536f-47d5-b6ec-58138a493945" providerId="ADAL" clId="{91883263-DC5B-43DC-88E5-CD9AE7ACB6C9}" dt="2023-04-26T06:06:04.828" v="1567" actId="1076"/>
          <ac:spMkLst>
            <pc:docMk/>
            <pc:sldMk cId="722948033" sldId="431"/>
            <ac:spMk id="16" creationId="{5D460158-BBED-FB5B-3857-84486A72BE80}"/>
          </ac:spMkLst>
        </pc:spChg>
        <pc:spChg chg="add mod">
          <ac:chgData name="MERCIER, Valerie" userId="d5d65ee6-536f-47d5-b6ec-58138a493945" providerId="ADAL" clId="{91883263-DC5B-43DC-88E5-CD9AE7ACB6C9}" dt="2023-04-26T06:06:04.828" v="1567" actId="1076"/>
          <ac:spMkLst>
            <pc:docMk/>
            <pc:sldMk cId="722948033" sldId="431"/>
            <ac:spMk id="17" creationId="{BFA01EBD-D6ED-BF85-16B3-FB5E439EAF68}"/>
          </ac:spMkLst>
        </pc:spChg>
        <pc:spChg chg="add mod">
          <ac:chgData name="MERCIER, Valerie" userId="d5d65ee6-536f-47d5-b6ec-58138a493945" providerId="ADAL" clId="{91883263-DC5B-43DC-88E5-CD9AE7ACB6C9}" dt="2023-04-26T06:06:04.828" v="1567" actId="1076"/>
          <ac:spMkLst>
            <pc:docMk/>
            <pc:sldMk cId="722948033" sldId="431"/>
            <ac:spMk id="18" creationId="{33ACD076-5C98-AD28-CC3E-CC758598CA81}"/>
          </ac:spMkLst>
        </pc:spChg>
        <pc:spChg chg="add mod">
          <ac:chgData name="MERCIER, Valerie" userId="d5d65ee6-536f-47d5-b6ec-58138a493945" providerId="ADAL" clId="{91883263-DC5B-43DC-88E5-CD9AE7ACB6C9}" dt="2023-04-26T06:06:04.828" v="1567" actId="1076"/>
          <ac:spMkLst>
            <pc:docMk/>
            <pc:sldMk cId="722948033" sldId="431"/>
            <ac:spMk id="19" creationId="{9C6C11C6-9AD5-0D3E-E8E1-8F3DB7CBE965}"/>
          </ac:spMkLst>
        </pc:spChg>
        <pc:spChg chg="add mod">
          <ac:chgData name="MERCIER, Valerie" userId="d5d65ee6-536f-47d5-b6ec-58138a493945" providerId="ADAL" clId="{91883263-DC5B-43DC-88E5-CD9AE7ACB6C9}" dt="2023-04-26T06:06:04.828" v="1567" actId="1076"/>
          <ac:spMkLst>
            <pc:docMk/>
            <pc:sldMk cId="722948033" sldId="431"/>
            <ac:spMk id="20" creationId="{B88EEE45-1C51-82F7-2107-0993CAFF4D57}"/>
          </ac:spMkLst>
        </pc:spChg>
        <pc:spChg chg="add del mod">
          <ac:chgData name="MERCIER, Valerie" userId="d5d65ee6-536f-47d5-b6ec-58138a493945" providerId="ADAL" clId="{91883263-DC5B-43DC-88E5-CD9AE7ACB6C9}" dt="2023-04-26T06:06:18.448" v="1573"/>
          <ac:spMkLst>
            <pc:docMk/>
            <pc:sldMk cId="722948033" sldId="431"/>
            <ac:spMk id="21" creationId="{7790B9C6-BEF1-D613-6640-884F2369125E}"/>
          </ac:spMkLst>
        </pc:spChg>
      </pc:sldChg>
      <pc:sldChg chg="addSp modSp add mod">
        <pc:chgData name="MERCIER, Valerie" userId="d5d65ee6-536f-47d5-b6ec-58138a493945" providerId="ADAL" clId="{91883263-DC5B-43DC-88E5-CD9AE7ACB6C9}" dt="2023-04-27T05:14:35.699" v="4259" actId="20577"/>
        <pc:sldMkLst>
          <pc:docMk/>
          <pc:sldMk cId="313928230" sldId="432"/>
        </pc:sldMkLst>
        <pc:spChg chg="mod">
          <ac:chgData name="MERCIER, Valerie" userId="d5d65ee6-536f-47d5-b6ec-58138a493945" providerId="ADAL" clId="{91883263-DC5B-43DC-88E5-CD9AE7ACB6C9}" dt="2023-04-26T10:41:25.453" v="3587" actId="1076"/>
          <ac:spMkLst>
            <pc:docMk/>
            <pc:sldMk cId="313928230" sldId="432"/>
            <ac:spMk id="6" creationId="{B2E3FD7F-5F10-76FD-B1A3-A2C6C46B97CD}"/>
          </ac:spMkLst>
        </pc:spChg>
        <pc:spChg chg="mod">
          <ac:chgData name="MERCIER, Valerie" userId="d5d65ee6-536f-47d5-b6ec-58138a493945" providerId="ADAL" clId="{91883263-DC5B-43DC-88E5-CD9AE7ACB6C9}" dt="2023-04-27T05:14:35.699" v="4259" actId="20577"/>
          <ac:spMkLst>
            <pc:docMk/>
            <pc:sldMk cId="313928230" sldId="432"/>
            <ac:spMk id="7" creationId="{ECA5B4CC-C560-71DC-6FAD-93DC04803BBD}"/>
          </ac:spMkLst>
        </pc:spChg>
        <pc:spChg chg="mod">
          <ac:chgData name="MERCIER, Valerie" userId="d5d65ee6-536f-47d5-b6ec-58138a493945" providerId="ADAL" clId="{91883263-DC5B-43DC-88E5-CD9AE7ACB6C9}" dt="2023-04-26T10:42:25.525" v="3763" actId="20577"/>
          <ac:spMkLst>
            <pc:docMk/>
            <pc:sldMk cId="313928230" sldId="432"/>
            <ac:spMk id="8" creationId="{5A570610-1824-BEF5-1453-500240DA7745}"/>
          </ac:spMkLst>
        </pc:spChg>
        <pc:spChg chg="mod">
          <ac:chgData name="MERCIER, Valerie" userId="d5d65ee6-536f-47d5-b6ec-58138a493945" providerId="ADAL" clId="{91883263-DC5B-43DC-88E5-CD9AE7ACB6C9}" dt="2023-04-26T10:41:25.453" v="3587" actId="1076"/>
          <ac:spMkLst>
            <pc:docMk/>
            <pc:sldMk cId="313928230" sldId="432"/>
            <ac:spMk id="9" creationId="{FEF2A71D-6B1D-04D3-FDF7-824D931FFED8}"/>
          </ac:spMkLst>
        </pc:spChg>
        <pc:spChg chg="mod">
          <ac:chgData name="MERCIER, Valerie" userId="d5d65ee6-536f-47d5-b6ec-58138a493945" providerId="ADAL" clId="{91883263-DC5B-43DC-88E5-CD9AE7ACB6C9}" dt="2023-04-26T08:11:38.611" v="2067" actId="20577"/>
          <ac:spMkLst>
            <pc:docMk/>
            <pc:sldMk cId="313928230" sldId="432"/>
            <ac:spMk id="10" creationId="{D12567CE-DF8D-8A00-ADCB-7D5AB989C12C}"/>
          </ac:spMkLst>
        </pc:spChg>
        <pc:spChg chg="mod">
          <ac:chgData name="MERCIER, Valerie" userId="d5d65ee6-536f-47d5-b6ec-58138a493945" providerId="ADAL" clId="{91883263-DC5B-43DC-88E5-CD9AE7ACB6C9}" dt="2023-04-26T10:14:46.986" v="3209" actId="1076"/>
          <ac:spMkLst>
            <pc:docMk/>
            <pc:sldMk cId="313928230" sldId="432"/>
            <ac:spMk id="11" creationId="{B0462296-DC8E-C581-2617-486B1D3EF1E6}"/>
          </ac:spMkLst>
        </pc:spChg>
        <pc:spChg chg="add mod">
          <ac:chgData name="MERCIER, Valerie" userId="d5d65ee6-536f-47d5-b6ec-58138a493945" providerId="ADAL" clId="{91883263-DC5B-43DC-88E5-CD9AE7ACB6C9}" dt="2023-04-26T08:14:04.666" v="2090" actId="1076"/>
          <ac:spMkLst>
            <pc:docMk/>
            <pc:sldMk cId="313928230" sldId="432"/>
            <ac:spMk id="12" creationId="{9CBA6637-A752-2680-3700-61B294C2F3F2}"/>
          </ac:spMkLst>
        </pc:spChg>
        <pc:spChg chg="mod">
          <ac:chgData name="MERCIER, Valerie" userId="d5d65ee6-536f-47d5-b6ec-58138a493945" providerId="ADAL" clId="{91883263-DC5B-43DC-88E5-CD9AE7ACB6C9}" dt="2023-04-26T10:05:16.224" v="3138" actId="20577"/>
          <ac:spMkLst>
            <pc:docMk/>
            <pc:sldMk cId="313928230" sldId="432"/>
            <ac:spMk id="49" creationId="{8C8CD1F0-F30B-232C-19A0-B372502B49F2}"/>
          </ac:spMkLst>
        </pc:spChg>
      </pc:sldChg>
      <pc:sldChg chg="add del">
        <pc:chgData name="MERCIER, Valerie" userId="d5d65ee6-536f-47d5-b6ec-58138a493945" providerId="ADAL" clId="{91883263-DC5B-43DC-88E5-CD9AE7ACB6C9}" dt="2023-04-26T06:07:49.986" v="1590"/>
        <pc:sldMkLst>
          <pc:docMk/>
          <pc:sldMk cId="1481447719" sldId="433"/>
        </pc:sldMkLst>
      </pc:sldChg>
      <pc:sldChg chg="addSp delSp modSp add mod">
        <pc:chgData name="MERCIER, Valerie" userId="d5d65ee6-536f-47d5-b6ec-58138a493945" providerId="ADAL" clId="{91883263-DC5B-43DC-88E5-CD9AE7ACB6C9}" dt="2023-04-26T14:10:54.509" v="4033" actId="20577"/>
        <pc:sldMkLst>
          <pc:docMk/>
          <pc:sldMk cId="2816715726" sldId="433"/>
        </pc:sldMkLst>
        <pc:spChg chg="del">
          <ac:chgData name="MERCIER, Valerie" userId="d5d65ee6-536f-47d5-b6ec-58138a493945" providerId="ADAL" clId="{91883263-DC5B-43DC-88E5-CD9AE7ACB6C9}" dt="2023-04-26T08:12:27.304" v="2070" actId="478"/>
          <ac:spMkLst>
            <pc:docMk/>
            <pc:sldMk cId="2816715726" sldId="433"/>
            <ac:spMk id="2" creationId="{65E8FFBA-5626-F3DC-50AB-6DC0C9928DFC}"/>
          </ac:spMkLst>
        </pc:spChg>
        <pc:spChg chg="del">
          <ac:chgData name="MERCIER, Valerie" userId="d5d65ee6-536f-47d5-b6ec-58138a493945" providerId="ADAL" clId="{91883263-DC5B-43DC-88E5-CD9AE7ACB6C9}" dt="2023-04-26T08:12:27.304" v="2070" actId="478"/>
          <ac:spMkLst>
            <pc:docMk/>
            <pc:sldMk cId="2816715726" sldId="433"/>
            <ac:spMk id="3" creationId="{E60A5EF2-4AA2-AA80-4AC0-2447F1EBD341}"/>
          </ac:spMkLst>
        </pc:spChg>
        <pc:spChg chg="del">
          <ac:chgData name="MERCIER, Valerie" userId="d5d65ee6-536f-47d5-b6ec-58138a493945" providerId="ADAL" clId="{91883263-DC5B-43DC-88E5-CD9AE7ACB6C9}" dt="2023-04-26T08:12:27.304" v="2070" actId="478"/>
          <ac:spMkLst>
            <pc:docMk/>
            <pc:sldMk cId="2816715726" sldId="433"/>
            <ac:spMk id="4" creationId="{46FA9D84-1EA8-EE1A-E38D-624CF00C985A}"/>
          </ac:spMkLst>
        </pc:spChg>
        <pc:spChg chg="del">
          <ac:chgData name="MERCIER, Valerie" userId="d5d65ee6-536f-47d5-b6ec-58138a493945" providerId="ADAL" clId="{91883263-DC5B-43DC-88E5-CD9AE7ACB6C9}" dt="2023-04-26T08:12:27.304" v="2070" actId="478"/>
          <ac:spMkLst>
            <pc:docMk/>
            <pc:sldMk cId="2816715726" sldId="433"/>
            <ac:spMk id="5" creationId="{7313932D-2C28-9D06-5280-F74E70B0E13F}"/>
          </ac:spMkLst>
        </pc:spChg>
        <pc:spChg chg="del">
          <ac:chgData name="MERCIER, Valerie" userId="d5d65ee6-536f-47d5-b6ec-58138a493945" providerId="ADAL" clId="{91883263-DC5B-43DC-88E5-CD9AE7ACB6C9}" dt="2023-04-26T08:12:27.304" v="2070" actId="478"/>
          <ac:spMkLst>
            <pc:docMk/>
            <pc:sldMk cId="2816715726" sldId="433"/>
            <ac:spMk id="6" creationId="{B2E3FD7F-5F10-76FD-B1A3-A2C6C46B97CD}"/>
          </ac:spMkLst>
        </pc:spChg>
        <pc:spChg chg="del">
          <ac:chgData name="MERCIER, Valerie" userId="d5d65ee6-536f-47d5-b6ec-58138a493945" providerId="ADAL" clId="{91883263-DC5B-43DC-88E5-CD9AE7ACB6C9}" dt="2023-04-26T08:12:27.304" v="2070" actId="478"/>
          <ac:spMkLst>
            <pc:docMk/>
            <pc:sldMk cId="2816715726" sldId="433"/>
            <ac:spMk id="7" creationId="{ECA5B4CC-C560-71DC-6FAD-93DC04803BBD}"/>
          </ac:spMkLst>
        </pc:spChg>
        <pc:spChg chg="del">
          <ac:chgData name="MERCIER, Valerie" userId="d5d65ee6-536f-47d5-b6ec-58138a493945" providerId="ADAL" clId="{91883263-DC5B-43DC-88E5-CD9AE7ACB6C9}" dt="2023-04-26T08:12:27.304" v="2070" actId="478"/>
          <ac:spMkLst>
            <pc:docMk/>
            <pc:sldMk cId="2816715726" sldId="433"/>
            <ac:spMk id="8" creationId="{5A570610-1824-BEF5-1453-500240DA7745}"/>
          </ac:spMkLst>
        </pc:spChg>
        <pc:spChg chg="del">
          <ac:chgData name="MERCIER, Valerie" userId="d5d65ee6-536f-47d5-b6ec-58138a493945" providerId="ADAL" clId="{91883263-DC5B-43DC-88E5-CD9AE7ACB6C9}" dt="2023-04-26T08:12:27.304" v="2070" actId="478"/>
          <ac:spMkLst>
            <pc:docMk/>
            <pc:sldMk cId="2816715726" sldId="433"/>
            <ac:spMk id="9" creationId="{FEF2A71D-6B1D-04D3-FDF7-824D931FFED8}"/>
          </ac:spMkLst>
        </pc:spChg>
        <pc:spChg chg="del">
          <ac:chgData name="MERCIER, Valerie" userId="d5d65ee6-536f-47d5-b6ec-58138a493945" providerId="ADAL" clId="{91883263-DC5B-43DC-88E5-CD9AE7ACB6C9}" dt="2023-04-26T08:12:27.304" v="2070" actId="478"/>
          <ac:spMkLst>
            <pc:docMk/>
            <pc:sldMk cId="2816715726" sldId="433"/>
            <ac:spMk id="10" creationId="{D12567CE-DF8D-8A00-ADCB-7D5AB989C12C}"/>
          </ac:spMkLst>
        </pc:spChg>
        <pc:spChg chg="del">
          <ac:chgData name="MERCIER, Valerie" userId="d5d65ee6-536f-47d5-b6ec-58138a493945" providerId="ADAL" clId="{91883263-DC5B-43DC-88E5-CD9AE7ACB6C9}" dt="2023-04-26T08:12:27.304" v="2070" actId="478"/>
          <ac:spMkLst>
            <pc:docMk/>
            <pc:sldMk cId="2816715726" sldId="433"/>
            <ac:spMk id="11" creationId="{B0462296-DC8E-C581-2617-486B1D3EF1E6}"/>
          </ac:spMkLst>
        </pc:spChg>
        <pc:spChg chg="del">
          <ac:chgData name="MERCIER, Valerie" userId="d5d65ee6-536f-47d5-b6ec-58138a493945" providerId="ADAL" clId="{91883263-DC5B-43DC-88E5-CD9AE7ACB6C9}" dt="2023-04-26T08:12:28.125" v="2071" actId="478"/>
          <ac:spMkLst>
            <pc:docMk/>
            <pc:sldMk cId="2816715726" sldId="433"/>
            <ac:spMk id="12" creationId="{9CBA6637-A752-2680-3700-61B294C2F3F2}"/>
          </ac:spMkLst>
        </pc:spChg>
        <pc:spChg chg="add mod">
          <ac:chgData name="MERCIER, Valerie" userId="d5d65ee6-536f-47d5-b6ec-58138a493945" providerId="ADAL" clId="{91883263-DC5B-43DC-88E5-CD9AE7ACB6C9}" dt="2023-04-26T09:19:45.571" v="3069" actId="1076"/>
          <ac:spMkLst>
            <pc:docMk/>
            <pc:sldMk cId="2816715726" sldId="433"/>
            <ac:spMk id="13" creationId="{6388734E-FB0F-B03D-C303-94D9A288AA29}"/>
          </ac:spMkLst>
        </pc:spChg>
        <pc:spChg chg="add del mod">
          <ac:chgData name="MERCIER, Valerie" userId="d5d65ee6-536f-47d5-b6ec-58138a493945" providerId="ADAL" clId="{91883263-DC5B-43DC-88E5-CD9AE7ACB6C9}" dt="2023-04-26T09:19:28.588" v="3037" actId="478"/>
          <ac:spMkLst>
            <pc:docMk/>
            <pc:sldMk cId="2816715726" sldId="433"/>
            <ac:spMk id="14" creationId="{90A87CB1-33A6-F7A6-AA9E-05BBE24B64D0}"/>
          </ac:spMkLst>
        </pc:spChg>
        <pc:spChg chg="add del mod">
          <ac:chgData name="MERCIER, Valerie" userId="d5d65ee6-536f-47d5-b6ec-58138a493945" providerId="ADAL" clId="{91883263-DC5B-43DC-88E5-CD9AE7ACB6C9}" dt="2023-04-26T09:19:27.368" v="3036" actId="478"/>
          <ac:spMkLst>
            <pc:docMk/>
            <pc:sldMk cId="2816715726" sldId="433"/>
            <ac:spMk id="15" creationId="{C3DF8E7D-814C-C33E-8893-7262FFA6D586}"/>
          </ac:spMkLst>
        </pc:spChg>
        <pc:spChg chg="add mod">
          <ac:chgData name="MERCIER, Valerie" userId="d5d65ee6-536f-47d5-b6ec-58138a493945" providerId="ADAL" clId="{91883263-DC5B-43DC-88E5-CD9AE7ACB6C9}" dt="2023-04-26T14:10:54.509" v="4033" actId="20577"/>
          <ac:spMkLst>
            <pc:docMk/>
            <pc:sldMk cId="2816715726" sldId="433"/>
            <ac:spMk id="16" creationId="{4F52B94C-1B6E-AB1C-EA81-57554E4F9BD8}"/>
          </ac:spMkLst>
        </pc:spChg>
        <pc:spChg chg="add del mod">
          <ac:chgData name="MERCIER, Valerie" userId="d5d65ee6-536f-47d5-b6ec-58138a493945" providerId="ADAL" clId="{91883263-DC5B-43DC-88E5-CD9AE7ACB6C9}" dt="2023-04-26T09:16:45.591" v="2866" actId="478"/>
          <ac:spMkLst>
            <pc:docMk/>
            <pc:sldMk cId="2816715726" sldId="433"/>
            <ac:spMk id="17" creationId="{44AD3D4A-CBE8-A32C-8EC9-8E47CFF4DF78}"/>
          </ac:spMkLst>
        </pc:spChg>
        <pc:spChg chg="add del mod">
          <ac:chgData name="MERCIER, Valerie" userId="d5d65ee6-536f-47d5-b6ec-58138a493945" providerId="ADAL" clId="{91883263-DC5B-43DC-88E5-CD9AE7ACB6C9}" dt="2023-04-26T09:16:45.591" v="2866" actId="478"/>
          <ac:spMkLst>
            <pc:docMk/>
            <pc:sldMk cId="2816715726" sldId="433"/>
            <ac:spMk id="18" creationId="{450F26C6-3342-270A-B6A7-B424252506E0}"/>
          </ac:spMkLst>
        </pc:spChg>
        <pc:spChg chg="add del mod">
          <ac:chgData name="MERCIER, Valerie" userId="d5d65ee6-536f-47d5-b6ec-58138a493945" providerId="ADAL" clId="{91883263-DC5B-43DC-88E5-CD9AE7ACB6C9}" dt="2023-04-26T09:16:45.591" v="2866" actId="478"/>
          <ac:spMkLst>
            <pc:docMk/>
            <pc:sldMk cId="2816715726" sldId="433"/>
            <ac:spMk id="19" creationId="{AAD6FCCC-C99F-37FD-5D35-66CB2293D472}"/>
          </ac:spMkLst>
        </pc:spChg>
        <pc:spChg chg="add del mod">
          <ac:chgData name="MERCIER, Valerie" userId="d5d65ee6-536f-47d5-b6ec-58138a493945" providerId="ADAL" clId="{91883263-DC5B-43DC-88E5-CD9AE7ACB6C9}" dt="2023-04-26T09:16:45.591" v="2866" actId="478"/>
          <ac:spMkLst>
            <pc:docMk/>
            <pc:sldMk cId="2816715726" sldId="433"/>
            <ac:spMk id="20" creationId="{E4AC4586-75DC-1BBE-BC6A-808F1C2A42F4}"/>
          </ac:spMkLst>
        </pc:spChg>
        <pc:spChg chg="add del mod">
          <ac:chgData name="MERCIER, Valerie" userId="d5d65ee6-536f-47d5-b6ec-58138a493945" providerId="ADAL" clId="{91883263-DC5B-43DC-88E5-CD9AE7ACB6C9}" dt="2023-04-26T09:16:45.591" v="2866" actId="478"/>
          <ac:spMkLst>
            <pc:docMk/>
            <pc:sldMk cId="2816715726" sldId="433"/>
            <ac:spMk id="21" creationId="{B42F3EB0-6019-0D4F-142B-2F3CFE6B3444}"/>
          </ac:spMkLst>
        </pc:spChg>
        <pc:spChg chg="add del mod">
          <ac:chgData name="MERCIER, Valerie" userId="d5d65ee6-536f-47d5-b6ec-58138a493945" providerId="ADAL" clId="{91883263-DC5B-43DC-88E5-CD9AE7ACB6C9}" dt="2023-04-26T09:16:45.591" v="2866" actId="478"/>
          <ac:spMkLst>
            <pc:docMk/>
            <pc:sldMk cId="2816715726" sldId="433"/>
            <ac:spMk id="22" creationId="{92C93435-D292-4CC6-92F0-2879DAC730A8}"/>
          </ac:spMkLst>
        </pc:spChg>
        <pc:spChg chg="add del mod">
          <ac:chgData name="MERCIER, Valerie" userId="d5d65ee6-536f-47d5-b6ec-58138a493945" providerId="ADAL" clId="{91883263-DC5B-43DC-88E5-CD9AE7ACB6C9}" dt="2023-04-26T09:16:45.591" v="2866" actId="478"/>
          <ac:spMkLst>
            <pc:docMk/>
            <pc:sldMk cId="2816715726" sldId="433"/>
            <ac:spMk id="23" creationId="{2120E49F-AD69-082A-A3A5-2D643EEEE0B6}"/>
          </ac:spMkLst>
        </pc:spChg>
        <pc:spChg chg="add mod">
          <ac:chgData name="MERCIER, Valerie" userId="d5d65ee6-536f-47d5-b6ec-58138a493945" providerId="ADAL" clId="{91883263-DC5B-43DC-88E5-CD9AE7ACB6C9}" dt="2023-04-26T09:19:54.035" v="3072" actId="14100"/>
          <ac:spMkLst>
            <pc:docMk/>
            <pc:sldMk cId="2816715726" sldId="433"/>
            <ac:spMk id="24" creationId="{146C2FED-8B4F-195F-3B34-BF2386957455}"/>
          </ac:spMkLst>
        </pc:spChg>
        <pc:spChg chg="add del mod">
          <ac:chgData name="MERCIER, Valerie" userId="d5d65ee6-536f-47d5-b6ec-58138a493945" providerId="ADAL" clId="{91883263-DC5B-43DC-88E5-CD9AE7ACB6C9}" dt="2023-04-26T09:16:45.591" v="2866" actId="478"/>
          <ac:spMkLst>
            <pc:docMk/>
            <pc:sldMk cId="2816715726" sldId="433"/>
            <ac:spMk id="25" creationId="{89F8B6F8-014D-9506-7494-A2F1AF7015B5}"/>
          </ac:spMkLst>
        </pc:spChg>
        <pc:spChg chg="add del mod">
          <ac:chgData name="MERCIER, Valerie" userId="d5d65ee6-536f-47d5-b6ec-58138a493945" providerId="ADAL" clId="{91883263-DC5B-43DC-88E5-CD9AE7ACB6C9}" dt="2023-04-26T09:16:45.591" v="2866" actId="478"/>
          <ac:spMkLst>
            <pc:docMk/>
            <pc:sldMk cId="2816715726" sldId="433"/>
            <ac:spMk id="26" creationId="{8BC095EE-C705-60A5-7297-124E46040814}"/>
          </ac:spMkLst>
        </pc:spChg>
        <pc:spChg chg="add del mod">
          <ac:chgData name="MERCIER, Valerie" userId="d5d65ee6-536f-47d5-b6ec-58138a493945" providerId="ADAL" clId="{91883263-DC5B-43DC-88E5-CD9AE7ACB6C9}" dt="2023-04-26T09:16:45.591" v="2866" actId="478"/>
          <ac:spMkLst>
            <pc:docMk/>
            <pc:sldMk cId="2816715726" sldId="433"/>
            <ac:spMk id="27" creationId="{BCB2696B-2C10-870D-BA7F-00E0384B7FC0}"/>
          </ac:spMkLst>
        </pc:spChg>
        <pc:spChg chg="add del mod">
          <ac:chgData name="MERCIER, Valerie" userId="d5d65ee6-536f-47d5-b6ec-58138a493945" providerId="ADAL" clId="{91883263-DC5B-43DC-88E5-CD9AE7ACB6C9}" dt="2023-04-26T09:16:45.591" v="2866" actId="478"/>
          <ac:spMkLst>
            <pc:docMk/>
            <pc:sldMk cId="2816715726" sldId="433"/>
            <ac:spMk id="28" creationId="{BC01588A-89A8-DB9C-9F0A-E28A5D5E58CC}"/>
          </ac:spMkLst>
        </pc:spChg>
        <pc:spChg chg="add del mod">
          <ac:chgData name="MERCIER, Valerie" userId="d5d65ee6-536f-47d5-b6ec-58138a493945" providerId="ADAL" clId="{91883263-DC5B-43DC-88E5-CD9AE7ACB6C9}" dt="2023-04-26T09:16:45.591" v="2866" actId="478"/>
          <ac:spMkLst>
            <pc:docMk/>
            <pc:sldMk cId="2816715726" sldId="433"/>
            <ac:spMk id="29" creationId="{AF8CDE3F-579B-3D49-ED99-F2DB7F090E41}"/>
          </ac:spMkLst>
        </pc:spChg>
        <pc:spChg chg="add del mod">
          <ac:chgData name="MERCIER, Valerie" userId="d5d65ee6-536f-47d5-b6ec-58138a493945" providerId="ADAL" clId="{91883263-DC5B-43DC-88E5-CD9AE7ACB6C9}" dt="2023-04-26T09:16:45.591" v="2866" actId="478"/>
          <ac:spMkLst>
            <pc:docMk/>
            <pc:sldMk cId="2816715726" sldId="433"/>
            <ac:spMk id="30" creationId="{74922113-83BE-0AE0-6EB2-95F562747320}"/>
          </ac:spMkLst>
        </pc:spChg>
        <pc:spChg chg="add del mod">
          <ac:chgData name="MERCIER, Valerie" userId="d5d65ee6-536f-47d5-b6ec-58138a493945" providerId="ADAL" clId="{91883263-DC5B-43DC-88E5-CD9AE7ACB6C9}" dt="2023-04-26T09:16:45.591" v="2866" actId="478"/>
          <ac:spMkLst>
            <pc:docMk/>
            <pc:sldMk cId="2816715726" sldId="433"/>
            <ac:spMk id="31" creationId="{6E19CBF6-1E8B-EE1D-43C1-BDF1E4B82306}"/>
          </ac:spMkLst>
        </pc:spChg>
        <pc:spChg chg="add del mod">
          <ac:chgData name="MERCIER, Valerie" userId="d5d65ee6-536f-47d5-b6ec-58138a493945" providerId="ADAL" clId="{91883263-DC5B-43DC-88E5-CD9AE7ACB6C9}" dt="2023-04-26T09:16:45.591" v="2866" actId="478"/>
          <ac:spMkLst>
            <pc:docMk/>
            <pc:sldMk cId="2816715726" sldId="433"/>
            <ac:spMk id="32" creationId="{D443FE82-D337-F437-4809-2110DA4E730B}"/>
          </ac:spMkLst>
        </pc:spChg>
        <pc:spChg chg="add del mod">
          <ac:chgData name="MERCIER, Valerie" userId="d5d65ee6-536f-47d5-b6ec-58138a493945" providerId="ADAL" clId="{91883263-DC5B-43DC-88E5-CD9AE7ACB6C9}" dt="2023-04-26T09:16:45.591" v="2866" actId="478"/>
          <ac:spMkLst>
            <pc:docMk/>
            <pc:sldMk cId="2816715726" sldId="433"/>
            <ac:spMk id="33" creationId="{3F13703C-7520-7D4E-59A9-EC5C893CDE56}"/>
          </ac:spMkLst>
        </pc:spChg>
        <pc:spChg chg="add mod">
          <ac:chgData name="MERCIER, Valerie" userId="d5d65ee6-536f-47d5-b6ec-58138a493945" providerId="ADAL" clId="{91883263-DC5B-43DC-88E5-CD9AE7ACB6C9}" dt="2023-04-26T10:02:22.466" v="3081" actId="6549"/>
          <ac:spMkLst>
            <pc:docMk/>
            <pc:sldMk cId="2816715726" sldId="433"/>
            <ac:spMk id="34" creationId="{91E518C6-F8E2-C0F5-E766-946E569EC95C}"/>
          </ac:spMkLst>
        </pc:spChg>
        <pc:spChg chg="add mod">
          <ac:chgData name="MERCIER, Valerie" userId="d5d65ee6-536f-47d5-b6ec-58138a493945" providerId="ADAL" clId="{91883263-DC5B-43DC-88E5-CD9AE7ACB6C9}" dt="2023-04-26T09:19:56.819" v="3074" actId="1076"/>
          <ac:spMkLst>
            <pc:docMk/>
            <pc:sldMk cId="2816715726" sldId="433"/>
            <ac:spMk id="35" creationId="{3936967A-9B6D-971A-D59B-73998B8BE51A}"/>
          </ac:spMkLst>
        </pc:spChg>
        <pc:spChg chg="add mod">
          <ac:chgData name="MERCIER, Valerie" userId="d5d65ee6-536f-47d5-b6ec-58138a493945" providerId="ADAL" clId="{91883263-DC5B-43DC-88E5-CD9AE7ACB6C9}" dt="2023-04-26T14:10:35.809" v="4013" actId="20577"/>
          <ac:spMkLst>
            <pc:docMk/>
            <pc:sldMk cId="2816715726" sldId="433"/>
            <ac:spMk id="36" creationId="{B7BCC4A0-E59F-A3AA-655E-637436535C4E}"/>
          </ac:spMkLst>
        </pc:spChg>
        <pc:spChg chg="add del mod">
          <ac:chgData name="MERCIER, Valerie" userId="d5d65ee6-536f-47d5-b6ec-58138a493945" providerId="ADAL" clId="{91883263-DC5B-43DC-88E5-CD9AE7ACB6C9}" dt="2023-04-26T10:13:24.260" v="3183"/>
          <ac:spMkLst>
            <pc:docMk/>
            <pc:sldMk cId="2816715726" sldId="433"/>
            <ac:spMk id="37" creationId="{EBBE929F-F1AA-39A5-1279-47B6DBD41DCD}"/>
          </ac:spMkLst>
        </pc:spChg>
        <pc:spChg chg="add mod">
          <ac:chgData name="MERCIER, Valerie" userId="d5d65ee6-536f-47d5-b6ec-58138a493945" providerId="ADAL" clId="{91883263-DC5B-43DC-88E5-CD9AE7ACB6C9}" dt="2023-04-26T10:13:46.180" v="3205" actId="14100"/>
          <ac:spMkLst>
            <pc:docMk/>
            <pc:sldMk cId="2816715726" sldId="433"/>
            <ac:spMk id="38" creationId="{1A0B021C-3FA0-407F-F5DD-B74202053C9F}"/>
          </ac:spMkLst>
        </pc:spChg>
        <pc:spChg chg="mod">
          <ac:chgData name="MERCIER, Valerie" userId="d5d65ee6-536f-47d5-b6ec-58138a493945" providerId="ADAL" clId="{91883263-DC5B-43DC-88E5-CD9AE7ACB6C9}" dt="2023-04-26T09:19:41.896" v="3068" actId="20577"/>
          <ac:spMkLst>
            <pc:docMk/>
            <pc:sldMk cId="2816715726" sldId="433"/>
            <ac:spMk id="47" creationId="{00E20110-00FA-754C-107C-9C6A936E0DEA}"/>
          </ac:spMkLst>
        </pc:spChg>
        <pc:spChg chg="del">
          <ac:chgData name="MERCIER, Valerie" userId="d5d65ee6-536f-47d5-b6ec-58138a493945" providerId="ADAL" clId="{91883263-DC5B-43DC-88E5-CD9AE7ACB6C9}" dt="2023-04-26T08:12:27.304" v="2070" actId="478"/>
          <ac:spMkLst>
            <pc:docMk/>
            <pc:sldMk cId="2816715726" sldId="433"/>
            <ac:spMk id="49" creationId="{8C8CD1F0-F30B-232C-19A0-B372502B49F2}"/>
          </ac:spMkLst>
        </pc:spChg>
        <pc:spChg chg="del">
          <ac:chgData name="MERCIER, Valerie" userId="d5d65ee6-536f-47d5-b6ec-58138a493945" providerId="ADAL" clId="{91883263-DC5B-43DC-88E5-CD9AE7ACB6C9}" dt="2023-04-26T08:12:27.304" v="2070" actId="478"/>
          <ac:spMkLst>
            <pc:docMk/>
            <pc:sldMk cId="2816715726" sldId="433"/>
            <ac:spMk id="50" creationId="{F4BA53DD-0DC6-DFA7-5314-7B5845315A15}"/>
          </ac:spMkLst>
        </pc:spChg>
        <pc:spChg chg="del">
          <ac:chgData name="MERCIER, Valerie" userId="d5d65ee6-536f-47d5-b6ec-58138a493945" providerId="ADAL" clId="{91883263-DC5B-43DC-88E5-CD9AE7ACB6C9}" dt="2023-04-26T08:12:27.304" v="2070" actId="478"/>
          <ac:spMkLst>
            <pc:docMk/>
            <pc:sldMk cId="2816715726" sldId="433"/>
            <ac:spMk id="51" creationId="{04C74DD4-9FE4-AD6C-6220-CEC750F03DF2}"/>
          </ac:spMkLst>
        </pc:spChg>
      </pc:sldChg>
      <pc:sldMasterChg chg="delSldLayout">
        <pc:chgData name="MERCIER, Valerie" userId="d5d65ee6-536f-47d5-b6ec-58138a493945" providerId="ADAL" clId="{91883263-DC5B-43DC-88E5-CD9AE7ACB6C9}" dt="2023-04-26T05:53:01.251" v="1406" actId="47"/>
        <pc:sldMasterMkLst>
          <pc:docMk/>
          <pc:sldMasterMk cId="2083459720" sldId="2147483676"/>
        </pc:sldMasterMkLst>
        <pc:sldLayoutChg chg="del">
          <pc:chgData name="MERCIER, Valerie" userId="d5d65ee6-536f-47d5-b6ec-58138a493945" providerId="ADAL" clId="{91883263-DC5B-43DC-88E5-CD9AE7ACB6C9}" dt="2023-04-26T05:53:01.251" v="1406" actId="47"/>
          <pc:sldLayoutMkLst>
            <pc:docMk/>
            <pc:sldMasterMk cId="2083459720" sldId="2147483676"/>
            <pc:sldLayoutMk cId="2049807335" sldId="2147483709"/>
          </pc:sldLayoutMkLst>
        </pc:sldLayoutChg>
      </pc:sldMasterChg>
    </pc:docChg>
  </pc:docChgLst>
  <pc:docChgLst>
    <pc:chgData name="MERCIER, Valerie" userId="S::v.mercier@bouygues-construction.com::d5d65ee6-536f-47d5-b6ec-58138a493945" providerId="AD" clId="Web-{FA166A6D-6125-2A65-10B0-1D0B858DA513}"/>
    <pc:docChg chg="delSld modSld">
      <pc:chgData name="MERCIER, Valerie" userId="S::v.mercier@bouygues-construction.com::d5d65ee6-536f-47d5-b6ec-58138a493945" providerId="AD" clId="Web-{FA166A6D-6125-2A65-10B0-1D0B858DA513}" dt="2023-04-28T13:15:14.115" v="83" actId="20577"/>
      <pc:docMkLst>
        <pc:docMk/>
      </pc:docMkLst>
      <pc:sldChg chg="modSp">
        <pc:chgData name="MERCIER, Valerie" userId="S::v.mercier@bouygues-construction.com::d5d65ee6-536f-47d5-b6ec-58138a493945" providerId="AD" clId="Web-{FA166A6D-6125-2A65-10B0-1D0B858DA513}" dt="2023-04-28T13:15:14.115" v="83" actId="20577"/>
        <pc:sldMkLst>
          <pc:docMk/>
          <pc:sldMk cId="2879980480" sldId="357"/>
        </pc:sldMkLst>
        <pc:spChg chg="mod">
          <ac:chgData name="MERCIER, Valerie" userId="S::v.mercier@bouygues-construction.com::d5d65ee6-536f-47d5-b6ec-58138a493945" providerId="AD" clId="Web-{FA166A6D-6125-2A65-10B0-1D0B858DA513}" dt="2023-04-28T13:15:14.115" v="83" actId="20577"/>
          <ac:spMkLst>
            <pc:docMk/>
            <pc:sldMk cId="2879980480" sldId="357"/>
            <ac:spMk id="104" creationId="{1B011F3B-AC34-3023-8907-E30A367E38C4}"/>
          </ac:spMkLst>
        </pc:spChg>
      </pc:sldChg>
      <pc:sldChg chg="del">
        <pc:chgData name="MERCIER, Valerie" userId="S::v.mercier@bouygues-construction.com::d5d65ee6-536f-47d5-b6ec-58138a493945" providerId="AD" clId="Web-{FA166A6D-6125-2A65-10B0-1D0B858DA513}" dt="2023-04-28T12:57:46.395" v="57"/>
        <pc:sldMkLst>
          <pc:docMk/>
          <pc:sldMk cId="977600634" sldId="420"/>
        </pc:sldMkLst>
      </pc:sldChg>
      <pc:sldChg chg="delSp modSp">
        <pc:chgData name="MERCIER, Valerie" userId="S::v.mercier@bouygues-construction.com::d5d65ee6-536f-47d5-b6ec-58138a493945" providerId="AD" clId="Web-{FA166A6D-6125-2A65-10B0-1D0B858DA513}" dt="2023-04-28T13:08:58.838" v="80" actId="20577"/>
        <pc:sldMkLst>
          <pc:docMk/>
          <pc:sldMk cId="313928230" sldId="432"/>
        </pc:sldMkLst>
        <pc:spChg chg="mod">
          <ac:chgData name="MERCIER, Valerie" userId="S::v.mercier@bouygues-construction.com::d5d65ee6-536f-47d5-b6ec-58138a493945" providerId="AD" clId="Web-{FA166A6D-6125-2A65-10B0-1D0B858DA513}" dt="2023-04-28T13:08:58.838" v="80" actId="20577"/>
          <ac:spMkLst>
            <pc:docMk/>
            <pc:sldMk cId="313928230" sldId="432"/>
            <ac:spMk id="7" creationId="{ECA5B4CC-C560-71DC-6FAD-93DC04803BBD}"/>
          </ac:spMkLst>
        </pc:spChg>
        <pc:spChg chg="mod">
          <ac:chgData name="MERCIER, Valerie" userId="S::v.mercier@bouygues-construction.com::d5d65ee6-536f-47d5-b6ec-58138a493945" providerId="AD" clId="Web-{FA166A6D-6125-2A65-10B0-1D0B858DA513}" dt="2023-04-28T12:49:27.739" v="8" actId="1076"/>
          <ac:spMkLst>
            <pc:docMk/>
            <pc:sldMk cId="313928230" sldId="432"/>
            <ac:spMk id="8" creationId="{5A570610-1824-BEF5-1453-500240DA7745}"/>
          </ac:spMkLst>
        </pc:spChg>
        <pc:spChg chg="mod">
          <ac:chgData name="MERCIER, Valerie" userId="S::v.mercier@bouygues-construction.com::d5d65ee6-536f-47d5-b6ec-58138a493945" providerId="AD" clId="Web-{FA166A6D-6125-2A65-10B0-1D0B858DA513}" dt="2023-04-28T12:49:29.786" v="9" actId="1076"/>
          <ac:spMkLst>
            <pc:docMk/>
            <pc:sldMk cId="313928230" sldId="432"/>
            <ac:spMk id="11" creationId="{B0462296-DC8E-C581-2617-486B1D3EF1E6}"/>
          </ac:spMkLst>
        </pc:spChg>
        <pc:spChg chg="del">
          <ac:chgData name="MERCIER, Valerie" userId="S::v.mercier@bouygues-construction.com::d5d65ee6-536f-47d5-b6ec-58138a493945" providerId="AD" clId="Web-{FA166A6D-6125-2A65-10B0-1D0B858DA513}" dt="2023-04-28T12:57:49.723" v="58"/>
          <ac:spMkLst>
            <pc:docMk/>
            <pc:sldMk cId="313928230" sldId="432"/>
            <ac:spMk id="12" creationId="{9CBA6637-A752-2680-3700-61B294C2F3F2}"/>
          </ac:spMkLst>
        </pc:spChg>
      </pc:sldChg>
      <pc:sldChg chg="delSp modSp">
        <pc:chgData name="MERCIER, Valerie" userId="S::v.mercier@bouygues-construction.com::d5d65ee6-536f-47d5-b6ec-58138a493945" providerId="AD" clId="Web-{FA166A6D-6125-2A65-10B0-1D0B858DA513}" dt="2023-04-28T12:57:14.550" v="56"/>
        <pc:sldMkLst>
          <pc:docMk/>
          <pc:sldMk cId="2816715726" sldId="433"/>
        </pc:sldMkLst>
        <pc:spChg chg="mod">
          <ac:chgData name="MERCIER, Valerie" userId="S::v.mercier@bouygues-construction.com::d5d65ee6-536f-47d5-b6ec-58138a493945" providerId="AD" clId="Web-{FA166A6D-6125-2A65-10B0-1D0B858DA513}" dt="2023-04-28T12:57:13.847" v="55" actId="20577"/>
          <ac:spMkLst>
            <pc:docMk/>
            <pc:sldMk cId="2816715726" sldId="433"/>
            <ac:spMk id="24" creationId="{146C2FED-8B4F-195F-3B34-BF2386957455}"/>
          </ac:spMkLst>
        </pc:spChg>
        <pc:spChg chg="del">
          <ac:chgData name="MERCIER, Valerie" userId="S::v.mercier@bouygues-construction.com::d5d65ee6-536f-47d5-b6ec-58138a493945" providerId="AD" clId="Web-{FA166A6D-6125-2A65-10B0-1D0B858DA513}" dt="2023-04-28T12:57:14.550" v="56"/>
          <ac:spMkLst>
            <pc:docMk/>
            <pc:sldMk cId="2816715726" sldId="433"/>
            <ac:spMk id="38" creationId="{1A0B021C-3FA0-407F-F5DD-B74202053C9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3BA67F7-EEC7-31F0-113E-9C3B3553A17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54D35FD6-8940-686E-0694-F63A8AE26A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3B9994-FB1A-4BEC-828D-C48C1A4F8448}" type="datetimeFigureOut">
              <a:rPr lang="fr-FR" smtClean="0"/>
              <a:t>24/08/2023</a:t>
            </a:fld>
            <a:endParaRPr lang="fr-FR"/>
          </a:p>
        </p:txBody>
      </p:sp>
      <p:sp>
        <p:nvSpPr>
          <p:cNvPr id="4" name="Espace réservé du pied de page 3">
            <a:extLst>
              <a:ext uri="{FF2B5EF4-FFF2-40B4-BE49-F238E27FC236}">
                <a16:creationId xmlns:a16="http://schemas.microsoft.com/office/drawing/2014/main" id="{29C7DAEE-3C2B-12FA-0820-467849A79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0635792C-D384-971F-88A2-4DA12E1711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DA0980-E2C4-4E91-8CC3-7973709E9409}" type="slidenum">
              <a:rPr lang="fr-FR" smtClean="0"/>
              <a:t>‹N°›</a:t>
            </a:fld>
            <a:endParaRPr lang="fr-FR"/>
          </a:p>
        </p:txBody>
      </p:sp>
    </p:spTree>
    <p:extLst>
      <p:ext uri="{BB962C8B-B14F-4D97-AF65-F5344CB8AC3E}">
        <p14:creationId xmlns:p14="http://schemas.microsoft.com/office/powerpoint/2010/main" val="246778456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ECB75-4C83-D240-BA4B-E083A5474DED}" type="datetimeFigureOut">
              <a:rPr lang="fr-FR" smtClean="0"/>
              <a:t>24/08/2023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8032B-ACE8-714E-BA56-9EF71794EBEB}" type="slidenum">
              <a:rPr lang="fr-FR" smtClean="0"/>
              <a:t>‹N°›</a:t>
            </a:fld>
            <a:endParaRPr lang="fr-FR"/>
          </a:p>
        </p:txBody>
      </p:sp>
    </p:spTree>
    <p:extLst>
      <p:ext uri="{BB962C8B-B14F-4D97-AF65-F5344CB8AC3E}">
        <p14:creationId xmlns:p14="http://schemas.microsoft.com/office/powerpoint/2010/main" val="3073909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svg"/><Relationship Id="rId2" Type="http://schemas.openxmlformats.org/officeDocument/2006/relationships/image" Target="../media/image9.jp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p:bg>
      <p:bgPr>
        <a:blipFill dpi="0" rotWithShape="1">
          <a:blip r:embed="rId2">
            <a:lum/>
          </a:blip>
          <a:srcRect/>
          <a:stretch>
            <a:fillRect l="-5000" t="-30000" r="-5000" b="3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1BC5105-93C6-1B0D-5293-EC916B282AF2}"/>
              </a:ext>
            </a:extLst>
          </p:cNvPr>
          <p:cNvSpPr/>
          <p:nvPr userDrawn="1"/>
        </p:nvSpPr>
        <p:spPr>
          <a:xfrm>
            <a:off x="0" y="4061481"/>
            <a:ext cx="12192000" cy="2796519"/>
          </a:xfrm>
          <a:prstGeom prst="rect">
            <a:avLst/>
          </a:prstGeom>
          <a:solidFill>
            <a:schemeClr val="tx1"/>
          </a:solidFill>
          <a:ln w="12660" cap="flat">
            <a:noFill/>
            <a:prstDash val="solid"/>
            <a:miter/>
          </a:ln>
        </p:spPr>
        <p:txBody>
          <a:bodyPr rtlCol="0" anchor="ctr"/>
          <a:lstStyle/>
          <a:p>
            <a:pPr algn="l"/>
            <a:endParaRPr lang="fr-FR"/>
          </a:p>
        </p:txBody>
      </p:sp>
      <p:sp>
        <p:nvSpPr>
          <p:cNvPr id="2" name="Titre 1">
            <a:extLst>
              <a:ext uri="{FF2B5EF4-FFF2-40B4-BE49-F238E27FC236}">
                <a16:creationId xmlns:a16="http://schemas.microsoft.com/office/drawing/2014/main" id="{9F6855FC-1404-9994-3FF3-77708309751A}"/>
              </a:ext>
            </a:extLst>
          </p:cNvPr>
          <p:cNvSpPr>
            <a:spLocks noGrp="1"/>
          </p:cNvSpPr>
          <p:nvPr>
            <p:ph type="title" hasCustomPrompt="1"/>
          </p:nvPr>
        </p:nvSpPr>
        <p:spPr>
          <a:xfrm>
            <a:off x="688746" y="4660408"/>
            <a:ext cx="9785290" cy="784830"/>
          </a:xfrm>
        </p:spPr>
        <p:txBody>
          <a:bodyPr wrap="square" anchor="b" anchorCtr="0">
            <a:spAutoFit/>
          </a:bodyPr>
          <a:lstStyle>
            <a:lvl1pPr>
              <a:defRPr sz="5000">
                <a:solidFill>
                  <a:schemeClr val="bg1"/>
                </a:solidFill>
              </a:defRPr>
            </a:lvl1pPr>
          </a:lstStyle>
          <a:p>
            <a:r>
              <a:rPr lang="fr-FR"/>
              <a:t>Titre de la présentation</a:t>
            </a:r>
          </a:p>
        </p:txBody>
      </p:sp>
      <p:sp>
        <p:nvSpPr>
          <p:cNvPr id="3" name="Espace réservé de la date 2">
            <a:extLst>
              <a:ext uri="{FF2B5EF4-FFF2-40B4-BE49-F238E27FC236}">
                <a16:creationId xmlns:a16="http://schemas.microsoft.com/office/drawing/2014/main" id="{1B445B4F-E38C-4B63-9A90-587654C709AD}"/>
              </a:ext>
            </a:extLst>
          </p:cNvPr>
          <p:cNvSpPr>
            <a:spLocks noGrp="1"/>
          </p:cNvSpPr>
          <p:nvPr>
            <p:ph type="dt" sz="half" idx="10"/>
          </p:nvPr>
        </p:nvSpPr>
        <p:spPr>
          <a:xfrm>
            <a:off x="9877762" y="4238915"/>
            <a:ext cx="2008008" cy="246221"/>
          </a:xfrm>
          <a:prstGeom prst="rect">
            <a:avLst/>
          </a:prstGeom>
        </p:spPr>
        <p:txBody>
          <a:bodyPr tIns="0" bIns="0"/>
          <a:lstStyle>
            <a:lvl1pPr algn="r">
              <a:defRPr sz="1600">
                <a:solidFill>
                  <a:schemeClr val="bg1"/>
                </a:solidFill>
                <a:latin typeface="+mj-lt"/>
              </a:defRPr>
            </a:lvl1pPr>
          </a:lstStyle>
          <a:p>
            <a:r>
              <a:rPr lang="fr-FR"/>
              <a:t>DATE</a:t>
            </a:r>
          </a:p>
        </p:txBody>
      </p:sp>
      <p:pic>
        <p:nvPicPr>
          <p:cNvPr id="6" name="Graphique 5">
            <a:extLst>
              <a:ext uri="{FF2B5EF4-FFF2-40B4-BE49-F238E27FC236}">
                <a16:creationId xmlns:a16="http://schemas.microsoft.com/office/drawing/2014/main" id="{F5A643FB-9563-D9C2-1581-AA938DF040F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53483" y="5909931"/>
            <a:ext cx="1532287" cy="784830"/>
          </a:xfrm>
          <a:prstGeom prst="rect">
            <a:avLst/>
          </a:prstGeom>
        </p:spPr>
      </p:pic>
      <p:sp>
        <p:nvSpPr>
          <p:cNvPr id="7" name="Espace réservé pour une image  7">
            <a:extLst>
              <a:ext uri="{FF2B5EF4-FFF2-40B4-BE49-F238E27FC236}">
                <a16:creationId xmlns:a16="http://schemas.microsoft.com/office/drawing/2014/main" id="{903ACDCE-0CBD-0FAD-A2CD-DF4BBFB7E1C8}"/>
              </a:ext>
            </a:extLst>
          </p:cNvPr>
          <p:cNvSpPr>
            <a:spLocks noGrp="1"/>
          </p:cNvSpPr>
          <p:nvPr>
            <p:ph type="pic" sz="quarter" idx="14" hasCustomPrompt="1"/>
          </p:nvPr>
        </p:nvSpPr>
        <p:spPr>
          <a:xfrm>
            <a:off x="10229770" y="4660408"/>
            <a:ext cx="1656000" cy="1086285"/>
          </a:xfrm>
        </p:spPr>
        <p:txBody>
          <a:bodyPr/>
          <a:lstStyle>
            <a:lvl1pPr>
              <a:defRPr/>
            </a:lvl1pPr>
          </a:lstStyle>
          <a:p>
            <a:r>
              <a:rPr lang="fr-FR"/>
              <a:t>Votre logo</a:t>
            </a:r>
          </a:p>
        </p:txBody>
      </p:sp>
      <p:sp>
        <p:nvSpPr>
          <p:cNvPr id="8" name="Espace réservé du texte 6">
            <a:extLst>
              <a:ext uri="{FF2B5EF4-FFF2-40B4-BE49-F238E27FC236}">
                <a16:creationId xmlns:a16="http://schemas.microsoft.com/office/drawing/2014/main" id="{E9800EA0-C3B8-B094-B271-AD7F39EAB2DA}"/>
              </a:ext>
            </a:extLst>
          </p:cNvPr>
          <p:cNvSpPr>
            <a:spLocks noGrp="1"/>
          </p:cNvSpPr>
          <p:nvPr>
            <p:ph type="body" sz="quarter" idx="13" hasCustomPrompt="1"/>
          </p:nvPr>
        </p:nvSpPr>
        <p:spPr>
          <a:xfrm>
            <a:off x="688746" y="5484508"/>
            <a:ext cx="5572195" cy="563231"/>
          </a:xfrm>
        </p:spPr>
        <p:txBody>
          <a:bodyPr>
            <a:spAutoFit/>
          </a:bodyPr>
          <a:lstStyle>
            <a:lvl1pPr>
              <a:defRPr sz="3400">
                <a:solidFill>
                  <a:schemeClr val="bg1"/>
                </a:solidFill>
              </a:defRPr>
            </a:lvl1pPr>
          </a:lstStyle>
          <a:p>
            <a:pPr lvl="0"/>
            <a:r>
              <a:rPr lang="fr-FR"/>
              <a:t>Sous titre</a:t>
            </a:r>
          </a:p>
        </p:txBody>
      </p:sp>
      <p:cxnSp>
        <p:nvCxnSpPr>
          <p:cNvPr id="9" name="Connecteur droit 8">
            <a:extLst>
              <a:ext uri="{FF2B5EF4-FFF2-40B4-BE49-F238E27FC236}">
                <a16:creationId xmlns:a16="http://schemas.microsoft.com/office/drawing/2014/main" id="{B03FC08D-ACF7-7008-8713-1EF47BAB5166}"/>
              </a:ext>
            </a:extLst>
          </p:cNvPr>
          <p:cNvCxnSpPr>
            <a:cxnSpLocks/>
          </p:cNvCxnSpPr>
          <p:nvPr userDrawn="1"/>
        </p:nvCxnSpPr>
        <p:spPr>
          <a:xfrm flipH="1">
            <a:off x="9877762" y="4493619"/>
            <a:ext cx="20080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6849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de section">
    <p:bg>
      <p:bgPr>
        <a:blipFill dpi="0" rotWithShape="1">
          <a:blip r:embed="rId2">
            <a:lum/>
          </a:blip>
          <a:srcRect/>
          <a:stretch>
            <a:fillRect l="-15000" t="-9000" r="15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56238B-2EA5-7BD2-2961-927F66BD8937}"/>
              </a:ext>
            </a:extLst>
          </p:cNvPr>
          <p:cNvSpPr/>
          <p:nvPr userDrawn="1"/>
        </p:nvSpPr>
        <p:spPr>
          <a:xfrm>
            <a:off x="6095998" y="1"/>
            <a:ext cx="6096001" cy="6858000"/>
          </a:xfrm>
          <a:prstGeom prst="rect">
            <a:avLst/>
          </a:prstGeom>
          <a:solidFill>
            <a:schemeClr val="accent3"/>
          </a:solidFill>
          <a:ln w="12660" cap="flat">
            <a:noFill/>
            <a:prstDash val="solid"/>
            <a:miter/>
          </a:ln>
        </p:spPr>
        <p:txBody>
          <a:bodyPr rtlCol="0" anchor="ctr"/>
          <a:lstStyle/>
          <a:p>
            <a:pPr algn="l"/>
            <a:endParaRPr lang="fr-FR"/>
          </a:p>
        </p:txBody>
      </p:sp>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6647036" y="3737298"/>
            <a:ext cx="5299541" cy="784830"/>
          </a:xfrm>
        </p:spPr>
        <p:txBody>
          <a:bodyPr/>
          <a:lstStyle>
            <a:lvl1pPr>
              <a:defRPr sz="5000">
                <a:solidFill>
                  <a:schemeClr val="bg1"/>
                </a:solidFill>
              </a:defRPr>
            </a:lvl1pPr>
          </a:lstStyle>
          <a:p>
            <a:r>
              <a:rPr lang="fr-FR"/>
              <a:t>Titre de section</a:t>
            </a:r>
          </a:p>
        </p:txBody>
      </p:sp>
      <p:sp>
        <p:nvSpPr>
          <p:cNvPr id="7" name="Espace réservé du texte 48">
            <a:extLst>
              <a:ext uri="{FF2B5EF4-FFF2-40B4-BE49-F238E27FC236}">
                <a16:creationId xmlns:a16="http://schemas.microsoft.com/office/drawing/2014/main" id="{31F875B5-5659-CAF5-C28A-CB294467CDB6}"/>
              </a:ext>
            </a:extLst>
          </p:cNvPr>
          <p:cNvSpPr>
            <a:spLocks noGrp="1"/>
          </p:cNvSpPr>
          <p:nvPr>
            <p:ph type="body" sz="quarter" idx="21" hasCustomPrompt="1"/>
          </p:nvPr>
        </p:nvSpPr>
        <p:spPr>
          <a:xfrm>
            <a:off x="6647036" y="1487620"/>
            <a:ext cx="5299541" cy="2215991"/>
          </a:xfrm>
        </p:spPr>
        <p:txBody>
          <a:bodyPr wrap="square" anchor="b" anchorCtr="0">
            <a:spAutoFit/>
          </a:bodyPr>
          <a:lstStyle>
            <a:lvl1pPr algn="l">
              <a:lnSpc>
                <a:spcPct val="100000"/>
              </a:lnSpc>
              <a:defRPr sz="13800" b="1">
                <a:solidFill>
                  <a:schemeClr val="bg1"/>
                </a:solidFill>
                <a:latin typeface="+mn-lt"/>
              </a:defRPr>
            </a:lvl1pPr>
          </a:lstStyle>
          <a:p>
            <a:pPr lvl="0"/>
            <a:r>
              <a:rPr lang="fr-FR"/>
              <a:t>01</a:t>
            </a:r>
          </a:p>
        </p:txBody>
      </p:sp>
      <p:sp>
        <p:nvSpPr>
          <p:cNvPr id="8" name="Forme libre 12">
            <a:extLst>
              <a:ext uri="{FF2B5EF4-FFF2-40B4-BE49-F238E27FC236}">
                <a16:creationId xmlns:a16="http://schemas.microsoft.com/office/drawing/2014/main" id="{8BE32088-925D-3632-9AD3-A0D0C56505B3}"/>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9" name="Espace réservé du numéro de diapositive 4">
            <a:extLst>
              <a:ext uri="{FF2B5EF4-FFF2-40B4-BE49-F238E27FC236}">
                <a16:creationId xmlns:a16="http://schemas.microsoft.com/office/drawing/2014/main" id="{FE5B8C57-4501-8008-E05E-8CF5EE4E05E5}"/>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
        <p:nvSpPr>
          <p:cNvPr id="10" name="Espace réservé de la date 2">
            <a:extLst>
              <a:ext uri="{FF2B5EF4-FFF2-40B4-BE49-F238E27FC236}">
                <a16:creationId xmlns:a16="http://schemas.microsoft.com/office/drawing/2014/main" id="{1BABA82C-A240-AB4E-CEC7-8D70F1A8E931}"/>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11" name="Espace réservé du pied de page 3">
            <a:extLst>
              <a:ext uri="{FF2B5EF4-FFF2-40B4-BE49-F238E27FC236}">
                <a16:creationId xmlns:a16="http://schemas.microsoft.com/office/drawing/2014/main" id="{EFD3DA90-0AC9-5FB7-F1E2-A52B9B3CCFA0}"/>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Tree>
    <p:extLst>
      <p:ext uri="{BB962C8B-B14F-4D97-AF65-F5344CB8AC3E}">
        <p14:creationId xmlns:p14="http://schemas.microsoft.com/office/powerpoint/2010/main" val="1941643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de sous-section">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A92E106-A4B1-3B63-0EE5-39635BF03A18}"/>
              </a:ext>
            </a:extLst>
          </p:cNvPr>
          <p:cNvSpPr/>
          <p:nvPr userDrawn="1"/>
        </p:nvSpPr>
        <p:spPr>
          <a:xfrm>
            <a:off x="0" y="3440794"/>
            <a:ext cx="12192000" cy="3440795"/>
          </a:xfrm>
          <a:prstGeom prst="rect">
            <a:avLst/>
          </a:prstGeom>
          <a:solidFill>
            <a:schemeClr val="accent3"/>
          </a:solidFill>
          <a:ln w="12660" cap="flat">
            <a:noFill/>
            <a:prstDash val="solid"/>
            <a:miter/>
          </a:ln>
        </p:spPr>
        <p:txBody>
          <a:bodyPr rtlCol="0" anchor="ctr"/>
          <a:lstStyle/>
          <a:p>
            <a:pPr algn="l"/>
            <a:endParaRPr lang="fr-FR"/>
          </a:p>
        </p:txBody>
      </p:sp>
      <p:sp>
        <p:nvSpPr>
          <p:cNvPr id="13" name="Forme libre 12">
            <a:extLst>
              <a:ext uri="{FF2B5EF4-FFF2-40B4-BE49-F238E27FC236}">
                <a16:creationId xmlns:a16="http://schemas.microsoft.com/office/drawing/2014/main" id="{3A20D5C4-44D2-A52C-1CEA-491F848CA0A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713629" y="4769277"/>
            <a:ext cx="7649693" cy="783828"/>
          </a:xfrm>
        </p:spPr>
        <p:txBody>
          <a:bodyPr/>
          <a:lstStyle>
            <a:lvl1pPr>
              <a:defRPr sz="5000">
                <a:solidFill>
                  <a:schemeClr val="bg1"/>
                </a:solidFill>
              </a:defRPr>
            </a:lvl1pPr>
          </a:lstStyle>
          <a:p>
            <a:r>
              <a:rPr lang="fr-FR"/>
              <a:t>Titre de sous-section</a:t>
            </a:r>
          </a:p>
        </p:txBody>
      </p:sp>
      <p:sp>
        <p:nvSpPr>
          <p:cNvPr id="5" name="Espace réservé du numéro de diapositive 4">
            <a:extLst>
              <a:ext uri="{FF2B5EF4-FFF2-40B4-BE49-F238E27FC236}">
                <a16:creationId xmlns:a16="http://schemas.microsoft.com/office/drawing/2014/main" id="{32887797-9996-0425-CADE-CB4F5E4A67DD}"/>
              </a:ext>
            </a:extLst>
          </p:cNvPr>
          <p:cNvSpPr>
            <a:spLocks noGrp="1"/>
          </p:cNvSpPr>
          <p:nvPr>
            <p:ph type="sldNum" sz="quarter" idx="12"/>
          </p:nvPr>
        </p:nvSpPr>
        <p:spPr/>
        <p:txBody>
          <a:bodyPr/>
          <a:lstStyle>
            <a:lvl1pPr>
              <a:defRPr>
                <a:solidFill>
                  <a:schemeClr val="tx1"/>
                </a:solidFill>
              </a:defRPr>
            </a:lvl1pPr>
          </a:lstStyle>
          <a:p>
            <a:fld id="{CD166EB1-B284-8541-B839-321F682B6B05}" type="slidenum">
              <a:rPr lang="fr-FR" smtClean="0"/>
              <a:pPr/>
              <a:t>‹N°›</a:t>
            </a:fld>
            <a:endParaRPr lang="fr-FR"/>
          </a:p>
        </p:txBody>
      </p:sp>
      <p:sp>
        <p:nvSpPr>
          <p:cNvPr id="10" name="Espace réservé du texte 48">
            <a:extLst>
              <a:ext uri="{FF2B5EF4-FFF2-40B4-BE49-F238E27FC236}">
                <a16:creationId xmlns:a16="http://schemas.microsoft.com/office/drawing/2014/main" id="{B4B7766B-55B2-FD08-F4E7-9DB10A43E321}"/>
              </a:ext>
            </a:extLst>
          </p:cNvPr>
          <p:cNvSpPr>
            <a:spLocks noGrp="1"/>
          </p:cNvSpPr>
          <p:nvPr>
            <p:ph type="body" sz="quarter" idx="20" hasCustomPrompt="1"/>
          </p:nvPr>
        </p:nvSpPr>
        <p:spPr>
          <a:xfrm>
            <a:off x="713629" y="508275"/>
            <a:ext cx="3027098" cy="2400657"/>
          </a:xfrm>
        </p:spPr>
        <p:txBody>
          <a:bodyPr wrap="square" anchor="b" anchorCtr="0">
            <a:spAutoFit/>
          </a:bodyPr>
          <a:lstStyle>
            <a:lvl1pPr algn="l">
              <a:lnSpc>
                <a:spcPct val="100000"/>
              </a:lnSpc>
              <a:defRPr sz="15000">
                <a:ln>
                  <a:noFill/>
                </a:ln>
                <a:solidFill>
                  <a:schemeClr val="accent3"/>
                </a:solidFill>
                <a:latin typeface="+mj-lt"/>
              </a:defRPr>
            </a:lvl1pPr>
          </a:lstStyle>
          <a:p>
            <a:pPr lvl="0"/>
            <a:r>
              <a:rPr lang="fr-FR"/>
              <a:t>01</a:t>
            </a:r>
          </a:p>
        </p:txBody>
      </p:sp>
      <p:pic>
        <p:nvPicPr>
          <p:cNvPr id="15" name="Image 14">
            <a:extLst>
              <a:ext uri="{FF2B5EF4-FFF2-40B4-BE49-F238E27FC236}">
                <a16:creationId xmlns:a16="http://schemas.microsoft.com/office/drawing/2014/main" id="{8D4B9986-D8C9-CAF7-1AA1-9C2020A15F74}"/>
              </a:ext>
            </a:extLst>
          </p:cNvPr>
          <p:cNvPicPr>
            <a:picLocks noChangeAspect="1"/>
          </p:cNvPicPr>
          <p:nvPr userDrawn="1"/>
        </p:nvPicPr>
        <p:blipFill>
          <a:blip r:embed="rId2"/>
          <a:srcRect t="21492" b="21492"/>
          <a:stretch/>
        </p:blipFill>
        <p:spPr>
          <a:xfrm>
            <a:off x="4025734" y="0"/>
            <a:ext cx="8166265" cy="3440795"/>
          </a:xfrm>
          <a:prstGeom prst="rect">
            <a:avLst/>
          </a:prstGeom>
        </p:spPr>
      </p:pic>
      <p:sp>
        <p:nvSpPr>
          <p:cNvPr id="6" name="Espace réservé de la date 2">
            <a:extLst>
              <a:ext uri="{FF2B5EF4-FFF2-40B4-BE49-F238E27FC236}">
                <a16:creationId xmlns:a16="http://schemas.microsoft.com/office/drawing/2014/main" id="{BC5C193F-9C19-AA55-53DB-6EAD1F3D9D27}"/>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9" name="Espace réservé du pied de page 3">
            <a:extLst>
              <a:ext uri="{FF2B5EF4-FFF2-40B4-BE49-F238E27FC236}">
                <a16:creationId xmlns:a16="http://schemas.microsoft.com/office/drawing/2014/main" id="{FD1F49CA-E6D8-37C0-2303-497B74BFB476}"/>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Tree>
    <p:extLst>
      <p:ext uri="{BB962C8B-B14F-4D97-AF65-F5344CB8AC3E}">
        <p14:creationId xmlns:p14="http://schemas.microsoft.com/office/powerpoint/2010/main" val="1937493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able des matières">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D630F5-3FB4-689C-64B2-4FCE5EE1CAD4}"/>
              </a:ext>
            </a:extLst>
          </p:cNvPr>
          <p:cNvSpPr/>
          <p:nvPr userDrawn="1"/>
        </p:nvSpPr>
        <p:spPr>
          <a:xfrm>
            <a:off x="0" y="1"/>
            <a:ext cx="6096000" cy="3428999"/>
          </a:xfrm>
          <a:prstGeom prst="rect">
            <a:avLst/>
          </a:prstGeom>
          <a:solidFill>
            <a:srgbClr val="102031"/>
          </a:solidFill>
          <a:ln w="12660" cap="flat">
            <a:noFill/>
            <a:prstDash val="solid"/>
            <a:miter/>
          </a:ln>
        </p:spPr>
        <p:txBody>
          <a:bodyPr rtlCol="0" anchor="ctr"/>
          <a:lstStyle/>
          <a:p>
            <a:pPr algn="l"/>
            <a:endParaRPr lang="fr-FR"/>
          </a:p>
        </p:txBody>
      </p:sp>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1321347" y="1356223"/>
            <a:ext cx="4485421" cy="784830"/>
          </a:xfrm>
        </p:spPr>
        <p:txBody>
          <a:bodyPr anchor="ctr" anchorCtr="0"/>
          <a:lstStyle>
            <a:lvl1pPr>
              <a:defRPr sz="5000">
                <a:solidFill>
                  <a:schemeClr val="bg1"/>
                </a:solidFill>
              </a:defRPr>
            </a:lvl1pPr>
          </a:lstStyle>
          <a:p>
            <a:r>
              <a:rPr lang="fr-FR"/>
              <a:t>Sommaire</a:t>
            </a:r>
          </a:p>
        </p:txBody>
      </p:sp>
      <p:sp>
        <p:nvSpPr>
          <p:cNvPr id="6" name="Espace réservé du texte 48">
            <a:extLst>
              <a:ext uri="{FF2B5EF4-FFF2-40B4-BE49-F238E27FC236}">
                <a16:creationId xmlns:a16="http://schemas.microsoft.com/office/drawing/2014/main" id="{356EBF43-EBB9-CECB-CFBE-5DAE9C879EB4}"/>
              </a:ext>
            </a:extLst>
          </p:cNvPr>
          <p:cNvSpPr>
            <a:spLocks noGrp="1"/>
          </p:cNvSpPr>
          <p:nvPr>
            <p:ph type="body" sz="quarter" idx="21" hasCustomPrompt="1"/>
          </p:nvPr>
        </p:nvSpPr>
        <p:spPr>
          <a:xfrm>
            <a:off x="6582311" y="480393"/>
            <a:ext cx="1127457" cy="923330"/>
          </a:xfrm>
        </p:spPr>
        <p:txBody>
          <a:bodyPr wrap="square" lIns="0" tIns="0" rIns="0" bIns="0" anchor="t" anchorCtr="0">
            <a:spAutoFit/>
          </a:bodyPr>
          <a:lstStyle>
            <a:lvl1pPr algn="r">
              <a:lnSpc>
                <a:spcPct val="100000"/>
              </a:lnSpc>
              <a:defRPr sz="6000">
                <a:solidFill>
                  <a:schemeClr val="accent1"/>
                </a:solidFill>
                <a:latin typeface="+mj-lt"/>
              </a:defRPr>
            </a:lvl1pPr>
          </a:lstStyle>
          <a:p>
            <a:pPr lvl="0"/>
            <a:r>
              <a:rPr lang="fr-FR"/>
              <a:t>01</a:t>
            </a:r>
          </a:p>
        </p:txBody>
      </p:sp>
      <p:sp>
        <p:nvSpPr>
          <p:cNvPr id="7" name="Espace réservé du texte 48">
            <a:extLst>
              <a:ext uri="{FF2B5EF4-FFF2-40B4-BE49-F238E27FC236}">
                <a16:creationId xmlns:a16="http://schemas.microsoft.com/office/drawing/2014/main" id="{1185732E-2238-C332-7E9C-EA3399B6EB97}"/>
              </a:ext>
            </a:extLst>
          </p:cNvPr>
          <p:cNvSpPr>
            <a:spLocks noGrp="1"/>
          </p:cNvSpPr>
          <p:nvPr>
            <p:ph type="body" sz="quarter" idx="22" hasCustomPrompt="1"/>
          </p:nvPr>
        </p:nvSpPr>
        <p:spPr>
          <a:xfrm>
            <a:off x="8485311" y="574258"/>
            <a:ext cx="2368869" cy="276999"/>
          </a:xfrm>
        </p:spPr>
        <p:txBody>
          <a:bodyPr wrap="square" lIns="0" tIns="0" rIns="0" bIns="0" anchor="t" anchorCtr="0">
            <a:spAutoFit/>
          </a:bodyPr>
          <a:lstStyle>
            <a:lvl1pPr algn="l">
              <a:lnSpc>
                <a:spcPct val="100000"/>
              </a:lnSpc>
              <a:defRPr sz="1800">
                <a:solidFill>
                  <a:schemeClr val="tx1"/>
                </a:solidFill>
                <a:latin typeface="+mj-lt"/>
              </a:defRPr>
            </a:lvl1pPr>
          </a:lstStyle>
          <a:p>
            <a:pPr lvl="0"/>
            <a:r>
              <a:rPr lang="fr-FR"/>
              <a:t>Titre section</a:t>
            </a:r>
          </a:p>
        </p:txBody>
      </p:sp>
      <p:sp>
        <p:nvSpPr>
          <p:cNvPr id="9" name="Espace réservé du texte 48">
            <a:extLst>
              <a:ext uri="{FF2B5EF4-FFF2-40B4-BE49-F238E27FC236}">
                <a16:creationId xmlns:a16="http://schemas.microsoft.com/office/drawing/2014/main" id="{043205BE-CA39-8038-E67E-BC8DB504526E}"/>
              </a:ext>
            </a:extLst>
          </p:cNvPr>
          <p:cNvSpPr>
            <a:spLocks noGrp="1"/>
          </p:cNvSpPr>
          <p:nvPr>
            <p:ph type="body" sz="quarter" idx="24" hasCustomPrompt="1"/>
          </p:nvPr>
        </p:nvSpPr>
        <p:spPr>
          <a:xfrm>
            <a:off x="8485311" y="828901"/>
            <a:ext cx="2368869" cy="246221"/>
          </a:xfrm>
        </p:spPr>
        <p:txBody>
          <a:bodyPr wrap="square" lIns="0" tIns="0" rIns="0" bIns="0" anchor="t"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10" name="Espace réservé du texte 48">
            <a:extLst>
              <a:ext uri="{FF2B5EF4-FFF2-40B4-BE49-F238E27FC236}">
                <a16:creationId xmlns:a16="http://schemas.microsoft.com/office/drawing/2014/main" id="{D8FFBD9A-0FFF-3CA4-B667-B169CD14A2F5}"/>
              </a:ext>
            </a:extLst>
          </p:cNvPr>
          <p:cNvSpPr>
            <a:spLocks noGrp="1"/>
          </p:cNvSpPr>
          <p:nvPr>
            <p:ph type="body" sz="quarter" idx="25" hasCustomPrompt="1"/>
          </p:nvPr>
        </p:nvSpPr>
        <p:spPr>
          <a:xfrm>
            <a:off x="7796232" y="574258"/>
            <a:ext cx="528741" cy="276999"/>
          </a:xfrm>
        </p:spPr>
        <p:txBody>
          <a:bodyPr wrap="square" lIns="0" tIns="0" rIns="0" bIns="0" anchor="t" anchorCtr="0">
            <a:spAutoFit/>
          </a:bodyPr>
          <a:lstStyle>
            <a:lvl1pPr algn="r">
              <a:lnSpc>
                <a:spcPct val="100000"/>
              </a:lnSpc>
              <a:defRPr sz="1800">
                <a:solidFill>
                  <a:schemeClr val="accent1"/>
                </a:solidFill>
                <a:latin typeface="+mj-lt"/>
              </a:defRPr>
            </a:lvl1pPr>
          </a:lstStyle>
          <a:p>
            <a:pPr lvl="0"/>
            <a:r>
              <a:rPr lang="fr-FR"/>
              <a:t>XX</a:t>
            </a:r>
          </a:p>
        </p:txBody>
      </p:sp>
      <p:sp>
        <p:nvSpPr>
          <p:cNvPr id="11" name="Espace réservé du texte 48">
            <a:extLst>
              <a:ext uri="{FF2B5EF4-FFF2-40B4-BE49-F238E27FC236}">
                <a16:creationId xmlns:a16="http://schemas.microsoft.com/office/drawing/2014/main" id="{941831AF-37F9-4B3E-692D-48483C324F3F}"/>
              </a:ext>
            </a:extLst>
          </p:cNvPr>
          <p:cNvSpPr>
            <a:spLocks noGrp="1"/>
          </p:cNvSpPr>
          <p:nvPr>
            <p:ph type="body" sz="quarter" idx="26" hasCustomPrompt="1"/>
          </p:nvPr>
        </p:nvSpPr>
        <p:spPr>
          <a:xfrm>
            <a:off x="7796232" y="852050"/>
            <a:ext cx="528741" cy="246221"/>
          </a:xfrm>
        </p:spPr>
        <p:txBody>
          <a:bodyPr wrap="square" lIns="0" tIns="0" rIns="0" bIns="0" anchor="t" anchorCtr="0">
            <a:spAutoFit/>
          </a:bodyPr>
          <a:lstStyle>
            <a:lvl1pPr algn="r">
              <a:lnSpc>
                <a:spcPct val="100000"/>
              </a:lnSpc>
              <a:defRPr sz="1600">
                <a:solidFill>
                  <a:schemeClr val="accent1"/>
                </a:solidFill>
                <a:latin typeface="+mn-lt"/>
              </a:defRPr>
            </a:lvl1pPr>
          </a:lstStyle>
          <a:p>
            <a:pPr lvl="0"/>
            <a:r>
              <a:rPr lang="fr-FR"/>
              <a:t>XX</a:t>
            </a:r>
          </a:p>
        </p:txBody>
      </p:sp>
      <p:sp>
        <p:nvSpPr>
          <p:cNvPr id="37" name="Espace réservé du texte 48">
            <a:extLst>
              <a:ext uri="{FF2B5EF4-FFF2-40B4-BE49-F238E27FC236}">
                <a16:creationId xmlns:a16="http://schemas.microsoft.com/office/drawing/2014/main" id="{29F28EE6-7A32-5E45-0268-D97A133988DF}"/>
              </a:ext>
            </a:extLst>
          </p:cNvPr>
          <p:cNvSpPr>
            <a:spLocks noGrp="1"/>
          </p:cNvSpPr>
          <p:nvPr>
            <p:ph type="body" sz="quarter" idx="40" hasCustomPrompt="1"/>
          </p:nvPr>
        </p:nvSpPr>
        <p:spPr>
          <a:xfrm>
            <a:off x="6582311" y="1875240"/>
            <a:ext cx="1127457" cy="923330"/>
          </a:xfrm>
        </p:spPr>
        <p:txBody>
          <a:bodyPr wrap="square" lIns="0" tIns="0" rIns="0" bIns="0" anchor="t" anchorCtr="0">
            <a:spAutoFit/>
          </a:bodyPr>
          <a:lstStyle>
            <a:lvl1pPr algn="r">
              <a:lnSpc>
                <a:spcPct val="100000"/>
              </a:lnSpc>
              <a:defRPr sz="6000">
                <a:solidFill>
                  <a:schemeClr val="accent2"/>
                </a:solidFill>
                <a:latin typeface="+mj-lt"/>
              </a:defRPr>
            </a:lvl1pPr>
          </a:lstStyle>
          <a:p>
            <a:pPr lvl="0"/>
            <a:r>
              <a:rPr lang="fr-FR"/>
              <a:t>01</a:t>
            </a:r>
          </a:p>
        </p:txBody>
      </p:sp>
      <p:sp>
        <p:nvSpPr>
          <p:cNvPr id="39" name="Espace réservé du texte 48">
            <a:extLst>
              <a:ext uri="{FF2B5EF4-FFF2-40B4-BE49-F238E27FC236}">
                <a16:creationId xmlns:a16="http://schemas.microsoft.com/office/drawing/2014/main" id="{E36A9D36-1D50-4309-C617-EAEECF035BFB}"/>
              </a:ext>
            </a:extLst>
          </p:cNvPr>
          <p:cNvSpPr>
            <a:spLocks noGrp="1"/>
          </p:cNvSpPr>
          <p:nvPr>
            <p:ph type="body" sz="quarter" idx="41" hasCustomPrompt="1"/>
          </p:nvPr>
        </p:nvSpPr>
        <p:spPr>
          <a:xfrm>
            <a:off x="8485311" y="1969105"/>
            <a:ext cx="2368869" cy="276999"/>
          </a:xfrm>
        </p:spPr>
        <p:txBody>
          <a:bodyPr wrap="square" lIns="0" tIns="0" rIns="0" bIns="0" anchor="t" anchorCtr="0">
            <a:spAutoFit/>
          </a:bodyPr>
          <a:lstStyle>
            <a:lvl1pPr algn="l">
              <a:lnSpc>
                <a:spcPct val="100000"/>
              </a:lnSpc>
              <a:defRPr sz="1800">
                <a:solidFill>
                  <a:schemeClr val="tx1"/>
                </a:solidFill>
                <a:latin typeface="+mj-lt"/>
              </a:defRPr>
            </a:lvl1pPr>
          </a:lstStyle>
          <a:p>
            <a:pPr lvl="0"/>
            <a:r>
              <a:rPr lang="fr-FR"/>
              <a:t>Titre section</a:t>
            </a:r>
          </a:p>
        </p:txBody>
      </p:sp>
      <p:sp>
        <p:nvSpPr>
          <p:cNvPr id="40" name="Espace réservé du texte 48">
            <a:extLst>
              <a:ext uri="{FF2B5EF4-FFF2-40B4-BE49-F238E27FC236}">
                <a16:creationId xmlns:a16="http://schemas.microsoft.com/office/drawing/2014/main" id="{B09E77AF-3648-9548-1699-D527D447E1C8}"/>
              </a:ext>
            </a:extLst>
          </p:cNvPr>
          <p:cNvSpPr>
            <a:spLocks noGrp="1"/>
          </p:cNvSpPr>
          <p:nvPr>
            <p:ph type="body" sz="quarter" idx="42" hasCustomPrompt="1"/>
          </p:nvPr>
        </p:nvSpPr>
        <p:spPr>
          <a:xfrm>
            <a:off x="8485311" y="2223748"/>
            <a:ext cx="2368869" cy="246221"/>
          </a:xfrm>
        </p:spPr>
        <p:txBody>
          <a:bodyPr wrap="square" lIns="0" tIns="0" rIns="0" bIns="0" anchor="t"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41" name="Espace réservé du texte 48">
            <a:extLst>
              <a:ext uri="{FF2B5EF4-FFF2-40B4-BE49-F238E27FC236}">
                <a16:creationId xmlns:a16="http://schemas.microsoft.com/office/drawing/2014/main" id="{4511B460-8F41-AFA3-4455-D372E98E6C0F}"/>
              </a:ext>
            </a:extLst>
          </p:cNvPr>
          <p:cNvSpPr>
            <a:spLocks noGrp="1"/>
          </p:cNvSpPr>
          <p:nvPr>
            <p:ph type="body" sz="quarter" idx="43" hasCustomPrompt="1"/>
          </p:nvPr>
        </p:nvSpPr>
        <p:spPr>
          <a:xfrm>
            <a:off x="7796232" y="1969105"/>
            <a:ext cx="528741" cy="276999"/>
          </a:xfrm>
        </p:spPr>
        <p:txBody>
          <a:bodyPr wrap="square" lIns="0" tIns="0" rIns="0" bIns="0" anchor="t" anchorCtr="0">
            <a:spAutoFit/>
          </a:bodyPr>
          <a:lstStyle>
            <a:lvl1pPr algn="r">
              <a:lnSpc>
                <a:spcPct val="100000"/>
              </a:lnSpc>
              <a:defRPr sz="1800">
                <a:solidFill>
                  <a:schemeClr val="accent2"/>
                </a:solidFill>
                <a:latin typeface="+mj-lt"/>
              </a:defRPr>
            </a:lvl1pPr>
          </a:lstStyle>
          <a:p>
            <a:pPr lvl="0"/>
            <a:r>
              <a:rPr lang="fr-FR"/>
              <a:t>XX</a:t>
            </a:r>
          </a:p>
        </p:txBody>
      </p:sp>
      <p:sp>
        <p:nvSpPr>
          <p:cNvPr id="42" name="Espace réservé du texte 48">
            <a:extLst>
              <a:ext uri="{FF2B5EF4-FFF2-40B4-BE49-F238E27FC236}">
                <a16:creationId xmlns:a16="http://schemas.microsoft.com/office/drawing/2014/main" id="{0B0391E2-7067-8726-8C71-41C55DA8E4EC}"/>
              </a:ext>
            </a:extLst>
          </p:cNvPr>
          <p:cNvSpPr>
            <a:spLocks noGrp="1"/>
          </p:cNvSpPr>
          <p:nvPr>
            <p:ph type="body" sz="quarter" idx="44" hasCustomPrompt="1"/>
          </p:nvPr>
        </p:nvSpPr>
        <p:spPr>
          <a:xfrm>
            <a:off x="7796232" y="2246897"/>
            <a:ext cx="528741" cy="246221"/>
          </a:xfrm>
        </p:spPr>
        <p:txBody>
          <a:bodyPr wrap="square" lIns="0" tIns="0" rIns="0" bIns="0" anchor="t" anchorCtr="0">
            <a:spAutoFit/>
          </a:bodyPr>
          <a:lstStyle>
            <a:lvl1pPr algn="r">
              <a:lnSpc>
                <a:spcPct val="100000"/>
              </a:lnSpc>
              <a:defRPr sz="1600">
                <a:solidFill>
                  <a:schemeClr val="accent2"/>
                </a:solidFill>
                <a:latin typeface="+mn-lt"/>
              </a:defRPr>
            </a:lvl1pPr>
          </a:lstStyle>
          <a:p>
            <a:pPr lvl="0"/>
            <a:r>
              <a:rPr lang="fr-FR"/>
              <a:t>XX</a:t>
            </a:r>
          </a:p>
        </p:txBody>
      </p:sp>
      <p:sp>
        <p:nvSpPr>
          <p:cNvPr id="43" name="Espace réservé du texte 48">
            <a:extLst>
              <a:ext uri="{FF2B5EF4-FFF2-40B4-BE49-F238E27FC236}">
                <a16:creationId xmlns:a16="http://schemas.microsoft.com/office/drawing/2014/main" id="{7051DEBA-DAB9-98A1-2D87-517763359FAA}"/>
              </a:ext>
            </a:extLst>
          </p:cNvPr>
          <p:cNvSpPr>
            <a:spLocks noGrp="1"/>
          </p:cNvSpPr>
          <p:nvPr>
            <p:ph type="body" sz="quarter" idx="45" hasCustomPrompt="1"/>
          </p:nvPr>
        </p:nvSpPr>
        <p:spPr>
          <a:xfrm>
            <a:off x="6582311" y="3270737"/>
            <a:ext cx="1127457" cy="923330"/>
          </a:xfrm>
        </p:spPr>
        <p:txBody>
          <a:bodyPr wrap="square" lIns="0" tIns="0" rIns="0" bIns="0" anchor="t" anchorCtr="0">
            <a:spAutoFit/>
          </a:bodyPr>
          <a:lstStyle>
            <a:lvl1pPr algn="r">
              <a:lnSpc>
                <a:spcPct val="100000"/>
              </a:lnSpc>
              <a:defRPr sz="6000">
                <a:solidFill>
                  <a:schemeClr val="accent3"/>
                </a:solidFill>
                <a:latin typeface="+mj-lt"/>
              </a:defRPr>
            </a:lvl1pPr>
          </a:lstStyle>
          <a:p>
            <a:pPr lvl="0"/>
            <a:r>
              <a:rPr lang="fr-FR"/>
              <a:t>01</a:t>
            </a:r>
          </a:p>
        </p:txBody>
      </p:sp>
      <p:sp>
        <p:nvSpPr>
          <p:cNvPr id="44" name="Espace réservé du texte 48">
            <a:extLst>
              <a:ext uri="{FF2B5EF4-FFF2-40B4-BE49-F238E27FC236}">
                <a16:creationId xmlns:a16="http://schemas.microsoft.com/office/drawing/2014/main" id="{B4885EED-3AB6-7405-8850-3AEC6213B14C}"/>
              </a:ext>
            </a:extLst>
          </p:cNvPr>
          <p:cNvSpPr>
            <a:spLocks noGrp="1"/>
          </p:cNvSpPr>
          <p:nvPr>
            <p:ph type="body" sz="quarter" idx="46" hasCustomPrompt="1"/>
          </p:nvPr>
        </p:nvSpPr>
        <p:spPr>
          <a:xfrm>
            <a:off x="8485311" y="3364602"/>
            <a:ext cx="2368869" cy="276999"/>
          </a:xfrm>
        </p:spPr>
        <p:txBody>
          <a:bodyPr wrap="square" lIns="0" tIns="0" rIns="0" bIns="0" anchor="t" anchorCtr="0">
            <a:spAutoFit/>
          </a:bodyPr>
          <a:lstStyle>
            <a:lvl1pPr algn="l">
              <a:lnSpc>
                <a:spcPct val="100000"/>
              </a:lnSpc>
              <a:defRPr sz="1800">
                <a:solidFill>
                  <a:schemeClr val="tx1"/>
                </a:solidFill>
                <a:latin typeface="+mj-lt"/>
              </a:defRPr>
            </a:lvl1pPr>
          </a:lstStyle>
          <a:p>
            <a:pPr lvl="0"/>
            <a:r>
              <a:rPr lang="fr-FR"/>
              <a:t>Titre section</a:t>
            </a:r>
          </a:p>
        </p:txBody>
      </p:sp>
      <p:sp>
        <p:nvSpPr>
          <p:cNvPr id="45" name="Espace réservé du texte 48">
            <a:extLst>
              <a:ext uri="{FF2B5EF4-FFF2-40B4-BE49-F238E27FC236}">
                <a16:creationId xmlns:a16="http://schemas.microsoft.com/office/drawing/2014/main" id="{DC5DCF20-36FE-0CA3-6639-B19B1D4D9C50}"/>
              </a:ext>
            </a:extLst>
          </p:cNvPr>
          <p:cNvSpPr>
            <a:spLocks noGrp="1"/>
          </p:cNvSpPr>
          <p:nvPr>
            <p:ph type="body" sz="quarter" idx="47" hasCustomPrompt="1"/>
          </p:nvPr>
        </p:nvSpPr>
        <p:spPr>
          <a:xfrm>
            <a:off x="8485311" y="3619245"/>
            <a:ext cx="2368869" cy="246221"/>
          </a:xfrm>
        </p:spPr>
        <p:txBody>
          <a:bodyPr wrap="square" lIns="0" tIns="0" rIns="0" bIns="0" anchor="t"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46" name="Espace réservé du texte 48">
            <a:extLst>
              <a:ext uri="{FF2B5EF4-FFF2-40B4-BE49-F238E27FC236}">
                <a16:creationId xmlns:a16="http://schemas.microsoft.com/office/drawing/2014/main" id="{28D72DC6-BD24-9F94-8201-5F1AEDC271B2}"/>
              </a:ext>
            </a:extLst>
          </p:cNvPr>
          <p:cNvSpPr>
            <a:spLocks noGrp="1"/>
          </p:cNvSpPr>
          <p:nvPr>
            <p:ph type="body" sz="quarter" idx="48" hasCustomPrompt="1"/>
          </p:nvPr>
        </p:nvSpPr>
        <p:spPr>
          <a:xfrm>
            <a:off x="7796232" y="3364602"/>
            <a:ext cx="528741" cy="276999"/>
          </a:xfrm>
        </p:spPr>
        <p:txBody>
          <a:bodyPr wrap="square" lIns="0" tIns="0" rIns="0" bIns="0" anchor="t" anchorCtr="0">
            <a:spAutoFit/>
          </a:bodyPr>
          <a:lstStyle>
            <a:lvl1pPr algn="r">
              <a:lnSpc>
                <a:spcPct val="100000"/>
              </a:lnSpc>
              <a:defRPr sz="1800">
                <a:solidFill>
                  <a:schemeClr val="accent3"/>
                </a:solidFill>
                <a:latin typeface="+mj-lt"/>
              </a:defRPr>
            </a:lvl1pPr>
          </a:lstStyle>
          <a:p>
            <a:pPr lvl="0"/>
            <a:r>
              <a:rPr lang="fr-FR"/>
              <a:t>XX</a:t>
            </a:r>
          </a:p>
        </p:txBody>
      </p:sp>
      <p:sp>
        <p:nvSpPr>
          <p:cNvPr id="47" name="Espace réservé du texte 48">
            <a:extLst>
              <a:ext uri="{FF2B5EF4-FFF2-40B4-BE49-F238E27FC236}">
                <a16:creationId xmlns:a16="http://schemas.microsoft.com/office/drawing/2014/main" id="{DE8548E4-633B-2132-9656-3352506FA74D}"/>
              </a:ext>
            </a:extLst>
          </p:cNvPr>
          <p:cNvSpPr>
            <a:spLocks noGrp="1"/>
          </p:cNvSpPr>
          <p:nvPr>
            <p:ph type="body" sz="quarter" idx="49" hasCustomPrompt="1"/>
          </p:nvPr>
        </p:nvSpPr>
        <p:spPr>
          <a:xfrm>
            <a:off x="7796232" y="3642394"/>
            <a:ext cx="528741" cy="246221"/>
          </a:xfrm>
        </p:spPr>
        <p:txBody>
          <a:bodyPr wrap="square" lIns="0" tIns="0" rIns="0" bIns="0" anchor="t" anchorCtr="0">
            <a:spAutoFit/>
          </a:bodyPr>
          <a:lstStyle>
            <a:lvl1pPr algn="r">
              <a:lnSpc>
                <a:spcPct val="100000"/>
              </a:lnSpc>
              <a:defRPr sz="1600">
                <a:solidFill>
                  <a:schemeClr val="accent3"/>
                </a:solidFill>
                <a:latin typeface="+mn-lt"/>
              </a:defRPr>
            </a:lvl1pPr>
          </a:lstStyle>
          <a:p>
            <a:pPr lvl="0"/>
            <a:r>
              <a:rPr lang="fr-FR"/>
              <a:t>XX</a:t>
            </a:r>
          </a:p>
        </p:txBody>
      </p:sp>
      <p:sp>
        <p:nvSpPr>
          <p:cNvPr id="48" name="Espace réservé du texte 48">
            <a:extLst>
              <a:ext uri="{FF2B5EF4-FFF2-40B4-BE49-F238E27FC236}">
                <a16:creationId xmlns:a16="http://schemas.microsoft.com/office/drawing/2014/main" id="{CF030D0E-9190-3D33-47A4-635EFF95F834}"/>
              </a:ext>
            </a:extLst>
          </p:cNvPr>
          <p:cNvSpPr>
            <a:spLocks noGrp="1"/>
          </p:cNvSpPr>
          <p:nvPr>
            <p:ph type="body" sz="quarter" idx="50" hasCustomPrompt="1"/>
          </p:nvPr>
        </p:nvSpPr>
        <p:spPr>
          <a:xfrm>
            <a:off x="6582311" y="4666234"/>
            <a:ext cx="1127457" cy="923330"/>
          </a:xfrm>
        </p:spPr>
        <p:txBody>
          <a:bodyPr wrap="square" lIns="0" tIns="0" rIns="0" bIns="0" anchor="t" anchorCtr="0">
            <a:spAutoFit/>
          </a:bodyPr>
          <a:lstStyle>
            <a:lvl1pPr algn="r">
              <a:lnSpc>
                <a:spcPct val="100000"/>
              </a:lnSpc>
              <a:defRPr sz="6000">
                <a:solidFill>
                  <a:schemeClr val="accent4"/>
                </a:solidFill>
                <a:latin typeface="+mj-lt"/>
              </a:defRPr>
            </a:lvl1pPr>
          </a:lstStyle>
          <a:p>
            <a:pPr lvl="0"/>
            <a:r>
              <a:rPr lang="fr-FR"/>
              <a:t>01</a:t>
            </a:r>
          </a:p>
        </p:txBody>
      </p:sp>
      <p:sp>
        <p:nvSpPr>
          <p:cNvPr id="49" name="Espace réservé du texte 48">
            <a:extLst>
              <a:ext uri="{FF2B5EF4-FFF2-40B4-BE49-F238E27FC236}">
                <a16:creationId xmlns:a16="http://schemas.microsoft.com/office/drawing/2014/main" id="{F19CD000-D430-65D4-B94D-751F900B81E0}"/>
              </a:ext>
            </a:extLst>
          </p:cNvPr>
          <p:cNvSpPr>
            <a:spLocks noGrp="1"/>
          </p:cNvSpPr>
          <p:nvPr>
            <p:ph type="body" sz="quarter" idx="51" hasCustomPrompt="1"/>
          </p:nvPr>
        </p:nvSpPr>
        <p:spPr>
          <a:xfrm>
            <a:off x="8485311" y="4760099"/>
            <a:ext cx="2368869" cy="276999"/>
          </a:xfrm>
        </p:spPr>
        <p:txBody>
          <a:bodyPr wrap="square" lIns="0" tIns="0" rIns="0" bIns="0" anchor="t" anchorCtr="0">
            <a:spAutoFit/>
          </a:bodyPr>
          <a:lstStyle>
            <a:lvl1pPr algn="l">
              <a:lnSpc>
                <a:spcPct val="100000"/>
              </a:lnSpc>
              <a:defRPr sz="1800">
                <a:solidFill>
                  <a:schemeClr val="tx1"/>
                </a:solidFill>
                <a:latin typeface="+mj-lt"/>
              </a:defRPr>
            </a:lvl1pPr>
          </a:lstStyle>
          <a:p>
            <a:pPr lvl="0"/>
            <a:r>
              <a:rPr lang="fr-FR"/>
              <a:t>Titre section</a:t>
            </a:r>
          </a:p>
        </p:txBody>
      </p:sp>
      <p:sp>
        <p:nvSpPr>
          <p:cNvPr id="50" name="Espace réservé du texte 48">
            <a:extLst>
              <a:ext uri="{FF2B5EF4-FFF2-40B4-BE49-F238E27FC236}">
                <a16:creationId xmlns:a16="http://schemas.microsoft.com/office/drawing/2014/main" id="{516D555A-D3C8-A97C-C299-585ED102133F}"/>
              </a:ext>
            </a:extLst>
          </p:cNvPr>
          <p:cNvSpPr>
            <a:spLocks noGrp="1"/>
          </p:cNvSpPr>
          <p:nvPr>
            <p:ph type="body" sz="quarter" idx="52" hasCustomPrompt="1"/>
          </p:nvPr>
        </p:nvSpPr>
        <p:spPr>
          <a:xfrm>
            <a:off x="8485311" y="5014742"/>
            <a:ext cx="2368869" cy="246221"/>
          </a:xfrm>
        </p:spPr>
        <p:txBody>
          <a:bodyPr wrap="square" lIns="0" tIns="0" rIns="0" bIns="0" anchor="t"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51" name="Espace réservé du texte 48">
            <a:extLst>
              <a:ext uri="{FF2B5EF4-FFF2-40B4-BE49-F238E27FC236}">
                <a16:creationId xmlns:a16="http://schemas.microsoft.com/office/drawing/2014/main" id="{3385662C-1C66-82B4-B107-714E75E651F4}"/>
              </a:ext>
            </a:extLst>
          </p:cNvPr>
          <p:cNvSpPr>
            <a:spLocks noGrp="1"/>
          </p:cNvSpPr>
          <p:nvPr>
            <p:ph type="body" sz="quarter" idx="53" hasCustomPrompt="1"/>
          </p:nvPr>
        </p:nvSpPr>
        <p:spPr>
          <a:xfrm>
            <a:off x="7796232" y="4760099"/>
            <a:ext cx="528741" cy="276999"/>
          </a:xfrm>
        </p:spPr>
        <p:txBody>
          <a:bodyPr wrap="square" lIns="0" tIns="0" rIns="0" bIns="0" anchor="t" anchorCtr="0">
            <a:spAutoFit/>
          </a:bodyPr>
          <a:lstStyle>
            <a:lvl1pPr algn="r">
              <a:lnSpc>
                <a:spcPct val="100000"/>
              </a:lnSpc>
              <a:defRPr sz="1800">
                <a:solidFill>
                  <a:schemeClr val="accent4"/>
                </a:solidFill>
                <a:latin typeface="+mj-lt"/>
              </a:defRPr>
            </a:lvl1pPr>
          </a:lstStyle>
          <a:p>
            <a:pPr lvl="0"/>
            <a:r>
              <a:rPr lang="fr-FR"/>
              <a:t>XX</a:t>
            </a:r>
          </a:p>
        </p:txBody>
      </p:sp>
      <p:sp>
        <p:nvSpPr>
          <p:cNvPr id="52" name="Espace réservé du texte 48">
            <a:extLst>
              <a:ext uri="{FF2B5EF4-FFF2-40B4-BE49-F238E27FC236}">
                <a16:creationId xmlns:a16="http://schemas.microsoft.com/office/drawing/2014/main" id="{9779FFB1-3DD8-AE47-88E5-9CB586357D98}"/>
              </a:ext>
            </a:extLst>
          </p:cNvPr>
          <p:cNvSpPr>
            <a:spLocks noGrp="1"/>
          </p:cNvSpPr>
          <p:nvPr>
            <p:ph type="body" sz="quarter" idx="54" hasCustomPrompt="1"/>
          </p:nvPr>
        </p:nvSpPr>
        <p:spPr>
          <a:xfrm>
            <a:off x="7796232" y="5037891"/>
            <a:ext cx="528741" cy="246221"/>
          </a:xfrm>
        </p:spPr>
        <p:txBody>
          <a:bodyPr wrap="square" lIns="0" tIns="0" rIns="0" bIns="0" anchor="t" anchorCtr="0">
            <a:spAutoFit/>
          </a:bodyPr>
          <a:lstStyle>
            <a:lvl1pPr algn="r">
              <a:lnSpc>
                <a:spcPct val="100000"/>
              </a:lnSpc>
              <a:defRPr sz="1600">
                <a:solidFill>
                  <a:schemeClr val="accent4"/>
                </a:solidFill>
                <a:latin typeface="+mn-lt"/>
              </a:defRPr>
            </a:lvl1pPr>
          </a:lstStyle>
          <a:p>
            <a:pPr lvl="0"/>
            <a:r>
              <a:rPr lang="fr-FR"/>
              <a:t>XX</a:t>
            </a:r>
          </a:p>
        </p:txBody>
      </p:sp>
      <p:pic>
        <p:nvPicPr>
          <p:cNvPr id="13" name="Image 12">
            <a:extLst>
              <a:ext uri="{FF2B5EF4-FFF2-40B4-BE49-F238E27FC236}">
                <a16:creationId xmlns:a16="http://schemas.microsoft.com/office/drawing/2014/main" id="{59A0C96C-B150-58C4-5F72-4196637FE946}"/>
              </a:ext>
            </a:extLst>
          </p:cNvPr>
          <p:cNvPicPr>
            <a:picLocks noChangeAspect="1"/>
          </p:cNvPicPr>
          <p:nvPr userDrawn="1"/>
        </p:nvPicPr>
        <p:blipFill>
          <a:blip r:embed="rId2"/>
          <a:srcRect t="7812" b="7812"/>
          <a:stretch/>
        </p:blipFill>
        <p:spPr>
          <a:xfrm>
            <a:off x="0" y="3428999"/>
            <a:ext cx="6096000" cy="3429000"/>
          </a:xfrm>
          <a:prstGeom prst="rect">
            <a:avLst/>
          </a:prstGeom>
        </p:spPr>
      </p:pic>
      <p:sp>
        <p:nvSpPr>
          <p:cNvPr id="18" name="Forme libre 29">
            <a:extLst>
              <a:ext uri="{FF2B5EF4-FFF2-40B4-BE49-F238E27FC236}">
                <a16:creationId xmlns:a16="http://schemas.microsoft.com/office/drawing/2014/main" id="{F87C7758-DC0E-C29A-ECF6-46A9BF121A0E}"/>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9" name="Espace réservé du numéro de diapositive 29">
            <a:extLst>
              <a:ext uri="{FF2B5EF4-FFF2-40B4-BE49-F238E27FC236}">
                <a16:creationId xmlns:a16="http://schemas.microsoft.com/office/drawing/2014/main" id="{37E8D960-CA56-A546-08CB-7335A31AAF32}"/>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
        <p:nvSpPr>
          <p:cNvPr id="20" name="Espace réservé de la date 2">
            <a:extLst>
              <a:ext uri="{FF2B5EF4-FFF2-40B4-BE49-F238E27FC236}">
                <a16:creationId xmlns:a16="http://schemas.microsoft.com/office/drawing/2014/main" id="{5240989F-5084-C8E9-05F2-20C46A1ADB68}"/>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21" name="Espace réservé du pied de page 3">
            <a:extLst>
              <a:ext uri="{FF2B5EF4-FFF2-40B4-BE49-F238E27FC236}">
                <a16:creationId xmlns:a16="http://schemas.microsoft.com/office/drawing/2014/main" id="{9A9EEC80-D1BF-C68A-42B4-F9C5FFE53935}"/>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Tree>
    <p:extLst>
      <p:ext uri="{BB962C8B-B14F-4D97-AF65-F5344CB8AC3E}">
        <p14:creationId xmlns:p14="http://schemas.microsoft.com/office/powerpoint/2010/main" val="2924362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D630F5-3FB4-689C-64B2-4FCE5EE1CAD4}"/>
              </a:ext>
            </a:extLst>
          </p:cNvPr>
          <p:cNvSpPr/>
          <p:nvPr userDrawn="1"/>
        </p:nvSpPr>
        <p:spPr>
          <a:xfrm>
            <a:off x="6096000" y="2"/>
            <a:ext cx="6096000" cy="3428999"/>
          </a:xfrm>
          <a:prstGeom prst="rect">
            <a:avLst/>
          </a:prstGeom>
          <a:solidFill>
            <a:srgbClr val="102031"/>
          </a:solidFill>
          <a:ln w="12660" cap="flat">
            <a:noFill/>
            <a:prstDash val="solid"/>
            <a:miter/>
          </a:ln>
        </p:spPr>
        <p:txBody>
          <a:bodyPr rtlCol="0" anchor="ctr"/>
          <a:lstStyle/>
          <a:p>
            <a:pPr algn="l"/>
            <a:endParaRPr lang="fr-FR"/>
          </a:p>
        </p:txBody>
      </p:sp>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6901289" y="1322086"/>
            <a:ext cx="4485421" cy="784830"/>
          </a:xfrm>
        </p:spPr>
        <p:txBody>
          <a:bodyPr anchor="ctr" anchorCtr="0"/>
          <a:lstStyle>
            <a:lvl1pPr algn="ctr">
              <a:defRPr sz="5000">
                <a:solidFill>
                  <a:schemeClr val="bg1"/>
                </a:solidFill>
              </a:defRPr>
            </a:lvl1pPr>
          </a:lstStyle>
          <a:p>
            <a:r>
              <a:rPr lang="fr-FR" dirty="0"/>
              <a:t>Ordre du jour</a:t>
            </a:r>
          </a:p>
        </p:txBody>
      </p:sp>
      <p:pic>
        <p:nvPicPr>
          <p:cNvPr id="13" name="Image 12">
            <a:extLst>
              <a:ext uri="{FF2B5EF4-FFF2-40B4-BE49-F238E27FC236}">
                <a16:creationId xmlns:a16="http://schemas.microsoft.com/office/drawing/2014/main" id="{59A0C96C-B150-58C4-5F72-4196637FE946}"/>
              </a:ext>
            </a:extLst>
          </p:cNvPr>
          <p:cNvPicPr>
            <a:picLocks noChangeAspect="1"/>
          </p:cNvPicPr>
          <p:nvPr userDrawn="1"/>
        </p:nvPicPr>
        <p:blipFill>
          <a:blip r:embed="rId2"/>
          <a:srcRect t="7812" b="7812"/>
          <a:stretch/>
        </p:blipFill>
        <p:spPr>
          <a:xfrm>
            <a:off x="6096000" y="3429000"/>
            <a:ext cx="6096000" cy="3429000"/>
          </a:xfrm>
          <a:prstGeom prst="rect">
            <a:avLst/>
          </a:prstGeom>
        </p:spPr>
      </p:pic>
      <p:sp>
        <p:nvSpPr>
          <p:cNvPr id="18" name="Forme libre 29">
            <a:extLst>
              <a:ext uri="{FF2B5EF4-FFF2-40B4-BE49-F238E27FC236}">
                <a16:creationId xmlns:a16="http://schemas.microsoft.com/office/drawing/2014/main" id="{F87C7758-DC0E-C29A-ECF6-46A9BF121A0E}"/>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9" name="Espace réservé du numéro de diapositive 29">
            <a:extLst>
              <a:ext uri="{FF2B5EF4-FFF2-40B4-BE49-F238E27FC236}">
                <a16:creationId xmlns:a16="http://schemas.microsoft.com/office/drawing/2014/main" id="{37E8D960-CA56-A546-08CB-7335A31AAF32}"/>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
        <p:nvSpPr>
          <p:cNvPr id="20" name="Espace réservé de la date 2">
            <a:extLst>
              <a:ext uri="{FF2B5EF4-FFF2-40B4-BE49-F238E27FC236}">
                <a16:creationId xmlns:a16="http://schemas.microsoft.com/office/drawing/2014/main" id="{5240989F-5084-C8E9-05F2-20C46A1ADB68}"/>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21" name="Espace réservé du pied de page 3">
            <a:extLst>
              <a:ext uri="{FF2B5EF4-FFF2-40B4-BE49-F238E27FC236}">
                <a16:creationId xmlns:a16="http://schemas.microsoft.com/office/drawing/2014/main" id="{9A9EEC80-D1BF-C68A-42B4-F9C5FFE53935}"/>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Tree>
    <p:extLst>
      <p:ext uri="{BB962C8B-B14F-4D97-AF65-F5344CB8AC3E}">
        <p14:creationId xmlns:p14="http://schemas.microsoft.com/office/powerpoint/2010/main" val="520028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Introduction">
    <p:bg>
      <p:bgPr>
        <a:solidFill>
          <a:schemeClr val="bg1"/>
        </a:solidFill>
        <a:effectLst/>
      </p:bgPr>
    </p:bg>
    <p:spTree>
      <p:nvGrpSpPr>
        <p:cNvPr id="1" name=""/>
        <p:cNvGrpSpPr/>
        <p:nvPr/>
      </p:nvGrpSpPr>
      <p:grpSpPr>
        <a:xfrm>
          <a:off x="0" y="0"/>
          <a:ext cx="0" cy="0"/>
          <a:chOff x="0" y="0"/>
          <a:chExt cx="0" cy="0"/>
        </a:xfrm>
      </p:grpSpPr>
      <p:sp>
        <p:nvSpPr>
          <p:cNvPr id="4" name="Espace réservé pour une image  56">
            <a:extLst>
              <a:ext uri="{FF2B5EF4-FFF2-40B4-BE49-F238E27FC236}">
                <a16:creationId xmlns:a16="http://schemas.microsoft.com/office/drawing/2014/main" id="{6EF34E15-B27B-D8C6-D1E8-55E20976E47D}"/>
              </a:ext>
            </a:extLst>
          </p:cNvPr>
          <p:cNvSpPr>
            <a:spLocks noGrp="1"/>
          </p:cNvSpPr>
          <p:nvPr>
            <p:ph type="pic" sz="quarter" idx="55"/>
          </p:nvPr>
        </p:nvSpPr>
        <p:spPr>
          <a:xfrm>
            <a:off x="0" y="0"/>
            <a:ext cx="6096000" cy="6858000"/>
          </a:xfrm>
        </p:spPr>
        <p:txBody>
          <a:bodyPr anchor="ctr" anchorCtr="0"/>
          <a:lstStyle>
            <a:lvl1pPr algn="ctr">
              <a:defRPr/>
            </a:lvl1pPr>
          </a:lstStyle>
          <a:p>
            <a:endParaRPr lang="fr-FR"/>
          </a:p>
        </p:txBody>
      </p:sp>
      <p:sp>
        <p:nvSpPr>
          <p:cNvPr id="2" name="Rectangle 1">
            <a:extLst>
              <a:ext uri="{FF2B5EF4-FFF2-40B4-BE49-F238E27FC236}">
                <a16:creationId xmlns:a16="http://schemas.microsoft.com/office/drawing/2014/main" id="{D02E9D39-4FA4-DCE6-FE64-0DF2599DCF5E}"/>
              </a:ext>
            </a:extLst>
          </p:cNvPr>
          <p:cNvSpPr/>
          <p:nvPr userDrawn="1"/>
        </p:nvSpPr>
        <p:spPr>
          <a:xfrm>
            <a:off x="6095998" y="1"/>
            <a:ext cx="6096001" cy="6858000"/>
          </a:xfrm>
          <a:prstGeom prst="rect">
            <a:avLst/>
          </a:prstGeom>
          <a:solidFill>
            <a:schemeClr val="tx1"/>
          </a:solidFill>
          <a:ln w="12660" cap="flat">
            <a:noFill/>
            <a:prstDash val="solid"/>
            <a:miter/>
          </a:ln>
        </p:spPr>
        <p:txBody>
          <a:bodyPr rtlCol="0" anchor="ctr"/>
          <a:lstStyle/>
          <a:p>
            <a:pPr algn="l"/>
            <a:endParaRPr lang="fr-FR"/>
          </a:p>
        </p:txBody>
      </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6676833" y="936728"/>
            <a:ext cx="4849075" cy="590931"/>
          </a:xfrm>
        </p:spPr>
        <p:txBody>
          <a:bodyPr/>
          <a:lstStyle>
            <a:lvl1pPr>
              <a:defRPr>
                <a:solidFill>
                  <a:schemeClr val="accent3"/>
                </a:solidFill>
              </a:defRPr>
            </a:lvl1pPr>
          </a:lstStyle>
          <a:p>
            <a:r>
              <a:rPr lang="fr-FR" dirty="0"/>
              <a:t>Slide d’introduction</a:t>
            </a:r>
          </a:p>
        </p:txBody>
      </p:sp>
      <p:sp>
        <p:nvSpPr>
          <p:cNvPr id="30" name="Forme libre 29">
            <a:extLst>
              <a:ext uri="{FF2B5EF4-FFF2-40B4-BE49-F238E27FC236}">
                <a16:creationId xmlns:a16="http://schemas.microsoft.com/office/drawing/2014/main" id="{1E7F0624-B213-4BE6-E89A-E419302C3FB4}"/>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7" name="Espace réservé du numéro de diapositive 29">
            <a:extLst>
              <a:ext uri="{FF2B5EF4-FFF2-40B4-BE49-F238E27FC236}">
                <a16:creationId xmlns:a16="http://schemas.microsoft.com/office/drawing/2014/main" id="{D609E7F9-508D-B148-832E-68BB0068BD5E}"/>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tx1"/>
                </a:solidFill>
                <a:latin typeface="+mj-lt"/>
              </a:defRPr>
            </a:lvl1pPr>
          </a:lstStyle>
          <a:p>
            <a:fld id="{CD166EB1-B284-8541-B839-321F682B6B05}" type="slidenum">
              <a:rPr lang="fr-FR" smtClean="0"/>
              <a:pPr/>
              <a:t>‹N°›</a:t>
            </a:fld>
            <a:endParaRPr lang="fr-FR"/>
          </a:p>
        </p:txBody>
      </p:sp>
      <p:sp>
        <p:nvSpPr>
          <p:cNvPr id="49" name="Espace réservé du texte 48">
            <a:extLst>
              <a:ext uri="{FF2B5EF4-FFF2-40B4-BE49-F238E27FC236}">
                <a16:creationId xmlns:a16="http://schemas.microsoft.com/office/drawing/2014/main" id="{93F8D3D5-7E69-0368-57E7-2B0778C8E081}"/>
              </a:ext>
            </a:extLst>
          </p:cNvPr>
          <p:cNvSpPr>
            <a:spLocks noGrp="1"/>
          </p:cNvSpPr>
          <p:nvPr>
            <p:ph type="body" sz="quarter" idx="20" hasCustomPrompt="1"/>
          </p:nvPr>
        </p:nvSpPr>
        <p:spPr>
          <a:xfrm>
            <a:off x="6676833" y="2135430"/>
            <a:ext cx="4849075" cy="4114800"/>
          </a:xfrm>
        </p:spPr>
        <p:txBody>
          <a:bodyPr/>
          <a:lstStyle>
            <a:lvl1pPr>
              <a:lnSpc>
                <a:spcPct val="100000"/>
              </a:lnSpc>
              <a:spcBef>
                <a:spcPts val="2200"/>
              </a:spcBef>
              <a:defRPr>
                <a:solidFill>
                  <a:schemeClr val="bg1"/>
                </a:solidFill>
              </a:defRPr>
            </a:lvl1p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a:t>
            </a:r>
          </a:p>
        </p:txBody>
      </p:sp>
      <p:sp>
        <p:nvSpPr>
          <p:cNvPr id="6" name="Espace réservé de la date 2">
            <a:extLst>
              <a:ext uri="{FF2B5EF4-FFF2-40B4-BE49-F238E27FC236}">
                <a16:creationId xmlns:a16="http://schemas.microsoft.com/office/drawing/2014/main" id="{FF9EDA28-44A5-E32B-1859-EED118AD9CBF}"/>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7" name="Espace réservé du pied de page 3">
            <a:extLst>
              <a:ext uri="{FF2B5EF4-FFF2-40B4-BE49-F238E27FC236}">
                <a16:creationId xmlns:a16="http://schemas.microsoft.com/office/drawing/2014/main" id="{9D086321-D59B-B76E-E30C-1B04313B52C0}"/>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Tree>
    <p:extLst>
      <p:ext uri="{BB962C8B-B14F-4D97-AF65-F5344CB8AC3E}">
        <p14:creationId xmlns:p14="http://schemas.microsoft.com/office/powerpoint/2010/main" val="3253051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ocs textes et image">
    <p:bg>
      <p:bgPr>
        <a:solidFill>
          <a:schemeClr val="bg1"/>
        </a:solidFill>
        <a:effectLst/>
      </p:bgPr>
    </p:bg>
    <p:spTree>
      <p:nvGrpSpPr>
        <p:cNvPr id="1" name=""/>
        <p:cNvGrpSpPr/>
        <p:nvPr/>
      </p:nvGrpSpPr>
      <p:grpSpPr>
        <a:xfrm>
          <a:off x="0" y="0"/>
          <a:ext cx="0" cy="0"/>
          <a:chOff x="0" y="0"/>
          <a:chExt cx="0" cy="0"/>
        </a:xfrm>
      </p:grpSpPr>
      <p:sp>
        <p:nvSpPr>
          <p:cNvPr id="8" name="Espace réservé pour une image  56">
            <a:extLst>
              <a:ext uri="{FF2B5EF4-FFF2-40B4-BE49-F238E27FC236}">
                <a16:creationId xmlns:a16="http://schemas.microsoft.com/office/drawing/2014/main" id="{636C41CD-E79F-1C5F-FD74-95C22003FB56}"/>
              </a:ext>
            </a:extLst>
          </p:cNvPr>
          <p:cNvSpPr>
            <a:spLocks noGrp="1"/>
          </p:cNvSpPr>
          <p:nvPr>
            <p:ph type="pic" sz="quarter" idx="55"/>
          </p:nvPr>
        </p:nvSpPr>
        <p:spPr>
          <a:xfrm>
            <a:off x="6096000" y="0"/>
            <a:ext cx="6096000" cy="6858000"/>
          </a:xfrm>
        </p:spPr>
        <p:txBody>
          <a:bodyPr anchor="ctr" anchorCtr="0"/>
          <a:lstStyle>
            <a:lvl1pPr algn="ctr">
              <a:defRPr/>
            </a:lvl1pPr>
          </a:lstStyle>
          <a:p>
            <a:endParaRPr lang="fr-FR"/>
          </a:p>
        </p:txBody>
      </p:sp>
      <p:sp>
        <p:nvSpPr>
          <p:cNvPr id="4" name="Rectangle 3">
            <a:extLst>
              <a:ext uri="{FF2B5EF4-FFF2-40B4-BE49-F238E27FC236}">
                <a16:creationId xmlns:a16="http://schemas.microsoft.com/office/drawing/2014/main" id="{6FA4D300-CEFA-E67A-0DAA-C438BCBF8648}"/>
              </a:ext>
            </a:extLst>
          </p:cNvPr>
          <p:cNvSpPr/>
          <p:nvPr userDrawn="1"/>
        </p:nvSpPr>
        <p:spPr>
          <a:xfrm>
            <a:off x="0" y="1"/>
            <a:ext cx="6096001" cy="6858000"/>
          </a:xfrm>
          <a:prstGeom prst="rect">
            <a:avLst/>
          </a:prstGeom>
          <a:solidFill>
            <a:schemeClr val="tx1"/>
          </a:solidFill>
          <a:ln w="12660" cap="flat">
            <a:noFill/>
            <a:prstDash val="solid"/>
            <a:miter/>
          </a:ln>
        </p:spPr>
        <p:txBody>
          <a:bodyPr rtlCol="0" anchor="ctr"/>
          <a:lstStyle/>
          <a:p>
            <a:pPr algn="l"/>
            <a:endParaRPr lang="fr-FR"/>
          </a:p>
        </p:txBody>
      </p:sp>
      <p:sp>
        <p:nvSpPr>
          <p:cNvPr id="11" name="Forme libre 10">
            <a:extLst>
              <a:ext uri="{FF2B5EF4-FFF2-40B4-BE49-F238E27FC236}">
                <a16:creationId xmlns:a16="http://schemas.microsoft.com/office/drawing/2014/main" id="{1693F926-B5D2-8EE3-238E-24D58BDD02D1}"/>
              </a:ext>
            </a:extLst>
          </p:cNvPr>
          <p:cNvSpPr/>
          <p:nvPr userDrawn="1"/>
        </p:nvSpPr>
        <p:spPr>
          <a:xfrm>
            <a:off x="-100335" y="263016"/>
            <a:ext cx="5960459" cy="384361"/>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 name="connsiteX0" fmla="*/ 5975928 w 7319694"/>
              <a:gd name="connsiteY0" fmla="*/ 0 h 375125"/>
              <a:gd name="connsiteX1" fmla="*/ 7128276 w 7319694"/>
              <a:gd name="connsiteY1" fmla="*/ 0 h 375125"/>
              <a:gd name="connsiteX2" fmla="*/ 7319694 w 7319694"/>
              <a:gd name="connsiteY2" fmla="*/ 187562 h 375125"/>
              <a:gd name="connsiteX3" fmla="*/ 7128276 w 7319694"/>
              <a:gd name="connsiteY3" fmla="*/ 375125 h 375125"/>
              <a:gd name="connsiteX4" fmla="*/ 0 w 7319694"/>
              <a:gd name="connsiteY4" fmla="*/ 356652 h 375125"/>
              <a:gd name="connsiteX5" fmla="*/ 5975928 w 7319694"/>
              <a:gd name="connsiteY5" fmla="*/ 0 h 375125"/>
              <a:gd name="connsiteX0" fmla="*/ 0 w 7356639"/>
              <a:gd name="connsiteY0" fmla="*/ 0 h 375125"/>
              <a:gd name="connsiteX1" fmla="*/ 7165221 w 7356639"/>
              <a:gd name="connsiteY1" fmla="*/ 0 h 375125"/>
              <a:gd name="connsiteX2" fmla="*/ 7356639 w 7356639"/>
              <a:gd name="connsiteY2" fmla="*/ 187562 h 375125"/>
              <a:gd name="connsiteX3" fmla="*/ 7165221 w 7356639"/>
              <a:gd name="connsiteY3" fmla="*/ 375125 h 375125"/>
              <a:gd name="connsiteX4" fmla="*/ 36945 w 7356639"/>
              <a:gd name="connsiteY4" fmla="*/ 356652 h 375125"/>
              <a:gd name="connsiteX5" fmla="*/ 0 w 7356639"/>
              <a:gd name="connsiteY5" fmla="*/ 0 h 375125"/>
              <a:gd name="connsiteX0" fmla="*/ 9237 w 7365876"/>
              <a:gd name="connsiteY0" fmla="*/ 0 h 384361"/>
              <a:gd name="connsiteX1" fmla="*/ 7174458 w 7365876"/>
              <a:gd name="connsiteY1" fmla="*/ 0 h 384361"/>
              <a:gd name="connsiteX2" fmla="*/ 7365876 w 7365876"/>
              <a:gd name="connsiteY2" fmla="*/ 187562 h 384361"/>
              <a:gd name="connsiteX3" fmla="*/ 7174458 w 7365876"/>
              <a:gd name="connsiteY3" fmla="*/ 375125 h 384361"/>
              <a:gd name="connsiteX4" fmla="*/ 0 w 7365876"/>
              <a:gd name="connsiteY4" fmla="*/ 384361 h 384361"/>
              <a:gd name="connsiteX5" fmla="*/ 9237 w 7365876"/>
              <a:gd name="connsiteY5" fmla="*/ 0 h 384361"/>
              <a:gd name="connsiteX0" fmla="*/ 1405417 w 7365876"/>
              <a:gd name="connsiteY0" fmla="*/ 0 h 384361"/>
              <a:gd name="connsiteX1" fmla="*/ 7174458 w 7365876"/>
              <a:gd name="connsiteY1" fmla="*/ 0 h 384361"/>
              <a:gd name="connsiteX2" fmla="*/ 7365876 w 7365876"/>
              <a:gd name="connsiteY2" fmla="*/ 187562 h 384361"/>
              <a:gd name="connsiteX3" fmla="*/ 7174458 w 7365876"/>
              <a:gd name="connsiteY3" fmla="*/ 375125 h 384361"/>
              <a:gd name="connsiteX4" fmla="*/ 0 w 7365876"/>
              <a:gd name="connsiteY4" fmla="*/ 384361 h 384361"/>
              <a:gd name="connsiteX5" fmla="*/ 1405417 w 7365876"/>
              <a:gd name="connsiteY5" fmla="*/ 0 h 384361"/>
              <a:gd name="connsiteX0" fmla="*/ 0 w 5960459"/>
              <a:gd name="connsiteY0" fmla="*/ 0 h 384361"/>
              <a:gd name="connsiteX1" fmla="*/ 5769041 w 5960459"/>
              <a:gd name="connsiteY1" fmla="*/ 0 h 384361"/>
              <a:gd name="connsiteX2" fmla="*/ 5960459 w 5960459"/>
              <a:gd name="connsiteY2" fmla="*/ 187562 h 384361"/>
              <a:gd name="connsiteX3" fmla="*/ 5769041 w 5960459"/>
              <a:gd name="connsiteY3" fmla="*/ 375125 h 384361"/>
              <a:gd name="connsiteX4" fmla="*/ 596 w 5960459"/>
              <a:gd name="connsiteY4" fmla="*/ 384361 h 384361"/>
              <a:gd name="connsiteX5" fmla="*/ 0 w 5960459"/>
              <a:gd name="connsiteY5" fmla="*/ 0 h 38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60459" h="384361">
                <a:moveTo>
                  <a:pt x="0" y="0"/>
                </a:moveTo>
                <a:lnTo>
                  <a:pt x="5769041" y="0"/>
                </a:lnTo>
                <a:cubicBezTo>
                  <a:pt x="5874704" y="0"/>
                  <a:pt x="5960459" y="84028"/>
                  <a:pt x="5960459" y="187562"/>
                </a:cubicBezTo>
                <a:cubicBezTo>
                  <a:pt x="5960459" y="291096"/>
                  <a:pt x="5874704" y="375125"/>
                  <a:pt x="5769041" y="375125"/>
                </a:cubicBezTo>
                <a:lnTo>
                  <a:pt x="596" y="384361"/>
                </a:lnTo>
                <a:cubicBezTo>
                  <a:pt x="397" y="256241"/>
                  <a:pt x="199" y="128120"/>
                  <a:pt x="0" y="0"/>
                </a:cubicBezTo>
                <a:close/>
              </a:path>
            </a:pathLst>
          </a:custGeom>
          <a:solidFill>
            <a:schemeClr val="tx1"/>
          </a:solidFill>
          <a:ln w="1266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4640480" cy="590931"/>
          </a:xfrm>
        </p:spPr>
        <p:txBody>
          <a:bodyPr/>
          <a:lstStyle>
            <a:lvl1pPr>
              <a:defRPr b="0">
                <a:solidFill>
                  <a:schemeClr val="accent3"/>
                </a:solidFill>
              </a:defRPr>
            </a:lvl1pPr>
          </a:lstStyle>
          <a:p>
            <a:r>
              <a:rPr lang="fr-FR" dirty="0"/>
              <a:t>Titre de slide</a:t>
            </a:r>
          </a:p>
        </p:txBody>
      </p:sp>
      <p:sp>
        <p:nvSpPr>
          <p:cNvPr id="30" name="Forme libre 29">
            <a:extLst>
              <a:ext uri="{FF2B5EF4-FFF2-40B4-BE49-F238E27FC236}">
                <a16:creationId xmlns:a16="http://schemas.microsoft.com/office/drawing/2014/main" id="{1E7F0624-B213-4BE6-E89A-E419302C3FB4}"/>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7" name="Espace réservé du numéro de diapositive 29">
            <a:extLst>
              <a:ext uri="{FF2B5EF4-FFF2-40B4-BE49-F238E27FC236}">
                <a16:creationId xmlns:a16="http://schemas.microsoft.com/office/drawing/2014/main" id="{D609E7F9-508D-B148-832E-68BB0068BD5E}"/>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2810216"/>
            <a:ext cx="4383461" cy="830997"/>
          </a:xfrm>
        </p:spPr>
        <p:txBody>
          <a:bodyPr>
            <a:spAutoFit/>
          </a:bodyPr>
          <a:lstStyle>
            <a:lvl1pPr>
              <a:lnSpc>
                <a:spcPct val="100000"/>
              </a:lnSpc>
              <a:defRPr sz="1600">
                <a:solidFill>
                  <a:schemeClr val="bg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469701"/>
            <a:ext cx="4383461" cy="400110"/>
          </a:xfrm>
        </p:spPr>
        <p:txBody>
          <a:bodyPr>
            <a:spAutoFit/>
          </a:bodyPr>
          <a:lstStyle>
            <a:lvl1pPr>
              <a:lnSpc>
                <a:spcPct val="100000"/>
              </a:lnSpc>
              <a:defRPr sz="2000">
                <a:solidFill>
                  <a:schemeClr val="bg1"/>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4252879"/>
            <a:ext cx="4383461" cy="830997"/>
          </a:xfrm>
        </p:spPr>
        <p:txBody>
          <a:bodyPr>
            <a:spAutoFit/>
          </a:bodyPr>
          <a:lstStyle>
            <a:lvl1pPr>
              <a:lnSpc>
                <a:spcPct val="100000"/>
              </a:lnSpc>
              <a:defRPr sz="1600">
                <a:solidFill>
                  <a:schemeClr val="bg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3781673"/>
            <a:ext cx="4383461" cy="400110"/>
          </a:xfrm>
        </p:spPr>
        <p:txBody>
          <a:bodyPr>
            <a:spAutoFit/>
          </a:bodyPr>
          <a:lstStyle>
            <a:lvl1pPr>
              <a:lnSpc>
                <a:spcPct val="100000"/>
              </a:lnSpc>
              <a:defRPr sz="2000">
                <a:solidFill>
                  <a:schemeClr val="bg1"/>
                </a:solidFill>
                <a:latin typeface="+mj-lt"/>
              </a:defRPr>
            </a:lvl1pPr>
          </a:lstStyle>
          <a:p>
            <a:pPr lvl="0"/>
            <a:r>
              <a:rPr lang="fr-FR"/>
              <a:t>Lorem ipsum </a:t>
            </a:r>
            <a:r>
              <a:rPr lang="fr-FR" err="1"/>
              <a:t>dolore</a:t>
            </a:r>
            <a:endParaRPr lang="fr-FR"/>
          </a:p>
        </p:txBody>
      </p:sp>
      <p:sp>
        <p:nvSpPr>
          <p:cNvPr id="2" name="Rectangle 1">
            <a:extLst>
              <a:ext uri="{FF2B5EF4-FFF2-40B4-BE49-F238E27FC236}">
                <a16:creationId xmlns:a16="http://schemas.microsoft.com/office/drawing/2014/main" id="{63A8B0B0-7B25-01EF-9AA5-09ABB262BDEF}"/>
              </a:ext>
            </a:extLst>
          </p:cNvPr>
          <p:cNvSpPr/>
          <p:nvPr userDrawn="1"/>
        </p:nvSpPr>
        <p:spPr>
          <a:xfrm>
            <a:off x="-1" y="1"/>
            <a:ext cx="6096001" cy="6858000"/>
          </a:xfrm>
          <a:prstGeom prst="rect">
            <a:avLst/>
          </a:prstGeom>
        </p:spPr>
        <p:txBody>
          <a:bodyPr rtlCol="0" anchor="ctr"/>
          <a:lstStyle/>
          <a:p>
            <a:pPr algn="l"/>
            <a:endParaRPr lang="fr-FR"/>
          </a:p>
        </p:txBody>
      </p:sp>
      <p:sp>
        <p:nvSpPr>
          <p:cNvPr id="6" name="Espace réservé du texte 48">
            <a:extLst>
              <a:ext uri="{FF2B5EF4-FFF2-40B4-BE49-F238E27FC236}">
                <a16:creationId xmlns:a16="http://schemas.microsoft.com/office/drawing/2014/main" id="{B4F512C1-A50D-D7B0-2A81-49D31E8A4781}"/>
              </a:ext>
            </a:extLst>
          </p:cNvPr>
          <p:cNvSpPr>
            <a:spLocks noGrp="1"/>
          </p:cNvSpPr>
          <p:nvPr>
            <p:ph type="body" sz="quarter" idx="25" hasCustomPrompt="1"/>
          </p:nvPr>
        </p:nvSpPr>
        <p:spPr>
          <a:xfrm>
            <a:off x="538163" y="5702162"/>
            <a:ext cx="4383461" cy="830997"/>
          </a:xfrm>
        </p:spPr>
        <p:txBody>
          <a:bodyPr>
            <a:spAutoFit/>
          </a:bodyPr>
          <a:lstStyle>
            <a:lvl1pPr>
              <a:lnSpc>
                <a:spcPct val="100000"/>
              </a:lnSpc>
              <a:defRPr sz="1600">
                <a:solidFill>
                  <a:schemeClr val="bg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p:txBody>
      </p:sp>
      <p:sp>
        <p:nvSpPr>
          <p:cNvPr id="7" name="Espace réservé du texte 48">
            <a:extLst>
              <a:ext uri="{FF2B5EF4-FFF2-40B4-BE49-F238E27FC236}">
                <a16:creationId xmlns:a16="http://schemas.microsoft.com/office/drawing/2014/main" id="{A8E0D631-0EFA-EA2D-AC40-94FCD60034EE}"/>
              </a:ext>
            </a:extLst>
          </p:cNvPr>
          <p:cNvSpPr>
            <a:spLocks noGrp="1"/>
          </p:cNvSpPr>
          <p:nvPr>
            <p:ph type="body" sz="quarter" idx="26" hasCustomPrompt="1"/>
          </p:nvPr>
        </p:nvSpPr>
        <p:spPr>
          <a:xfrm>
            <a:off x="538163" y="5230956"/>
            <a:ext cx="4383461" cy="400110"/>
          </a:xfrm>
        </p:spPr>
        <p:txBody>
          <a:bodyPr>
            <a:spAutoFit/>
          </a:bodyPr>
          <a:lstStyle>
            <a:lvl1pPr>
              <a:lnSpc>
                <a:spcPct val="100000"/>
              </a:lnSpc>
              <a:defRPr sz="2000">
                <a:solidFill>
                  <a:schemeClr val="bg1"/>
                </a:solidFill>
                <a:latin typeface="+mj-lt"/>
              </a:defRPr>
            </a:lvl1pPr>
          </a:lstStyle>
          <a:p>
            <a:pPr lvl="0"/>
            <a:r>
              <a:rPr lang="fr-FR"/>
              <a:t>Lorem ipsum </a:t>
            </a:r>
            <a:r>
              <a:rPr lang="fr-FR" err="1"/>
              <a:t>dolore</a:t>
            </a:r>
            <a:endParaRPr lang="fr-FR"/>
          </a:p>
        </p:txBody>
      </p:sp>
      <p:sp>
        <p:nvSpPr>
          <p:cNvPr id="9" name="Espace réservé de la date 2">
            <a:extLst>
              <a:ext uri="{FF2B5EF4-FFF2-40B4-BE49-F238E27FC236}">
                <a16:creationId xmlns:a16="http://schemas.microsoft.com/office/drawing/2014/main" id="{DF6D2D63-8F5F-CE02-A1F7-A09E87BF5A43}"/>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10" name="Espace réservé du pied de page 3">
            <a:extLst>
              <a:ext uri="{FF2B5EF4-FFF2-40B4-BE49-F238E27FC236}">
                <a16:creationId xmlns:a16="http://schemas.microsoft.com/office/drawing/2014/main" id="{895DE973-5D95-92EF-952A-B57755E47B6F}"/>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3" name="Espace réservé du texte 45">
            <a:extLst>
              <a:ext uri="{FF2B5EF4-FFF2-40B4-BE49-F238E27FC236}">
                <a16:creationId xmlns:a16="http://schemas.microsoft.com/office/drawing/2014/main" id="{479C66B1-EB17-B0A5-CE5B-42ED64EC06B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3" name="Espace réservé du texte 45">
            <a:extLst>
              <a:ext uri="{FF2B5EF4-FFF2-40B4-BE49-F238E27FC236}">
                <a16:creationId xmlns:a16="http://schemas.microsoft.com/office/drawing/2014/main" id="{A4960822-9C33-C8B8-2BC9-8888175BF10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4042203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ocs textes et images 3">
    <p:bg>
      <p:bgPr>
        <a:solidFill>
          <a:schemeClr val="bg1"/>
        </a:solidFill>
        <a:effectLst/>
      </p:bgPr>
    </p:bg>
    <p:spTree>
      <p:nvGrpSpPr>
        <p:cNvPr id="1" name=""/>
        <p:cNvGrpSpPr/>
        <p:nvPr/>
      </p:nvGrpSpPr>
      <p:grpSpPr>
        <a:xfrm>
          <a:off x="0" y="0"/>
          <a:ext cx="0" cy="0"/>
          <a:chOff x="0" y="0"/>
          <a:chExt cx="0" cy="0"/>
        </a:xfrm>
      </p:grpSpPr>
      <p:sp>
        <p:nvSpPr>
          <p:cNvPr id="10" name="Espace réservé pour une image  56">
            <a:extLst>
              <a:ext uri="{FF2B5EF4-FFF2-40B4-BE49-F238E27FC236}">
                <a16:creationId xmlns:a16="http://schemas.microsoft.com/office/drawing/2014/main" id="{029D0255-B713-1E2E-6AB8-0C7DE8BF15FF}"/>
              </a:ext>
            </a:extLst>
          </p:cNvPr>
          <p:cNvSpPr>
            <a:spLocks noGrp="1"/>
          </p:cNvSpPr>
          <p:nvPr>
            <p:ph type="pic" sz="quarter" idx="57"/>
          </p:nvPr>
        </p:nvSpPr>
        <p:spPr>
          <a:xfrm>
            <a:off x="9168000" y="3438013"/>
            <a:ext cx="3024000" cy="3429000"/>
          </a:xfrm>
        </p:spPr>
        <p:txBody>
          <a:bodyPr anchor="ctr" anchorCtr="0"/>
          <a:lstStyle>
            <a:lvl1pPr algn="ctr">
              <a:defRPr/>
            </a:lvl1pPr>
          </a:lstStyle>
          <a:p>
            <a:endParaRPr lang="fr-FR"/>
          </a:p>
        </p:txBody>
      </p:sp>
      <p:sp>
        <p:nvSpPr>
          <p:cNvPr id="9" name="Espace réservé pour une image  56">
            <a:extLst>
              <a:ext uri="{FF2B5EF4-FFF2-40B4-BE49-F238E27FC236}">
                <a16:creationId xmlns:a16="http://schemas.microsoft.com/office/drawing/2014/main" id="{F342E75D-7FFA-448E-0D38-91BDD35D9943}"/>
              </a:ext>
            </a:extLst>
          </p:cNvPr>
          <p:cNvSpPr>
            <a:spLocks noGrp="1"/>
          </p:cNvSpPr>
          <p:nvPr>
            <p:ph type="pic" sz="quarter" idx="56"/>
          </p:nvPr>
        </p:nvSpPr>
        <p:spPr>
          <a:xfrm>
            <a:off x="6095999" y="3429000"/>
            <a:ext cx="3071999" cy="3438013"/>
          </a:xfrm>
        </p:spPr>
        <p:txBody>
          <a:bodyPr anchor="ctr" anchorCtr="0"/>
          <a:lstStyle>
            <a:lvl1pPr algn="ctr">
              <a:defRPr/>
            </a:lvl1pPr>
          </a:lstStyle>
          <a:p>
            <a:endParaRPr lang="fr-FR"/>
          </a:p>
        </p:txBody>
      </p:sp>
      <p:sp>
        <p:nvSpPr>
          <p:cNvPr id="4" name="Rectangle 3">
            <a:extLst>
              <a:ext uri="{FF2B5EF4-FFF2-40B4-BE49-F238E27FC236}">
                <a16:creationId xmlns:a16="http://schemas.microsoft.com/office/drawing/2014/main" id="{6FA4D300-CEFA-E67A-0DAA-C438BCBF8648}"/>
              </a:ext>
            </a:extLst>
          </p:cNvPr>
          <p:cNvSpPr/>
          <p:nvPr userDrawn="1"/>
        </p:nvSpPr>
        <p:spPr>
          <a:xfrm>
            <a:off x="0" y="1"/>
            <a:ext cx="6096001" cy="6858000"/>
          </a:xfrm>
          <a:prstGeom prst="rect">
            <a:avLst/>
          </a:prstGeom>
          <a:solidFill>
            <a:schemeClr val="tx1"/>
          </a:solidFill>
          <a:ln w="12660" cap="flat">
            <a:noFill/>
            <a:prstDash val="solid"/>
            <a:miter/>
          </a:ln>
        </p:spPr>
        <p:txBody>
          <a:bodyPr rtlCol="0" anchor="ctr"/>
          <a:lstStyle/>
          <a:p>
            <a:pPr algn="l"/>
            <a:endParaRPr lang="fr-FR"/>
          </a:p>
        </p:txBody>
      </p:sp>
      <p:sp>
        <p:nvSpPr>
          <p:cNvPr id="11" name="Forme libre 10">
            <a:extLst>
              <a:ext uri="{FF2B5EF4-FFF2-40B4-BE49-F238E27FC236}">
                <a16:creationId xmlns:a16="http://schemas.microsoft.com/office/drawing/2014/main" id="{1693F926-B5D2-8EE3-238E-24D58BDD02D1}"/>
              </a:ext>
            </a:extLst>
          </p:cNvPr>
          <p:cNvSpPr/>
          <p:nvPr userDrawn="1"/>
        </p:nvSpPr>
        <p:spPr>
          <a:xfrm>
            <a:off x="-100335" y="263016"/>
            <a:ext cx="5960459" cy="384361"/>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 name="connsiteX0" fmla="*/ 5975928 w 7319694"/>
              <a:gd name="connsiteY0" fmla="*/ 0 h 375125"/>
              <a:gd name="connsiteX1" fmla="*/ 7128276 w 7319694"/>
              <a:gd name="connsiteY1" fmla="*/ 0 h 375125"/>
              <a:gd name="connsiteX2" fmla="*/ 7319694 w 7319694"/>
              <a:gd name="connsiteY2" fmla="*/ 187562 h 375125"/>
              <a:gd name="connsiteX3" fmla="*/ 7128276 w 7319694"/>
              <a:gd name="connsiteY3" fmla="*/ 375125 h 375125"/>
              <a:gd name="connsiteX4" fmla="*/ 0 w 7319694"/>
              <a:gd name="connsiteY4" fmla="*/ 356652 h 375125"/>
              <a:gd name="connsiteX5" fmla="*/ 5975928 w 7319694"/>
              <a:gd name="connsiteY5" fmla="*/ 0 h 375125"/>
              <a:gd name="connsiteX0" fmla="*/ 0 w 7356639"/>
              <a:gd name="connsiteY0" fmla="*/ 0 h 375125"/>
              <a:gd name="connsiteX1" fmla="*/ 7165221 w 7356639"/>
              <a:gd name="connsiteY1" fmla="*/ 0 h 375125"/>
              <a:gd name="connsiteX2" fmla="*/ 7356639 w 7356639"/>
              <a:gd name="connsiteY2" fmla="*/ 187562 h 375125"/>
              <a:gd name="connsiteX3" fmla="*/ 7165221 w 7356639"/>
              <a:gd name="connsiteY3" fmla="*/ 375125 h 375125"/>
              <a:gd name="connsiteX4" fmla="*/ 36945 w 7356639"/>
              <a:gd name="connsiteY4" fmla="*/ 356652 h 375125"/>
              <a:gd name="connsiteX5" fmla="*/ 0 w 7356639"/>
              <a:gd name="connsiteY5" fmla="*/ 0 h 375125"/>
              <a:gd name="connsiteX0" fmla="*/ 9237 w 7365876"/>
              <a:gd name="connsiteY0" fmla="*/ 0 h 384361"/>
              <a:gd name="connsiteX1" fmla="*/ 7174458 w 7365876"/>
              <a:gd name="connsiteY1" fmla="*/ 0 h 384361"/>
              <a:gd name="connsiteX2" fmla="*/ 7365876 w 7365876"/>
              <a:gd name="connsiteY2" fmla="*/ 187562 h 384361"/>
              <a:gd name="connsiteX3" fmla="*/ 7174458 w 7365876"/>
              <a:gd name="connsiteY3" fmla="*/ 375125 h 384361"/>
              <a:gd name="connsiteX4" fmla="*/ 0 w 7365876"/>
              <a:gd name="connsiteY4" fmla="*/ 384361 h 384361"/>
              <a:gd name="connsiteX5" fmla="*/ 9237 w 7365876"/>
              <a:gd name="connsiteY5" fmla="*/ 0 h 384361"/>
              <a:gd name="connsiteX0" fmla="*/ 1405417 w 7365876"/>
              <a:gd name="connsiteY0" fmla="*/ 0 h 384361"/>
              <a:gd name="connsiteX1" fmla="*/ 7174458 w 7365876"/>
              <a:gd name="connsiteY1" fmla="*/ 0 h 384361"/>
              <a:gd name="connsiteX2" fmla="*/ 7365876 w 7365876"/>
              <a:gd name="connsiteY2" fmla="*/ 187562 h 384361"/>
              <a:gd name="connsiteX3" fmla="*/ 7174458 w 7365876"/>
              <a:gd name="connsiteY3" fmla="*/ 375125 h 384361"/>
              <a:gd name="connsiteX4" fmla="*/ 0 w 7365876"/>
              <a:gd name="connsiteY4" fmla="*/ 384361 h 384361"/>
              <a:gd name="connsiteX5" fmla="*/ 1405417 w 7365876"/>
              <a:gd name="connsiteY5" fmla="*/ 0 h 384361"/>
              <a:gd name="connsiteX0" fmla="*/ 0 w 5960459"/>
              <a:gd name="connsiteY0" fmla="*/ 0 h 384361"/>
              <a:gd name="connsiteX1" fmla="*/ 5769041 w 5960459"/>
              <a:gd name="connsiteY1" fmla="*/ 0 h 384361"/>
              <a:gd name="connsiteX2" fmla="*/ 5960459 w 5960459"/>
              <a:gd name="connsiteY2" fmla="*/ 187562 h 384361"/>
              <a:gd name="connsiteX3" fmla="*/ 5769041 w 5960459"/>
              <a:gd name="connsiteY3" fmla="*/ 375125 h 384361"/>
              <a:gd name="connsiteX4" fmla="*/ 596 w 5960459"/>
              <a:gd name="connsiteY4" fmla="*/ 384361 h 384361"/>
              <a:gd name="connsiteX5" fmla="*/ 0 w 5960459"/>
              <a:gd name="connsiteY5" fmla="*/ 0 h 38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60459" h="384361">
                <a:moveTo>
                  <a:pt x="0" y="0"/>
                </a:moveTo>
                <a:lnTo>
                  <a:pt x="5769041" y="0"/>
                </a:lnTo>
                <a:cubicBezTo>
                  <a:pt x="5874704" y="0"/>
                  <a:pt x="5960459" y="84028"/>
                  <a:pt x="5960459" y="187562"/>
                </a:cubicBezTo>
                <a:cubicBezTo>
                  <a:pt x="5960459" y="291096"/>
                  <a:pt x="5874704" y="375125"/>
                  <a:pt x="5769041" y="375125"/>
                </a:cubicBezTo>
                <a:lnTo>
                  <a:pt x="596" y="384361"/>
                </a:lnTo>
                <a:cubicBezTo>
                  <a:pt x="397" y="256241"/>
                  <a:pt x="199" y="128120"/>
                  <a:pt x="0" y="0"/>
                </a:cubicBezTo>
                <a:close/>
              </a:path>
            </a:pathLst>
          </a:custGeom>
          <a:solidFill>
            <a:schemeClr val="tx1"/>
          </a:solidFill>
          <a:ln w="1266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4640480" cy="590931"/>
          </a:xfrm>
        </p:spPr>
        <p:txBody>
          <a:bodyPr/>
          <a:lstStyle>
            <a:lvl1pPr>
              <a:defRPr b="0">
                <a:solidFill>
                  <a:schemeClr val="accent3"/>
                </a:solidFill>
              </a:defRPr>
            </a:lvl1pPr>
          </a:lstStyle>
          <a:p>
            <a:r>
              <a:rPr lang="fr-FR" dirty="0"/>
              <a:t>Titre de slide</a:t>
            </a: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2810216"/>
            <a:ext cx="4383461" cy="830997"/>
          </a:xfrm>
        </p:spPr>
        <p:txBody>
          <a:bodyPr>
            <a:spAutoFit/>
          </a:bodyPr>
          <a:lstStyle>
            <a:lvl1pPr>
              <a:lnSpc>
                <a:spcPct val="100000"/>
              </a:lnSpc>
              <a:defRPr sz="1600">
                <a:solidFill>
                  <a:schemeClr val="bg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469701"/>
            <a:ext cx="4383461" cy="400110"/>
          </a:xfrm>
        </p:spPr>
        <p:txBody>
          <a:bodyPr>
            <a:spAutoFit/>
          </a:bodyPr>
          <a:lstStyle>
            <a:lvl1pPr>
              <a:lnSpc>
                <a:spcPct val="100000"/>
              </a:lnSpc>
              <a:defRPr sz="2000">
                <a:solidFill>
                  <a:schemeClr val="bg1"/>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4252879"/>
            <a:ext cx="4383461" cy="830997"/>
          </a:xfrm>
        </p:spPr>
        <p:txBody>
          <a:bodyPr>
            <a:spAutoFit/>
          </a:bodyPr>
          <a:lstStyle>
            <a:lvl1pPr>
              <a:lnSpc>
                <a:spcPct val="100000"/>
              </a:lnSpc>
              <a:defRPr sz="1600">
                <a:solidFill>
                  <a:schemeClr val="bg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3781673"/>
            <a:ext cx="4383461" cy="400110"/>
          </a:xfrm>
        </p:spPr>
        <p:txBody>
          <a:bodyPr>
            <a:spAutoFit/>
          </a:bodyPr>
          <a:lstStyle>
            <a:lvl1pPr>
              <a:lnSpc>
                <a:spcPct val="100000"/>
              </a:lnSpc>
              <a:defRPr sz="2000">
                <a:solidFill>
                  <a:schemeClr val="bg1"/>
                </a:solidFill>
                <a:latin typeface="+mj-lt"/>
              </a:defRPr>
            </a:lvl1pPr>
          </a:lstStyle>
          <a:p>
            <a:pPr lvl="0"/>
            <a:r>
              <a:rPr lang="fr-FR"/>
              <a:t>Lorem ipsum </a:t>
            </a:r>
            <a:r>
              <a:rPr lang="fr-FR" err="1"/>
              <a:t>dolore</a:t>
            </a:r>
            <a:endParaRPr lang="fr-FR"/>
          </a:p>
        </p:txBody>
      </p:sp>
      <p:sp>
        <p:nvSpPr>
          <p:cNvPr id="30" name="Forme libre 29">
            <a:extLst>
              <a:ext uri="{FF2B5EF4-FFF2-40B4-BE49-F238E27FC236}">
                <a16:creationId xmlns:a16="http://schemas.microsoft.com/office/drawing/2014/main" id="{1E7F0624-B213-4BE6-E89A-E419302C3FB4}"/>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7" name="Espace réservé du numéro de diapositive 29">
            <a:extLst>
              <a:ext uri="{FF2B5EF4-FFF2-40B4-BE49-F238E27FC236}">
                <a16:creationId xmlns:a16="http://schemas.microsoft.com/office/drawing/2014/main" id="{D609E7F9-508D-B148-832E-68BB0068BD5E}"/>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
        <p:nvSpPr>
          <p:cNvPr id="2" name="Rectangle 1">
            <a:extLst>
              <a:ext uri="{FF2B5EF4-FFF2-40B4-BE49-F238E27FC236}">
                <a16:creationId xmlns:a16="http://schemas.microsoft.com/office/drawing/2014/main" id="{63A8B0B0-7B25-01EF-9AA5-09ABB262BDEF}"/>
              </a:ext>
            </a:extLst>
          </p:cNvPr>
          <p:cNvSpPr/>
          <p:nvPr userDrawn="1"/>
        </p:nvSpPr>
        <p:spPr>
          <a:xfrm>
            <a:off x="-1" y="1"/>
            <a:ext cx="6096001" cy="6858000"/>
          </a:xfrm>
          <a:prstGeom prst="rect">
            <a:avLst/>
          </a:prstGeom>
        </p:spPr>
        <p:txBody>
          <a:bodyPr rtlCol="0" anchor="ctr"/>
          <a:lstStyle/>
          <a:p>
            <a:pPr algn="l"/>
            <a:endParaRPr lang="fr-FR"/>
          </a:p>
        </p:txBody>
      </p:sp>
      <p:sp>
        <p:nvSpPr>
          <p:cNvPr id="6" name="Espace réservé du texte 48">
            <a:extLst>
              <a:ext uri="{FF2B5EF4-FFF2-40B4-BE49-F238E27FC236}">
                <a16:creationId xmlns:a16="http://schemas.microsoft.com/office/drawing/2014/main" id="{B4F512C1-A50D-D7B0-2A81-49D31E8A4781}"/>
              </a:ext>
            </a:extLst>
          </p:cNvPr>
          <p:cNvSpPr>
            <a:spLocks noGrp="1"/>
          </p:cNvSpPr>
          <p:nvPr>
            <p:ph type="body" sz="quarter" idx="25" hasCustomPrompt="1"/>
          </p:nvPr>
        </p:nvSpPr>
        <p:spPr>
          <a:xfrm>
            <a:off x="538163" y="5702162"/>
            <a:ext cx="4383461" cy="830997"/>
          </a:xfrm>
        </p:spPr>
        <p:txBody>
          <a:bodyPr>
            <a:spAutoFit/>
          </a:bodyPr>
          <a:lstStyle>
            <a:lvl1pPr>
              <a:lnSpc>
                <a:spcPct val="100000"/>
              </a:lnSpc>
              <a:defRPr sz="1600">
                <a:solidFill>
                  <a:schemeClr val="bg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p:txBody>
      </p:sp>
      <p:sp>
        <p:nvSpPr>
          <p:cNvPr id="7" name="Espace réservé du texte 48">
            <a:extLst>
              <a:ext uri="{FF2B5EF4-FFF2-40B4-BE49-F238E27FC236}">
                <a16:creationId xmlns:a16="http://schemas.microsoft.com/office/drawing/2014/main" id="{A8E0D631-0EFA-EA2D-AC40-94FCD60034EE}"/>
              </a:ext>
            </a:extLst>
          </p:cNvPr>
          <p:cNvSpPr>
            <a:spLocks noGrp="1"/>
          </p:cNvSpPr>
          <p:nvPr>
            <p:ph type="body" sz="quarter" idx="26" hasCustomPrompt="1"/>
          </p:nvPr>
        </p:nvSpPr>
        <p:spPr>
          <a:xfrm>
            <a:off x="538163" y="5230956"/>
            <a:ext cx="4383461" cy="400110"/>
          </a:xfrm>
        </p:spPr>
        <p:txBody>
          <a:bodyPr>
            <a:spAutoFit/>
          </a:bodyPr>
          <a:lstStyle>
            <a:lvl1pPr>
              <a:lnSpc>
                <a:spcPct val="100000"/>
              </a:lnSpc>
              <a:defRPr sz="2000">
                <a:solidFill>
                  <a:schemeClr val="bg1"/>
                </a:solidFill>
                <a:latin typeface="+mj-lt"/>
              </a:defRPr>
            </a:lvl1pPr>
          </a:lstStyle>
          <a:p>
            <a:pPr lvl="0"/>
            <a:r>
              <a:rPr lang="fr-FR"/>
              <a:t>Lorem ipsum </a:t>
            </a:r>
            <a:r>
              <a:rPr lang="fr-FR" err="1"/>
              <a:t>dolore</a:t>
            </a:r>
            <a:endParaRPr lang="fr-FR"/>
          </a:p>
        </p:txBody>
      </p:sp>
      <p:sp>
        <p:nvSpPr>
          <p:cNvPr id="8" name="Espace réservé pour une image  56">
            <a:extLst>
              <a:ext uri="{FF2B5EF4-FFF2-40B4-BE49-F238E27FC236}">
                <a16:creationId xmlns:a16="http://schemas.microsoft.com/office/drawing/2014/main" id="{636C41CD-E79F-1C5F-FD74-95C22003FB56}"/>
              </a:ext>
            </a:extLst>
          </p:cNvPr>
          <p:cNvSpPr>
            <a:spLocks noGrp="1"/>
          </p:cNvSpPr>
          <p:nvPr>
            <p:ph type="pic" sz="quarter" idx="55"/>
          </p:nvPr>
        </p:nvSpPr>
        <p:spPr>
          <a:xfrm>
            <a:off x="6096000" y="0"/>
            <a:ext cx="6096000" cy="3438011"/>
          </a:xfrm>
        </p:spPr>
        <p:txBody>
          <a:bodyPr anchor="ctr" anchorCtr="0"/>
          <a:lstStyle>
            <a:lvl1pPr algn="ctr">
              <a:defRPr/>
            </a:lvl1pPr>
          </a:lstStyle>
          <a:p>
            <a:endParaRPr lang="fr-FR"/>
          </a:p>
        </p:txBody>
      </p:sp>
      <p:sp>
        <p:nvSpPr>
          <p:cNvPr id="13" name="Espace réservé de la date 2">
            <a:extLst>
              <a:ext uri="{FF2B5EF4-FFF2-40B4-BE49-F238E27FC236}">
                <a16:creationId xmlns:a16="http://schemas.microsoft.com/office/drawing/2014/main" id="{98170979-78AD-2BE6-E91A-958E47F56F7E}"/>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14" name="Espace réservé du pied de page 3">
            <a:extLst>
              <a:ext uri="{FF2B5EF4-FFF2-40B4-BE49-F238E27FC236}">
                <a16:creationId xmlns:a16="http://schemas.microsoft.com/office/drawing/2014/main" id="{E492CBB6-05F2-5671-D8C5-4200267E2F74}"/>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3" name="Espace réservé du texte 45">
            <a:extLst>
              <a:ext uri="{FF2B5EF4-FFF2-40B4-BE49-F238E27FC236}">
                <a16:creationId xmlns:a16="http://schemas.microsoft.com/office/drawing/2014/main" id="{A3C5E31A-30C6-35D2-9A07-4363EABAA13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2" name="Espace réservé du texte 45">
            <a:extLst>
              <a:ext uri="{FF2B5EF4-FFF2-40B4-BE49-F238E27FC236}">
                <a16:creationId xmlns:a16="http://schemas.microsoft.com/office/drawing/2014/main" id="{2C8862C1-262D-0248-1648-AAFC03737463}"/>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727193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Equip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14D0134-564B-5FA2-6549-28B84EECE36E}"/>
              </a:ext>
            </a:extLst>
          </p:cNvPr>
          <p:cNvSpPr/>
          <p:nvPr userDrawn="1"/>
        </p:nvSpPr>
        <p:spPr>
          <a:xfrm>
            <a:off x="0" y="5704111"/>
            <a:ext cx="12192000" cy="1153889"/>
          </a:xfrm>
          <a:prstGeom prst="rect">
            <a:avLst/>
          </a:prstGeom>
          <a:solidFill>
            <a:schemeClr val="accent3"/>
          </a:solidFill>
          <a:ln w="12660" cap="flat">
            <a:noFill/>
            <a:prstDash val="solid"/>
            <a:miter/>
          </a:ln>
        </p:spPr>
        <p:txBody>
          <a:bodyPr rtlCol="0" anchor="ctr"/>
          <a:lstStyle/>
          <a:p>
            <a:pPr algn="l"/>
            <a:endParaRPr lang="fr-FR"/>
          </a:p>
        </p:txBody>
      </p:sp>
      <p:sp>
        <p:nvSpPr>
          <p:cNvPr id="102" name="Rectangle 101">
            <a:extLst>
              <a:ext uri="{FF2B5EF4-FFF2-40B4-BE49-F238E27FC236}">
                <a16:creationId xmlns:a16="http://schemas.microsoft.com/office/drawing/2014/main" id="{5FCBDFE4-1385-6AC9-83B2-943DCF68455C}"/>
              </a:ext>
            </a:extLst>
          </p:cNvPr>
          <p:cNvSpPr/>
          <p:nvPr userDrawn="1"/>
        </p:nvSpPr>
        <p:spPr>
          <a:xfrm>
            <a:off x="2438699" y="1153888"/>
            <a:ext cx="2437200" cy="2286000"/>
          </a:xfrm>
          <a:prstGeom prst="rect">
            <a:avLst/>
          </a:prstGeom>
          <a:solidFill>
            <a:schemeClr val="accent3"/>
          </a:solidFill>
          <a:ln w="12660" cap="flat">
            <a:noFill/>
            <a:prstDash val="solid"/>
            <a:miter/>
          </a:ln>
        </p:spPr>
        <p:txBody>
          <a:bodyPr rtlCol="0" anchor="ctr"/>
          <a:lstStyle/>
          <a:p>
            <a:pPr algn="l"/>
            <a:endParaRPr lang="fr-FR"/>
          </a:p>
        </p:txBody>
      </p:sp>
      <p:sp>
        <p:nvSpPr>
          <p:cNvPr id="104" name="Rectangle 103">
            <a:extLst>
              <a:ext uri="{FF2B5EF4-FFF2-40B4-BE49-F238E27FC236}">
                <a16:creationId xmlns:a16="http://schemas.microsoft.com/office/drawing/2014/main" id="{C5E0B441-A7D7-E1CB-1991-0206DEAC6331}"/>
              </a:ext>
            </a:extLst>
          </p:cNvPr>
          <p:cNvSpPr/>
          <p:nvPr userDrawn="1"/>
        </p:nvSpPr>
        <p:spPr>
          <a:xfrm>
            <a:off x="7316099" y="1153888"/>
            <a:ext cx="2437200" cy="2286000"/>
          </a:xfrm>
          <a:prstGeom prst="rect">
            <a:avLst/>
          </a:prstGeom>
          <a:solidFill>
            <a:schemeClr val="accent2"/>
          </a:solidFill>
          <a:ln w="12660" cap="flat">
            <a:noFill/>
            <a:prstDash val="solid"/>
            <a:miter/>
          </a:ln>
        </p:spPr>
        <p:txBody>
          <a:bodyPr rtlCol="0" anchor="ctr"/>
          <a:lstStyle/>
          <a:p>
            <a:pPr algn="l"/>
            <a:endParaRPr lang="fr-FR"/>
          </a:p>
        </p:txBody>
      </p:sp>
      <p:sp>
        <p:nvSpPr>
          <p:cNvPr id="109" name="Rectangle 108">
            <a:extLst>
              <a:ext uri="{FF2B5EF4-FFF2-40B4-BE49-F238E27FC236}">
                <a16:creationId xmlns:a16="http://schemas.microsoft.com/office/drawing/2014/main" id="{AAFD7108-9E73-AEE8-D38C-348D0B811F4A}"/>
              </a:ext>
            </a:extLst>
          </p:cNvPr>
          <p:cNvSpPr/>
          <p:nvPr userDrawn="1"/>
        </p:nvSpPr>
        <p:spPr>
          <a:xfrm>
            <a:off x="-1" y="3439889"/>
            <a:ext cx="2437200" cy="2286000"/>
          </a:xfrm>
          <a:prstGeom prst="rect">
            <a:avLst/>
          </a:prstGeom>
          <a:solidFill>
            <a:schemeClr val="accent4"/>
          </a:solidFill>
          <a:ln w="12660" cap="flat">
            <a:noFill/>
            <a:prstDash val="solid"/>
            <a:miter/>
          </a:ln>
        </p:spPr>
        <p:txBody>
          <a:bodyPr rtlCol="0" anchor="ctr"/>
          <a:lstStyle/>
          <a:p>
            <a:pPr algn="l"/>
            <a:endParaRPr lang="fr-FR"/>
          </a:p>
        </p:txBody>
      </p:sp>
      <p:sp>
        <p:nvSpPr>
          <p:cNvPr id="111" name="Rectangle 110">
            <a:extLst>
              <a:ext uri="{FF2B5EF4-FFF2-40B4-BE49-F238E27FC236}">
                <a16:creationId xmlns:a16="http://schemas.microsoft.com/office/drawing/2014/main" id="{8B59AD92-FA5D-3ADA-E4DB-974401FC95CA}"/>
              </a:ext>
            </a:extLst>
          </p:cNvPr>
          <p:cNvSpPr/>
          <p:nvPr userDrawn="1"/>
        </p:nvSpPr>
        <p:spPr>
          <a:xfrm>
            <a:off x="4877399" y="3439889"/>
            <a:ext cx="2437200" cy="2286000"/>
          </a:xfrm>
          <a:prstGeom prst="rect">
            <a:avLst/>
          </a:prstGeom>
          <a:solidFill>
            <a:schemeClr val="tx1"/>
          </a:solidFill>
          <a:ln w="12660" cap="flat">
            <a:noFill/>
            <a:prstDash val="solid"/>
            <a:miter/>
          </a:ln>
        </p:spPr>
        <p:txBody>
          <a:bodyPr rtlCol="0" anchor="ctr"/>
          <a:lstStyle/>
          <a:p>
            <a:pPr algn="l"/>
            <a:endParaRPr lang="fr-FR"/>
          </a:p>
        </p:txBody>
      </p:sp>
      <p:sp>
        <p:nvSpPr>
          <p:cNvPr id="113" name="Rectangle 112">
            <a:extLst>
              <a:ext uri="{FF2B5EF4-FFF2-40B4-BE49-F238E27FC236}">
                <a16:creationId xmlns:a16="http://schemas.microsoft.com/office/drawing/2014/main" id="{983D0771-452B-211C-EE59-7927CA025E3B}"/>
              </a:ext>
            </a:extLst>
          </p:cNvPr>
          <p:cNvSpPr/>
          <p:nvPr userDrawn="1"/>
        </p:nvSpPr>
        <p:spPr>
          <a:xfrm>
            <a:off x="9754800" y="3439889"/>
            <a:ext cx="2437200" cy="2286000"/>
          </a:xfrm>
          <a:prstGeom prst="rect">
            <a:avLst/>
          </a:prstGeom>
          <a:solidFill>
            <a:schemeClr val="bg1"/>
          </a:solidFill>
          <a:ln w="12660" cap="flat">
            <a:noFill/>
            <a:prstDash val="solid"/>
            <a:miter/>
          </a:ln>
        </p:spPr>
        <p:txBody>
          <a:bodyPr rtlCol="0" anchor="ctr"/>
          <a:lstStyle/>
          <a:p>
            <a:pPr algn="l"/>
            <a:endParaRPr lang="fr-FR"/>
          </a:p>
        </p:txBody>
      </p:sp>
      <p:sp>
        <p:nvSpPr>
          <p:cNvPr id="121" name="Espace réservé pour une image  55">
            <a:extLst>
              <a:ext uri="{FF2B5EF4-FFF2-40B4-BE49-F238E27FC236}">
                <a16:creationId xmlns:a16="http://schemas.microsoft.com/office/drawing/2014/main" id="{808316EE-6FCD-CB3F-C988-B11BF974D2C3}"/>
              </a:ext>
            </a:extLst>
          </p:cNvPr>
          <p:cNvSpPr>
            <a:spLocks noGrp="1"/>
          </p:cNvSpPr>
          <p:nvPr>
            <p:ph type="pic" sz="quarter" idx="46"/>
          </p:nvPr>
        </p:nvSpPr>
        <p:spPr>
          <a:xfrm>
            <a:off x="0" y="1153888"/>
            <a:ext cx="2437200" cy="2286000"/>
          </a:xfrm>
        </p:spPr>
        <p:txBody>
          <a:bodyPr anchor="ctr" anchorCtr="0"/>
          <a:lstStyle>
            <a:lvl1pPr algn="ctr">
              <a:defRPr>
                <a:solidFill>
                  <a:schemeClr val="tx1"/>
                </a:solidFill>
              </a:defRPr>
            </a:lvl1pPr>
          </a:lstStyle>
          <a:p>
            <a:endParaRPr lang="fr-FR"/>
          </a:p>
        </p:txBody>
      </p:sp>
      <p:sp>
        <p:nvSpPr>
          <p:cNvPr id="122" name="Espace réservé pour une image  55">
            <a:extLst>
              <a:ext uri="{FF2B5EF4-FFF2-40B4-BE49-F238E27FC236}">
                <a16:creationId xmlns:a16="http://schemas.microsoft.com/office/drawing/2014/main" id="{3E78272D-6256-9C03-7603-8E190E9DF207}"/>
              </a:ext>
            </a:extLst>
          </p:cNvPr>
          <p:cNvSpPr>
            <a:spLocks noGrp="1"/>
          </p:cNvSpPr>
          <p:nvPr>
            <p:ph type="pic" sz="quarter" idx="47"/>
          </p:nvPr>
        </p:nvSpPr>
        <p:spPr>
          <a:xfrm>
            <a:off x="4877400" y="1153888"/>
            <a:ext cx="2437200" cy="2286000"/>
          </a:xfrm>
        </p:spPr>
        <p:txBody>
          <a:bodyPr anchor="ctr" anchorCtr="0"/>
          <a:lstStyle>
            <a:lvl1pPr algn="ctr">
              <a:defRPr>
                <a:solidFill>
                  <a:schemeClr val="tx1"/>
                </a:solidFill>
              </a:defRPr>
            </a:lvl1pPr>
          </a:lstStyle>
          <a:p>
            <a:endParaRPr lang="fr-FR"/>
          </a:p>
        </p:txBody>
      </p:sp>
      <p:sp>
        <p:nvSpPr>
          <p:cNvPr id="123" name="Espace réservé pour une image  55">
            <a:extLst>
              <a:ext uri="{FF2B5EF4-FFF2-40B4-BE49-F238E27FC236}">
                <a16:creationId xmlns:a16="http://schemas.microsoft.com/office/drawing/2014/main" id="{F3392FF3-0884-0BFD-FB8C-84CEB09D9CF1}"/>
              </a:ext>
            </a:extLst>
          </p:cNvPr>
          <p:cNvSpPr>
            <a:spLocks noGrp="1"/>
          </p:cNvSpPr>
          <p:nvPr>
            <p:ph type="pic" sz="quarter" idx="48"/>
          </p:nvPr>
        </p:nvSpPr>
        <p:spPr>
          <a:xfrm>
            <a:off x="9754800" y="1153888"/>
            <a:ext cx="2437200" cy="2286000"/>
          </a:xfrm>
        </p:spPr>
        <p:txBody>
          <a:bodyPr anchor="ctr" anchorCtr="0"/>
          <a:lstStyle>
            <a:lvl1pPr algn="ctr">
              <a:defRPr>
                <a:solidFill>
                  <a:schemeClr val="tx1"/>
                </a:solidFill>
              </a:defRPr>
            </a:lvl1pPr>
          </a:lstStyle>
          <a:p>
            <a:endParaRPr lang="fr-FR"/>
          </a:p>
        </p:txBody>
      </p:sp>
      <p:sp>
        <p:nvSpPr>
          <p:cNvPr id="126" name="Espace réservé pour une image  55">
            <a:extLst>
              <a:ext uri="{FF2B5EF4-FFF2-40B4-BE49-F238E27FC236}">
                <a16:creationId xmlns:a16="http://schemas.microsoft.com/office/drawing/2014/main" id="{8F6811B5-337F-3F0E-B281-6E4937DF064B}"/>
              </a:ext>
            </a:extLst>
          </p:cNvPr>
          <p:cNvSpPr>
            <a:spLocks noGrp="1"/>
          </p:cNvSpPr>
          <p:nvPr>
            <p:ph type="pic" sz="quarter" idx="52"/>
          </p:nvPr>
        </p:nvSpPr>
        <p:spPr>
          <a:xfrm>
            <a:off x="2438700" y="3446090"/>
            <a:ext cx="2437200" cy="2273597"/>
          </a:xfrm>
        </p:spPr>
        <p:txBody>
          <a:bodyPr anchor="ctr" anchorCtr="0"/>
          <a:lstStyle>
            <a:lvl1pPr algn="ctr">
              <a:defRPr>
                <a:solidFill>
                  <a:schemeClr val="tx1"/>
                </a:solidFill>
              </a:defRPr>
            </a:lvl1pPr>
          </a:lstStyle>
          <a:p>
            <a:endParaRPr lang="fr-FR"/>
          </a:p>
        </p:txBody>
      </p:sp>
      <p:sp>
        <p:nvSpPr>
          <p:cNvPr id="127" name="Espace réservé pour une image  55">
            <a:extLst>
              <a:ext uri="{FF2B5EF4-FFF2-40B4-BE49-F238E27FC236}">
                <a16:creationId xmlns:a16="http://schemas.microsoft.com/office/drawing/2014/main" id="{A13F08CA-694F-8A4E-D4C9-856816F1A648}"/>
              </a:ext>
            </a:extLst>
          </p:cNvPr>
          <p:cNvSpPr>
            <a:spLocks noGrp="1"/>
          </p:cNvSpPr>
          <p:nvPr>
            <p:ph type="pic" sz="quarter" idx="53"/>
          </p:nvPr>
        </p:nvSpPr>
        <p:spPr>
          <a:xfrm>
            <a:off x="7320741" y="3439888"/>
            <a:ext cx="2437200" cy="2286000"/>
          </a:xfrm>
        </p:spPr>
        <p:txBody>
          <a:bodyPr anchor="ctr" anchorCtr="0"/>
          <a:lstStyle>
            <a:lvl1pPr algn="ctr">
              <a:defRPr>
                <a:solidFill>
                  <a:schemeClr val="tx1"/>
                </a:solidFill>
              </a:defRPr>
            </a:lvl1pPr>
          </a:lstStyle>
          <a:p>
            <a:endParaRPr lang="fr-FR"/>
          </a:p>
        </p:txBody>
      </p:sp>
      <p:sp>
        <p:nvSpPr>
          <p:cNvPr id="128" name="Espace réservé du texte 48">
            <a:extLst>
              <a:ext uri="{FF2B5EF4-FFF2-40B4-BE49-F238E27FC236}">
                <a16:creationId xmlns:a16="http://schemas.microsoft.com/office/drawing/2014/main" id="{BF38D8E0-63D5-0B28-B675-D268F7B38DFB}"/>
              </a:ext>
            </a:extLst>
          </p:cNvPr>
          <p:cNvSpPr>
            <a:spLocks noGrp="1"/>
          </p:cNvSpPr>
          <p:nvPr>
            <p:ph type="body" sz="quarter" idx="20" hasCustomPrompt="1"/>
          </p:nvPr>
        </p:nvSpPr>
        <p:spPr>
          <a:xfrm>
            <a:off x="2804282" y="2106498"/>
            <a:ext cx="1229947" cy="184666"/>
          </a:xfrm>
        </p:spPr>
        <p:txBody>
          <a:bodyPr wrap="square" lIns="0" tIns="0" rIns="0" bIns="0" anchor="b" anchorCtr="0">
            <a:spAutoFit/>
          </a:bodyPr>
          <a:lstStyle>
            <a:lvl1pPr>
              <a:lnSpc>
                <a:spcPct val="100000"/>
              </a:lnSpc>
              <a:defRPr sz="1200">
                <a:solidFill>
                  <a:schemeClr val="bg1"/>
                </a:solidFill>
                <a:latin typeface="+mj-lt"/>
              </a:defRPr>
            </a:lvl1pPr>
          </a:lstStyle>
          <a:p>
            <a:pPr lvl="0"/>
            <a:r>
              <a:rPr lang="fr-FR"/>
              <a:t>Nom Prénom</a:t>
            </a:r>
          </a:p>
        </p:txBody>
      </p:sp>
      <p:sp>
        <p:nvSpPr>
          <p:cNvPr id="129" name="Espace réservé du texte 48">
            <a:extLst>
              <a:ext uri="{FF2B5EF4-FFF2-40B4-BE49-F238E27FC236}">
                <a16:creationId xmlns:a16="http://schemas.microsoft.com/office/drawing/2014/main" id="{31C48DB8-C79F-6758-421C-E97901EF5051}"/>
              </a:ext>
            </a:extLst>
          </p:cNvPr>
          <p:cNvSpPr>
            <a:spLocks noGrp="1"/>
          </p:cNvSpPr>
          <p:nvPr>
            <p:ph type="body" sz="quarter" idx="21" hasCustomPrompt="1"/>
          </p:nvPr>
        </p:nvSpPr>
        <p:spPr>
          <a:xfrm>
            <a:off x="2804282" y="2303348"/>
            <a:ext cx="1229947" cy="184666"/>
          </a:xfrm>
        </p:spPr>
        <p:txBody>
          <a:bodyPr wrap="square" lIns="0" tIns="0" rIns="0" bIns="0" anchor="t" anchorCtr="0">
            <a:spAutoFit/>
          </a:bodyPr>
          <a:lstStyle>
            <a:lvl1pPr>
              <a:lnSpc>
                <a:spcPct val="100000"/>
              </a:lnSpc>
              <a:defRPr sz="1200">
                <a:solidFill>
                  <a:schemeClr val="bg1"/>
                </a:solidFill>
                <a:latin typeface="+mn-lt"/>
              </a:defRPr>
            </a:lvl1pPr>
          </a:lstStyle>
          <a:p>
            <a:pPr lvl="0"/>
            <a:r>
              <a:rPr lang="fr-FR"/>
              <a:t>Fonction</a:t>
            </a:r>
          </a:p>
        </p:txBody>
      </p:sp>
      <p:sp>
        <p:nvSpPr>
          <p:cNvPr id="130" name="Espace réservé du texte 48">
            <a:extLst>
              <a:ext uri="{FF2B5EF4-FFF2-40B4-BE49-F238E27FC236}">
                <a16:creationId xmlns:a16="http://schemas.microsoft.com/office/drawing/2014/main" id="{615F1576-2E5E-0BF0-D99E-199A2D84D7C9}"/>
              </a:ext>
            </a:extLst>
          </p:cNvPr>
          <p:cNvSpPr>
            <a:spLocks noGrp="1"/>
          </p:cNvSpPr>
          <p:nvPr>
            <p:ph type="body" sz="quarter" idx="23" hasCustomPrompt="1"/>
          </p:nvPr>
        </p:nvSpPr>
        <p:spPr>
          <a:xfrm>
            <a:off x="5339117" y="4338715"/>
            <a:ext cx="1229947" cy="184666"/>
          </a:xfrm>
        </p:spPr>
        <p:txBody>
          <a:bodyPr wrap="square" lIns="0" tIns="0" rIns="0" bIns="0" anchor="b" anchorCtr="0">
            <a:spAutoFit/>
          </a:bodyPr>
          <a:lstStyle>
            <a:lvl1pPr>
              <a:lnSpc>
                <a:spcPct val="100000"/>
              </a:lnSpc>
              <a:defRPr sz="1200">
                <a:solidFill>
                  <a:schemeClr val="bg1"/>
                </a:solidFill>
                <a:latin typeface="+mj-lt"/>
              </a:defRPr>
            </a:lvl1pPr>
          </a:lstStyle>
          <a:p>
            <a:pPr lvl="0"/>
            <a:r>
              <a:rPr lang="fr-FR"/>
              <a:t>Nom Prénom</a:t>
            </a:r>
          </a:p>
        </p:txBody>
      </p:sp>
      <p:sp>
        <p:nvSpPr>
          <p:cNvPr id="131" name="Espace réservé du texte 48">
            <a:extLst>
              <a:ext uri="{FF2B5EF4-FFF2-40B4-BE49-F238E27FC236}">
                <a16:creationId xmlns:a16="http://schemas.microsoft.com/office/drawing/2014/main" id="{B07FC536-460A-A9DF-1435-AC606F4613BA}"/>
              </a:ext>
            </a:extLst>
          </p:cNvPr>
          <p:cNvSpPr>
            <a:spLocks noGrp="1"/>
          </p:cNvSpPr>
          <p:nvPr>
            <p:ph type="body" sz="quarter" idx="24" hasCustomPrompt="1"/>
          </p:nvPr>
        </p:nvSpPr>
        <p:spPr>
          <a:xfrm>
            <a:off x="5339117" y="4535565"/>
            <a:ext cx="1229947" cy="184666"/>
          </a:xfrm>
        </p:spPr>
        <p:txBody>
          <a:bodyPr wrap="square" lIns="0" tIns="0" rIns="0" bIns="0" anchor="t" anchorCtr="0">
            <a:spAutoFit/>
          </a:bodyPr>
          <a:lstStyle>
            <a:lvl1pPr>
              <a:lnSpc>
                <a:spcPct val="100000"/>
              </a:lnSpc>
              <a:defRPr sz="1200">
                <a:solidFill>
                  <a:schemeClr val="bg1"/>
                </a:solidFill>
                <a:latin typeface="+mn-lt"/>
              </a:defRPr>
            </a:lvl1pPr>
          </a:lstStyle>
          <a:p>
            <a:pPr lvl="0"/>
            <a:r>
              <a:rPr lang="fr-FR"/>
              <a:t>Fonction</a:t>
            </a:r>
          </a:p>
        </p:txBody>
      </p:sp>
      <p:sp>
        <p:nvSpPr>
          <p:cNvPr id="132" name="Espace réservé du texte 48">
            <a:extLst>
              <a:ext uri="{FF2B5EF4-FFF2-40B4-BE49-F238E27FC236}">
                <a16:creationId xmlns:a16="http://schemas.microsoft.com/office/drawing/2014/main" id="{71D1D9FF-ECB5-F34B-7D91-28C622EB4430}"/>
              </a:ext>
            </a:extLst>
          </p:cNvPr>
          <p:cNvSpPr>
            <a:spLocks noGrp="1"/>
          </p:cNvSpPr>
          <p:nvPr>
            <p:ph type="body" sz="quarter" idx="26" hasCustomPrompt="1"/>
          </p:nvPr>
        </p:nvSpPr>
        <p:spPr>
          <a:xfrm>
            <a:off x="7674832" y="2106498"/>
            <a:ext cx="1229947" cy="184666"/>
          </a:xfrm>
        </p:spPr>
        <p:txBody>
          <a:bodyPr wrap="square" lIns="0" tIns="0" rIns="0" bIns="0" anchor="b" anchorCtr="0">
            <a:spAutoFit/>
          </a:bodyPr>
          <a:lstStyle>
            <a:lvl1pPr>
              <a:lnSpc>
                <a:spcPct val="100000"/>
              </a:lnSpc>
              <a:defRPr sz="1200">
                <a:solidFill>
                  <a:schemeClr val="bg1"/>
                </a:solidFill>
                <a:latin typeface="+mj-lt"/>
              </a:defRPr>
            </a:lvl1pPr>
          </a:lstStyle>
          <a:p>
            <a:pPr lvl="0"/>
            <a:r>
              <a:rPr lang="fr-FR"/>
              <a:t>Nom Prénom</a:t>
            </a:r>
          </a:p>
        </p:txBody>
      </p:sp>
      <p:sp>
        <p:nvSpPr>
          <p:cNvPr id="133" name="Espace réservé du texte 48">
            <a:extLst>
              <a:ext uri="{FF2B5EF4-FFF2-40B4-BE49-F238E27FC236}">
                <a16:creationId xmlns:a16="http://schemas.microsoft.com/office/drawing/2014/main" id="{3B68C63A-EE56-C7D8-B619-E9EDF55D81EB}"/>
              </a:ext>
            </a:extLst>
          </p:cNvPr>
          <p:cNvSpPr>
            <a:spLocks noGrp="1"/>
          </p:cNvSpPr>
          <p:nvPr>
            <p:ph type="body" sz="quarter" idx="27" hasCustomPrompt="1"/>
          </p:nvPr>
        </p:nvSpPr>
        <p:spPr>
          <a:xfrm>
            <a:off x="7674832" y="2303348"/>
            <a:ext cx="1229947" cy="184666"/>
          </a:xfrm>
        </p:spPr>
        <p:txBody>
          <a:bodyPr wrap="square" lIns="0" tIns="0" rIns="0" bIns="0" anchor="t" anchorCtr="0">
            <a:spAutoFit/>
          </a:bodyPr>
          <a:lstStyle>
            <a:lvl1pPr>
              <a:lnSpc>
                <a:spcPct val="100000"/>
              </a:lnSpc>
              <a:defRPr sz="1200">
                <a:solidFill>
                  <a:schemeClr val="bg1"/>
                </a:solidFill>
                <a:latin typeface="+mn-lt"/>
              </a:defRPr>
            </a:lvl1pPr>
          </a:lstStyle>
          <a:p>
            <a:pPr lvl="0"/>
            <a:r>
              <a:rPr lang="fr-FR"/>
              <a:t>Fonction</a:t>
            </a:r>
          </a:p>
        </p:txBody>
      </p:sp>
      <p:sp>
        <p:nvSpPr>
          <p:cNvPr id="134" name="Espace réservé du texte 48">
            <a:extLst>
              <a:ext uri="{FF2B5EF4-FFF2-40B4-BE49-F238E27FC236}">
                <a16:creationId xmlns:a16="http://schemas.microsoft.com/office/drawing/2014/main" id="{FE107CBF-9FCD-7709-EAB2-A8EA61FD1C1D}"/>
              </a:ext>
            </a:extLst>
          </p:cNvPr>
          <p:cNvSpPr>
            <a:spLocks noGrp="1"/>
          </p:cNvSpPr>
          <p:nvPr>
            <p:ph type="body" sz="quarter" idx="29" hasCustomPrompt="1"/>
          </p:nvPr>
        </p:nvSpPr>
        <p:spPr>
          <a:xfrm>
            <a:off x="413463" y="4344908"/>
            <a:ext cx="1229947" cy="184666"/>
          </a:xfrm>
        </p:spPr>
        <p:txBody>
          <a:bodyPr wrap="square" lIns="0" tIns="0" rIns="0" bIns="0" anchor="b" anchorCtr="0">
            <a:spAutoFit/>
          </a:bodyPr>
          <a:lstStyle>
            <a:lvl1pPr>
              <a:lnSpc>
                <a:spcPct val="100000"/>
              </a:lnSpc>
              <a:defRPr sz="1200">
                <a:solidFill>
                  <a:schemeClr val="bg1"/>
                </a:solidFill>
                <a:latin typeface="+mj-lt"/>
              </a:defRPr>
            </a:lvl1pPr>
          </a:lstStyle>
          <a:p>
            <a:pPr lvl="0"/>
            <a:r>
              <a:rPr lang="fr-FR"/>
              <a:t>Nom Prénom</a:t>
            </a:r>
          </a:p>
        </p:txBody>
      </p:sp>
      <p:sp>
        <p:nvSpPr>
          <p:cNvPr id="135" name="Espace réservé du texte 48">
            <a:extLst>
              <a:ext uri="{FF2B5EF4-FFF2-40B4-BE49-F238E27FC236}">
                <a16:creationId xmlns:a16="http://schemas.microsoft.com/office/drawing/2014/main" id="{F17726BD-2484-C6C5-1314-D13635D67E79}"/>
              </a:ext>
            </a:extLst>
          </p:cNvPr>
          <p:cNvSpPr>
            <a:spLocks noGrp="1"/>
          </p:cNvSpPr>
          <p:nvPr>
            <p:ph type="body" sz="quarter" idx="30" hasCustomPrompt="1"/>
          </p:nvPr>
        </p:nvSpPr>
        <p:spPr>
          <a:xfrm>
            <a:off x="413463" y="4541758"/>
            <a:ext cx="1229947" cy="184666"/>
          </a:xfrm>
        </p:spPr>
        <p:txBody>
          <a:bodyPr wrap="square" lIns="0" tIns="0" rIns="0" bIns="0" anchor="t" anchorCtr="0">
            <a:spAutoFit/>
          </a:bodyPr>
          <a:lstStyle>
            <a:lvl1pPr>
              <a:lnSpc>
                <a:spcPct val="100000"/>
              </a:lnSpc>
              <a:defRPr sz="1200">
                <a:solidFill>
                  <a:schemeClr val="bg1"/>
                </a:solidFill>
                <a:latin typeface="+mn-lt"/>
              </a:defRPr>
            </a:lvl1pPr>
          </a:lstStyle>
          <a:p>
            <a:pPr lvl="0"/>
            <a:r>
              <a:rPr lang="fr-FR"/>
              <a:t>Fonction</a:t>
            </a:r>
          </a:p>
        </p:txBody>
      </p:sp>
      <p:sp>
        <p:nvSpPr>
          <p:cNvPr id="138" name="Espace réservé du texte 48">
            <a:extLst>
              <a:ext uri="{FF2B5EF4-FFF2-40B4-BE49-F238E27FC236}">
                <a16:creationId xmlns:a16="http://schemas.microsoft.com/office/drawing/2014/main" id="{1E74C2CC-6D68-AC25-80C2-45D0145142DB}"/>
              </a:ext>
            </a:extLst>
          </p:cNvPr>
          <p:cNvSpPr>
            <a:spLocks noGrp="1"/>
          </p:cNvSpPr>
          <p:nvPr>
            <p:ph type="body" sz="quarter" idx="41" hasCustomPrompt="1"/>
          </p:nvPr>
        </p:nvSpPr>
        <p:spPr>
          <a:xfrm>
            <a:off x="10097837" y="4348134"/>
            <a:ext cx="1229947" cy="184666"/>
          </a:xfrm>
        </p:spPr>
        <p:txBody>
          <a:bodyPr wrap="square" lIns="0" tIns="0" rIns="0" bIns="0" anchor="b" anchorCtr="0">
            <a:spAutoFit/>
          </a:bodyPr>
          <a:lstStyle>
            <a:lvl1pPr>
              <a:lnSpc>
                <a:spcPct val="100000"/>
              </a:lnSpc>
              <a:defRPr sz="1200">
                <a:solidFill>
                  <a:schemeClr val="tx1"/>
                </a:solidFill>
                <a:latin typeface="+mj-lt"/>
              </a:defRPr>
            </a:lvl1pPr>
          </a:lstStyle>
          <a:p>
            <a:pPr lvl="0"/>
            <a:r>
              <a:rPr lang="fr-FR"/>
              <a:t>Nom Prénom</a:t>
            </a:r>
          </a:p>
        </p:txBody>
      </p:sp>
      <p:sp>
        <p:nvSpPr>
          <p:cNvPr id="139" name="Espace réservé du texte 48">
            <a:extLst>
              <a:ext uri="{FF2B5EF4-FFF2-40B4-BE49-F238E27FC236}">
                <a16:creationId xmlns:a16="http://schemas.microsoft.com/office/drawing/2014/main" id="{A51ABDA4-5353-A2E3-72FB-9D26BA86B1E0}"/>
              </a:ext>
            </a:extLst>
          </p:cNvPr>
          <p:cNvSpPr>
            <a:spLocks noGrp="1"/>
          </p:cNvSpPr>
          <p:nvPr>
            <p:ph type="body" sz="quarter" idx="42" hasCustomPrompt="1"/>
          </p:nvPr>
        </p:nvSpPr>
        <p:spPr>
          <a:xfrm>
            <a:off x="10097837" y="4544984"/>
            <a:ext cx="1229947" cy="184666"/>
          </a:xfrm>
        </p:spPr>
        <p:txBody>
          <a:bodyPr wrap="square" lIns="0" tIns="0" rIns="0" bIns="0" anchor="t" anchorCtr="0">
            <a:spAutoFit/>
          </a:bodyPr>
          <a:lstStyle>
            <a:lvl1pPr>
              <a:lnSpc>
                <a:spcPct val="100000"/>
              </a:lnSpc>
              <a:defRPr sz="1200">
                <a:solidFill>
                  <a:schemeClr val="tx1"/>
                </a:solidFill>
                <a:latin typeface="+mn-lt"/>
              </a:defRPr>
            </a:lvl1pPr>
          </a:lstStyle>
          <a:p>
            <a:pPr lvl="0"/>
            <a:r>
              <a:rPr lang="fr-FR"/>
              <a:t>Fonction</a:t>
            </a:r>
          </a:p>
        </p:txBody>
      </p:sp>
      <p:grpSp>
        <p:nvGrpSpPr>
          <p:cNvPr id="2" name="Groupe 1">
            <a:extLst>
              <a:ext uri="{FF2B5EF4-FFF2-40B4-BE49-F238E27FC236}">
                <a16:creationId xmlns:a16="http://schemas.microsoft.com/office/drawing/2014/main" id="{3BEBEF72-4207-2C52-B7B4-E060D8F42EE5}"/>
              </a:ext>
            </a:extLst>
          </p:cNvPr>
          <p:cNvGrpSpPr/>
          <p:nvPr userDrawn="1"/>
        </p:nvGrpSpPr>
        <p:grpSpPr>
          <a:xfrm>
            <a:off x="-1" y="263015"/>
            <a:ext cx="5860125" cy="375126"/>
            <a:chOff x="-5557295" y="172402"/>
            <a:chExt cx="5860125" cy="375126"/>
          </a:xfrm>
        </p:grpSpPr>
        <p:sp>
          <p:nvSpPr>
            <p:cNvPr id="3" name="Forme libre 11">
              <a:extLst>
                <a:ext uri="{FF2B5EF4-FFF2-40B4-BE49-F238E27FC236}">
                  <a16:creationId xmlns:a16="http://schemas.microsoft.com/office/drawing/2014/main" id="{7B9FF411-4CE9-0519-6A58-CA68D77B5349}"/>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7" name="Forme libre 12">
              <a:extLst>
                <a:ext uri="{FF2B5EF4-FFF2-40B4-BE49-F238E27FC236}">
                  <a16:creationId xmlns:a16="http://schemas.microsoft.com/office/drawing/2014/main" id="{7C046EA6-B14B-1669-6AC1-666136EB653C}"/>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10" name="Espace réservé du texte 45">
            <a:extLst>
              <a:ext uri="{FF2B5EF4-FFF2-40B4-BE49-F238E27FC236}">
                <a16:creationId xmlns:a16="http://schemas.microsoft.com/office/drawing/2014/main" id="{70C064A2-72AA-BF7C-5D03-F04203929F7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1" name="Espace réservé du texte 45">
            <a:extLst>
              <a:ext uri="{FF2B5EF4-FFF2-40B4-BE49-F238E27FC236}">
                <a16:creationId xmlns:a16="http://schemas.microsoft.com/office/drawing/2014/main" id="{76D6C947-7D3C-A327-A45D-AFC2B4FB6177}"/>
              </a:ext>
            </a:extLst>
          </p:cNvPr>
          <p:cNvSpPr>
            <a:spLocks noGrp="1"/>
          </p:cNvSpPr>
          <p:nvPr>
            <p:ph type="body" sz="quarter" idx="54"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9" name="Forme libre 29">
            <a:extLst>
              <a:ext uri="{FF2B5EF4-FFF2-40B4-BE49-F238E27FC236}">
                <a16:creationId xmlns:a16="http://schemas.microsoft.com/office/drawing/2014/main" id="{17D2346D-C361-B258-B53E-CF219C9C2C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2" name="Espace réservé du numéro de diapositive 29">
            <a:extLst>
              <a:ext uri="{FF2B5EF4-FFF2-40B4-BE49-F238E27FC236}">
                <a16:creationId xmlns:a16="http://schemas.microsoft.com/office/drawing/2014/main" id="{3F85B3CC-3223-2514-166D-877438FA47A7}"/>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tx1"/>
                </a:solidFill>
                <a:latin typeface="+mj-lt"/>
              </a:defRPr>
            </a:lvl1pPr>
          </a:lstStyle>
          <a:p>
            <a:fld id="{CD166EB1-B284-8541-B839-321F682B6B05}" type="slidenum">
              <a:rPr lang="fr-FR" smtClean="0"/>
              <a:pPr/>
              <a:t>‹N°›</a:t>
            </a:fld>
            <a:endParaRPr lang="fr-FR"/>
          </a:p>
        </p:txBody>
      </p:sp>
      <p:sp>
        <p:nvSpPr>
          <p:cNvPr id="13" name="Espace réservé de la date 2">
            <a:extLst>
              <a:ext uri="{FF2B5EF4-FFF2-40B4-BE49-F238E27FC236}">
                <a16:creationId xmlns:a16="http://schemas.microsoft.com/office/drawing/2014/main" id="{4C205F07-0815-3E01-CD41-C841FDB350B8}"/>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14" name="Espace réservé du pied de page 3">
            <a:extLst>
              <a:ext uri="{FF2B5EF4-FFF2-40B4-BE49-F238E27FC236}">
                <a16:creationId xmlns:a16="http://schemas.microsoft.com/office/drawing/2014/main" id="{10CB5D19-DE92-E613-DC2F-0CFD88CFE348}"/>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Tree>
    <p:extLst>
      <p:ext uri="{BB962C8B-B14F-4D97-AF65-F5344CB8AC3E}">
        <p14:creationId xmlns:p14="http://schemas.microsoft.com/office/powerpoint/2010/main" val="3229892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aison de contenus 01">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C3B3E82-D88F-C2E6-58CC-5DD4BAE86972}"/>
              </a:ext>
            </a:extLst>
          </p:cNvPr>
          <p:cNvSpPr/>
          <p:nvPr userDrawn="1"/>
        </p:nvSpPr>
        <p:spPr>
          <a:xfrm>
            <a:off x="8127601" y="1"/>
            <a:ext cx="4064399" cy="6858000"/>
          </a:xfrm>
          <a:prstGeom prst="rect">
            <a:avLst/>
          </a:prstGeom>
          <a:solidFill>
            <a:schemeClr val="tx1"/>
          </a:solidFill>
          <a:ln w="12660" cap="flat">
            <a:noFill/>
            <a:prstDash val="solid"/>
            <a:miter/>
          </a:ln>
        </p:spPr>
        <p:txBody>
          <a:bodyPr rtlCol="0" anchor="ctr"/>
          <a:lstStyle/>
          <a:p>
            <a:pPr algn="l"/>
            <a:endParaRPr lang="fr-FR"/>
          </a:p>
        </p:txBody>
      </p:sp>
      <p:sp>
        <p:nvSpPr>
          <p:cNvPr id="13" name="Forme libre 12">
            <a:extLst>
              <a:ext uri="{FF2B5EF4-FFF2-40B4-BE49-F238E27FC236}">
                <a16:creationId xmlns:a16="http://schemas.microsoft.com/office/drawing/2014/main" id="{9A584958-07B1-DCB7-985B-2F7770AD3491}"/>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8" name="Rectangle 7">
            <a:extLst>
              <a:ext uri="{FF2B5EF4-FFF2-40B4-BE49-F238E27FC236}">
                <a16:creationId xmlns:a16="http://schemas.microsoft.com/office/drawing/2014/main" id="{EBD8C8C3-75BB-3539-0767-B21C4F80D65D}"/>
              </a:ext>
            </a:extLst>
          </p:cNvPr>
          <p:cNvSpPr/>
          <p:nvPr userDrawn="1"/>
        </p:nvSpPr>
        <p:spPr>
          <a:xfrm>
            <a:off x="4063801" y="1"/>
            <a:ext cx="4064399" cy="6858000"/>
          </a:xfrm>
          <a:prstGeom prst="rect">
            <a:avLst/>
          </a:prstGeom>
          <a:solidFill>
            <a:schemeClr val="accent3"/>
          </a:solidFill>
          <a:ln w="12660" cap="flat">
            <a:noFill/>
            <a:prstDash val="solid"/>
            <a:miter/>
          </a:ln>
        </p:spPr>
        <p:txBody>
          <a:bodyPr rtlCol="0" anchor="ctr"/>
          <a:lstStyle/>
          <a:p>
            <a:pPr algn="l"/>
            <a:endParaRPr lang="fr-FR"/>
          </a:p>
        </p:txBody>
      </p:sp>
      <p:sp>
        <p:nvSpPr>
          <p:cNvPr id="12" name="Espace réservé pour une image  55">
            <a:extLst>
              <a:ext uri="{FF2B5EF4-FFF2-40B4-BE49-F238E27FC236}">
                <a16:creationId xmlns:a16="http://schemas.microsoft.com/office/drawing/2014/main" id="{EDB76FA5-E011-4586-EBA1-803EB84203A4}"/>
              </a:ext>
            </a:extLst>
          </p:cNvPr>
          <p:cNvSpPr>
            <a:spLocks noGrp="1"/>
          </p:cNvSpPr>
          <p:nvPr>
            <p:ph type="pic" sz="quarter" idx="49"/>
          </p:nvPr>
        </p:nvSpPr>
        <p:spPr>
          <a:xfrm>
            <a:off x="-1" y="0"/>
            <a:ext cx="4063801" cy="6857999"/>
          </a:xfrm>
        </p:spPr>
        <p:txBody>
          <a:bodyPr anchor="ctr" anchorCtr="0"/>
          <a:lstStyle>
            <a:lvl1pPr algn="ctr">
              <a:defRPr>
                <a:solidFill>
                  <a:schemeClr val="tx1"/>
                </a:solidFill>
              </a:defRPr>
            </a:lvl1pPr>
          </a:lstStyle>
          <a:p>
            <a:endParaRPr lang="fr-FR"/>
          </a:p>
        </p:txBody>
      </p:sp>
      <p:sp>
        <p:nvSpPr>
          <p:cNvPr id="5" name="Espace réservé du numéro de diapositive 4">
            <a:extLst>
              <a:ext uri="{FF2B5EF4-FFF2-40B4-BE49-F238E27FC236}">
                <a16:creationId xmlns:a16="http://schemas.microsoft.com/office/drawing/2014/main" id="{02EC0574-A917-729F-37A2-6BC6733B97A8}"/>
              </a:ext>
            </a:extLst>
          </p:cNvPr>
          <p:cNvSpPr>
            <a:spLocks noGrp="1"/>
          </p:cNvSpPr>
          <p:nvPr>
            <p:ph type="sldNum" sz="quarter" idx="12"/>
          </p:nvPr>
        </p:nvSpPr>
        <p:spPr/>
        <p:txBody>
          <a:bodyPr/>
          <a:lstStyle>
            <a:lvl1pPr>
              <a:defRPr>
                <a:solidFill>
                  <a:schemeClr val="tx1"/>
                </a:solidFill>
              </a:defRPr>
            </a:lvl1pPr>
          </a:lstStyle>
          <a:p>
            <a:fld id="{CD166EB1-B284-8541-B839-321F682B6B05}" type="slidenum">
              <a:rPr lang="fr-FR" smtClean="0"/>
              <a:pPr/>
              <a:t>‹N°›</a:t>
            </a:fld>
            <a:endParaRPr lang="fr-FR"/>
          </a:p>
        </p:txBody>
      </p:sp>
      <p:sp>
        <p:nvSpPr>
          <p:cNvPr id="18" name="Espace réservé du texte 48">
            <a:extLst>
              <a:ext uri="{FF2B5EF4-FFF2-40B4-BE49-F238E27FC236}">
                <a16:creationId xmlns:a16="http://schemas.microsoft.com/office/drawing/2014/main" id="{AFB4331A-E0F6-2246-E1A7-24634BD433EE}"/>
              </a:ext>
            </a:extLst>
          </p:cNvPr>
          <p:cNvSpPr>
            <a:spLocks noGrp="1"/>
          </p:cNvSpPr>
          <p:nvPr>
            <p:ph type="body" sz="quarter" idx="20" hasCustomPrompt="1"/>
          </p:nvPr>
        </p:nvSpPr>
        <p:spPr>
          <a:xfrm>
            <a:off x="4291284" y="3200027"/>
            <a:ext cx="3608832" cy="984885"/>
          </a:xfrm>
        </p:spPr>
        <p:txBody>
          <a:bodyPr wrap="square" lIns="0" tIns="0" rIns="0" bIns="0" anchor="b" anchorCtr="0">
            <a:spAutoFit/>
          </a:bodyPr>
          <a:lstStyle>
            <a:lvl1pPr algn="ctr">
              <a:lnSpc>
                <a:spcPct val="100000"/>
              </a:lnSpc>
              <a:defRPr sz="6400">
                <a:solidFill>
                  <a:schemeClr val="bg1"/>
                </a:solidFill>
                <a:latin typeface="+mn-lt"/>
              </a:defRPr>
            </a:lvl1pPr>
          </a:lstStyle>
          <a:p>
            <a:pPr lvl="0"/>
            <a:r>
              <a:rPr lang="fr-FR"/>
              <a:t>XX</a:t>
            </a:r>
          </a:p>
        </p:txBody>
      </p:sp>
      <p:sp>
        <p:nvSpPr>
          <p:cNvPr id="19" name="Espace réservé du texte 48">
            <a:extLst>
              <a:ext uri="{FF2B5EF4-FFF2-40B4-BE49-F238E27FC236}">
                <a16:creationId xmlns:a16="http://schemas.microsoft.com/office/drawing/2014/main" id="{62D1E4C8-3036-46C5-465D-4CC3EF6E91D9}"/>
              </a:ext>
            </a:extLst>
          </p:cNvPr>
          <p:cNvSpPr>
            <a:spLocks noGrp="1"/>
          </p:cNvSpPr>
          <p:nvPr>
            <p:ph type="body" sz="quarter" idx="21" hasCustomPrompt="1"/>
          </p:nvPr>
        </p:nvSpPr>
        <p:spPr>
          <a:xfrm>
            <a:off x="4291284" y="4104175"/>
            <a:ext cx="3608832" cy="307777"/>
          </a:xfrm>
        </p:spPr>
        <p:txBody>
          <a:bodyPr wrap="square" lIns="0" tIns="0" rIns="0" bIns="0" anchor="t" anchorCtr="0">
            <a:spAutoFit/>
          </a:bodyPr>
          <a:lstStyle>
            <a:lvl1pPr algn="ctr">
              <a:lnSpc>
                <a:spcPct val="100000"/>
              </a:lnSpc>
              <a:defRPr sz="2000">
                <a:solidFill>
                  <a:schemeClr val="bg1"/>
                </a:solidFill>
                <a:latin typeface="+mj-lt"/>
              </a:defRPr>
            </a:lvl1pPr>
          </a:lstStyle>
          <a:p>
            <a:pPr lvl="0"/>
            <a:r>
              <a:rPr lang="fr-FR"/>
              <a:t>Lorem ipsum</a:t>
            </a:r>
          </a:p>
        </p:txBody>
      </p:sp>
      <p:sp>
        <p:nvSpPr>
          <p:cNvPr id="20" name="Espace réservé du texte 48">
            <a:extLst>
              <a:ext uri="{FF2B5EF4-FFF2-40B4-BE49-F238E27FC236}">
                <a16:creationId xmlns:a16="http://schemas.microsoft.com/office/drawing/2014/main" id="{E38596CF-6D64-64DE-8DD6-2642EA5F722A}"/>
              </a:ext>
            </a:extLst>
          </p:cNvPr>
          <p:cNvSpPr>
            <a:spLocks noGrp="1"/>
          </p:cNvSpPr>
          <p:nvPr>
            <p:ph type="body" sz="quarter" idx="22" hasCustomPrompt="1"/>
          </p:nvPr>
        </p:nvSpPr>
        <p:spPr>
          <a:xfrm>
            <a:off x="5480727" y="1939112"/>
            <a:ext cx="1229947" cy="430887"/>
          </a:xfrm>
        </p:spPr>
        <p:txBody>
          <a:bodyPr wrap="square" lIns="0" tIns="0" rIns="0" bIns="0" anchor="b" anchorCtr="0">
            <a:spAutoFit/>
          </a:bodyPr>
          <a:lstStyle>
            <a:lvl1pPr algn="ctr">
              <a:lnSpc>
                <a:spcPct val="100000"/>
              </a:lnSpc>
              <a:defRPr sz="2800">
                <a:ln>
                  <a:solidFill>
                    <a:schemeClr val="bg1"/>
                  </a:solidFill>
                </a:ln>
                <a:noFill/>
                <a:latin typeface="+mj-lt"/>
              </a:defRPr>
            </a:lvl1pPr>
          </a:lstStyle>
          <a:p>
            <a:pPr lvl="0"/>
            <a:r>
              <a:rPr lang="fr-FR"/>
              <a:t>2021</a:t>
            </a:r>
          </a:p>
        </p:txBody>
      </p:sp>
      <p:sp>
        <p:nvSpPr>
          <p:cNvPr id="22" name="Espace réservé du texte 48">
            <a:extLst>
              <a:ext uri="{FF2B5EF4-FFF2-40B4-BE49-F238E27FC236}">
                <a16:creationId xmlns:a16="http://schemas.microsoft.com/office/drawing/2014/main" id="{B2A2E869-5EC1-490C-1B7F-07539B8F5B8B}"/>
              </a:ext>
            </a:extLst>
          </p:cNvPr>
          <p:cNvSpPr>
            <a:spLocks noGrp="1"/>
          </p:cNvSpPr>
          <p:nvPr>
            <p:ph type="body" sz="quarter" idx="23" hasCustomPrompt="1"/>
          </p:nvPr>
        </p:nvSpPr>
        <p:spPr>
          <a:xfrm>
            <a:off x="8355684" y="3200027"/>
            <a:ext cx="3608832" cy="984885"/>
          </a:xfrm>
        </p:spPr>
        <p:txBody>
          <a:bodyPr wrap="square" lIns="0" tIns="0" rIns="0" bIns="0" anchor="b" anchorCtr="0">
            <a:spAutoFit/>
          </a:bodyPr>
          <a:lstStyle>
            <a:lvl1pPr algn="ctr">
              <a:lnSpc>
                <a:spcPct val="100000"/>
              </a:lnSpc>
              <a:defRPr sz="6400">
                <a:solidFill>
                  <a:schemeClr val="bg1"/>
                </a:solidFill>
                <a:latin typeface="+mn-lt"/>
              </a:defRPr>
            </a:lvl1pPr>
          </a:lstStyle>
          <a:p>
            <a:pPr lvl="0"/>
            <a:r>
              <a:rPr lang="fr-FR"/>
              <a:t>XX</a:t>
            </a:r>
          </a:p>
        </p:txBody>
      </p:sp>
      <p:sp>
        <p:nvSpPr>
          <p:cNvPr id="23" name="Espace réservé du texte 48">
            <a:extLst>
              <a:ext uri="{FF2B5EF4-FFF2-40B4-BE49-F238E27FC236}">
                <a16:creationId xmlns:a16="http://schemas.microsoft.com/office/drawing/2014/main" id="{4E1499DC-E86E-7909-5784-AEF0070B3E2A}"/>
              </a:ext>
            </a:extLst>
          </p:cNvPr>
          <p:cNvSpPr>
            <a:spLocks noGrp="1"/>
          </p:cNvSpPr>
          <p:nvPr>
            <p:ph type="body" sz="quarter" idx="24" hasCustomPrompt="1"/>
          </p:nvPr>
        </p:nvSpPr>
        <p:spPr>
          <a:xfrm>
            <a:off x="8355684" y="4104175"/>
            <a:ext cx="3608832" cy="307777"/>
          </a:xfrm>
        </p:spPr>
        <p:txBody>
          <a:bodyPr wrap="square" lIns="0" tIns="0" rIns="0" bIns="0" anchor="t" anchorCtr="0">
            <a:spAutoFit/>
          </a:bodyPr>
          <a:lstStyle>
            <a:lvl1pPr algn="ctr">
              <a:lnSpc>
                <a:spcPct val="100000"/>
              </a:lnSpc>
              <a:defRPr sz="2000">
                <a:solidFill>
                  <a:schemeClr val="bg1"/>
                </a:solidFill>
                <a:latin typeface="+mj-lt"/>
              </a:defRPr>
            </a:lvl1pPr>
          </a:lstStyle>
          <a:p>
            <a:pPr lvl="0"/>
            <a:r>
              <a:rPr lang="fr-FR"/>
              <a:t>Lorem ipsum</a:t>
            </a:r>
          </a:p>
        </p:txBody>
      </p:sp>
      <p:sp>
        <p:nvSpPr>
          <p:cNvPr id="24" name="Espace réservé du texte 48">
            <a:extLst>
              <a:ext uri="{FF2B5EF4-FFF2-40B4-BE49-F238E27FC236}">
                <a16:creationId xmlns:a16="http://schemas.microsoft.com/office/drawing/2014/main" id="{BB30BBCD-6BEF-BCEA-BE9D-7AA6322D2A0D}"/>
              </a:ext>
            </a:extLst>
          </p:cNvPr>
          <p:cNvSpPr>
            <a:spLocks noGrp="1"/>
          </p:cNvSpPr>
          <p:nvPr>
            <p:ph type="body" sz="quarter" idx="25" hasCustomPrompt="1"/>
          </p:nvPr>
        </p:nvSpPr>
        <p:spPr>
          <a:xfrm>
            <a:off x="9545127" y="1939112"/>
            <a:ext cx="1229947" cy="430887"/>
          </a:xfrm>
        </p:spPr>
        <p:txBody>
          <a:bodyPr wrap="square" lIns="0" tIns="0" rIns="0" bIns="0" anchor="b" anchorCtr="0">
            <a:spAutoFit/>
          </a:bodyPr>
          <a:lstStyle>
            <a:lvl1pPr algn="ctr">
              <a:lnSpc>
                <a:spcPct val="100000"/>
              </a:lnSpc>
              <a:defRPr sz="2800">
                <a:ln>
                  <a:solidFill>
                    <a:schemeClr val="bg1"/>
                  </a:solidFill>
                </a:ln>
                <a:noFill/>
                <a:latin typeface="+mj-lt"/>
              </a:defRPr>
            </a:lvl1pPr>
          </a:lstStyle>
          <a:p>
            <a:pPr lvl="0"/>
            <a:r>
              <a:rPr lang="fr-FR"/>
              <a:t>2021</a:t>
            </a:r>
          </a:p>
        </p:txBody>
      </p:sp>
      <p:sp>
        <p:nvSpPr>
          <p:cNvPr id="3" name="Espace réservé de la date 2">
            <a:extLst>
              <a:ext uri="{FF2B5EF4-FFF2-40B4-BE49-F238E27FC236}">
                <a16:creationId xmlns:a16="http://schemas.microsoft.com/office/drawing/2014/main" id="{ED08C270-FC36-9E9D-6701-A6F907BB4E9C}"/>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10" name="Espace réservé du pied de page 3">
            <a:extLst>
              <a:ext uri="{FF2B5EF4-FFF2-40B4-BE49-F238E27FC236}">
                <a16:creationId xmlns:a16="http://schemas.microsoft.com/office/drawing/2014/main" id="{AFB9051A-692F-7687-616F-81048A588E70}"/>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grpSp>
        <p:nvGrpSpPr>
          <p:cNvPr id="37" name="Groupe 36">
            <a:extLst>
              <a:ext uri="{FF2B5EF4-FFF2-40B4-BE49-F238E27FC236}">
                <a16:creationId xmlns:a16="http://schemas.microsoft.com/office/drawing/2014/main" id="{2AF90543-73E2-3A82-B5C2-7D804429EFDA}"/>
              </a:ext>
            </a:extLst>
          </p:cNvPr>
          <p:cNvGrpSpPr/>
          <p:nvPr userDrawn="1"/>
        </p:nvGrpSpPr>
        <p:grpSpPr>
          <a:xfrm>
            <a:off x="-1" y="263015"/>
            <a:ext cx="3962401" cy="375126"/>
            <a:chOff x="-5557295" y="172402"/>
            <a:chExt cx="5860125" cy="375126"/>
          </a:xfrm>
        </p:grpSpPr>
        <p:sp>
          <p:nvSpPr>
            <p:cNvPr id="38" name="Forme libre 11">
              <a:extLst>
                <a:ext uri="{FF2B5EF4-FFF2-40B4-BE49-F238E27FC236}">
                  <a16:creationId xmlns:a16="http://schemas.microsoft.com/office/drawing/2014/main" id="{CE4C4FCA-7DB2-8AC2-386A-ED53F3A65358}"/>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39" name="Forme libre 12">
              <a:extLst>
                <a:ext uri="{FF2B5EF4-FFF2-40B4-BE49-F238E27FC236}">
                  <a16:creationId xmlns:a16="http://schemas.microsoft.com/office/drawing/2014/main" id="{859FCC02-E7CD-70BD-83EC-17DD6EA6E9E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A43B59B7-FA3F-4A27-F439-8B09CB46316F}"/>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4" name="Espace réservé du texte 45">
            <a:extLst>
              <a:ext uri="{FF2B5EF4-FFF2-40B4-BE49-F238E27FC236}">
                <a16:creationId xmlns:a16="http://schemas.microsoft.com/office/drawing/2014/main" id="{3AB23D55-8368-AAEF-6A5C-FDA22574FD74}"/>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673062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mparaison de contenus 02">
    <p:bg>
      <p:bgPr>
        <a:solidFill>
          <a:schemeClr val="bg1"/>
        </a:solidFill>
        <a:effectLst/>
      </p:bgPr>
    </p:bg>
    <p:spTree>
      <p:nvGrpSpPr>
        <p:cNvPr id="1" name=""/>
        <p:cNvGrpSpPr/>
        <p:nvPr/>
      </p:nvGrpSpPr>
      <p:grpSpPr>
        <a:xfrm>
          <a:off x="0" y="0"/>
          <a:ext cx="0" cy="0"/>
          <a:chOff x="0" y="0"/>
          <a:chExt cx="0" cy="0"/>
        </a:xfrm>
      </p:grpSpPr>
      <p:sp>
        <p:nvSpPr>
          <p:cNvPr id="18" name="Espace réservé pour une image  55">
            <a:extLst>
              <a:ext uri="{FF2B5EF4-FFF2-40B4-BE49-F238E27FC236}">
                <a16:creationId xmlns:a16="http://schemas.microsoft.com/office/drawing/2014/main" id="{DDC1666D-AA2B-880E-BC69-5488A24C4D73}"/>
              </a:ext>
            </a:extLst>
          </p:cNvPr>
          <p:cNvSpPr>
            <a:spLocks noGrp="1"/>
          </p:cNvSpPr>
          <p:nvPr>
            <p:ph type="pic" sz="quarter" idx="49"/>
          </p:nvPr>
        </p:nvSpPr>
        <p:spPr>
          <a:xfrm>
            <a:off x="-1" y="-6460"/>
            <a:ext cx="12192001" cy="3441920"/>
          </a:xfrm>
        </p:spPr>
        <p:txBody>
          <a:bodyPr anchor="ctr" anchorCtr="0"/>
          <a:lstStyle>
            <a:lvl1pPr algn="ctr">
              <a:defRPr>
                <a:solidFill>
                  <a:schemeClr val="tx1"/>
                </a:solidFill>
              </a:defRPr>
            </a:lvl1pPr>
          </a:lstStyle>
          <a:p>
            <a:endParaRPr lang="fr-FR"/>
          </a:p>
        </p:txBody>
      </p:sp>
      <p:sp>
        <p:nvSpPr>
          <p:cNvPr id="8" name="Rectangle 7">
            <a:extLst>
              <a:ext uri="{FF2B5EF4-FFF2-40B4-BE49-F238E27FC236}">
                <a16:creationId xmlns:a16="http://schemas.microsoft.com/office/drawing/2014/main" id="{421621BE-EF4C-0655-02AC-DD687F618710}"/>
              </a:ext>
            </a:extLst>
          </p:cNvPr>
          <p:cNvSpPr/>
          <p:nvPr userDrawn="1"/>
        </p:nvSpPr>
        <p:spPr>
          <a:xfrm>
            <a:off x="3800040" y="3427200"/>
            <a:ext cx="4582488" cy="3430800"/>
          </a:xfrm>
          <a:prstGeom prst="rect">
            <a:avLst/>
          </a:prstGeom>
          <a:solidFill>
            <a:schemeClr val="accent3"/>
          </a:solidFill>
          <a:ln w="12660" cap="flat">
            <a:noFill/>
            <a:prstDash val="solid"/>
            <a:miter/>
          </a:ln>
        </p:spPr>
        <p:txBody>
          <a:bodyPr rtlCol="0" anchor="ctr"/>
          <a:lstStyle/>
          <a:p>
            <a:pPr algn="l"/>
            <a:endParaRPr lang="fr-FR"/>
          </a:p>
        </p:txBody>
      </p:sp>
      <p:sp>
        <p:nvSpPr>
          <p:cNvPr id="3" name="Rectangle 2">
            <a:extLst>
              <a:ext uri="{FF2B5EF4-FFF2-40B4-BE49-F238E27FC236}">
                <a16:creationId xmlns:a16="http://schemas.microsoft.com/office/drawing/2014/main" id="{7A82FAEF-958A-6D1D-411C-7B59D55E5CCD}"/>
              </a:ext>
            </a:extLst>
          </p:cNvPr>
          <p:cNvSpPr/>
          <p:nvPr userDrawn="1"/>
        </p:nvSpPr>
        <p:spPr>
          <a:xfrm>
            <a:off x="8127601" y="3428999"/>
            <a:ext cx="4064399" cy="3429001"/>
          </a:xfrm>
          <a:prstGeom prst="rect">
            <a:avLst/>
          </a:prstGeom>
          <a:solidFill>
            <a:schemeClr val="tx1"/>
          </a:solidFill>
          <a:ln w="12660" cap="flat">
            <a:noFill/>
            <a:prstDash val="solid"/>
            <a:miter/>
          </a:ln>
        </p:spPr>
        <p:txBody>
          <a:bodyPr rtlCol="0" anchor="ctr"/>
          <a:lstStyle/>
          <a:p>
            <a:pPr algn="l"/>
            <a:endParaRPr lang="fr-FR"/>
          </a:p>
        </p:txBody>
      </p:sp>
      <p:sp>
        <p:nvSpPr>
          <p:cNvPr id="17" name="Forme libre 16">
            <a:extLst>
              <a:ext uri="{FF2B5EF4-FFF2-40B4-BE49-F238E27FC236}">
                <a16:creationId xmlns:a16="http://schemas.microsoft.com/office/drawing/2014/main" id="{B5A01C63-B5B4-CE79-38B0-59ADBA48E385}"/>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6" name="Rectangle 15">
            <a:extLst>
              <a:ext uri="{FF2B5EF4-FFF2-40B4-BE49-F238E27FC236}">
                <a16:creationId xmlns:a16="http://schemas.microsoft.com/office/drawing/2014/main" id="{0C84D32C-1D82-CB06-933C-8E91434FA7C3}"/>
              </a:ext>
            </a:extLst>
          </p:cNvPr>
          <p:cNvSpPr/>
          <p:nvPr userDrawn="1"/>
        </p:nvSpPr>
        <p:spPr>
          <a:xfrm>
            <a:off x="0" y="3428998"/>
            <a:ext cx="4064399" cy="3430800"/>
          </a:xfrm>
          <a:prstGeom prst="rect">
            <a:avLst/>
          </a:prstGeom>
          <a:solidFill>
            <a:schemeClr val="accent2"/>
          </a:solidFill>
          <a:ln w="12660" cap="flat">
            <a:noFill/>
            <a:prstDash val="solid"/>
            <a:miter/>
          </a:ln>
        </p:spPr>
        <p:txBody>
          <a:bodyPr rtlCol="0" anchor="ctr"/>
          <a:lstStyle/>
          <a:p>
            <a:pPr algn="l"/>
            <a:endParaRPr lang="fr-FR"/>
          </a:p>
        </p:txBody>
      </p:sp>
      <p:sp>
        <p:nvSpPr>
          <p:cNvPr id="5" name="Espace réservé du numéro de diapositive 4">
            <a:extLst>
              <a:ext uri="{FF2B5EF4-FFF2-40B4-BE49-F238E27FC236}">
                <a16:creationId xmlns:a16="http://schemas.microsoft.com/office/drawing/2014/main" id="{AD5FBEFB-408A-53DB-A0F1-394DC26948EF}"/>
              </a:ext>
            </a:extLst>
          </p:cNvPr>
          <p:cNvSpPr>
            <a:spLocks noGrp="1"/>
          </p:cNvSpPr>
          <p:nvPr>
            <p:ph type="sldNum" sz="quarter" idx="12"/>
          </p:nvPr>
        </p:nvSpPr>
        <p:spPr/>
        <p:txBody>
          <a:bodyPr/>
          <a:lstStyle>
            <a:lvl1pPr>
              <a:defRPr>
                <a:solidFill>
                  <a:schemeClr val="tx1"/>
                </a:solidFill>
              </a:defRPr>
            </a:lvl1pPr>
          </a:lstStyle>
          <a:p>
            <a:fld id="{CD166EB1-B284-8541-B839-321F682B6B05}" type="slidenum">
              <a:rPr lang="fr-FR" smtClean="0"/>
              <a:pPr/>
              <a:t>‹N°›</a:t>
            </a:fld>
            <a:endParaRPr lang="fr-FR"/>
          </a:p>
        </p:txBody>
      </p:sp>
      <p:sp>
        <p:nvSpPr>
          <p:cNvPr id="9" name="Espace réservé du texte 48">
            <a:extLst>
              <a:ext uri="{FF2B5EF4-FFF2-40B4-BE49-F238E27FC236}">
                <a16:creationId xmlns:a16="http://schemas.microsoft.com/office/drawing/2014/main" id="{934172D6-6481-00C7-6BCE-45A6EF32D145}"/>
              </a:ext>
            </a:extLst>
          </p:cNvPr>
          <p:cNvSpPr>
            <a:spLocks noGrp="1"/>
          </p:cNvSpPr>
          <p:nvPr>
            <p:ph type="body" sz="quarter" idx="21" hasCustomPrompt="1"/>
          </p:nvPr>
        </p:nvSpPr>
        <p:spPr>
          <a:xfrm>
            <a:off x="628665" y="4025905"/>
            <a:ext cx="3219895" cy="307777"/>
          </a:xfrm>
        </p:spPr>
        <p:txBody>
          <a:bodyPr wrap="square" lIns="0" tIns="0" rIns="0" bIns="0" anchor="t" anchorCtr="0">
            <a:spAutoFit/>
          </a:bodyPr>
          <a:lstStyle>
            <a:lvl1pPr algn="l">
              <a:lnSpc>
                <a:spcPct val="100000"/>
              </a:lnSpc>
              <a:defRPr sz="2000">
                <a:solidFill>
                  <a:schemeClr val="bg1"/>
                </a:solidFill>
                <a:latin typeface="+mj-lt"/>
              </a:defRPr>
            </a:lvl1pPr>
          </a:lstStyle>
          <a:p>
            <a:pPr lvl="0"/>
            <a:r>
              <a:rPr lang="fr-FR"/>
              <a:t>Lorem ipsum </a:t>
            </a:r>
            <a:r>
              <a:rPr lang="fr-FR" err="1"/>
              <a:t>dolore</a:t>
            </a:r>
            <a:endParaRPr lang="fr-FR"/>
          </a:p>
        </p:txBody>
      </p:sp>
      <p:sp>
        <p:nvSpPr>
          <p:cNvPr id="10" name="Espace réservé du texte 48">
            <a:extLst>
              <a:ext uri="{FF2B5EF4-FFF2-40B4-BE49-F238E27FC236}">
                <a16:creationId xmlns:a16="http://schemas.microsoft.com/office/drawing/2014/main" id="{96DEB718-B1A0-5075-B5E8-8044BCC7AE2B}"/>
              </a:ext>
            </a:extLst>
          </p:cNvPr>
          <p:cNvSpPr>
            <a:spLocks noGrp="1"/>
          </p:cNvSpPr>
          <p:nvPr>
            <p:ph type="body" sz="quarter" idx="22" hasCustomPrompt="1"/>
          </p:nvPr>
        </p:nvSpPr>
        <p:spPr>
          <a:xfrm>
            <a:off x="628665" y="4477009"/>
            <a:ext cx="3219895" cy="1292662"/>
          </a:xfrm>
        </p:spPr>
        <p:txBody>
          <a:bodyPr wrap="square" lIns="0" tIns="0" rIns="0" bIns="0" anchor="t" anchorCtr="0">
            <a:spAutoFit/>
          </a:bodyPr>
          <a:lstStyle>
            <a:lvl1pPr algn="l">
              <a:lnSpc>
                <a:spcPct val="100000"/>
              </a:lnSpc>
              <a:defRPr sz="1400">
                <a:solidFill>
                  <a:schemeClr val="bg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1" name="Espace réservé du texte 48">
            <a:extLst>
              <a:ext uri="{FF2B5EF4-FFF2-40B4-BE49-F238E27FC236}">
                <a16:creationId xmlns:a16="http://schemas.microsoft.com/office/drawing/2014/main" id="{E1277626-7B66-B3BE-AB57-F7192B3F25EA}"/>
              </a:ext>
            </a:extLst>
          </p:cNvPr>
          <p:cNvSpPr>
            <a:spLocks noGrp="1"/>
          </p:cNvSpPr>
          <p:nvPr>
            <p:ph type="body" sz="quarter" idx="23" hasCustomPrompt="1"/>
          </p:nvPr>
        </p:nvSpPr>
        <p:spPr>
          <a:xfrm>
            <a:off x="4481337" y="4025905"/>
            <a:ext cx="3219895" cy="307777"/>
          </a:xfrm>
        </p:spPr>
        <p:txBody>
          <a:bodyPr wrap="square" lIns="0" tIns="0" rIns="0" bIns="0" anchor="t" anchorCtr="0">
            <a:spAutoFit/>
          </a:bodyPr>
          <a:lstStyle>
            <a:lvl1pPr algn="l">
              <a:lnSpc>
                <a:spcPct val="100000"/>
              </a:lnSpc>
              <a:defRPr sz="2000">
                <a:solidFill>
                  <a:schemeClr val="bg1"/>
                </a:solidFill>
                <a:latin typeface="+mj-lt"/>
              </a:defRPr>
            </a:lvl1pPr>
          </a:lstStyle>
          <a:p>
            <a:pPr lvl="0"/>
            <a:r>
              <a:rPr lang="fr-FR"/>
              <a:t>Lorem ipsum </a:t>
            </a:r>
            <a:r>
              <a:rPr lang="fr-FR" err="1"/>
              <a:t>dolore</a:t>
            </a:r>
            <a:endParaRPr lang="fr-FR"/>
          </a:p>
        </p:txBody>
      </p:sp>
      <p:sp>
        <p:nvSpPr>
          <p:cNvPr id="12" name="Espace réservé du texte 48">
            <a:extLst>
              <a:ext uri="{FF2B5EF4-FFF2-40B4-BE49-F238E27FC236}">
                <a16:creationId xmlns:a16="http://schemas.microsoft.com/office/drawing/2014/main" id="{FAE8A845-1607-8E8D-70A2-79A344C491C6}"/>
              </a:ext>
            </a:extLst>
          </p:cNvPr>
          <p:cNvSpPr>
            <a:spLocks noGrp="1"/>
          </p:cNvSpPr>
          <p:nvPr>
            <p:ph type="body" sz="quarter" idx="24" hasCustomPrompt="1"/>
          </p:nvPr>
        </p:nvSpPr>
        <p:spPr>
          <a:xfrm>
            <a:off x="4481337" y="4477009"/>
            <a:ext cx="3219895" cy="1292662"/>
          </a:xfrm>
        </p:spPr>
        <p:txBody>
          <a:bodyPr wrap="square" lIns="0" tIns="0" rIns="0" bIns="0" anchor="t" anchorCtr="0">
            <a:spAutoFit/>
          </a:bodyPr>
          <a:lstStyle>
            <a:lvl1pPr algn="l">
              <a:lnSpc>
                <a:spcPct val="100000"/>
              </a:lnSpc>
              <a:defRPr sz="1400">
                <a:solidFill>
                  <a:schemeClr val="bg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3" name="Espace réservé du texte 48">
            <a:extLst>
              <a:ext uri="{FF2B5EF4-FFF2-40B4-BE49-F238E27FC236}">
                <a16:creationId xmlns:a16="http://schemas.microsoft.com/office/drawing/2014/main" id="{4B00D130-28AC-F4E8-E698-1A61042E5D7D}"/>
              </a:ext>
            </a:extLst>
          </p:cNvPr>
          <p:cNvSpPr>
            <a:spLocks noGrp="1"/>
          </p:cNvSpPr>
          <p:nvPr>
            <p:ph type="body" sz="quarter" idx="25" hasCustomPrompt="1"/>
          </p:nvPr>
        </p:nvSpPr>
        <p:spPr>
          <a:xfrm>
            <a:off x="8334009" y="4025905"/>
            <a:ext cx="3219895" cy="307777"/>
          </a:xfrm>
        </p:spPr>
        <p:txBody>
          <a:bodyPr wrap="square" lIns="0" tIns="0" rIns="0" bIns="0" anchor="t" anchorCtr="0">
            <a:spAutoFit/>
          </a:bodyPr>
          <a:lstStyle>
            <a:lvl1pPr algn="l">
              <a:lnSpc>
                <a:spcPct val="100000"/>
              </a:lnSpc>
              <a:defRPr sz="2000">
                <a:solidFill>
                  <a:schemeClr val="bg1"/>
                </a:solidFill>
                <a:latin typeface="+mj-lt"/>
              </a:defRPr>
            </a:lvl1pPr>
          </a:lstStyle>
          <a:p>
            <a:pPr lvl="0"/>
            <a:r>
              <a:rPr lang="fr-FR"/>
              <a:t>Lorem ipsum </a:t>
            </a:r>
            <a:r>
              <a:rPr lang="fr-FR" err="1"/>
              <a:t>dolore</a:t>
            </a:r>
            <a:endParaRPr lang="fr-FR"/>
          </a:p>
        </p:txBody>
      </p:sp>
      <p:sp>
        <p:nvSpPr>
          <p:cNvPr id="14" name="Espace réservé du texte 48">
            <a:extLst>
              <a:ext uri="{FF2B5EF4-FFF2-40B4-BE49-F238E27FC236}">
                <a16:creationId xmlns:a16="http://schemas.microsoft.com/office/drawing/2014/main" id="{489AFAF3-512B-07BC-6B5C-F1B0C39179CF}"/>
              </a:ext>
            </a:extLst>
          </p:cNvPr>
          <p:cNvSpPr>
            <a:spLocks noGrp="1"/>
          </p:cNvSpPr>
          <p:nvPr>
            <p:ph type="body" sz="quarter" idx="26" hasCustomPrompt="1"/>
          </p:nvPr>
        </p:nvSpPr>
        <p:spPr>
          <a:xfrm>
            <a:off x="8334009" y="4477009"/>
            <a:ext cx="3219895" cy="1292662"/>
          </a:xfrm>
        </p:spPr>
        <p:txBody>
          <a:bodyPr wrap="square" lIns="0" tIns="0" rIns="0" bIns="0" anchor="t" anchorCtr="0">
            <a:spAutoFit/>
          </a:bodyPr>
          <a:lstStyle>
            <a:lvl1pPr algn="l">
              <a:lnSpc>
                <a:spcPct val="100000"/>
              </a:lnSpc>
              <a:defRPr sz="1400">
                <a:solidFill>
                  <a:schemeClr val="bg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2" name="Espace réservé de la date 2">
            <a:extLst>
              <a:ext uri="{FF2B5EF4-FFF2-40B4-BE49-F238E27FC236}">
                <a16:creationId xmlns:a16="http://schemas.microsoft.com/office/drawing/2014/main" id="{353F988A-4C24-D0EE-E494-4B88D83A1003}"/>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6" name="Espace réservé du pied de page 3">
            <a:extLst>
              <a:ext uri="{FF2B5EF4-FFF2-40B4-BE49-F238E27FC236}">
                <a16:creationId xmlns:a16="http://schemas.microsoft.com/office/drawing/2014/main" id="{23E57711-8CA4-6759-5625-8E4A3FE6D2B5}"/>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grpSp>
        <p:nvGrpSpPr>
          <p:cNvPr id="26" name="Groupe 25">
            <a:extLst>
              <a:ext uri="{FF2B5EF4-FFF2-40B4-BE49-F238E27FC236}">
                <a16:creationId xmlns:a16="http://schemas.microsoft.com/office/drawing/2014/main" id="{C9C93B1F-2320-F0EB-67A2-A45E8AD177EC}"/>
              </a:ext>
            </a:extLst>
          </p:cNvPr>
          <p:cNvGrpSpPr/>
          <p:nvPr userDrawn="1"/>
        </p:nvGrpSpPr>
        <p:grpSpPr>
          <a:xfrm>
            <a:off x="-1" y="263015"/>
            <a:ext cx="5860125" cy="375126"/>
            <a:chOff x="-5557295" y="172402"/>
            <a:chExt cx="5860125" cy="375126"/>
          </a:xfrm>
        </p:grpSpPr>
        <p:sp>
          <p:nvSpPr>
            <p:cNvPr id="27" name="Forme libre 11">
              <a:extLst>
                <a:ext uri="{FF2B5EF4-FFF2-40B4-BE49-F238E27FC236}">
                  <a16:creationId xmlns:a16="http://schemas.microsoft.com/office/drawing/2014/main" id="{9D9560A7-C325-0A0F-E64D-650BD2D90E13}"/>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8" name="Forme libre 12">
              <a:extLst>
                <a:ext uri="{FF2B5EF4-FFF2-40B4-BE49-F238E27FC236}">
                  <a16:creationId xmlns:a16="http://schemas.microsoft.com/office/drawing/2014/main" id="{75763A0B-5BC6-40C8-9A8B-2242EDC4031F}"/>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6DC9A2DE-EB99-6BA8-27F8-91769514DD60}"/>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7" name="Espace réservé du texte 45">
            <a:extLst>
              <a:ext uri="{FF2B5EF4-FFF2-40B4-BE49-F238E27FC236}">
                <a16:creationId xmlns:a16="http://schemas.microsoft.com/office/drawing/2014/main" id="{A32D8989-04B2-A9CC-7A87-EA3B80A72175}"/>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353954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mparaison de contenus 03">
    <p:bg>
      <p:bgPr>
        <a:solidFill>
          <a:schemeClr val="bg1"/>
        </a:solidFill>
        <a:effectLst/>
      </p:bgPr>
    </p:bg>
    <p:spTree>
      <p:nvGrpSpPr>
        <p:cNvPr id="1" name=""/>
        <p:cNvGrpSpPr/>
        <p:nvPr/>
      </p:nvGrpSpPr>
      <p:grpSpPr>
        <a:xfrm>
          <a:off x="0" y="0"/>
          <a:ext cx="0" cy="0"/>
          <a:chOff x="0" y="0"/>
          <a:chExt cx="0" cy="0"/>
        </a:xfrm>
      </p:grpSpPr>
      <p:sp>
        <p:nvSpPr>
          <p:cNvPr id="16" name="Espace réservé pour une image  55">
            <a:extLst>
              <a:ext uri="{FF2B5EF4-FFF2-40B4-BE49-F238E27FC236}">
                <a16:creationId xmlns:a16="http://schemas.microsoft.com/office/drawing/2014/main" id="{F87E3776-17C7-5B6C-C393-8A1529A70462}"/>
              </a:ext>
            </a:extLst>
          </p:cNvPr>
          <p:cNvSpPr>
            <a:spLocks noGrp="1"/>
          </p:cNvSpPr>
          <p:nvPr>
            <p:ph type="pic" sz="quarter" idx="49"/>
          </p:nvPr>
        </p:nvSpPr>
        <p:spPr>
          <a:xfrm>
            <a:off x="-1" y="-6460"/>
            <a:ext cx="12192001" cy="2292461"/>
          </a:xfrm>
        </p:spPr>
        <p:txBody>
          <a:bodyPr anchor="ctr" anchorCtr="0"/>
          <a:lstStyle>
            <a:lvl1pPr algn="ctr">
              <a:defRPr>
                <a:solidFill>
                  <a:schemeClr val="tx1"/>
                </a:solidFill>
              </a:defRPr>
            </a:lvl1pPr>
          </a:lstStyle>
          <a:p>
            <a:endParaRPr lang="fr-FR"/>
          </a:p>
        </p:txBody>
      </p:sp>
      <p:sp>
        <p:nvSpPr>
          <p:cNvPr id="9" name="Rectangle 8">
            <a:extLst>
              <a:ext uri="{FF2B5EF4-FFF2-40B4-BE49-F238E27FC236}">
                <a16:creationId xmlns:a16="http://schemas.microsoft.com/office/drawing/2014/main" id="{01F5C4B5-A957-BF26-82A1-F46212D46AE0}"/>
              </a:ext>
            </a:extLst>
          </p:cNvPr>
          <p:cNvSpPr/>
          <p:nvPr userDrawn="1"/>
        </p:nvSpPr>
        <p:spPr>
          <a:xfrm>
            <a:off x="5706319" y="2286000"/>
            <a:ext cx="6485681" cy="4572000"/>
          </a:xfrm>
          <a:prstGeom prst="rect">
            <a:avLst/>
          </a:prstGeom>
          <a:solidFill>
            <a:schemeClr val="accent3"/>
          </a:solidFill>
          <a:ln w="12660" cap="flat">
            <a:noFill/>
            <a:prstDash val="solid"/>
            <a:miter/>
          </a:ln>
        </p:spPr>
        <p:txBody>
          <a:bodyPr rtlCol="0" anchor="ctr"/>
          <a:lstStyle/>
          <a:p>
            <a:pPr algn="l"/>
            <a:endParaRPr lang="fr-FR"/>
          </a:p>
        </p:txBody>
      </p:sp>
      <p:sp>
        <p:nvSpPr>
          <p:cNvPr id="14" name="Forme libre 13">
            <a:extLst>
              <a:ext uri="{FF2B5EF4-FFF2-40B4-BE49-F238E27FC236}">
                <a16:creationId xmlns:a16="http://schemas.microsoft.com/office/drawing/2014/main" id="{0C9BC013-0029-3437-EBB0-5E12FA2654A8}"/>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3" name="Rectangle 2">
            <a:extLst>
              <a:ext uri="{FF2B5EF4-FFF2-40B4-BE49-F238E27FC236}">
                <a16:creationId xmlns:a16="http://schemas.microsoft.com/office/drawing/2014/main" id="{5B20BA44-BFB5-8AD4-DC4F-107084054C8A}"/>
              </a:ext>
            </a:extLst>
          </p:cNvPr>
          <p:cNvSpPr/>
          <p:nvPr userDrawn="1"/>
        </p:nvSpPr>
        <p:spPr>
          <a:xfrm>
            <a:off x="0" y="2286000"/>
            <a:ext cx="6094093" cy="4572000"/>
          </a:xfrm>
          <a:prstGeom prst="rect">
            <a:avLst/>
          </a:prstGeom>
          <a:solidFill>
            <a:schemeClr val="tx1"/>
          </a:solidFill>
          <a:ln w="12660" cap="flat">
            <a:noFill/>
            <a:prstDash val="solid"/>
            <a:miter/>
          </a:ln>
        </p:spPr>
        <p:txBody>
          <a:bodyPr rtlCol="0" anchor="ctr"/>
          <a:lstStyle/>
          <a:p>
            <a:pPr algn="l"/>
            <a:endParaRPr lang="fr-FR"/>
          </a:p>
        </p:txBody>
      </p:sp>
      <p:sp>
        <p:nvSpPr>
          <p:cNvPr id="5" name="Espace réservé du numéro de diapositive 4">
            <a:extLst>
              <a:ext uri="{FF2B5EF4-FFF2-40B4-BE49-F238E27FC236}">
                <a16:creationId xmlns:a16="http://schemas.microsoft.com/office/drawing/2014/main" id="{AD5FBEFB-408A-53DB-A0F1-394DC26948EF}"/>
              </a:ext>
            </a:extLst>
          </p:cNvPr>
          <p:cNvSpPr>
            <a:spLocks noGrp="1"/>
          </p:cNvSpPr>
          <p:nvPr userDrawn="1">
            <p:ph type="sldNum" sz="quarter" idx="12"/>
          </p:nvPr>
        </p:nvSpPr>
        <p:spPr/>
        <p:txBody>
          <a:bodyPr/>
          <a:lstStyle/>
          <a:p>
            <a:fld id="{CD166EB1-B284-8541-B839-321F682B6B05}" type="slidenum">
              <a:rPr lang="fr-FR" smtClean="0"/>
              <a:pPr/>
              <a:t>‹N°›</a:t>
            </a:fld>
            <a:endParaRPr lang="fr-FR"/>
          </a:p>
        </p:txBody>
      </p:sp>
      <p:sp>
        <p:nvSpPr>
          <p:cNvPr id="8" name="Espace réservé du graphique 7">
            <a:extLst>
              <a:ext uri="{FF2B5EF4-FFF2-40B4-BE49-F238E27FC236}">
                <a16:creationId xmlns:a16="http://schemas.microsoft.com/office/drawing/2014/main" id="{06F280DE-F9CF-8C7C-1DF9-BAA6543FD7E4}"/>
              </a:ext>
            </a:extLst>
          </p:cNvPr>
          <p:cNvSpPr>
            <a:spLocks noGrp="1"/>
          </p:cNvSpPr>
          <p:nvPr userDrawn="1">
            <p:ph type="chart" sz="quarter" idx="20"/>
          </p:nvPr>
        </p:nvSpPr>
        <p:spPr>
          <a:xfrm>
            <a:off x="1147748" y="2971357"/>
            <a:ext cx="3779139" cy="2914269"/>
          </a:xfrm>
        </p:spPr>
        <p:txBody>
          <a:bodyPr/>
          <a:lstStyle/>
          <a:p>
            <a:endParaRPr lang="fr-FR"/>
          </a:p>
        </p:txBody>
      </p:sp>
      <p:sp>
        <p:nvSpPr>
          <p:cNvPr id="29" name="Espace réservé du texte 48">
            <a:extLst>
              <a:ext uri="{FF2B5EF4-FFF2-40B4-BE49-F238E27FC236}">
                <a16:creationId xmlns:a16="http://schemas.microsoft.com/office/drawing/2014/main" id="{035F7288-E300-1366-570D-00CE4A789761}"/>
              </a:ext>
            </a:extLst>
          </p:cNvPr>
          <p:cNvSpPr>
            <a:spLocks noGrp="1"/>
          </p:cNvSpPr>
          <p:nvPr userDrawn="1">
            <p:ph type="body" sz="quarter" idx="21" hasCustomPrompt="1"/>
          </p:nvPr>
        </p:nvSpPr>
        <p:spPr>
          <a:xfrm>
            <a:off x="1427667" y="5964444"/>
            <a:ext cx="3219895" cy="307777"/>
          </a:xfrm>
        </p:spPr>
        <p:txBody>
          <a:bodyPr wrap="square" lIns="0" tIns="0" rIns="0" bIns="0" anchor="t" anchorCtr="0">
            <a:spAutoFit/>
          </a:bodyPr>
          <a:lstStyle>
            <a:lvl1pPr algn="ctr">
              <a:lnSpc>
                <a:spcPct val="100000"/>
              </a:lnSpc>
              <a:defRPr sz="2000">
                <a:solidFill>
                  <a:schemeClr val="bg1"/>
                </a:solidFill>
                <a:latin typeface="+mj-lt"/>
              </a:defRPr>
            </a:lvl1pPr>
          </a:lstStyle>
          <a:p>
            <a:pPr lvl="0"/>
            <a:r>
              <a:rPr lang="fr-FR"/>
              <a:t>Lorem ipsum </a:t>
            </a:r>
            <a:r>
              <a:rPr lang="fr-FR" err="1"/>
              <a:t>dolore</a:t>
            </a:r>
            <a:endParaRPr lang="fr-FR"/>
          </a:p>
        </p:txBody>
      </p:sp>
      <p:sp>
        <p:nvSpPr>
          <p:cNvPr id="35" name="Espace réservé du graphique 7">
            <a:extLst>
              <a:ext uri="{FF2B5EF4-FFF2-40B4-BE49-F238E27FC236}">
                <a16:creationId xmlns:a16="http://schemas.microsoft.com/office/drawing/2014/main" id="{6C7F4134-DD7C-461B-B601-63F077344AC0}"/>
              </a:ext>
            </a:extLst>
          </p:cNvPr>
          <p:cNvSpPr>
            <a:spLocks noGrp="1"/>
          </p:cNvSpPr>
          <p:nvPr userDrawn="1">
            <p:ph type="chart" sz="quarter" idx="22"/>
          </p:nvPr>
        </p:nvSpPr>
        <p:spPr>
          <a:xfrm>
            <a:off x="7255382" y="2971357"/>
            <a:ext cx="3779139" cy="2914269"/>
          </a:xfrm>
        </p:spPr>
        <p:txBody>
          <a:bodyPr/>
          <a:lstStyle/>
          <a:p>
            <a:endParaRPr lang="fr-FR"/>
          </a:p>
        </p:txBody>
      </p:sp>
      <p:sp>
        <p:nvSpPr>
          <p:cNvPr id="36" name="Espace réservé du texte 48">
            <a:extLst>
              <a:ext uri="{FF2B5EF4-FFF2-40B4-BE49-F238E27FC236}">
                <a16:creationId xmlns:a16="http://schemas.microsoft.com/office/drawing/2014/main" id="{ACF523BF-721E-9071-D799-439718AB3403}"/>
              </a:ext>
            </a:extLst>
          </p:cNvPr>
          <p:cNvSpPr>
            <a:spLocks noGrp="1"/>
          </p:cNvSpPr>
          <p:nvPr userDrawn="1">
            <p:ph type="body" sz="quarter" idx="23" hasCustomPrompt="1"/>
          </p:nvPr>
        </p:nvSpPr>
        <p:spPr>
          <a:xfrm>
            <a:off x="7535005" y="5964444"/>
            <a:ext cx="3219895" cy="307777"/>
          </a:xfrm>
        </p:spPr>
        <p:txBody>
          <a:bodyPr wrap="square" lIns="0" tIns="0" rIns="0" bIns="0" anchor="t" anchorCtr="0">
            <a:spAutoFit/>
          </a:bodyPr>
          <a:lstStyle>
            <a:lvl1pPr algn="ctr">
              <a:lnSpc>
                <a:spcPct val="100000"/>
              </a:lnSpc>
              <a:defRPr sz="2000">
                <a:solidFill>
                  <a:schemeClr val="bg1"/>
                </a:solidFill>
                <a:latin typeface="+mj-lt"/>
              </a:defRPr>
            </a:lvl1pPr>
          </a:lstStyle>
          <a:p>
            <a:pPr lvl="0"/>
            <a:r>
              <a:rPr lang="fr-FR"/>
              <a:t>Lorem ipsum </a:t>
            </a:r>
            <a:r>
              <a:rPr lang="fr-FR" err="1"/>
              <a:t>dolore</a:t>
            </a:r>
            <a:endParaRPr lang="fr-FR"/>
          </a:p>
        </p:txBody>
      </p:sp>
      <p:sp>
        <p:nvSpPr>
          <p:cNvPr id="11" name="Espace réservé du texte 48">
            <a:extLst>
              <a:ext uri="{FF2B5EF4-FFF2-40B4-BE49-F238E27FC236}">
                <a16:creationId xmlns:a16="http://schemas.microsoft.com/office/drawing/2014/main" id="{2D44063A-AED5-C831-C064-230724EFA7CF}"/>
              </a:ext>
            </a:extLst>
          </p:cNvPr>
          <p:cNvSpPr>
            <a:spLocks noGrp="1"/>
          </p:cNvSpPr>
          <p:nvPr>
            <p:ph type="body" sz="quarter" idx="24" hasCustomPrompt="1"/>
          </p:nvPr>
        </p:nvSpPr>
        <p:spPr>
          <a:xfrm>
            <a:off x="2320129" y="2085945"/>
            <a:ext cx="1434969" cy="400110"/>
          </a:xfrm>
        </p:spPr>
        <p:txBody>
          <a:bodyPr wrap="square" lIns="0" tIns="0" rIns="0" bIns="0" anchor="ctr" anchorCtr="0">
            <a:spAutoFit/>
          </a:bodyPr>
          <a:lstStyle>
            <a:lvl1pPr algn="ctr">
              <a:lnSpc>
                <a:spcPct val="100000"/>
              </a:lnSpc>
              <a:defRPr sz="2600">
                <a:solidFill>
                  <a:schemeClr val="tx1"/>
                </a:solidFill>
                <a:latin typeface="+mj-lt"/>
              </a:defRPr>
            </a:lvl1pPr>
          </a:lstStyle>
          <a:p>
            <a:pPr lvl="0"/>
            <a:r>
              <a:rPr lang="fr-FR"/>
              <a:t>XX</a:t>
            </a:r>
          </a:p>
        </p:txBody>
      </p:sp>
      <p:sp>
        <p:nvSpPr>
          <p:cNvPr id="13" name="Espace réservé du texte 48">
            <a:extLst>
              <a:ext uri="{FF2B5EF4-FFF2-40B4-BE49-F238E27FC236}">
                <a16:creationId xmlns:a16="http://schemas.microsoft.com/office/drawing/2014/main" id="{F8480E86-2BDD-1253-E580-092DA34E0A1D}"/>
              </a:ext>
            </a:extLst>
          </p:cNvPr>
          <p:cNvSpPr>
            <a:spLocks noGrp="1"/>
          </p:cNvSpPr>
          <p:nvPr>
            <p:ph type="body" sz="quarter" idx="25" hasCustomPrompt="1"/>
          </p:nvPr>
        </p:nvSpPr>
        <p:spPr>
          <a:xfrm>
            <a:off x="8436904" y="2085945"/>
            <a:ext cx="1434969" cy="400110"/>
          </a:xfrm>
        </p:spPr>
        <p:txBody>
          <a:bodyPr wrap="square" lIns="0" tIns="0" rIns="0" bIns="0" anchor="ctr" anchorCtr="0">
            <a:spAutoFit/>
          </a:bodyPr>
          <a:lstStyle>
            <a:lvl1pPr algn="ctr">
              <a:lnSpc>
                <a:spcPct val="100000"/>
              </a:lnSpc>
              <a:defRPr sz="2600">
                <a:solidFill>
                  <a:schemeClr val="tx1"/>
                </a:solidFill>
                <a:latin typeface="+mj-lt"/>
              </a:defRPr>
            </a:lvl1pPr>
          </a:lstStyle>
          <a:p>
            <a:pPr lvl="0"/>
            <a:r>
              <a:rPr lang="fr-FR"/>
              <a:t>XX</a:t>
            </a:r>
          </a:p>
        </p:txBody>
      </p:sp>
      <p:sp>
        <p:nvSpPr>
          <p:cNvPr id="2" name="Espace réservé de la date 2">
            <a:extLst>
              <a:ext uri="{FF2B5EF4-FFF2-40B4-BE49-F238E27FC236}">
                <a16:creationId xmlns:a16="http://schemas.microsoft.com/office/drawing/2014/main" id="{B93B6DF3-E387-75A5-1546-F9E6285C2A48}"/>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6" name="Espace réservé du pied de page 3">
            <a:extLst>
              <a:ext uri="{FF2B5EF4-FFF2-40B4-BE49-F238E27FC236}">
                <a16:creationId xmlns:a16="http://schemas.microsoft.com/office/drawing/2014/main" id="{FA94E904-D4F1-C4B3-27FB-D67C21ED08DF}"/>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grpSp>
        <p:nvGrpSpPr>
          <p:cNvPr id="7" name="Groupe 6">
            <a:extLst>
              <a:ext uri="{FF2B5EF4-FFF2-40B4-BE49-F238E27FC236}">
                <a16:creationId xmlns:a16="http://schemas.microsoft.com/office/drawing/2014/main" id="{6481BD27-2911-5462-4E1D-9ED8DE0D7971}"/>
              </a:ext>
            </a:extLst>
          </p:cNvPr>
          <p:cNvGrpSpPr/>
          <p:nvPr userDrawn="1"/>
        </p:nvGrpSpPr>
        <p:grpSpPr>
          <a:xfrm>
            <a:off x="-1" y="263015"/>
            <a:ext cx="5860125" cy="375126"/>
            <a:chOff x="-5557295" y="172402"/>
            <a:chExt cx="5860125" cy="375126"/>
          </a:xfrm>
        </p:grpSpPr>
        <p:sp>
          <p:nvSpPr>
            <p:cNvPr id="10" name="Forme libre 11">
              <a:extLst>
                <a:ext uri="{FF2B5EF4-FFF2-40B4-BE49-F238E27FC236}">
                  <a16:creationId xmlns:a16="http://schemas.microsoft.com/office/drawing/2014/main" id="{C3C884B1-7F7A-B2DE-0ED1-0BD7829EA327}"/>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2" name="Forme libre 12">
              <a:extLst>
                <a:ext uri="{FF2B5EF4-FFF2-40B4-BE49-F238E27FC236}">
                  <a16:creationId xmlns:a16="http://schemas.microsoft.com/office/drawing/2014/main" id="{258872EA-0347-9541-BAC1-A17454AAD33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6B8DFCF9-4238-78BC-5124-5DE2A8456FDF}"/>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5" name="Espace réservé du texte 45">
            <a:extLst>
              <a:ext uri="{FF2B5EF4-FFF2-40B4-BE49-F238E27FC236}">
                <a16:creationId xmlns:a16="http://schemas.microsoft.com/office/drawing/2014/main" id="{D82BE139-762B-EB58-C3FB-B8ACC4BB2534}"/>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320167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C41B9546-DDC1-A396-E435-A39644AABB7E}"/>
              </a:ext>
            </a:extLst>
          </p:cNvPr>
          <p:cNvSpPr>
            <a:spLocks noGrp="1"/>
          </p:cNvSpPr>
          <p:nvPr>
            <p:ph type="sldNum" sz="quarter" idx="12"/>
          </p:nvPr>
        </p:nvSpPr>
        <p:spPr/>
        <p:txBody>
          <a:bodyPr/>
          <a:lstStyle/>
          <a:p>
            <a:fld id="{CD166EB1-B284-8541-B839-321F682B6B05}" type="slidenum">
              <a:rPr lang="fr-FR" smtClean="0"/>
              <a:pPr/>
              <a:t>‹N°›</a:t>
            </a:fld>
            <a:endParaRPr lang="fr-FR"/>
          </a:p>
        </p:txBody>
      </p:sp>
      <p:sp>
        <p:nvSpPr>
          <p:cNvPr id="2" name="Espace réservé de la date 2">
            <a:extLst>
              <a:ext uri="{FF2B5EF4-FFF2-40B4-BE49-F238E27FC236}">
                <a16:creationId xmlns:a16="http://schemas.microsoft.com/office/drawing/2014/main" id="{DCA8D333-20C3-3EF0-EC72-2ECCC6785AFF}"/>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6" name="Espace réservé du pied de page 3">
            <a:extLst>
              <a:ext uri="{FF2B5EF4-FFF2-40B4-BE49-F238E27FC236}">
                <a16:creationId xmlns:a16="http://schemas.microsoft.com/office/drawing/2014/main" id="{5D62A4BD-6825-7FD0-4EFD-25E73991CF25}"/>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grpSp>
        <p:nvGrpSpPr>
          <p:cNvPr id="8" name="Groupe 7">
            <a:extLst>
              <a:ext uri="{FF2B5EF4-FFF2-40B4-BE49-F238E27FC236}">
                <a16:creationId xmlns:a16="http://schemas.microsoft.com/office/drawing/2014/main" id="{A0E5788D-963F-1720-B35B-74EBB65A0B0B}"/>
              </a:ext>
            </a:extLst>
          </p:cNvPr>
          <p:cNvGrpSpPr/>
          <p:nvPr userDrawn="1"/>
        </p:nvGrpSpPr>
        <p:grpSpPr>
          <a:xfrm>
            <a:off x="-1" y="263015"/>
            <a:ext cx="5860125" cy="375126"/>
            <a:chOff x="-5557295" y="172402"/>
            <a:chExt cx="5860125" cy="375126"/>
          </a:xfrm>
        </p:grpSpPr>
        <p:sp>
          <p:nvSpPr>
            <p:cNvPr id="9" name="Forme libre 11">
              <a:extLst>
                <a:ext uri="{FF2B5EF4-FFF2-40B4-BE49-F238E27FC236}">
                  <a16:creationId xmlns:a16="http://schemas.microsoft.com/office/drawing/2014/main" id="{B169FF47-11A5-F661-9467-853EE24E4C59}"/>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2" name="Forme libre 12">
              <a:extLst>
                <a:ext uri="{FF2B5EF4-FFF2-40B4-BE49-F238E27FC236}">
                  <a16:creationId xmlns:a16="http://schemas.microsoft.com/office/drawing/2014/main" id="{F2F9DD9F-75E3-7205-17D1-E447A4CF47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8DCCEFDD-93F9-1F12-49C7-C59336D207C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4" name="Espace réservé du texte 45">
            <a:extLst>
              <a:ext uri="{FF2B5EF4-FFF2-40B4-BE49-F238E27FC236}">
                <a16:creationId xmlns:a16="http://schemas.microsoft.com/office/drawing/2014/main" id="{B41A8FD0-2AA8-05A8-144A-2685FC5883A4}"/>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221016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anorama 2 photos paysage">
    <p:bg>
      <p:bgPr>
        <a:solidFill>
          <a:schemeClr val="bg1"/>
        </a:solidFill>
        <a:effectLst/>
      </p:bgPr>
    </p:bg>
    <p:spTree>
      <p:nvGrpSpPr>
        <p:cNvPr id="1" name=""/>
        <p:cNvGrpSpPr/>
        <p:nvPr/>
      </p:nvGrpSpPr>
      <p:grpSpPr>
        <a:xfrm>
          <a:off x="0" y="0"/>
          <a:ext cx="0" cy="0"/>
          <a:chOff x="0" y="0"/>
          <a:chExt cx="0" cy="0"/>
        </a:xfrm>
      </p:grpSpPr>
      <p:sp>
        <p:nvSpPr>
          <p:cNvPr id="13" name="Espace réservé pour une image  19">
            <a:extLst>
              <a:ext uri="{FF2B5EF4-FFF2-40B4-BE49-F238E27FC236}">
                <a16:creationId xmlns:a16="http://schemas.microsoft.com/office/drawing/2014/main" id="{9FF3BC84-F58C-8DE6-2D5D-CFF6DD810B65}"/>
              </a:ext>
            </a:extLst>
          </p:cNvPr>
          <p:cNvSpPr>
            <a:spLocks noGrp="1"/>
          </p:cNvSpPr>
          <p:nvPr>
            <p:ph type="pic" sz="quarter" idx="28"/>
          </p:nvPr>
        </p:nvSpPr>
        <p:spPr>
          <a:xfrm>
            <a:off x="0" y="3427200"/>
            <a:ext cx="12192000" cy="3430800"/>
          </a:xfrm>
          <a:noFill/>
        </p:spPr>
        <p:txBody>
          <a:bodyPr anchor="ctr" anchorCtr="0"/>
          <a:lstStyle>
            <a:lvl1pPr algn="ctr">
              <a:defRPr/>
            </a:lvl1pPr>
          </a:lstStyle>
          <a:p>
            <a:endParaRPr lang="fr-FR"/>
          </a:p>
        </p:txBody>
      </p:sp>
      <p:sp>
        <p:nvSpPr>
          <p:cNvPr id="10" name="Espace réservé pour une image  19">
            <a:extLst>
              <a:ext uri="{FF2B5EF4-FFF2-40B4-BE49-F238E27FC236}">
                <a16:creationId xmlns:a16="http://schemas.microsoft.com/office/drawing/2014/main" id="{08CBE4B9-573C-25BF-EF48-9F6F5CD8B2E0}"/>
              </a:ext>
            </a:extLst>
          </p:cNvPr>
          <p:cNvSpPr>
            <a:spLocks noGrp="1"/>
          </p:cNvSpPr>
          <p:nvPr>
            <p:ph type="pic" sz="quarter" idx="27"/>
          </p:nvPr>
        </p:nvSpPr>
        <p:spPr>
          <a:xfrm>
            <a:off x="-1" y="-1"/>
            <a:ext cx="12194401" cy="3430800"/>
          </a:xfrm>
          <a:noFill/>
        </p:spPr>
        <p:txBody>
          <a:bodyPr anchor="ctr" anchorCtr="0"/>
          <a:lstStyle>
            <a:lvl1pPr algn="ctr">
              <a:defRPr/>
            </a:lvl1pPr>
          </a:lstStyle>
          <a:p>
            <a:endParaRPr lang="fr-FR"/>
          </a:p>
        </p:txBody>
      </p:sp>
      <p:sp>
        <p:nvSpPr>
          <p:cNvPr id="22" name="Forme libre 21">
            <a:extLst>
              <a:ext uri="{FF2B5EF4-FFF2-40B4-BE49-F238E27FC236}">
                <a16:creationId xmlns:a16="http://schemas.microsoft.com/office/drawing/2014/main" id="{55C23748-8BE1-51F3-F507-F7B2B857310C}"/>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5" name="Espace réservé du numéro de diapositive 4">
            <a:extLst>
              <a:ext uri="{FF2B5EF4-FFF2-40B4-BE49-F238E27FC236}">
                <a16:creationId xmlns:a16="http://schemas.microsoft.com/office/drawing/2014/main" id="{BB69A87C-73A3-83B6-7D1C-A395B348EE6C}"/>
              </a:ext>
            </a:extLst>
          </p:cNvPr>
          <p:cNvSpPr>
            <a:spLocks noGrp="1"/>
          </p:cNvSpPr>
          <p:nvPr>
            <p:ph type="sldNum" sz="quarter" idx="12"/>
          </p:nvPr>
        </p:nvSpPr>
        <p:spPr/>
        <p:txBody>
          <a:bodyPr/>
          <a:lstStyle/>
          <a:p>
            <a:fld id="{CD166EB1-B284-8541-B839-321F682B6B05}" type="slidenum">
              <a:rPr lang="fr-FR" smtClean="0"/>
              <a:pPr/>
              <a:t>‹N°›</a:t>
            </a:fld>
            <a:endParaRPr lang="fr-F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4520157" y="2596520"/>
            <a:ext cx="3219895" cy="400110"/>
          </a:xfrm>
        </p:spPr>
        <p:txBody>
          <a:bodyPr wrap="square" lIns="0" tIns="0" rIns="0" bIns="0" anchor="b" anchorCtr="0">
            <a:spAutoFit/>
          </a:bodyPr>
          <a:lstStyle>
            <a:lvl1pPr algn="ctr">
              <a:lnSpc>
                <a:spcPct val="100000"/>
              </a:lnSpc>
              <a:defRPr sz="2600">
                <a:solidFill>
                  <a:schemeClr val="bg1"/>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4520157" y="3200917"/>
            <a:ext cx="3219895" cy="1138773"/>
          </a:xfrm>
        </p:spPr>
        <p:txBody>
          <a:bodyPr wrap="square" lIns="0" tIns="0" rIns="0" bIns="0" anchor="t" anchorCtr="0">
            <a:spAutoFit/>
          </a:bodyPr>
          <a:lstStyle>
            <a:lvl1pPr marL="179388" indent="-179388" algn="ctr">
              <a:lnSpc>
                <a:spcPct val="100000"/>
              </a:lnSpc>
              <a:spcBef>
                <a:spcPts val="400"/>
              </a:spcBef>
              <a:buFont typeface="+mj-lt"/>
              <a:buAutoNum type="arabicPeriod"/>
              <a:tabLst/>
              <a:defRPr sz="1600">
                <a:solidFill>
                  <a:schemeClr val="bg1"/>
                </a:solidFill>
                <a:latin typeface="+mn-lt"/>
              </a:defRPr>
            </a:lvl1pPr>
          </a:lstStyle>
          <a:p>
            <a:pPr lvl="0"/>
            <a:r>
              <a:rPr lang="fr-FR"/>
              <a:t>mo mos </a:t>
            </a:r>
            <a:r>
              <a:rPr lang="fr-FR" err="1"/>
              <a:t>voluptas</a:t>
            </a:r>
            <a:r>
              <a:rPr lang="fr-FR"/>
              <a:t>  </a:t>
            </a:r>
          </a:p>
          <a:p>
            <a:pPr lvl="0"/>
            <a:r>
              <a:rPr lang="fr-FR" err="1"/>
              <a:t>apitass</a:t>
            </a:r>
            <a:r>
              <a:rPr lang="fr-FR"/>
              <a:t> </a:t>
            </a:r>
            <a:r>
              <a:rPr lang="fr-FR" err="1"/>
              <a:t>imetur</a:t>
            </a:r>
            <a:r>
              <a:rPr lang="fr-FR"/>
              <a:t> mi </a:t>
            </a:r>
          </a:p>
          <a:p>
            <a:pPr lvl="0"/>
            <a:r>
              <a:rPr lang="fr-FR"/>
              <a:t>id quo tem qui </a:t>
            </a:r>
            <a:r>
              <a:rPr lang="fr-FR" err="1"/>
              <a:t>quodisq</a:t>
            </a:r>
            <a:r>
              <a:rPr lang="fr-FR"/>
              <a:t>  </a:t>
            </a:r>
          </a:p>
          <a:p>
            <a:pPr lvl="0"/>
            <a:r>
              <a:rPr lang="fr-FR" err="1"/>
              <a:t>uiaspel</a:t>
            </a:r>
            <a:r>
              <a:rPr lang="fr-FR"/>
              <a:t> </a:t>
            </a:r>
            <a:r>
              <a:rPr lang="fr-FR" err="1"/>
              <a:t>essundae</a:t>
            </a:r>
            <a:endParaRPr lang="fr-FR"/>
          </a:p>
        </p:txBody>
      </p:sp>
      <p:sp>
        <p:nvSpPr>
          <p:cNvPr id="6" name="Espace réservé de la date 2">
            <a:extLst>
              <a:ext uri="{FF2B5EF4-FFF2-40B4-BE49-F238E27FC236}">
                <a16:creationId xmlns:a16="http://schemas.microsoft.com/office/drawing/2014/main" id="{54EBAE9B-11A2-C58B-EB8C-7FA1CE21453D}"/>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7" name="Espace réservé du pied de page 3">
            <a:extLst>
              <a:ext uri="{FF2B5EF4-FFF2-40B4-BE49-F238E27FC236}">
                <a16:creationId xmlns:a16="http://schemas.microsoft.com/office/drawing/2014/main" id="{146C2978-982D-B90B-9947-D8D972D581B9}"/>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grpSp>
        <p:nvGrpSpPr>
          <p:cNvPr id="11" name="Groupe 10">
            <a:extLst>
              <a:ext uri="{FF2B5EF4-FFF2-40B4-BE49-F238E27FC236}">
                <a16:creationId xmlns:a16="http://schemas.microsoft.com/office/drawing/2014/main" id="{A797D0D5-33AB-AC2B-5083-1E2637D33BB8}"/>
              </a:ext>
            </a:extLst>
          </p:cNvPr>
          <p:cNvGrpSpPr/>
          <p:nvPr userDrawn="1"/>
        </p:nvGrpSpPr>
        <p:grpSpPr>
          <a:xfrm>
            <a:off x="-1" y="263015"/>
            <a:ext cx="5860125" cy="375126"/>
            <a:chOff x="-5557295" y="172402"/>
            <a:chExt cx="5860125" cy="375126"/>
          </a:xfrm>
        </p:grpSpPr>
        <p:sp>
          <p:nvSpPr>
            <p:cNvPr id="12" name="Forme libre 11">
              <a:extLst>
                <a:ext uri="{FF2B5EF4-FFF2-40B4-BE49-F238E27FC236}">
                  <a16:creationId xmlns:a16="http://schemas.microsoft.com/office/drawing/2014/main" id="{713B315C-F3F1-DAE1-E028-6CCC8D39E2CE}"/>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EA289D19-9A5F-A5A8-2B72-172CA7B92394}"/>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EF4BA463-147E-50D2-2A97-52E7921636A8}"/>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3" name="Espace réservé du texte 45">
            <a:extLst>
              <a:ext uri="{FF2B5EF4-FFF2-40B4-BE49-F238E27FC236}">
                <a16:creationId xmlns:a16="http://schemas.microsoft.com/office/drawing/2014/main" id="{56BE2ABB-F273-4844-8070-CBAB519A0319}"/>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8355523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anorama 4 photos">
    <p:bg>
      <p:bgPr>
        <a:solidFill>
          <a:schemeClr val="bg1"/>
        </a:solidFill>
        <a:effectLst/>
      </p:bgPr>
    </p:bg>
    <p:spTree>
      <p:nvGrpSpPr>
        <p:cNvPr id="1" name=""/>
        <p:cNvGrpSpPr/>
        <p:nvPr/>
      </p:nvGrpSpPr>
      <p:grpSpPr>
        <a:xfrm>
          <a:off x="0" y="0"/>
          <a:ext cx="0" cy="0"/>
          <a:chOff x="0" y="0"/>
          <a:chExt cx="0" cy="0"/>
        </a:xfrm>
      </p:grpSpPr>
      <p:sp>
        <p:nvSpPr>
          <p:cNvPr id="13" name="Espace réservé pour une image  19">
            <a:extLst>
              <a:ext uri="{FF2B5EF4-FFF2-40B4-BE49-F238E27FC236}">
                <a16:creationId xmlns:a16="http://schemas.microsoft.com/office/drawing/2014/main" id="{9FF3BC84-F58C-8DE6-2D5D-CFF6DD810B65}"/>
              </a:ext>
            </a:extLst>
          </p:cNvPr>
          <p:cNvSpPr>
            <a:spLocks noGrp="1"/>
          </p:cNvSpPr>
          <p:nvPr>
            <p:ph type="pic" sz="quarter" idx="28"/>
          </p:nvPr>
        </p:nvSpPr>
        <p:spPr>
          <a:xfrm>
            <a:off x="6093600" y="3427200"/>
            <a:ext cx="6098400" cy="3430800"/>
          </a:xfrm>
          <a:noFill/>
        </p:spPr>
        <p:txBody>
          <a:bodyPr anchor="ctr" anchorCtr="0"/>
          <a:lstStyle>
            <a:lvl1pPr algn="ctr">
              <a:defRPr/>
            </a:lvl1pPr>
          </a:lstStyle>
          <a:p>
            <a:endParaRPr lang="fr-FR"/>
          </a:p>
        </p:txBody>
      </p:sp>
      <p:sp>
        <p:nvSpPr>
          <p:cNvPr id="20" name="Espace réservé pour une image  19">
            <a:extLst>
              <a:ext uri="{FF2B5EF4-FFF2-40B4-BE49-F238E27FC236}">
                <a16:creationId xmlns:a16="http://schemas.microsoft.com/office/drawing/2014/main" id="{E91BB3B0-9D9A-2E1B-D991-57F7E82BC54D}"/>
              </a:ext>
            </a:extLst>
          </p:cNvPr>
          <p:cNvSpPr>
            <a:spLocks noGrp="1"/>
          </p:cNvSpPr>
          <p:nvPr>
            <p:ph type="pic" sz="quarter" idx="25"/>
          </p:nvPr>
        </p:nvSpPr>
        <p:spPr>
          <a:xfrm>
            <a:off x="-1" y="-1"/>
            <a:ext cx="6098400" cy="3430800"/>
          </a:xfrm>
          <a:noFill/>
        </p:spPr>
        <p:txBody>
          <a:bodyPr anchor="ctr" anchorCtr="0"/>
          <a:lstStyle>
            <a:lvl1pPr algn="ctr">
              <a:defRPr/>
            </a:lvl1pPr>
          </a:lstStyle>
          <a:p>
            <a:endParaRPr lang="fr-FR"/>
          </a:p>
        </p:txBody>
      </p:sp>
      <p:sp>
        <p:nvSpPr>
          <p:cNvPr id="2" name="Espace réservé pour une image  19">
            <a:extLst>
              <a:ext uri="{FF2B5EF4-FFF2-40B4-BE49-F238E27FC236}">
                <a16:creationId xmlns:a16="http://schemas.microsoft.com/office/drawing/2014/main" id="{B210B008-8817-326E-C494-0086DB680E43}"/>
              </a:ext>
            </a:extLst>
          </p:cNvPr>
          <p:cNvSpPr>
            <a:spLocks noGrp="1"/>
          </p:cNvSpPr>
          <p:nvPr>
            <p:ph type="pic" sz="quarter" idx="26"/>
          </p:nvPr>
        </p:nvSpPr>
        <p:spPr>
          <a:xfrm>
            <a:off x="-1" y="3427200"/>
            <a:ext cx="6098400" cy="3430800"/>
          </a:xfrm>
          <a:noFill/>
        </p:spPr>
        <p:txBody>
          <a:bodyPr anchor="ctr" anchorCtr="0"/>
          <a:lstStyle>
            <a:lvl1pPr algn="ctr">
              <a:defRPr/>
            </a:lvl1pPr>
          </a:lstStyle>
          <a:p>
            <a:endParaRPr lang="fr-FR"/>
          </a:p>
        </p:txBody>
      </p:sp>
      <p:sp>
        <p:nvSpPr>
          <p:cNvPr id="10" name="Espace réservé pour une image  19">
            <a:extLst>
              <a:ext uri="{FF2B5EF4-FFF2-40B4-BE49-F238E27FC236}">
                <a16:creationId xmlns:a16="http://schemas.microsoft.com/office/drawing/2014/main" id="{08CBE4B9-573C-25BF-EF48-9F6F5CD8B2E0}"/>
              </a:ext>
            </a:extLst>
          </p:cNvPr>
          <p:cNvSpPr>
            <a:spLocks noGrp="1"/>
          </p:cNvSpPr>
          <p:nvPr>
            <p:ph type="pic" sz="quarter" idx="27"/>
          </p:nvPr>
        </p:nvSpPr>
        <p:spPr>
          <a:xfrm>
            <a:off x="6096000" y="-1"/>
            <a:ext cx="6098400" cy="3430800"/>
          </a:xfrm>
          <a:noFill/>
        </p:spPr>
        <p:txBody>
          <a:bodyPr anchor="ctr" anchorCtr="0"/>
          <a:lstStyle>
            <a:lvl1pPr algn="ctr">
              <a:defRPr/>
            </a:lvl1pPr>
          </a:lstStyle>
          <a:p>
            <a:endParaRPr lang="fr-FR"/>
          </a:p>
        </p:txBody>
      </p:sp>
      <p:sp>
        <p:nvSpPr>
          <p:cNvPr id="22" name="Forme libre 21">
            <a:extLst>
              <a:ext uri="{FF2B5EF4-FFF2-40B4-BE49-F238E27FC236}">
                <a16:creationId xmlns:a16="http://schemas.microsoft.com/office/drawing/2014/main" id="{55C23748-8BE1-51F3-F507-F7B2B857310C}"/>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5" name="Espace réservé du numéro de diapositive 4">
            <a:extLst>
              <a:ext uri="{FF2B5EF4-FFF2-40B4-BE49-F238E27FC236}">
                <a16:creationId xmlns:a16="http://schemas.microsoft.com/office/drawing/2014/main" id="{BB69A87C-73A3-83B6-7D1C-A395B348EE6C}"/>
              </a:ext>
            </a:extLst>
          </p:cNvPr>
          <p:cNvSpPr>
            <a:spLocks noGrp="1"/>
          </p:cNvSpPr>
          <p:nvPr>
            <p:ph type="sldNum" sz="quarter" idx="12"/>
          </p:nvPr>
        </p:nvSpPr>
        <p:spPr/>
        <p:txBody>
          <a:bodyPr/>
          <a:lstStyle/>
          <a:p>
            <a:fld id="{CD166EB1-B284-8541-B839-321F682B6B05}" type="slidenum">
              <a:rPr lang="fr-FR" smtClean="0"/>
              <a:pPr/>
              <a:t>‹N°›</a:t>
            </a:fld>
            <a:endParaRPr lang="fr-F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4520157" y="2596520"/>
            <a:ext cx="3219895" cy="400110"/>
          </a:xfrm>
        </p:spPr>
        <p:txBody>
          <a:bodyPr wrap="square" lIns="0" tIns="0" rIns="0" bIns="0" anchor="b" anchorCtr="0">
            <a:spAutoFit/>
          </a:bodyPr>
          <a:lstStyle>
            <a:lvl1pPr algn="ctr">
              <a:lnSpc>
                <a:spcPct val="100000"/>
              </a:lnSpc>
              <a:defRPr sz="2600">
                <a:solidFill>
                  <a:schemeClr val="bg1"/>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4520157" y="3200917"/>
            <a:ext cx="3219895" cy="1138773"/>
          </a:xfrm>
        </p:spPr>
        <p:txBody>
          <a:bodyPr wrap="square" lIns="0" tIns="0" rIns="0" bIns="0" anchor="t" anchorCtr="0">
            <a:spAutoFit/>
          </a:bodyPr>
          <a:lstStyle>
            <a:lvl1pPr marL="179388" indent="-179388" algn="ctr">
              <a:lnSpc>
                <a:spcPct val="100000"/>
              </a:lnSpc>
              <a:spcBef>
                <a:spcPts val="400"/>
              </a:spcBef>
              <a:buFont typeface="+mj-lt"/>
              <a:buAutoNum type="arabicPeriod"/>
              <a:tabLst/>
              <a:defRPr sz="1600">
                <a:solidFill>
                  <a:schemeClr val="bg1"/>
                </a:solidFill>
                <a:latin typeface="+mn-lt"/>
              </a:defRPr>
            </a:lvl1pPr>
          </a:lstStyle>
          <a:p>
            <a:pPr lvl="0"/>
            <a:r>
              <a:rPr lang="fr-FR"/>
              <a:t>mo mos </a:t>
            </a:r>
            <a:r>
              <a:rPr lang="fr-FR" err="1"/>
              <a:t>voluptas</a:t>
            </a:r>
            <a:r>
              <a:rPr lang="fr-FR"/>
              <a:t>  </a:t>
            </a:r>
          </a:p>
          <a:p>
            <a:pPr lvl="0"/>
            <a:r>
              <a:rPr lang="fr-FR" err="1"/>
              <a:t>apitass</a:t>
            </a:r>
            <a:r>
              <a:rPr lang="fr-FR"/>
              <a:t> </a:t>
            </a:r>
            <a:r>
              <a:rPr lang="fr-FR" err="1"/>
              <a:t>imetur</a:t>
            </a:r>
            <a:r>
              <a:rPr lang="fr-FR"/>
              <a:t> mi </a:t>
            </a:r>
          </a:p>
          <a:p>
            <a:pPr lvl="0"/>
            <a:r>
              <a:rPr lang="fr-FR"/>
              <a:t>id quo tem qui </a:t>
            </a:r>
            <a:r>
              <a:rPr lang="fr-FR" err="1"/>
              <a:t>quodisq</a:t>
            </a:r>
            <a:r>
              <a:rPr lang="fr-FR"/>
              <a:t>  </a:t>
            </a:r>
          </a:p>
          <a:p>
            <a:pPr lvl="0"/>
            <a:r>
              <a:rPr lang="fr-FR" err="1"/>
              <a:t>uiaspel</a:t>
            </a:r>
            <a:r>
              <a:rPr lang="fr-FR"/>
              <a:t> </a:t>
            </a:r>
            <a:r>
              <a:rPr lang="fr-FR" err="1"/>
              <a:t>essundae</a:t>
            </a:r>
            <a:endParaRPr lang="fr-FR"/>
          </a:p>
        </p:txBody>
      </p:sp>
      <p:sp>
        <p:nvSpPr>
          <p:cNvPr id="6" name="Espace réservé de la date 2">
            <a:extLst>
              <a:ext uri="{FF2B5EF4-FFF2-40B4-BE49-F238E27FC236}">
                <a16:creationId xmlns:a16="http://schemas.microsoft.com/office/drawing/2014/main" id="{54EBAE9B-11A2-C58B-EB8C-7FA1CE21453D}"/>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7" name="Espace réservé du pied de page 3">
            <a:extLst>
              <a:ext uri="{FF2B5EF4-FFF2-40B4-BE49-F238E27FC236}">
                <a16:creationId xmlns:a16="http://schemas.microsoft.com/office/drawing/2014/main" id="{146C2978-982D-B90B-9947-D8D972D581B9}"/>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grpSp>
        <p:nvGrpSpPr>
          <p:cNvPr id="3" name="Groupe 2">
            <a:extLst>
              <a:ext uri="{FF2B5EF4-FFF2-40B4-BE49-F238E27FC236}">
                <a16:creationId xmlns:a16="http://schemas.microsoft.com/office/drawing/2014/main" id="{70E0C0D8-F1FC-3CD9-DC52-8CCEF962F3AA}"/>
              </a:ext>
            </a:extLst>
          </p:cNvPr>
          <p:cNvGrpSpPr/>
          <p:nvPr userDrawn="1"/>
        </p:nvGrpSpPr>
        <p:grpSpPr>
          <a:xfrm>
            <a:off x="-1" y="263015"/>
            <a:ext cx="5860125" cy="375126"/>
            <a:chOff x="-5557295" y="172402"/>
            <a:chExt cx="5860125" cy="375126"/>
          </a:xfrm>
        </p:grpSpPr>
        <p:sp>
          <p:nvSpPr>
            <p:cNvPr id="4" name="Forme libre 11">
              <a:extLst>
                <a:ext uri="{FF2B5EF4-FFF2-40B4-BE49-F238E27FC236}">
                  <a16:creationId xmlns:a16="http://schemas.microsoft.com/office/drawing/2014/main" id="{293336CF-4539-6E39-2B2D-9A56010FE9FE}"/>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1" name="Forme libre 12">
              <a:extLst>
                <a:ext uri="{FF2B5EF4-FFF2-40B4-BE49-F238E27FC236}">
                  <a16:creationId xmlns:a16="http://schemas.microsoft.com/office/drawing/2014/main" id="{3E97A444-09B8-E9BA-3BE9-75D272CAF12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15" name="Espace réservé du texte 45">
            <a:extLst>
              <a:ext uri="{FF2B5EF4-FFF2-40B4-BE49-F238E27FC236}">
                <a16:creationId xmlns:a16="http://schemas.microsoft.com/office/drawing/2014/main" id="{09FBE0B0-A141-1852-5094-6A00C030C3F5}"/>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6" name="Espace réservé du texte 45">
            <a:extLst>
              <a:ext uri="{FF2B5EF4-FFF2-40B4-BE49-F238E27FC236}">
                <a16:creationId xmlns:a16="http://schemas.microsoft.com/office/drawing/2014/main" id="{6B77241F-ED44-4A21-3BF9-8DF87A3DE202}"/>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180639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ablau 01">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71D670-95EA-8CD3-FD25-5720FDB44372}"/>
              </a:ext>
            </a:extLst>
          </p:cNvPr>
          <p:cNvSpPr/>
          <p:nvPr userDrawn="1"/>
        </p:nvSpPr>
        <p:spPr>
          <a:xfrm>
            <a:off x="2379418" y="0"/>
            <a:ext cx="2496482" cy="6858000"/>
          </a:xfrm>
          <a:prstGeom prst="rect">
            <a:avLst/>
          </a:prstGeom>
          <a:solidFill>
            <a:srgbClr val="FACA00"/>
          </a:solidFill>
          <a:ln w="12660" cap="flat">
            <a:noFill/>
            <a:prstDash val="solid"/>
            <a:miter/>
          </a:ln>
        </p:spPr>
        <p:txBody>
          <a:bodyPr rtlCol="0" anchor="ctr"/>
          <a:lstStyle/>
          <a:p>
            <a:pPr algn="l"/>
            <a:endParaRPr lang="fr-FR"/>
          </a:p>
        </p:txBody>
      </p:sp>
      <p:sp>
        <p:nvSpPr>
          <p:cNvPr id="25" name="Rectangle 24">
            <a:extLst>
              <a:ext uri="{FF2B5EF4-FFF2-40B4-BE49-F238E27FC236}">
                <a16:creationId xmlns:a16="http://schemas.microsoft.com/office/drawing/2014/main" id="{04024CDD-BB23-D218-E8D7-FCA4B87D3C3C}"/>
              </a:ext>
            </a:extLst>
          </p:cNvPr>
          <p:cNvSpPr/>
          <p:nvPr userDrawn="1"/>
        </p:nvSpPr>
        <p:spPr>
          <a:xfrm>
            <a:off x="9754800" y="0"/>
            <a:ext cx="2437200" cy="6858000"/>
          </a:xfrm>
          <a:prstGeom prst="rect">
            <a:avLst/>
          </a:prstGeom>
          <a:solidFill>
            <a:srgbClr val="EA8100"/>
          </a:solidFill>
          <a:ln w="12660" cap="flat">
            <a:noFill/>
            <a:prstDash val="solid"/>
            <a:miter/>
          </a:ln>
        </p:spPr>
        <p:txBody>
          <a:bodyPr rtlCol="0" anchor="ctr"/>
          <a:lstStyle/>
          <a:p>
            <a:pPr algn="l"/>
            <a:endParaRPr lang="fr-FR"/>
          </a:p>
        </p:txBody>
      </p:sp>
      <p:sp>
        <p:nvSpPr>
          <p:cNvPr id="24" name="Espace réservé pour une image  19">
            <a:extLst>
              <a:ext uri="{FF2B5EF4-FFF2-40B4-BE49-F238E27FC236}">
                <a16:creationId xmlns:a16="http://schemas.microsoft.com/office/drawing/2014/main" id="{3F7C4D2E-3E47-D819-CFA6-BBC61CC11C6F}"/>
              </a:ext>
            </a:extLst>
          </p:cNvPr>
          <p:cNvSpPr>
            <a:spLocks noGrp="1"/>
          </p:cNvSpPr>
          <p:nvPr>
            <p:ph type="pic" sz="quarter" idx="52"/>
          </p:nvPr>
        </p:nvSpPr>
        <p:spPr>
          <a:xfrm>
            <a:off x="-1" y="-2"/>
            <a:ext cx="2377919" cy="6858001"/>
          </a:xfrm>
          <a:solidFill>
            <a:srgbClr val="102031">
              <a:alpha val="80000"/>
            </a:srgbClr>
          </a:solidFill>
        </p:spPr>
        <p:txBody>
          <a:bodyPr anchor="ctr" anchorCtr="0"/>
          <a:lstStyle>
            <a:lvl1pPr algn="ctr">
              <a:defRPr>
                <a:solidFill>
                  <a:schemeClr val="bg1"/>
                </a:solidFill>
              </a:defRPr>
            </a:lvl1pPr>
          </a:lstStyle>
          <a:p>
            <a:endParaRPr lang="fr-FR"/>
          </a:p>
        </p:txBody>
      </p:sp>
      <p:sp>
        <p:nvSpPr>
          <p:cNvPr id="22" name="Forme libre 21">
            <a:extLst>
              <a:ext uri="{FF2B5EF4-FFF2-40B4-BE49-F238E27FC236}">
                <a16:creationId xmlns:a16="http://schemas.microsoft.com/office/drawing/2014/main" id="{922AF66A-7A5D-C290-5A7A-DD932AC72ABE}"/>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0" name="Rectangle 9">
            <a:extLst>
              <a:ext uri="{FF2B5EF4-FFF2-40B4-BE49-F238E27FC236}">
                <a16:creationId xmlns:a16="http://schemas.microsoft.com/office/drawing/2014/main" id="{11CA6A7B-E013-8406-7989-79BF642A8059}"/>
              </a:ext>
            </a:extLst>
          </p:cNvPr>
          <p:cNvSpPr/>
          <p:nvPr userDrawn="1"/>
        </p:nvSpPr>
        <p:spPr>
          <a:xfrm>
            <a:off x="7316100" y="0"/>
            <a:ext cx="2437200" cy="6858000"/>
          </a:xfrm>
          <a:prstGeom prst="rect">
            <a:avLst/>
          </a:prstGeom>
          <a:solidFill>
            <a:srgbClr val="ED9300"/>
          </a:solidFill>
          <a:ln w="12660" cap="flat">
            <a:noFill/>
            <a:prstDash val="solid"/>
            <a:miter/>
          </a:ln>
        </p:spPr>
        <p:txBody>
          <a:bodyPr rtlCol="0" anchor="ctr"/>
          <a:lstStyle/>
          <a:p>
            <a:pPr algn="l"/>
            <a:endParaRPr lang="fr-FR"/>
          </a:p>
        </p:txBody>
      </p:sp>
      <p:sp>
        <p:nvSpPr>
          <p:cNvPr id="13" name="Rectangle 12">
            <a:extLst>
              <a:ext uri="{FF2B5EF4-FFF2-40B4-BE49-F238E27FC236}">
                <a16:creationId xmlns:a16="http://schemas.microsoft.com/office/drawing/2014/main" id="{5B8A1F08-F89B-9B81-8DEA-CF88025D0225}"/>
              </a:ext>
            </a:extLst>
          </p:cNvPr>
          <p:cNvSpPr/>
          <p:nvPr userDrawn="1"/>
        </p:nvSpPr>
        <p:spPr>
          <a:xfrm>
            <a:off x="4877400" y="0"/>
            <a:ext cx="2437200" cy="6858000"/>
          </a:xfrm>
          <a:prstGeom prst="rect">
            <a:avLst/>
          </a:prstGeom>
          <a:solidFill>
            <a:srgbClr val="F1A500"/>
          </a:solidFill>
          <a:ln w="12660" cap="flat">
            <a:noFill/>
            <a:prstDash val="solid"/>
            <a:miter/>
          </a:ln>
        </p:spPr>
        <p:txBody>
          <a:bodyPr rtlCol="0" anchor="ctr"/>
          <a:lstStyle/>
          <a:p>
            <a:pPr algn="l"/>
            <a:endParaRPr lang="fr-FR"/>
          </a:p>
        </p:txBody>
      </p:sp>
      <p:sp>
        <p:nvSpPr>
          <p:cNvPr id="5" name="Espace réservé du numéro de diapositive 4">
            <a:extLst>
              <a:ext uri="{FF2B5EF4-FFF2-40B4-BE49-F238E27FC236}">
                <a16:creationId xmlns:a16="http://schemas.microsoft.com/office/drawing/2014/main" id="{DB03FB7F-0359-6FE2-C134-AE59D1FAC71B}"/>
              </a:ext>
            </a:extLst>
          </p:cNvPr>
          <p:cNvSpPr>
            <a:spLocks noGrp="1"/>
          </p:cNvSpPr>
          <p:nvPr>
            <p:ph type="sldNum" sz="quarter" idx="12"/>
          </p:nvPr>
        </p:nvSpPr>
        <p:spPr/>
        <p:txBody>
          <a:bodyPr/>
          <a:lstStyle/>
          <a:p>
            <a:fld id="{CD166EB1-B284-8541-B839-321F682B6B05}" type="slidenum">
              <a:rPr lang="fr-FR" smtClean="0"/>
              <a:pPr/>
              <a:t>‹N°›</a:t>
            </a:fld>
            <a:endParaRPr lang="fr-FR"/>
          </a:p>
        </p:txBody>
      </p:sp>
      <p:sp>
        <p:nvSpPr>
          <p:cNvPr id="12" name="Forme libre 11">
            <a:extLst>
              <a:ext uri="{FF2B5EF4-FFF2-40B4-BE49-F238E27FC236}">
                <a16:creationId xmlns:a16="http://schemas.microsoft.com/office/drawing/2014/main" id="{F496A1ED-6D86-114D-B49C-9ECEEDDD54CF}"/>
              </a:ext>
            </a:extLst>
          </p:cNvPr>
          <p:cNvSpPr/>
          <p:nvPr/>
        </p:nvSpPr>
        <p:spPr>
          <a:xfrm rot="5400000">
            <a:off x="258753" y="3294582"/>
            <a:ext cx="4119561" cy="1613003"/>
          </a:xfrm>
          <a:custGeom>
            <a:avLst/>
            <a:gdLst>
              <a:gd name="connsiteX0" fmla="*/ 817114 w 4119561"/>
              <a:gd name="connsiteY0" fmla="*/ 0 h 1613003"/>
              <a:gd name="connsiteX1" fmla="*/ 0 w 4119561"/>
              <a:gd name="connsiteY1" fmla="*/ 806502 h 1613003"/>
              <a:gd name="connsiteX2" fmla="*/ 817114 w 4119561"/>
              <a:gd name="connsiteY2" fmla="*/ 1613004 h 1613003"/>
              <a:gd name="connsiteX3" fmla="*/ 3302448 w 4119561"/>
              <a:gd name="connsiteY3" fmla="*/ 1613004 h 1613003"/>
              <a:gd name="connsiteX4" fmla="*/ 4119562 w 4119561"/>
              <a:gd name="connsiteY4" fmla="*/ 806502 h 1613003"/>
              <a:gd name="connsiteX5" fmla="*/ 3302448 w 4119561"/>
              <a:gd name="connsiteY5" fmla="*/ 0 h 1613003"/>
              <a:gd name="connsiteX6" fmla="*/ 817114 w 4119561"/>
              <a:gd name="connsiteY6" fmla="*/ 0 h 161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9561" h="1613003">
                <a:moveTo>
                  <a:pt x="817114" y="0"/>
                </a:moveTo>
                <a:cubicBezTo>
                  <a:pt x="365959" y="0"/>
                  <a:pt x="0" y="360993"/>
                  <a:pt x="0" y="806502"/>
                </a:cubicBezTo>
                <a:cubicBezTo>
                  <a:pt x="0" y="1252010"/>
                  <a:pt x="365743" y="1613004"/>
                  <a:pt x="817114" y="1613004"/>
                </a:cubicBezTo>
                <a:lnTo>
                  <a:pt x="3302448" y="1613004"/>
                </a:lnTo>
                <a:cubicBezTo>
                  <a:pt x="3753818" y="1613004"/>
                  <a:pt x="4119562" y="1252010"/>
                  <a:pt x="4119562" y="806502"/>
                </a:cubicBezTo>
                <a:cubicBezTo>
                  <a:pt x="4119562" y="360993"/>
                  <a:pt x="3753818" y="0"/>
                  <a:pt x="3302448" y="0"/>
                </a:cubicBezTo>
                <a:lnTo>
                  <a:pt x="817114" y="0"/>
                </a:lnTo>
                <a:close/>
              </a:path>
            </a:pathLst>
          </a:custGeom>
          <a:noFill/>
          <a:ln w="21481" cap="flat">
            <a:noFill/>
            <a:prstDash val="solid"/>
            <a:miter/>
          </a:ln>
        </p:spPr>
        <p:txBody>
          <a:bodyPr rtlCol="0" anchor="ctr"/>
          <a:lstStyle/>
          <a:p>
            <a:endParaRPr lang="fr-FR"/>
          </a:p>
        </p:txBody>
      </p:sp>
      <p:sp>
        <p:nvSpPr>
          <p:cNvPr id="52" name="Espace réservé du texte 48">
            <a:extLst>
              <a:ext uri="{FF2B5EF4-FFF2-40B4-BE49-F238E27FC236}">
                <a16:creationId xmlns:a16="http://schemas.microsoft.com/office/drawing/2014/main" id="{1902570D-9E3B-D035-68C3-B2A7DD31077A}"/>
              </a:ext>
            </a:extLst>
          </p:cNvPr>
          <p:cNvSpPr>
            <a:spLocks noGrp="1"/>
          </p:cNvSpPr>
          <p:nvPr userDrawn="1">
            <p:ph type="body" sz="quarter" idx="27" hasCustomPrompt="1"/>
          </p:nvPr>
        </p:nvSpPr>
        <p:spPr>
          <a:xfrm>
            <a:off x="2787939" y="2751980"/>
            <a:ext cx="1613005" cy="184666"/>
          </a:xfrm>
        </p:spPr>
        <p:txBody>
          <a:bodyPr wrap="square" lIns="0" tIns="0" rIns="0" bIns="0" anchor="ctr" anchorCtr="0">
            <a:spAutoFit/>
          </a:bodyPr>
          <a:lstStyle>
            <a:lvl1pPr algn="r">
              <a:lnSpc>
                <a:spcPct val="100000"/>
              </a:lnSpc>
              <a:defRPr sz="1200">
                <a:solidFill>
                  <a:schemeClr val="bg1"/>
                </a:solidFill>
                <a:latin typeface="+mj-lt"/>
              </a:defRPr>
            </a:lvl1pPr>
          </a:lstStyle>
          <a:p>
            <a:pPr lvl="0"/>
            <a:r>
              <a:rPr lang="fr-FR"/>
              <a:t>Lorem ipsum </a:t>
            </a:r>
            <a:r>
              <a:rPr lang="fr-FR" err="1"/>
              <a:t>dolor</a:t>
            </a:r>
            <a:endParaRPr lang="fr-FR"/>
          </a:p>
        </p:txBody>
      </p:sp>
      <p:sp>
        <p:nvSpPr>
          <p:cNvPr id="53" name="Espace réservé du texte 48">
            <a:extLst>
              <a:ext uri="{FF2B5EF4-FFF2-40B4-BE49-F238E27FC236}">
                <a16:creationId xmlns:a16="http://schemas.microsoft.com/office/drawing/2014/main" id="{BC6BF4A6-C79E-5D50-21F1-3110ECD2DD82}"/>
              </a:ext>
            </a:extLst>
          </p:cNvPr>
          <p:cNvSpPr>
            <a:spLocks noGrp="1"/>
          </p:cNvSpPr>
          <p:nvPr userDrawn="1">
            <p:ph type="body" sz="quarter" idx="28" hasCustomPrompt="1"/>
          </p:nvPr>
        </p:nvSpPr>
        <p:spPr>
          <a:xfrm>
            <a:off x="2787939" y="3495503"/>
            <a:ext cx="1613005" cy="184666"/>
          </a:xfrm>
        </p:spPr>
        <p:txBody>
          <a:bodyPr wrap="square" lIns="0" tIns="0" rIns="0" bIns="0" anchor="ctr" anchorCtr="0">
            <a:spAutoFit/>
          </a:bodyPr>
          <a:lstStyle>
            <a:lvl1pPr algn="r">
              <a:lnSpc>
                <a:spcPct val="100000"/>
              </a:lnSpc>
              <a:defRPr sz="1200">
                <a:solidFill>
                  <a:schemeClr val="bg1"/>
                </a:solidFill>
                <a:latin typeface="+mj-lt"/>
              </a:defRPr>
            </a:lvl1pPr>
          </a:lstStyle>
          <a:p>
            <a:pPr lvl="0"/>
            <a:r>
              <a:rPr lang="fr-FR"/>
              <a:t>Lorem ipsum </a:t>
            </a:r>
            <a:r>
              <a:rPr lang="fr-FR" err="1"/>
              <a:t>dolor</a:t>
            </a:r>
            <a:endParaRPr lang="fr-FR"/>
          </a:p>
        </p:txBody>
      </p:sp>
      <p:sp>
        <p:nvSpPr>
          <p:cNvPr id="54" name="Espace réservé du texte 48">
            <a:extLst>
              <a:ext uri="{FF2B5EF4-FFF2-40B4-BE49-F238E27FC236}">
                <a16:creationId xmlns:a16="http://schemas.microsoft.com/office/drawing/2014/main" id="{CFD8AE07-43D8-21B1-862C-B3B6384E7F45}"/>
              </a:ext>
            </a:extLst>
          </p:cNvPr>
          <p:cNvSpPr>
            <a:spLocks noGrp="1"/>
          </p:cNvSpPr>
          <p:nvPr userDrawn="1">
            <p:ph type="body" sz="quarter" idx="29" hasCustomPrompt="1"/>
          </p:nvPr>
        </p:nvSpPr>
        <p:spPr>
          <a:xfrm>
            <a:off x="2787939" y="4239026"/>
            <a:ext cx="1613005" cy="184666"/>
          </a:xfrm>
        </p:spPr>
        <p:txBody>
          <a:bodyPr wrap="square" lIns="0" tIns="0" rIns="0" bIns="0" anchor="ctr" anchorCtr="0">
            <a:spAutoFit/>
          </a:bodyPr>
          <a:lstStyle>
            <a:lvl1pPr algn="r">
              <a:lnSpc>
                <a:spcPct val="100000"/>
              </a:lnSpc>
              <a:defRPr sz="1200">
                <a:solidFill>
                  <a:schemeClr val="bg1"/>
                </a:solidFill>
                <a:latin typeface="+mj-lt"/>
              </a:defRPr>
            </a:lvl1pPr>
          </a:lstStyle>
          <a:p>
            <a:pPr lvl="0"/>
            <a:r>
              <a:rPr lang="fr-FR"/>
              <a:t>Lorem ipsum </a:t>
            </a:r>
            <a:r>
              <a:rPr lang="fr-FR" err="1"/>
              <a:t>dolor</a:t>
            </a:r>
            <a:endParaRPr lang="fr-FR"/>
          </a:p>
        </p:txBody>
      </p:sp>
      <p:sp>
        <p:nvSpPr>
          <p:cNvPr id="74" name="Espace réservé du texte 48">
            <a:extLst>
              <a:ext uri="{FF2B5EF4-FFF2-40B4-BE49-F238E27FC236}">
                <a16:creationId xmlns:a16="http://schemas.microsoft.com/office/drawing/2014/main" id="{5AF5FAD6-6DCD-F34D-C0CE-B8BD239C7748}"/>
              </a:ext>
            </a:extLst>
          </p:cNvPr>
          <p:cNvSpPr>
            <a:spLocks noGrp="1"/>
          </p:cNvSpPr>
          <p:nvPr userDrawn="1">
            <p:ph type="body" sz="quarter" idx="31" hasCustomPrompt="1"/>
          </p:nvPr>
        </p:nvSpPr>
        <p:spPr>
          <a:xfrm>
            <a:off x="5227192" y="1672536"/>
            <a:ext cx="1732406" cy="492443"/>
          </a:xfrm>
        </p:spPr>
        <p:txBody>
          <a:bodyPr wrap="square" lIns="0" tIns="0" rIns="0" bIns="0" anchor="b" anchorCtr="0">
            <a:spAutoFit/>
          </a:bodyPr>
          <a:lstStyle>
            <a:lvl1pPr algn="ctr">
              <a:lnSpc>
                <a:spcPct val="100000"/>
              </a:lnSpc>
              <a:defRPr sz="3200">
                <a:solidFill>
                  <a:schemeClr val="bg1"/>
                </a:solidFill>
                <a:latin typeface="+mj-lt"/>
              </a:defRPr>
            </a:lvl1pPr>
          </a:lstStyle>
          <a:p>
            <a:pPr lvl="0"/>
            <a:r>
              <a:rPr lang="fr-FR"/>
              <a:t>2018</a:t>
            </a:r>
          </a:p>
        </p:txBody>
      </p:sp>
      <p:sp>
        <p:nvSpPr>
          <p:cNvPr id="75" name="Espace réservé du texte 48">
            <a:extLst>
              <a:ext uri="{FF2B5EF4-FFF2-40B4-BE49-F238E27FC236}">
                <a16:creationId xmlns:a16="http://schemas.microsoft.com/office/drawing/2014/main" id="{22F659C2-C271-C3ED-AD70-028C116BE6F0}"/>
              </a:ext>
            </a:extLst>
          </p:cNvPr>
          <p:cNvSpPr>
            <a:spLocks noGrp="1"/>
          </p:cNvSpPr>
          <p:nvPr userDrawn="1">
            <p:ph type="body" sz="quarter" idx="32" hasCustomPrompt="1"/>
          </p:nvPr>
        </p:nvSpPr>
        <p:spPr>
          <a:xfrm>
            <a:off x="5225139" y="2751980"/>
            <a:ext cx="1732407" cy="186005"/>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2018</a:t>
            </a:r>
          </a:p>
        </p:txBody>
      </p:sp>
      <p:sp>
        <p:nvSpPr>
          <p:cNvPr id="76" name="Espace réservé du texte 48">
            <a:extLst>
              <a:ext uri="{FF2B5EF4-FFF2-40B4-BE49-F238E27FC236}">
                <a16:creationId xmlns:a16="http://schemas.microsoft.com/office/drawing/2014/main" id="{7BCE5AC1-9145-96FB-017F-C91DA3CE1D11}"/>
              </a:ext>
            </a:extLst>
          </p:cNvPr>
          <p:cNvSpPr>
            <a:spLocks noGrp="1"/>
          </p:cNvSpPr>
          <p:nvPr userDrawn="1">
            <p:ph type="body" sz="quarter" idx="33" hasCustomPrompt="1"/>
          </p:nvPr>
        </p:nvSpPr>
        <p:spPr>
          <a:xfrm>
            <a:off x="5225138" y="3493245"/>
            <a:ext cx="1732407" cy="186005"/>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2018</a:t>
            </a:r>
          </a:p>
        </p:txBody>
      </p:sp>
      <p:sp>
        <p:nvSpPr>
          <p:cNvPr id="77" name="Espace réservé du texte 48">
            <a:extLst>
              <a:ext uri="{FF2B5EF4-FFF2-40B4-BE49-F238E27FC236}">
                <a16:creationId xmlns:a16="http://schemas.microsoft.com/office/drawing/2014/main" id="{145E40D1-4F9A-B916-E582-101C37F6A4C6}"/>
              </a:ext>
            </a:extLst>
          </p:cNvPr>
          <p:cNvSpPr>
            <a:spLocks noGrp="1"/>
          </p:cNvSpPr>
          <p:nvPr userDrawn="1">
            <p:ph type="body" sz="quarter" idx="34" hasCustomPrompt="1"/>
          </p:nvPr>
        </p:nvSpPr>
        <p:spPr>
          <a:xfrm>
            <a:off x="5225138" y="4261583"/>
            <a:ext cx="1732407"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2018</a:t>
            </a:r>
          </a:p>
        </p:txBody>
      </p:sp>
      <p:sp>
        <p:nvSpPr>
          <p:cNvPr id="87" name="Espace réservé du texte 48">
            <a:extLst>
              <a:ext uri="{FF2B5EF4-FFF2-40B4-BE49-F238E27FC236}">
                <a16:creationId xmlns:a16="http://schemas.microsoft.com/office/drawing/2014/main" id="{86B44533-053F-8933-B8BC-6ADF5CB638B3}"/>
              </a:ext>
            </a:extLst>
          </p:cNvPr>
          <p:cNvSpPr>
            <a:spLocks noGrp="1"/>
          </p:cNvSpPr>
          <p:nvPr userDrawn="1">
            <p:ph type="body" sz="quarter" idx="35" hasCustomPrompt="1"/>
          </p:nvPr>
        </p:nvSpPr>
        <p:spPr>
          <a:xfrm>
            <a:off x="7666445" y="1672536"/>
            <a:ext cx="1732406" cy="492443"/>
          </a:xfrm>
        </p:spPr>
        <p:txBody>
          <a:bodyPr wrap="square" lIns="0" tIns="0" rIns="0" bIns="0" anchor="b" anchorCtr="0">
            <a:spAutoFit/>
          </a:bodyPr>
          <a:lstStyle>
            <a:lvl1pPr algn="ctr">
              <a:lnSpc>
                <a:spcPct val="100000"/>
              </a:lnSpc>
              <a:defRPr sz="3200">
                <a:solidFill>
                  <a:schemeClr val="bg1"/>
                </a:solidFill>
                <a:latin typeface="+mj-lt"/>
              </a:defRPr>
            </a:lvl1pPr>
          </a:lstStyle>
          <a:p>
            <a:pPr lvl="0"/>
            <a:r>
              <a:rPr lang="fr-FR"/>
              <a:t>2018</a:t>
            </a:r>
          </a:p>
        </p:txBody>
      </p:sp>
      <p:sp>
        <p:nvSpPr>
          <p:cNvPr id="88" name="Espace réservé du texte 48">
            <a:extLst>
              <a:ext uri="{FF2B5EF4-FFF2-40B4-BE49-F238E27FC236}">
                <a16:creationId xmlns:a16="http://schemas.microsoft.com/office/drawing/2014/main" id="{D6ADDA50-525A-9AF9-4E58-B4DC72614CA0}"/>
              </a:ext>
            </a:extLst>
          </p:cNvPr>
          <p:cNvSpPr>
            <a:spLocks noGrp="1"/>
          </p:cNvSpPr>
          <p:nvPr userDrawn="1">
            <p:ph type="body" sz="quarter" idx="36" hasCustomPrompt="1"/>
          </p:nvPr>
        </p:nvSpPr>
        <p:spPr>
          <a:xfrm>
            <a:off x="7669049" y="2775444"/>
            <a:ext cx="172980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2018</a:t>
            </a:r>
          </a:p>
        </p:txBody>
      </p:sp>
      <p:sp>
        <p:nvSpPr>
          <p:cNvPr id="89" name="Espace réservé du texte 48">
            <a:extLst>
              <a:ext uri="{FF2B5EF4-FFF2-40B4-BE49-F238E27FC236}">
                <a16:creationId xmlns:a16="http://schemas.microsoft.com/office/drawing/2014/main" id="{8EA9C431-0C01-7B38-8052-1F696DADEEF1}"/>
              </a:ext>
            </a:extLst>
          </p:cNvPr>
          <p:cNvSpPr>
            <a:spLocks noGrp="1"/>
          </p:cNvSpPr>
          <p:nvPr userDrawn="1">
            <p:ph type="body" sz="quarter" idx="37" hasCustomPrompt="1"/>
          </p:nvPr>
        </p:nvSpPr>
        <p:spPr>
          <a:xfrm>
            <a:off x="7662338" y="3513604"/>
            <a:ext cx="1732407"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2018</a:t>
            </a:r>
          </a:p>
        </p:txBody>
      </p:sp>
      <p:sp>
        <p:nvSpPr>
          <p:cNvPr id="90" name="Espace réservé du texte 48">
            <a:extLst>
              <a:ext uri="{FF2B5EF4-FFF2-40B4-BE49-F238E27FC236}">
                <a16:creationId xmlns:a16="http://schemas.microsoft.com/office/drawing/2014/main" id="{E947CC93-33B0-5E7E-F7B3-49C6C2617296}"/>
              </a:ext>
            </a:extLst>
          </p:cNvPr>
          <p:cNvSpPr>
            <a:spLocks noGrp="1"/>
          </p:cNvSpPr>
          <p:nvPr userDrawn="1">
            <p:ph type="body" sz="quarter" idx="38" hasCustomPrompt="1"/>
          </p:nvPr>
        </p:nvSpPr>
        <p:spPr>
          <a:xfrm>
            <a:off x="7669049" y="4273175"/>
            <a:ext cx="173501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2018</a:t>
            </a:r>
          </a:p>
        </p:txBody>
      </p:sp>
      <p:sp>
        <p:nvSpPr>
          <p:cNvPr id="100" name="Espace réservé du texte 48">
            <a:extLst>
              <a:ext uri="{FF2B5EF4-FFF2-40B4-BE49-F238E27FC236}">
                <a16:creationId xmlns:a16="http://schemas.microsoft.com/office/drawing/2014/main" id="{16BD5E88-70BD-91B4-361F-331F72FFE4FF}"/>
              </a:ext>
            </a:extLst>
          </p:cNvPr>
          <p:cNvSpPr>
            <a:spLocks noGrp="1"/>
          </p:cNvSpPr>
          <p:nvPr userDrawn="1">
            <p:ph type="body" sz="quarter" idx="39" hasCustomPrompt="1"/>
          </p:nvPr>
        </p:nvSpPr>
        <p:spPr>
          <a:xfrm>
            <a:off x="10105697" y="1672536"/>
            <a:ext cx="1732406" cy="492443"/>
          </a:xfrm>
        </p:spPr>
        <p:txBody>
          <a:bodyPr wrap="square" lIns="0" tIns="0" rIns="0" bIns="0" anchor="b" anchorCtr="0">
            <a:spAutoFit/>
          </a:bodyPr>
          <a:lstStyle>
            <a:lvl1pPr algn="ctr">
              <a:lnSpc>
                <a:spcPct val="100000"/>
              </a:lnSpc>
              <a:defRPr sz="3200">
                <a:solidFill>
                  <a:schemeClr val="bg1"/>
                </a:solidFill>
                <a:latin typeface="+mj-lt"/>
              </a:defRPr>
            </a:lvl1pPr>
          </a:lstStyle>
          <a:p>
            <a:pPr lvl="0"/>
            <a:r>
              <a:rPr lang="fr-FR"/>
              <a:t>2018</a:t>
            </a:r>
          </a:p>
        </p:txBody>
      </p:sp>
      <p:sp>
        <p:nvSpPr>
          <p:cNvPr id="101" name="Espace réservé du texte 48">
            <a:extLst>
              <a:ext uri="{FF2B5EF4-FFF2-40B4-BE49-F238E27FC236}">
                <a16:creationId xmlns:a16="http://schemas.microsoft.com/office/drawing/2014/main" id="{11BAD8FF-3346-F458-7F8B-B7BC368B23B6}"/>
              </a:ext>
            </a:extLst>
          </p:cNvPr>
          <p:cNvSpPr>
            <a:spLocks noGrp="1"/>
          </p:cNvSpPr>
          <p:nvPr userDrawn="1">
            <p:ph type="body" sz="quarter" idx="40" hasCustomPrompt="1"/>
          </p:nvPr>
        </p:nvSpPr>
        <p:spPr>
          <a:xfrm>
            <a:off x="10105697" y="2766657"/>
            <a:ext cx="1732406"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2018</a:t>
            </a:r>
          </a:p>
        </p:txBody>
      </p:sp>
      <p:sp>
        <p:nvSpPr>
          <p:cNvPr id="102" name="Espace réservé du texte 48">
            <a:extLst>
              <a:ext uri="{FF2B5EF4-FFF2-40B4-BE49-F238E27FC236}">
                <a16:creationId xmlns:a16="http://schemas.microsoft.com/office/drawing/2014/main" id="{DD7AF94F-536C-3471-7CC1-D54A3C21789B}"/>
              </a:ext>
            </a:extLst>
          </p:cNvPr>
          <p:cNvSpPr>
            <a:spLocks noGrp="1"/>
          </p:cNvSpPr>
          <p:nvPr userDrawn="1">
            <p:ph type="body" sz="quarter" idx="41" hasCustomPrompt="1"/>
          </p:nvPr>
        </p:nvSpPr>
        <p:spPr>
          <a:xfrm>
            <a:off x="10107749" y="3512083"/>
            <a:ext cx="1724196"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2018</a:t>
            </a:r>
          </a:p>
        </p:txBody>
      </p:sp>
      <p:sp>
        <p:nvSpPr>
          <p:cNvPr id="103" name="Espace réservé du texte 48">
            <a:extLst>
              <a:ext uri="{FF2B5EF4-FFF2-40B4-BE49-F238E27FC236}">
                <a16:creationId xmlns:a16="http://schemas.microsoft.com/office/drawing/2014/main" id="{08B91EE2-8575-D458-4524-4D0685E03DC4}"/>
              </a:ext>
            </a:extLst>
          </p:cNvPr>
          <p:cNvSpPr>
            <a:spLocks noGrp="1"/>
          </p:cNvSpPr>
          <p:nvPr userDrawn="1">
            <p:ph type="body" sz="quarter" idx="42" hasCustomPrompt="1"/>
          </p:nvPr>
        </p:nvSpPr>
        <p:spPr>
          <a:xfrm>
            <a:off x="10111855" y="4273175"/>
            <a:ext cx="1720090"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2018</a:t>
            </a:r>
          </a:p>
        </p:txBody>
      </p:sp>
      <p:sp>
        <p:nvSpPr>
          <p:cNvPr id="2" name="Espace réservé de la date 2">
            <a:extLst>
              <a:ext uri="{FF2B5EF4-FFF2-40B4-BE49-F238E27FC236}">
                <a16:creationId xmlns:a16="http://schemas.microsoft.com/office/drawing/2014/main" id="{BD7C964B-3E4D-4E5C-0606-93A185A64A89}"/>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6" name="Espace réservé du pied de page 3">
            <a:extLst>
              <a:ext uri="{FF2B5EF4-FFF2-40B4-BE49-F238E27FC236}">
                <a16:creationId xmlns:a16="http://schemas.microsoft.com/office/drawing/2014/main" id="{DC94AB25-DCAB-BDAD-1756-C3688658A3E8}"/>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grpSp>
        <p:nvGrpSpPr>
          <p:cNvPr id="7" name="Groupe 6">
            <a:extLst>
              <a:ext uri="{FF2B5EF4-FFF2-40B4-BE49-F238E27FC236}">
                <a16:creationId xmlns:a16="http://schemas.microsoft.com/office/drawing/2014/main" id="{7DD4D143-4E7D-37A9-46B3-9864C6E47616}"/>
              </a:ext>
            </a:extLst>
          </p:cNvPr>
          <p:cNvGrpSpPr/>
          <p:nvPr userDrawn="1"/>
        </p:nvGrpSpPr>
        <p:grpSpPr>
          <a:xfrm>
            <a:off x="-1" y="263015"/>
            <a:ext cx="5860125" cy="375126"/>
            <a:chOff x="-5557295" y="172402"/>
            <a:chExt cx="5860125" cy="375126"/>
          </a:xfrm>
        </p:grpSpPr>
        <p:sp>
          <p:nvSpPr>
            <p:cNvPr id="8" name="Forme libre 11">
              <a:extLst>
                <a:ext uri="{FF2B5EF4-FFF2-40B4-BE49-F238E27FC236}">
                  <a16:creationId xmlns:a16="http://schemas.microsoft.com/office/drawing/2014/main" id="{7B34F16C-E5AC-9C0B-8337-F3C85F0C6AA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1" name="Forme libre 12">
              <a:extLst>
                <a:ext uri="{FF2B5EF4-FFF2-40B4-BE49-F238E27FC236}">
                  <a16:creationId xmlns:a16="http://schemas.microsoft.com/office/drawing/2014/main" id="{2DFE325E-11EE-0F24-62DE-EF21FCBFC75E}"/>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B57634AA-CC10-6A49-5936-7A8171431ACD}"/>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4" name="Espace réservé du texte 45">
            <a:extLst>
              <a:ext uri="{FF2B5EF4-FFF2-40B4-BE49-F238E27FC236}">
                <a16:creationId xmlns:a16="http://schemas.microsoft.com/office/drawing/2014/main" id="{80DF7B04-EACC-07B9-64A1-04E283C956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64022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ableau 02">
    <p:bg>
      <p:bgPr>
        <a:solidFill>
          <a:schemeClr val="bg1"/>
        </a:solidFill>
        <a:effectLst/>
      </p:bgPr>
    </p:bg>
    <p:spTree>
      <p:nvGrpSpPr>
        <p:cNvPr id="1" name=""/>
        <p:cNvGrpSpPr/>
        <p:nvPr/>
      </p:nvGrpSpPr>
      <p:grpSpPr>
        <a:xfrm>
          <a:off x="0" y="0"/>
          <a:ext cx="0" cy="0"/>
          <a:chOff x="0" y="0"/>
          <a:chExt cx="0" cy="0"/>
        </a:xfrm>
      </p:grpSpPr>
      <p:sp>
        <p:nvSpPr>
          <p:cNvPr id="139" name="Rectangle 138">
            <a:extLst>
              <a:ext uri="{FF2B5EF4-FFF2-40B4-BE49-F238E27FC236}">
                <a16:creationId xmlns:a16="http://schemas.microsoft.com/office/drawing/2014/main" id="{DD39B0A3-798E-B414-65BF-9693311FB196}"/>
              </a:ext>
            </a:extLst>
          </p:cNvPr>
          <p:cNvSpPr/>
          <p:nvPr userDrawn="1"/>
        </p:nvSpPr>
        <p:spPr>
          <a:xfrm>
            <a:off x="-9431" y="-17755"/>
            <a:ext cx="12201431" cy="3428998"/>
          </a:xfrm>
          <a:prstGeom prst="rect">
            <a:avLst/>
          </a:prstGeom>
          <a:solidFill>
            <a:schemeClr val="tx1"/>
          </a:solidFill>
          <a:ln w="12660" cap="flat">
            <a:noFill/>
            <a:prstDash val="solid"/>
            <a:miter/>
          </a:ln>
        </p:spPr>
        <p:txBody>
          <a:bodyPr rtlCol="0" anchor="ctr"/>
          <a:lstStyle/>
          <a:p>
            <a:pPr algn="l"/>
            <a:endParaRPr lang="fr-FR"/>
          </a:p>
        </p:txBody>
      </p:sp>
      <p:sp>
        <p:nvSpPr>
          <p:cNvPr id="140" name="Espace réservé pour une image  19">
            <a:extLst>
              <a:ext uri="{FF2B5EF4-FFF2-40B4-BE49-F238E27FC236}">
                <a16:creationId xmlns:a16="http://schemas.microsoft.com/office/drawing/2014/main" id="{63910DE9-7C31-9D77-C1A2-D0E703172158}"/>
              </a:ext>
            </a:extLst>
          </p:cNvPr>
          <p:cNvSpPr>
            <a:spLocks noGrp="1"/>
          </p:cNvSpPr>
          <p:nvPr>
            <p:ph type="pic" sz="quarter" idx="59"/>
          </p:nvPr>
        </p:nvSpPr>
        <p:spPr>
          <a:xfrm>
            <a:off x="-1" y="3408720"/>
            <a:ext cx="12192001" cy="3449279"/>
          </a:xfrm>
          <a:solidFill>
            <a:schemeClr val="tx1">
              <a:alpha val="30000"/>
            </a:schemeClr>
          </a:solidFill>
        </p:spPr>
        <p:txBody>
          <a:bodyPr anchor="ctr" anchorCtr="0"/>
          <a:lstStyle>
            <a:lvl1pPr algn="ctr">
              <a:defRPr>
                <a:solidFill>
                  <a:schemeClr val="bg1"/>
                </a:solidFill>
              </a:defRPr>
            </a:lvl1pPr>
          </a:lstStyle>
          <a:p>
            <a:endParaRPr lang="fr-FR"/>
          </a:p>
        </p:txBody>
      </p:sp>
      <p:sp>
        <p:nvSpPr>
          <p:cNvPr id="2" name="Titre 1">
            <a:extLst>
              <a:ext uri="{FF2B5EF4-FFF2-40B4-BE49-F238E27FC236}">
                <a16:creationId xmlns:a16="http://schemas.microsoft.com/office/drawing/2014/main" id="{4DC5CE7E-D269-A260-6353-D23A6A4B0732}"/>
              </a:ext>
            </a:extLst>
          </p:cNvPr>
          <p:cNvSpPr>
            <a:spLocks noGrp="1"/>
          </p:cNvSpPr>
          <p:nvPr userDrawn="1">
            <p:ph type="title" hasCustomPrompt="1"/>
          </p:nvPr>
        </p:nvSpPr>
        <p:spPr/>
        <p:txBody>
          <a:bodyPr/>
          <a:lstStyle>
            <a:lvl1pPr>
              <a:defRPr>
                <a:solidFill>
                  <a:schemeClr val="accent3"/>
                </a:solidFill>
              </a:defRPr>
            </a:lvl1pPr>
          </a:lstStyle>
          <a:p>
            <a:r>
              <a:rPr lang="fr-FR" dirty="0"/>
              <a:t>Titre</a:t>
            </a:r>
          </a:p>
        </p:txBody>
      </p:sp>
      <p:sp>
        <p:nvSpPr>
          <p:cNvPr id="5" name="Espace réservé du numéro de diapositive 4">
            <a:extLst>
              <a:ext uri="{FF2B5EF4-FFF2-40B4-BE49-F238E27FC236}">
                <a16:creationId xmlns:a16="http://schemas.microsoft.com/office/drawing/2014/main" id="{60981500-4455-16C0-7EE2-02731198E2D1}"/>
              </a:ext>
            </a:extLst>
          </p:cNvPr>
          <p:cNvSpPr>
            <a:spLocks noGrp="1"/>
          </p:cNvSpPr>
          <p:nvPr userDrawn="1">
            <p:ph type="sldNum" sz="quarter" idx="12"/>
          </p:nvPr>
        </p:nvSpPr>
        <p:spPr/>
        <p:txBody>
          <a:bodyPr/>
          <a:lstStyle/>
          <a:p>
            <a:fld id="{CD166EB1-B284-8541-B839-321F682B6B05}" type="slidenum">
              <a:rPr lang="fr-FR" smtClean="0"/>
              <a:pPr/>
              <a:t>‹N°›</a:t>
            </a:fld>
            <a:endParaRPr lang="fr-FR"/>
          </a:p>
        </p:txBody>
      </p:sp>
      <p:sp>
        <p:nvSpPr>
          <p:cNvPr id="15" name="Espace réservé du texte 48">
            <a:extLst>
              <a:ext uri="{FF2B5EF4-FFF2-40B4-BE49-F238E27FC236}">
                <a16:creationId xmlns:a16="http://schemas.microsoft.com/office/drawing/2014/main" id="{9D6486AE-A99B-47D6-24F5-F222719BE358}"/>
              </a:ext>
            </a:extLst>
          </p:cNvPr>
          <p:cNvSpPr>
            <a:spLocks noGrp="1"/>
          </p:cNvSpPr>
          <p:nvPr userDrawn="1">
            <p:ph type="body" sz="quarter" idx="27" hasCustomPrompt="1"/>
          </p:nvPr>
        </p:nvSpPr>
        <p:spPr>
          <a:xfrm>
            <a:off x="1828076" y="4438360"/>
            <a:ext cx="2767073" cy="184666"/>
          </a:xfrm>
        </p:spPr>
        <p:txBody>
          <a:bodyPr wrap="square" lIns="0" tIns="0" rIns="0" bIns="0" anchor="ctr" anchorCtr="0">
            <a:spAutoFit/>
          </a:bodyPr>
          <a:lstStyle>
            <a:lvl1pPr algn="l">
              <a:lnSpc>
                <a:spcPct val="100000"/>
              </a:lnSpc>
              <a:defRPr sz="1200">
                <a:solidFill>
                  <a:schemeClr val="bg1"/>
                </a:solidFill>
                <a:latin typeface="+mj-lt"/>
              </a:defRPr>
            </a:lvl1pPr>
          </a:lstStyle>
          <a:p>
            <a:pPr lvl="0"/>
            <a:r>
              <a:rPr lang="fr-FR"/>
              <a:t>Lorem ipsum </a:t>
            </a:r>
            <a:r>
              <a:rPr lang="fr-FR" err="1"/>
              <a:t>dolor</a:t>
            </a:r>
            <a:endParaRPr lang="fr-FR"/>
          </a:p>
        </p:txBody>
      </p:sp>
      <p:sp>
        <p:nvSpPr>
          <p:cNvPr id="19" name="Espace réservé du texte 48">
            <a:extLst>
              <a:ext uri="{FF2B5EF4-FFF2-40B4-BE49-F238E27FC236}">
                <a16:creationId xmlns:a16="http://schemas.microsoft.com/office/drawing/2014/main" id="{C6412F1D-1046-2037-8EE5-AA9CF0DD54D8}"/>
              </a:ext>
            </a:extLst>
          </p:cNvPr>
          <p:cNvSpPr>
            <a:spLocks noGrp="1"/>
          </p:cNvSpPr>
          <p:nvPr userDrawn="1">
            <p:ph type="body" sz="quarter" idx="31" hasCustomPrompt="1"/>
          </p:nvPr>
        </p:nvSpPr>
        <p:spPr>
          <a:xfrm>
            <a:off x="5095637" y="2263165"/>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20" name="Espace réservé du texte 48">
            <a:extLst>
              <a:ext uri="{FF2B5EF4-FFF2-40B4-BE49-F238E27FC236}">
                <a16:creationId xmlns:a16="http://schemas.microsoft.com/office/drawing/2014/main" id="{5ABBF00C-CF8E-F4F1-00CE-A91C8EFC9385}"/>
              </a:ext>
            </a:extLst>
          </p:cNvPr>
          <p:cNvSpPr>
            <a:spLocks noGrp="1"/>
          </p:cNvSpPr>
          <p:nvPr userDrawn="1">
            <p:ph type="body" sz="quarter" idx="32" hasCustomPrompt="1"/>
          </p:nvPr>
        </p:nvSpPr>
        <p:spPr>
          <a:xfrm>
            <a:off x="5095637" y="2989786"/>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21" name="Espace réservé du texte 48">
            <a:extLst>
              <a:ext uri="{FF2B5EF4-FFF2-40B4-BE49-F238E27FC236}">
                <a16:creationId xmlns:a16="http://schemas.microsoft.com/office/drawing/2014/main" id="{C713F8C0-F0A8-34DA-590C-55BF4E1BC853}"/>
              </a:ext>
            </a:extLst>
          </p:cNvPr>
          <p:cNvSpPr>
            <a:spLocks noGrp="1"/>
          </p:cNvSpPr>
          <p:nvPr userDrawn="1">
            <p:ph type="body" sz="quarter" idx="33" hasCustomPrompt="1"/>
          </p:nvPr>
        </p:nvSpPr>
        <p:spPr>
          <a:xfrm>
            <a:off x="5095637" y="3712599"/>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55" name="Espace réservé du texte 48">
            <a:extLst>
              <a:ext uri="{FF2B5EF4-FFF2-40B4-BE49-F238E27FC236}">
                <a16:creationId xmlns:a16="http://schemas.microsoft.com/office/drawing/2014/main" id="{3F9AB2A7-8F3A-9C3E-A381-1F8766006624}"/>
              </a:ext>
            </a:extLst>
          </p:cNvPr>
          <p:cNvSpPr>
            <a:spLocks noGrp="1"/>
          </p:cNvSpPr>
          <p:nvPr userDrawn="1">
            <p:ph type="body" sz="quarter" idx="34" hasCustomPrompt="1"/>
          </p:nvPr>
        </p:nvSpPr>
        <p:spPr>
          <a:xfrm>
            <a:off x="5095354" y="1666624"/>
            <a:ext cx="1095632" cy="184666"/>
          </a:xfrm>
        </p:spPr>
        <p:txBody>
          <a:bodyPr wrap="square" lIns="0" tIns="0" rIns="0" bIns="0" anchor="ctr" anchorCtr="0">
            <a:spAutoFit/>
          </a:bodyPr>
          <a:lstStyle>
            <a:lvl1pPr algn="ctr">
              <a:lnSpc>
                <a:spcPct val="100000"/>
              </a:lnSpc>
              <a:defRPr sz="1200">
                <a:solidFill>
                  <a:schemeClr val="bg1"/>
                </a:solidFill>
                <a:latin typeface="+mj-lt"/>
              </a:defRPr>
            </a:lvl1pPr>
          </a:lstStyle>
          <a:p>
            <a:pPr lvl="0"/>
            <a:r>
              <a:rPr lang="fr-FR"/>
              <a:t>xx</a:t>
            </a:r>
          </a:p>
        </p:txBody>
      </p:sp>
      <p:sp>
        <p:nvSpPr>
          <p:cNvPr id="56" name="Espace réservé du texte 48">
            <a:extLst>
              <a:ext uri="{FF2B5EF4-FFF2-40B4-BE49-F238E27FC236}">
                <a16:creationId xmlns:a16="http://schemas.microsoft.com/office/drawing/2014/main" id="{4B17E299-6B02-C35B-7615-220CF059E6FE}"/>
              </a:ext>
            </a:extLst>
          </p:cNvPr>
          <p:cNvSpPr>
            <a:spLocks noGrp="1"/>
          </p:cNvSpPr>
          <p:nvPr userDrawn="1">
            <p:ph type="body" sz="quarter" idx="35" hasCustomPrompt="1"/>
          </p:nvPr>
        </p:nvSpPr>
        <p:spPr>
          <a:xfrm>
            <a:off x="6521751" y="2263165"/>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57" name="Espace réservé du texte 48">
            <a:extLst>
              <a:ext uri="{FF2B5EF4-FFF2-40B4-BE49-F238E27FC236}">
                <a16:creationId xmlns:a16="http://schemas.microsoft.com/office/drawing/2014/main" id="{2762A28A-EF0D-0C3C-27F6-838E4BF9EADA}"/>
              </a:ext>
            </a:extLst>
          </p:cNvPr>
          <p:cNvSpPr>
            <a:spLocks noGrp="1"/>
          </p:cNvSpPr>
          <p:nvPr userDrawn="1">
            <p:ph type="body" sz="quarter" idx="36" hasCustomPrompt="1"/>
          </p:nvPr>
        </p:nvSpPr>
        <p:spPr>
          <a:xfrm>
            <a:off x="6521751" y="2989786"/>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58" name="Espace réservé du texte 48">
            <a:extLst>
              <a:ext uri="{FF2B5EF4-FFF2-40B4-BE49-F238E27FC236}">
                <a16:creationId xmlns:a16="http://schemas.microsoft.com/office/drawing/2014/main" id="{A4B390A3-6607-E93F-C226-33D84B4545C6}"/>
              </a:ext>
            </a:extLst>
          </p:cNvPr>
          <p:cNvSpPr>
            <a:spLocks noGrp="1"/>
          </p:cNvSpPr>
          <p:nvPr userDrawn="1">
            <p:ph type="body" sz="quarter" idx="37" hasCustomPrompt="1"/>
          </p:nvPr>
        </p:nvSpPr>
        <p:spPr>
          <a:xfrm>
            <a:off x="6521751" y="3712599"/>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59" name="Espace réservé du texte 48">
            <a:extLst>
              <a:ext uri="{FF2B5EF4-FFF2-40B4-BE49-F238E27FC236}">
                <a16:creationId xmlns:a16="http://schemas.microsoft.com/office/drawing/2014/main" id="{A7644EBD-B2AA-1BDC-801C-606132D0FDDD}"/>
              </a:ext>
            </a:extLst>
          </p:cNvPr>
          <p:cNvSpPr>
            <a:spLocks noGrp="1"/>
          </p:cNvSpPr>
          <p:nvPr userDrawn="1">
            <p:ph type="body" sz="quarter" idx="38" hasCustomPrompt="1"/>
          </p:nvPr>
        </p:nvSpPr>
        <p:spPr>
          <a:xfrm>
            <a:off x="6521751" y="1666624"/>
            <a:ext cx="1095632" cy="184666"/>
          </a:xfrm>
        </p:spPr>
        <p:txBody>
          <a:bodyPr wrap="square" lIns="0" tIns="0" rIns="0" bIns="0" anchor="ctr" anchorCtr="0">
            <a:spAutoFit/>
          </a:bodyPr>
          <a:lstStyle>
            <a:lvl1pPr algn="ctr">
              <a:lnSpc>
                <a:spcPct val="100000"/>
              </a:lnSpc>
              <a:defRPr sz="1200">
                <a:solidFill>
                  <a:schemeClr val="bg1"/>
                </a:solidFill>
                <a:latin typeface="+mj-lt"/>
              </a:defRPr>
            </a:lvl1pPr>
          </a:lstStyle>
          <a:p>
            <a:pPr lvl="0"/>
            <a:r>
              <a:rPr lang="fr-FR"/>
              <a:t>xx</a:t>
            </a:r>
          </a:p>
        </p:txBody>
      </p:sp>
      <p:sp>
        <p:nvSpPr>
          <p:cNvPr id="60" name="Espace réservé du texte 48">
            <a:extLst>
              <a:ext uri="{FF2B5EF4-FFF2-40B4-BE49-F238E27FC236}">
                <a16:creationId xmlns:a16="http://schemas.microsoft.com/office/drawing/2014/main" id="{A410C9D1-5272-D668-6683-7588772B545D}"/>
              </a:ext>
            </a:extLst>
          </p:cNvPr>
          <p:cNvSpPr>
            <a:spLocks noGrp="1"/>
          </p:cNvSpPr>
          <p:nvPr userDrawn="1">
            <p:ph type="body" sz="quarter" idx="39" hasCustomPrompt="1"/>
          </p:nvPr>
        </p:nvSpPr>
        <p:spPr>
          <a:xfrm>
            <a:off x="7950830" y="2263165"/>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61" name="Espace réservé du texte 48">
            <a:extLst>
              <a:ext uri="{FF2B5EF4-FFF2-40B4-BE49-F238E27FC236}">
                <a16:creationId xmlns:a16="http://schemas.microsoft.com/office/drawing/2014/main" id="{B9AD8E58-9EF1-3568-916F-152C1BD4AB59}"/>
              </a:ext>
            </a:extLst>
          </p:cNvPr>
          <p:cNvSpPr>
            <a:spLocks noGrp="1"/>
          </p:cNvSpPr>
          <p:nvPr userDrawn="1">
            <p:ph type="body" sz="quarter" idx="40" hasCustomPrompt="1"/>
          </p:nvPr>
        </p:nvSpPr>
        <p:spPr>
          <a:xfrm>
            <a:off x="7950830" y="2989786"/>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62" name="Espace réservé du texte 48">
            <a:extLst>
              <a:ext uri="{FF2B5EF4-FFF2-40B4-BE49-F238E27FC236}">
                <a16:creationId xmlns:a16="http://schemas.microsoft.com/office/drawing/2014/main" id="{FD7EE62D-42DD-53FF-6469-714D1F9D35F5}"/>
              </a:ext>
            </a:extLst>
          </p:cNvPr>
          <p:cNvSpPr>
            <a:spLocks noGrp="1"/>
          </p:cNvSpPr>
          <p:nvPr userDrawn="1">
            <p:ph type="body" sz="quarter" idx="41" hasCustomPrompt="1"/>
          </p:nvPr>
        </p:nvSpPr>
        <p:spPr>
          <a:xfrm>
            <a:off x="7950830" y="3712599"/>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63" name="Espace réservé du texte 48">
            <a:extLst>
              <a:ext uri="{FF2B5EF4-FFF2-40B4-BE49-F238E27FC236}">
                <a16:creationId xmlns:a16="http://schemas.microsoft.com/office/drawing/2014/main" id="{49BBADB4-85C1-F41C-4A3E-76C10203C47F}"/>
              </a:ext>
            </a:extLst>
          </p:cNvPr>
          <p:cNvSpPr>
            <a:spLocks noGrp="1"/>
          </p:cNvSpPr>
          <p:nvPr userDrawn="1">
            <p:ph type="body" sz="quarter" idx="42" hasCustomPrompt="1"/>
          </p:nvPr>
        </p:nvSpPr>
        <p:spPr>
          <a:xfrm>
            <a:off x="7948148" y="1666624"/>
            <a:ext cx="1095632" cy="184666"/>
          </a:xfrm>
        </p:spPr>
        <p:txBody>
          <a:bodyPr wrap="square" lIns="0" tIns="0" rIns="0" bIns="0" anchor="ctr" anchorCtr="0">
            <a:spAutoFit/>
          </a:bodyPr>
          <a:lstStyle>
            <a:lvl1pPr algn="ctr">
              <a:lnSpc>
                <a:spcPct val="100000"/>
              </a:lnSpc>
              <a:defRPr sz="1200">
                <a:solidFill>
                  <a:schemeClr val="bg1"/>
                </a:solidFill>
                <a:latin typeface="+mj-lt"/>
              </a:defRPr>
            </a:lvl1pPr>
          </a:lstStyle>
          <a:p>
            <a:pPr lvl="0"/>
            <a:r>
              <a:rPr lang="fr-FR"/>
              <a:t>xx</a:t>
            </a:r>
          </a:p>
        </p:txBody>
      </p:sp>
      <p:sp>
        <p:nvSpPr>
          <p:cNvPr id="64" name="Espace réservé du texte 48">
            <a:extLst>
              <a:ext uri="{FF2B5EF4-FFF2-40B4-BE49-F238E27FC236}">
                <a16:creationId xmlns:a16="http://schemas.microsoft.com/office/drawing/2014/main" id="{2B9B21B5-20AB-0F2E-A84A-416208D5EDFD}"/>
              </a:ext>
            </a:extLst>
          </p:cNvPr>
          <p:cNvSpPr>
            <a:spLocks noGrp="1"/>
          </p:cNvSpPr>
          <p:nvPr userDrawn="1">
            <p:ph type="body" sz="quarter" idx="43" hasCustomPrompt="1"/>
          </p:nvPr>
        </p:nvSpPr>
        <p:spPr>
          <a:xfrm>
            <a:off x="9369880" y="2263165"/>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65" name="Espace réservé du texte 48">
            <a:extLst>
              <a:ext uri="{FF2B5EF4-FFF2-40B4-BE49-F238E27FC236}">
                <a16:creationId xmlns:a16="http://schemas.microsoft.com/office/drawing/2014/main" id="{C6A73895-AF28-D818-5432-B5B00B7B0D7D}"/>
              </a:ext>
            </a:extLst>
          </p:cNvPr>
          <p:cNvSpPr>
            <a:spLocks noGrp="1"/>
          </p:cNvSpPr>
          <p:nvPr userDrawn="1">
            <p:ph type="body" sz="quarter" idx="44" hasCustomPrompt="1"/>
          </p:nvPr>
        </p:nvSpPr>
        <p:spPr>
          <a:xfrm>
            <a:off x="9369880" y="2989786"/>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66" name="Espace réservé du texte 48">
            <a:extLst>
              <a:ext uri="{FF2B5EF4-FFF2-40B4-BE49-F238E27FC236}">
                <a16:creationId xmlns:a16="http://schemas.microsoft.com/office/drawing/2014/main" id="{D496DAA7-CF24-E871-EC0E-2CEACADF0DFE}"/>
              </a:ext>
            </a:extLst>
          </p:cNvPr>
          <p:cNvSpPr>
            <a:spLocks noGrp="1"/>
          </p:cNvSpPr>
          <p:nvPr userDrawn="1">
            <p:ph type="body" sz="quarter" idx="45" hasCustomPrompt="1"/>
          </p:nvPr>
        </p:nvSpPr>
        <p:spPr>
          <a:xfrm>
            <a:off x="9369880" y="3712599"/>
            <a:ext cx="1095632" cy="184666"/>
          </a:xfrm>
        </p:spPr>
        <p:txBody>
          <a:bodyPr wrap="square" lIns="0" tIns="0" rIns="0" bIns="0" anchor="ctr" anchorCtr="0">
            <a:spAutoFit/>
          </a:bodyPr>
          <a:lstStyle>
            <a:lvl1pPr algn="ctr">
              <a:lnSpc>
                <a:spcPct val="100000"/>
              </a:lnSpc>
              <a:defRPr sz="1200">
                <a:solidFill>
                  <a:schemeClr val="tx1"/>
                </a:solidFill>
                <a:latin typeface="+mn-lt"/>
              </a:defRPr>
            </a:lvl1pPr>
          </a:lstStyle>
          <a:p>
            <a:pPr lvl="0"/>
            <a:r>
              <a:rPr lang="fr-FR"/>
              <a:t>xx</a:t>
            </a:r>
          </a:p>
        </p:txBody>
      </p:sp>
      <p:sp>
        <p:nvSpPr>
          <p:cNvPr id="67" name="Espace réservé du texte 48">
            <a:extLst>
              <a:ext uri="{FF2B5EF4-FFF2-40B4-BE49-F238E27FC236}">
                <a16:creationId xmlns:a16="http://schemas.microsoft.com/office/drawing/2014/main" id="{E34F9FCC-6B5A-23D3-CCE1-F20FD6D00EFF}"/>
              </a:ext>
            </a:extLst>
          </p:cNvPr>
          <p:cNvSpPr>
            <a:spLocks noGrp="1"/>
          </p:cNvSpPr>
          <p:nvPr userDrawn="1">
            <p:ph type="body" sz="quarter" idx="46" hasCustomPrompt="1"/>
          </p:nvPr>
        </p:nvSpPr>
        <p:spPr>
          <a:xfrm>
            <a:off x="9374544" y="1666624"/>
            <a:ext cx="1095632" cy="184666"/>
          </a:xfrm>
        </p:spPr>
        <p:txBody>
          <a:bodyPr wrap="square" lIns="0" tIns="0" rIns="0" bIns="0" anchor="ctr" anchorCtr="0">
            <a:spAutoFit/>
          </a:bodyPr>
          <a:lstStyle>
            <a:lvl1pPr algn="ctr">
              <a:lnSpc>
                <a:spcPct val="100000"/>
              </a:lnSpc>
              <a:defRPr sz="1200">
                <a:solidFill>
                  <a:schemeClr val="bg1"/>
                </a:solidFill>
                <a:latin typeface="+mj-lt"/>
              </a:defRPr>
            </a:lvl1pPr>
          </a:lstStyle>
          <a:p>
            <a:pPr lvl="0"/>
            <a:r>
              <a:rPr lang="fr-FR"/>
              <a:t>xx</a:t>
            </a:r>
          </a:p>
        </p:txBody>
      </p:sp>
      <p:sp>
        <p:nvSpPr>
          <p:cNvPr id="146" name="Espace réservé du texte 48">
            <a:extLst>
              <a:ext uri="{FF2B5EF4-FFF2-40B4-BE49-F238E27FC236}">
                <a16:creationId xmlns:a16="http://schemas.microsoft.com/office/drawing/2014/main" id="{A1E002E2-8A38-323E-0169-F0998E933F66}"/>
              </a:ext>
            </a:extLst>
          </p:cNvPr>
          <p:cNvSpPr>
            <a:spLocks noGrp="1"/>
          </p:cNvSpPr>
          <p:nvPr userDrawn="1">
            <p:ph type="body" sz="quarter" idx="60" hasCustomPrompt="1"/>
          </p:nvPr>
        </p:nvSpPr>
        <p:spPr>
          <a:xfrm>
            <a:off x="1828076" y="3715043"/>
            <a:ext cx="2767073" cy="184666"/>
          </a:xfrm>
        </p:spPr>
        <p:txBody>
          <a:bodyPr wrap="square" lIns="0" tIns="0" rIns="0" bIns="0" anchor="ctr" anchorCtr="0">
            <a:spAutoFit/>
          </a:bodyPr>
          <a:lstStyle>
            <a:lvl1pPr algn="l">
              <a:lnSpc>
                <a:spcPct val="100000"/>
              </a:lnSpc>
              <a:defRPr sz="1200">
                <a:solidFill>
                  <a:schemeClr val="bg1"/>
                </a:solidFill>
                <a:latin typeface="+mj-lt"/>
              </a:defRPr>
            </a:lvl1pPr>
          </a:lstStyle>
          <a:p>
            <a:pPr lvl="0"/>
            <a:r>
              <a:rPr lang="fr-FR"/>
              <a:t>Lorem ipsum </a:t>
            </a:r>
            <a:r>
              <a:rPr lang="fr-FR" err="1"/>
              <a:t>dolor</a:t>
            </a:r>
            <a:endParaRPr lang="fr-FR"/>
          </a:p>
        </p:txBody>
      </p:sp>
      <p:sp>
        <p:nvSpPr>
          <p:cNvPr id="147" name="Espace réservé du texte 48">
            <a:extLst>
              <a:ext uri="{FF2B5EF4-FFF2-40B4-BE49-F238E27FC236}">
                <a16:creationId xmlns:a16="http://schemas.microsoft.com/office/drawing/2014/main" id="{4789EC29-3B11-B1F8-60B6-BBFCCD23A7E1}"/>
              </a:ext>
            </a:extLst>
          </p:cNvPr>
          <p:cNvSpPr>
            <a:spLocks noGrp="1"/>
          </p:cNvSpPr>
          <p:nvPr userDrawn="1">
            <p:ph type="body" sz="quarter" idx="61" hasCustomPrompt="1"/>
          </p:nvPr>
        </p:nvSpPr>
        <p:spPr>
          <a:xfrm>
            <a:off x="1828076" y="2991727"/>
            <a:ext cx="2767073" cy="184666"/>
          </a:xfrm>
        </p:spPr>
        <p:txBody>
          <a:bodyPr wrap="square" lIns="0" tIns="0" rIns="0" bIns="0" anchor="ctr" anchorCtr="0">
            <a:spAutoFit/>
          </a:bodyPr>
          <a:lstStyle>
            <a:lvl1pPr algn="l">
              <a:lnSpc>
                <a:spcPct val="100000"/>
              </a:lnSpc>
              <a:defRPr sz="1200">
                <a:solidFill>
                  <a:schemeClr val="bg1"/>
                </a:solidFill>
                <a:latin typeface="+mj-lt"/>
              </a:defRPr>
            </a:lvl1pPr>
          </a:lstStyle>
          <a:p>
            <a:pPr lvl="0"/>
            <a:r>
              <a:rPr lang="fr-FR"/>
              <a:t>Lorem ipsum </a:t>
            </a:r>
            <a:r>
              <a:rPr lang="fr-FR" err="1"/>
              <a:t>dolor</a:t>
            </a:r>
            <a:endParaRPr lang="fr-FR"/>
          </a:p>
        </p:txBody>
      </p:sp>
      <p:sp>
        <p:nvSpPr>
          <p:cNvPr id="148" name="Espace réservé du texte 48">
            <a:extLst>
              <a:ext uri="{FF2B5EF4-FFF2-40B4-BE49-F238E27FC236}">
                <a16:creationId xmlns:a16="http://schemas.microsoft.com/office/drawing/2014/main" id="{3092AB5F-7F4F-DACE-A33E-E831D1624072}"/>
              </a:ext>
            </a:extLst>
          </p:cNvPr>
          <p:cNvSpPr>
            <a:spLocks noGrp="1"/>
          </p:cNvSpPr>
          <p:nvPr userDrawn="1">
            <p:ph type="body" sz="quarter" idx="62" hasCustomPrompt="1"/>
          </p:nvPr>
        </p:nvSpPr>
        <p:spPr>
          <a:xfrm>
            <a:off x="1828076" y="2268411"/>
            <a:ext cx="2767073" cy="184666"/>
          </a:xfrm>
        </p:spPr>
        <p:txBody>
          <a:bodyPr wrap="square" lIns="0" tIns="0" rIns="0" bIns="0" anchor="ctr" anchorCtr="0">
            <a:spAutoFit/>
          </a:bodyPr>
          <a:lstStyle>
            <a:lvl1pPr algn="l">
              <a:lnSpc>
                <a:spcPct val="100000"/>
              </a:lnSpc>
              <a:defRPr sz="1200">
                <a:solidFill>
                  <a:schemeClr val="bg1"/>
                </a:solidFill>
                <a:latin typeface="+mj-lt"/>
              </a:defRPr>
            </a:lvl1pPr>
          </a:lstStyle>
          <a:p>
            <a:pPr lvl="0"/>
            <a:r>
              <a:rPr lang="fr-FR"/>
              <a:t>Lorem ipsum </a:t>
            </a:r>
            <a:r>
              <a:rPr lang="fr-FR" err="1"/>
              <a:t>dolor</a:t>
            </a:r>
            <a:endParaRPr lang="fr-FR"/>
          </a:p>
        </p:txBody>
      </p:sp>
      <p:sp>
        <p:nvSpPr>
          <p:cNvPr id="9" name="Espace réservé de la date 2">
            <a:extLst>
              <a:ext uri="{FF2B5EF4-FFF2-40B4-BE49-F238E27FC236}">
                <a16:creationId xmlns:a16="http://schemas.microsoft.com/office/drawing/2014/main" id="{F7C65202-B334-96B3-462E-E034AEFB4BC2}"/>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10" name="Espace réservé du pied de page 3">
            <a:extLst>
              <a:ext uri="{FF2B5EF4-FFF2-40B4-BE49-F238E27FC236}">
                <a16:creationId xmlns:a16="http://schemas.microsoft.com/office/drawing/2014/main" id="{A98CD58C-2504-FF77-3F98-ED506E6A300E}"/>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11" name="Forme libre 10">
            <a:extLst>
              <a:ext uri="{FF2B5EF4-FFF2-40B4-BE49-F238E27FC236}">
                <a16:creationId xmlns:a16="http://schemas.microsoft.com/office/drawing/2014/main" id="{8E27F27A-760F-4033-038A-F2D3DDC08D02}"/>
              </a:ext>
            </a:extLst>
          </p:cNvPr>
          <p:cNvSpPr/>
          <p:nvPr userDrawn="1"/>
        </p:nvSpPr>
        <p:spPr>
          <a:xfrm>
            <a:off x="-100335" y="245260"/>
            <a:ext cx="5960459" cy="384361"/>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 name="connsiteX0" fmla="*/ 5975928 w 7319694"/>
              <a:gd name="connsiteY0" fmla="*/ 0 h 375125"/>
              <a:gd name="connsiteX1" fmla="*/ 7128276 w 7319694"/>
              <a:gd name="connsiteY1" fmla="*/ 0 h 375125"/>
              <a:gd name="connsiteX2" fmla="*/ 7319694 w 7319694"/>
              <a:gd name="connsiteY2" fmla="*/ 187562 h 375125"/>
              <a:gd name="connsiteX3" fmla="*/ 7128276 w 7319694"/>
              <a:gd name="connsiteY3" fmla="*/ 375125 h 375125"/>
              <a:gd name="connsiteX4" fmla="*/ 0 w 7319694"/>
              <a:gd name="connsiteY4" fmla="*/ 356652 h 375125"/>
              <a:gd name="connsiteX5" fmla="*/ 5975928 w 7319694"/>
              <a:gd name="connsiteY5" fmla="*/ 0 h 375125"/>
              <a:gd name="connsiteX0" fmla="*/ 0 w 7356639"/>
              <a:gd name="connsiteY0" fmla="*/ 0 h 375125"/>
              <a:gd name="connsiteX1" fmla="*/ 7165221 w 7356639"/>
              <a:gd name="connsiteY1" fmla="*/ 0 h 375125"/>
              <a:gd name="connsiteX2" fmla="*/ 7356639 w 7356639"/>
              <a:gd name="connsiteY2" fmla="*/ 187562 h 375125"/>
              <a:gd name="connsiteX3" fmla="*/ 7165221 w 7356639"/>
              <a:gd name="connsiteY3" fmla="*/ 375125 h 375125"/>
              <a:gd name="connsiteX4" fmla="*/ 36945 w 7356639"/>
              <a:gd name="connsiteY4" fmla="*/ 356652 h 375125"/>
              <a:gd name="connsiteX5" fmla="*/ 0 w 7356639"/>
              <a:gd name="connsiteY5" fmla="*/ 0 h 375125"/>
              <a:gd name="connsiteX0" fmla="*/ 9237 w 7365876"/>
              <a:gd name="connsiteY0" fmla="*/ 0 h 384361"/>
              <a:gd name="connsiteX1" fmla="*/ 7174458 w 7365876"/>
              <a:gd name="connsiteY1" fmla="*/ 0 h 384361"/>
              <a:gd name="connsiteX2" fmla="*/ 7365876 w 7365876"/>
              <a:gd name="connsiteY2" fmla="*/ 187562 h 384361"/>
              <a:gd name="connsiteX3" fmla="*/ 7174458 w 7365876"/>
              <a:gd name="connsiteY3" fmla="*/ 375125 h 384361"/>
              <a:gd name="connsiteX4" fmla="*/ 0 w 7365876"/>
              <a:gd name="connsiteY4" fmla="*/ 384361 h 384361"/>
              <a:gd name="connsiteX5" fmla="*/ 9237 w 7365876"/>
              <a:gd name="connsiteY5" fmla="*/ 0 h 384361"/>
              <a:gd name="connsiteX0" fmla="*/ 1405417 w 7365876"/>
              <a:gd name="connsiteY0" fmla="*/ 0 h 384361"/>
              <a:gd name="connsiteX1" fmla="*/ 7174458 w 7365876"/>
              <a:gd name="connsiteY1" fmla="*/ 0 h 384361"/>
              <a:gd name="connsiteX2" fmla="*/ 7365876 w 7365876"/>
              <a:gd name="connsiteY2" fmla="*/ 187562 h 384361"/>
              <a:gd name="connsiteX3" fmla="*/ 7174458 w 7365876"/>
              <a:gd name="connsiteY3" fmla="*/ 375125 h 384361"/>
              <a:gd name="connsiteX4" fmla="*/ 0 w 7365876"/>
              <a:gd name="connsiteY4" fmla="*/ 384361 h 384361"/>
              <a:gd name="connsiteX5" fmla="*/ 1405417 w 7365876"/>
              <a:gd name="connsiteY5" fmla="*/ 0 h 384361"/>
              <a:gd name="connsiteX0" fmla="*/ 0 w 5960459"/>
              <a:gd name="connsiteY0" fmla="*/ 0 h 384361"/>
              <a:gd name="connsiteX1" fmla="*/ 5769041 w 5960459"/>
              <a:gd name="connsiteY1" fmla="*/ 0 h 384361"/>
              <a:gd name="connsiteX2" fmla="*/ 5960459 w 5960459"/>
              <a:gd name="connsiteY2" fmla="*/ 187562 h 384361"/>
              <a:gd name="connsiteX3" fmla="*/ 5769041 w 5960459"/>
              <a:gd name="connsiteY3" fmla="*/ 375125 h 384361"/>
              <a:gd name="connsiteX4" fmla="*/ 596 w 5960459"/>
              <a:gd name="connsiteY4" fmla="*/ 384361 h 384361"/>
              <a:gd name="connsiteX5" fmla="*/ 0 w 5960459"/>
              <a:gd name="connsiteY5" fmla="*/ 0 h 38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60459" h="384361">
                <a:moveTo>
                  <a:pt x="0" y="0"/>
                </a:moveTo>
                <a:lnTo>
                  <a:pt x="5769041" y="0"/>
                </a:lnTo>
                <a:cubicBezTo>
                  <a:pt x="5874704" y="0"/>
                  <a:pt x="5960459" y="84028"/>
                  <a:pt x="5960459" y="187562"/>
                </a:cubicBezTo>
                <a:cubicBezTo>
                  <a:pt x="5960459" y="291096"/>
                  <a:pt x="5874704" y="375125"/>
                  <a:pt x="5769041" y="375125"/>
                </a:cubicBezTo>
                <a:lnTo>
                  <a:pt x="596" y="384361"/>
                </a:lnTo>
                <a:cubicBezTo>
                  <a:pt x="397" y="256241"/>
                  <a:pt x="199" y="128120"/>
                  <a:pt x="0" y="0"/>
                </a:cubicBezTo>
                <a:close/>
              </a:path>
            </a:pathLst>
          </a:custGeom>
          <a:solidFill>
            <a:schemeClr val="tx1"/>
          </a:solidFill>
          <a:ln w="1266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3" name="Espace réservé du texte 45">
            <a:extLst>
              <a:ext uri="{FF2B5EF4-FFF2-40B4-BE49-F238E27FC236}">
                <a16:creationId xmlns:a16="http://schemas.microsoft.com/office/drawing/2014/main" id="{5CD01746-DA44-F131-CB13-DEDAC3CBEB66}"/>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4" name="Espace réservé du texte 45">
            <a:extLst>
              <a:ext uri="{FF2B5EF4-FFF2-40B4-BE49-F238E27FC236}">
                <a16:creationId xmlns:a16="http://schemas.microsoft.com/office/drawing/2014/main" id="{BFA97DB7-4A8C-2CC1-B873-A52F6DF384E5}"/>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560956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lendrie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CD1E28-6EED-A3E6-445A-8B3B5313BA57}"/>
              </a:ext>
            </a:extLst>
          </p:cNvPr>
          <p:cNvSpPr>
            <a:spLocks noGrp="1"/>
          </p:cNvSpPr>
          <p:nvPr>
            <p:ph type="title" hasCustomPrompt="1"/>
          </p:nvPr>
        </p:nvSpPr>
        <p:spPr/>
        <p:txBody>
          <a:bodyPr/>
          <a:lstStyle>
            <a:lvl1pPr>
              <a:defRPr>
                <a:solidFill>
                  <a:schemeClr val="accent3"/>
                </a:solidFill>
              </a:defRPr>
            </a:lvl1pPr>
          </a:lstStyle>
          <a:p>
            <a:r>
              <a:rPr lang="fr-FR" dirty="0"/>
              <a:t>Titre</a:t>
            </a:r>
          </a:p>
        </p:txBody>
      </p:sp>
      <p:sp>
        <p:nvSpPr>
          <p:cNvPr id="13" name="Rectangle 12">
            <a:extLst>
              <a:ext uri="{FF2B5EF4-FFF2-40B4-BE49-F238E27FC236}">
                <a16:creationId xmlns:a16="http://schemas.microsoft.com/office/drawing/2014/main" id="{888AF256-ED1C-638F-99CE-CEFCF8F4F1B1}"/>
              </a:ext>
            </a:extLst>
          </p:cNvPr>
          <p:cNvSpPr/>
          <p:nvPr userDrawn="1"/>
        </p:nvSpPr>
        <p:spPr>
          <a:xfrm>
            <a:off x="0" y="5704111"/>
            <a:ext cx="12192000" cy="1153889"/>
          </a:xfrm>
          <a:prstGeom prst="rect">
            <a:avLst/>
          </a:prstGeom>
          <a:solidFill>
            <a:schemeClr val="accent3"/>
          </a:solidFill>
          <a:ln w="12660" cap="flat">
            <a:noFill/>
            <a:prstDash val="solid"/>
            <a:miter/>
          </a:ln>
        </p:spPr>
        <p:txBody>
          <a:bodyPr rtlCol="0" anchor="ctr"/>
          <a:lstStyle/>
          <a:p>
            <a:pPr algn="l"/>
            <a:endParaRPr lang="fr-FR"/>
          </a:p>
        </p:txBody>
      </p:sp>
      <p:sp>
        <p:nvSpPr>
          <p:cNvPr id="14" name="Forme libre 29">
            <a:extLst>
              <a:ext uri="{FF2B5EF4-FFF2-40B4-BE49-F238E27FC236}">
                <a16:creationId xmlns:a16="http://schemas.microsoft.com/office/drawing/2014/main" id="{CB70F515-F201-7BC6-3512-76D523FBCAE3}"/>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5" name="Espace réservé du numéro de diapositive 29">
            <a:extLst>
              <a:ext uri="{FF2B5EF4-FFF2-40B4-BE49-F238E27FC236}">
                <a16:creationId xmlns:a16="http://schemas.microsoft.com/office/drawing/2014/main" id="{FAA47A96-A68E-8811-C4C6-1FB39793FB81}"/>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tx1"/>
                </a:solidFill>
                <a:latin typeface="+mj-lt"/>
              </a:defRPr>
            </a:lvl1pPr>
          </a:lstStyle>
          <a:p>
            <a:fld id="{CD166EB1-B284-8541-B839-321F682B6B05}" type="slidenum">
              <a:rPr lang="fr-FR" smtClean="0"/>
              <a:pPr/>
              <a:t>‹N°›</a:t>
            </a:fld>
            <a:endParaRPr lang="fr-FR"/>
          </a:p>
        </p:txBody>
      </p:sp>
      <p:sp>
        <p:nvSpPr>
          <p:cNvPr id="16" name="Espace réservé de la date 2">
            <a:extLst>
              <a:ext uri="{FF2B5EF4-FFF2-40B4-BE49-F238E27FC236}">
                <a16:creationId xmlns:a16="http://schemas.microsoft.com/office/drawing/2014/main" id="{EE8FAC95-2C21-7D24-B2D5-3DEC2DEC0103}"/>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17" name="Espace réservé du pied de page 3">
            <a:extLst>
              <a:ext uri="{FF2B5EF4-FFF2-40B4-BE49-F238E27FC236}">
                <a16:creationId xmlns:a16="http://schemas.microsoft.com/office/drawing/2014/main" id="{50FFE0DC-5805-8BD7-C0BB-2CB38AE12076}"/>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grpSp>
        <p:nvGrpSpPr>
          <p:cNvPr id="18" name="Groupe 17">
            <a:extLst>
              <a:ext uri="{FF2B5EF4-FFF2-40B4-BE49-F238E27FC236}">
                <a16:creationId xmlns:a16="http://schemas.microsoft.com/office/drawing/2014/main" id="{6AF2D43C-89E6-84D4-BC42-147FFEA4C74D}"/>
              </a:ext>
            </a:extLst>
          </p:cNvPr>
          <p:cNvGrpSpPr/>
          <p:nvPr userDrawn="1"/>
        </p:nvGrpSpPr>
        <p:grpSpPr>
          <a:xfrm>
            <a:off x="-1" y="263015"/>
            <a:ext cx="5860125" cy="375126"/>
            <a:chOff x="-5557295" y="172402"/>
            <a:chExt cx="5860125" cy="375126"/>
          </a:xfrm>
        </p:grpSpPr>
        <p:sp>
          <p:nvSpPr>
            <p:cNvPr id="19" name="Forme libre 11">
              <a:extLst>
                <a:ext uri="{FF2B5EF4-FFF2-40B4-BE49-F238E27FC236}">
                  <a16:creationId xmlns:a16="http://schemas.microsoft.com/office/drawing/2014/main" id="{FFAE8101-D247-F6F2-AAC7-CE4CB2A423D7}"/>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0" name="Forme libre 12">
              <a:extLst>
                <a:ext uri="{FF2B5EF4-FFF2-40B4-BE49-F238E27FC236}">
                  <a16:creationId xmlns:a16="http://schemas.microsoft.com/office/drawing/2014/main" id="{CE7D8225-5B67-2661-D794-C6EB43CF4107}"/>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1" name="Espace réservé du texte 45">
            <a:extLst>
              <a:ext uri="{FF2B5EF4-FFF2-40B4-BE49-F238E27FC236}">
                <a16:creationId xmlns:a16="http://schemas.microsoft.com/office/drawing/2014/main" id="{5C1505AB-E408-61E2-697C-9C10F3399445}"/>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22" name="Espace réservé du texte 45">
            <a:extLst>
              <a:ext uri="{FF2B5EF4-FFF2-40B4-BE49-F238E27FC236}">
                <a16:creationId xmlns:a16="http://schemas.microsoft.com/office/drawing/2014/main" id="{B966F332-AF81-B11C-E2D6-2CDE1AE9D5D9}"/>
              </a:ext>
            </a:extLst>
          </p:cNvPr>
          <p:cNvSpPr>
            <a:spLocks noGrp="1"/>
          </p:cNvSpPr>
          <p:nvPr>
            <p:ph type="body" sz="quarter" idx="54"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42172562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hiffres clés">
    <p:bg>
      <p:bgPr>
        <a:solidFill>
          <a:schemeClr val="bg1"/>
        </a:solidFill>
        <a:effectLst/>
      </p:bgPr>
    </p:bg>
    <p:spTree>
      <p:nvGrpSpPr>
        <p:cNvPr id="1" name=""/>
        <p:cNvGrpSpPr/>
        <p:nvPr/>
      </p:nvGrpSpPr>
      <p:grpSpPr>
        <a:xfrm>
          <a:off x="0" y="0"/>
          <a:ext cx="0" cy="0"/>
          <a:chOff x="0" y="0"/>
          <a:chExt cx="0" cy="0"/>
        </a:xfrm>
      </p:grpSpPr>
      <p:sp>
        <p:nvSpPr>
          <p:cNvPr id="29" name="Espace réservé pour une image  19">
            <a:extLst>
              <a:ext uri="{FF2B5EF4-FFF2-40B4-BE49-F238E27FC236}">
                <a16:creationId xmlns:a16="http://schemas.microsoft.com/office/drawing/2014/main" id="{AF351EC0-6A91-1DAA-80AC-C8613001C895}"/>
              </a:ext>
            </a:extLst>
          </p:cNvPr>
          <p:cNvSpPr>
            <a:spLocks noGrp="1"/>
          </p:cNvSpPr>
          <p:nvPr>
            <p:ph type="pic" sz="quarter" idx="28"/>
          </p:nvPr>
        </p:nvSpPr>
        <p:spPr>
          <a:xfrm>
            <a:off x="4046535" y="2285621"/>
            <a:ext cx="8170542" cy="2282400"/>
          </a:xfrm>
          <a:noFill/>
        </p:spPr>
        <p:txBody>
          <a:bodyPr anchor="ctr" anchorCtr="0"/>
          <a:lstStyle>
            <a:lvl1pPr algn="ctr">
              <a:defRPr/>
            </a:lvl1pPr>
          </a:lstStyle>
          <a:p>
            <a:endParaRPr lang="fr-FR"/>
          </a:p>
        </p:txBody>
      </p:sp>
      <p:sp>
        <p:nvSpPr>
          <p:cNvPr id="28" name="Espace réservé pour une image  19">
            <a:extLst>
              <a:ext uri="{FF2B5EF4-FFF2-40B4-BE49-F238E27FC236}">
                <a16:creationId xmlns:a16="http://schemas.microsoft.com/office/drawing/2014/main" id="{71C39FE4-DD2D-5838-68F8-F18E3811CDE4}"/>
              </a:ext>
            </a:extLst>
          </p:cNvPr>
          <p:cNvSpPr>
            <a:spLocks noGrp="1"/>
          </p:cNvSpPr>
          <p:nvPr>
            <p:ph type="pic" sz="quarter" idx="27"/>
          </p:nvPr>
        </p:nvSpPr>
        <p:spPr>
          <a:xfrm>
            <a:off x="-1" y="4560038"/>
            <a:ext cx="8137002" cy="2300400"/>
          </a:xfrm>
          <a:noFill/>
        </p:spPr>
        <p:txBody>
          <a:bodyPr anchor="ctr" anchorCtr="0"/>
          <a:lstStyle>
            <a:lvl1pPr algn="ctr">
              <a:defRPr/>
            </a:lvl1pPr>
          </a:lstStyle>
          <a:p>
            <a:endParaRPr lang="fr-FR"/>
          </a:p>
        </p:txBody>
      </p:sp>
      <p:sp>
        <p:nvSpPr>
          <p:cNvPr id="9" name="Rectangle 8">
            <a:extLst>
              <a:ext uri="{FF2B5EF4-FFF2-40B4-BE49-F238E27FC236}">
                <a16:creationId xmlns:a16="http://schemas.microsoft.com/office/drawing/2014/main" id="{59DFA08A-7133-A235-CA02-7B0833234B24}"/>
              </a:ext>
            </a:extLst>
          </p:cNvPr>
          <p:cNvSpPr/>
          <p:nvPr userDrawn="1"/>
        </p:nvSpPr>
        <p:spPr>
          <a:xfrm>
            <a:off x="8137003" y="4545516"/>
            <a:ext cx="4054397" cy="2314922"/>
          </a:xfrm>
          <a:prstGeom prst="rect">
            <a:avLst/>
          </a:prstGeom>
          <a:solidFill>
            <a:schemeClr val="accent3"/>
          </a:solidFill>
          <a:ln w="12660" cap="flat">
            <a:noFill/>
            <a:prstDash val="solid"/>
            <a:miter/>
          </a:ln>
        </p:spPr>
        <p:txBody>
          <a:bodyPr rtlCol="0" anchor="ctr"/>
          <a:lstStyle/>
          <a:p>
            <a:pPr lvl="0"/>
            <a:endParaRPr lang="fr-FR"/>
          </a:p>
        </p:txBody>
      </p:sp>
      <p:sp>
        <p:nvSpPr>
          <p:cNvPr id="27" name="Espace réservé pour une image  19">
            <a:extLst>
              <a:ext uri="{FF2B5EF4-FFF2-40B4-BE49-F238E27FC236}">
                <a16:creationId xmlns:a16="http://schemas.microsoft.com/office/drawing/2014/main" id="{B17375FC-D8D2-D0C9-2A83-607E59D6729A}"/>
              </a:ext>
            </a:extLst>
          </p:cNvPr>
          <p:cNvSpPr>
            <a:spLocks noGrp="1"/>
          </p:cNvSpPr>
          <p:nvPr>
            <p:ph type="pic" sz="quarter" idx="26"/>
          </p:nvPr>
        </p:nvSpPr>
        <p:spPr>
          <a:xfrm>
            <a:off x="-1" y="0"/>
            <a:ext cx="8137002" cy="2297964"/>
          </a:xfrm>
          <a:noFill/>
        </p:spPr>
        <p:txBody>
          <a:bodyPr anchor="ctr" anchorCtr="0"/>
          <a:lstStyle>
            <a:lvl1pPr algn="ctr">
              <a:defRPr/>
            </a:lvl1pPr>
          </a:lstStyle>
          <a:p>
            <a:endParaRPr lang="fr-FR"/>
          </a:p>
        </p:txBody>
      </p:sp>
      <p:sp>
        <p:nvSpPr>
          <p:cNvPr id="2" name="Rectangle 1">
            <a:extLst>
              <a:ext uri="{FF2B5EF4-FFF2-40B4-BE49-F238E27FC236}">
                <a16:creationId xmlns:a16="http://schemas.microsoft.com/office/drawing/2014/main" id="{6B8D6868-FE2E-B5EF-FC26-077D12FA810D}"/>
              </a:ext>
            </a:extLst>
          </p:cNvPr>
          <p:cNvSpPr/>
          <p:nvPr userDrawn="1"/>
        </p:nvSpPr>
        <p:spPr>
          <a:xfrm>
            <a:off x="8137003" y="0"/>
            <a:ext cx="4054397" cy="2312484"/>
          </a:xfrm>
          <a:prstGeom prst="rect">
            <a:avLst/>
          </a:prstGeom>
          <a:solidFill>
            <a:schemeClr val="tx1"/>
          </a:solidFill>
          <a:ln w="12660" cap="flat">
            <a:noFill/>
            <a:prstDash val="solid"/>
            <a:miter/>
          </a:ln>
        </p:spPr>
        <p:txBody>
          <a:bodyPr rtlCol="0" anchor="ctr"/>
          <a:lstStyle/>
          <a:p>
            <a:pPr lvl="0"/>
            <a:endParaRPr lang="fr-FR"/>
          </a:p>
        </p:txBody>
      </p:sp>
      <p:sp>
        <p:nvSpPr>
          <p:cNvPr id="8" name="Rectangle 7">
            <a:extLst>
              <a:ext uri="{FF2B5EF4-FFF2-40B4-BE49-F238E27FC236}">
                <a16:creationId xmlns:a16="http://schemas.microsoft.com/office/drawing/2014/main" id="{7E881760-915B-EB35-85F5-6BA6FB5E34DC}"/>
              </a:ext>
            </a:extLst>
          </p:cNvPr>
          <p:cNvSpPr/>
          <p:nvPr userDrawn="1"/>
        </p:nvSpPr>
        <p:spPr>
          <a:xfrm>
            <a:off x="0" y="2285447"/>
            <a:ext cx="4054397" cy="2282749"/>
          </a:xfrm>
          <a:prstGeom prst="rect">
            <a:avLst/>
          </a:prstGeom>
          <a:solidFill>
            <a:schemeClr val="accent1"/>
          </a:solidFill>
          <a:ln w="12660" cap="flat">
            <a:noFill/>
            <a:prstDash val="solid"/>
            <a:miter/>
          </a:ln>
        </p:spPr>
        <p:txBody>
          <a:bodyPr rtlCol="0" anchor="ctr"/>
          <a:lstStyle/>
          <a:p>
            <a:pPr lvl="0"/>
            <a:endParaRPr lang="fr-FR"/>
          </a:p>
        </p:txBody>
      </p:sp>
      <p:sp>
        <p:nvSpPr>
          <p:cNvPr id="11" name="Espace réservé du texte 48">
            <a:extLst>
              <a:ext uri="{FF2B5EF4-FFF2-40B4-BE49-F238E27FC236}">
                <a16:creationId xmlns:a16="http://schemas.microsoft.com/office/drawing/2014/main" id="{699774F8-2CAC-4281-C7BD-6B3E8220C090}"/>
              </a:ext>
            </a:extLst>
          </p:cNvPr>
          <p:cNvSpPr>
            <a:spLocks noGrp="1"/>
          </p:cNvSpPr>
          <p:nvPr userDrawn="1">
            <p:ph type="body" sz="quarter" idx="20" hasCustomPrompt="1"/>
          </p:nvPr>
        </p:nvSpPr>
        <p:spPr>
          <a:xfrm>
            <a:off x="8825722" y="236466"/>
            <a:ext cx="2611141" cy="984885"/>
          </a:xfrm>
        </p:spPr>
        <p:txBody>
          <a:bodyPr wrap="square" lIns="0" tIns="0" rIns="0" bIns="0" anchor="b" anchorCtr="0">
            <a:spAutoFit/>
          </a:bodyPr>
          <a:lstStyle>
            <a:lvl1pPr algn="ctr">
              <a:lnSpc>
                <a:spcPct val="100000"/>
              </a:lnSpc>
              <a:defRPr sz="6400">
                <a:solidFill>
                  <a:schemeClr val="bg1"/>
                </a:solidFill>
                <a:latin typeface="+mn-lt"/>
              </a:defRPr>
            </a:lvl1pPr>
          </a:lstStyle>
          <a:p>
            <a:pPr lvl="0"/>
            <a:r>
              <a:rPr lang="fr-FR"/>
              <a:t>XX</a:t>
            </a:r>
          </a:p>
        </p:txBody>
      </p:sp>
      <p:sp>
        <p:nvSpPr>
          <p:cNvPr id="12" name="Espace réservé du texte 48">
            <a:extLst>
              <a:ext uri="{FF2B5EF4-FFF2-40B4-BE49-F238E27FC236}">
                <a16:creationId xmlns:a16="http://schemas.microsoft.com/office/drawing/2014/main" id="{6E0B3D2C-0628-2036-3FFB-D3D59C30A9C0}"/>
              </a:ext>
            </a:extLst>
          </p:cNvPr>
          <p:cNvSpPr>
            <a:spLocks noGrp="1"/>
          </p:cNvSpPr>
          <p:nvPr userDrawn="1">
            <p:ph type="body" sz="quarter" idx="21" hasCustomPrompt="1"/>
          </p:nvPr>
        </p:nvSpPr>
        <p:spPr>
          <a:xfrm>
            <a:off x="8825722" y="1140614"/>
            <a:ext cx="2611141" cy="307777"/>
          </a:xfrm>
        </p:spPr>
        <p:txBody>
          <a:bodyPr wrap="square" lIns="0" tIns="0" rIns="0" bIns="0" anchor="t" anchorCtr="0">
            <a:spAutoFit/>
          </a:bodyPr>
          <a:lstStyle>
            <a:lvl1pPr algn="ctr">
              <a:lnSpc>
                <a:spcPct val="100000"/>
              </a:lnSpc>
              <a:defRPr sz="2000">
                <a:solidFill>
                  <a:schemeClr val="bg1"/>
                </a:solidFill>
                <a:latin typeface="+mj-lt"/>
              </a:defRPr>
            </a:lvl1pPr>
          </a:lstStyle>
          <a:p>
            <a:pPr lvl="0"/>
            <a:r>
              <a:rPr lang="fr-FR"/>
              <a:t>Lorem ipsum</a:t>
            </a:r>
          </a:p>
        </p:txBody>
      </p:sp>
      <p:sp>
        <p:nvSpPr>
          <p:cNvPr id="13" name="Espace réservé du texte 48">
            <a:extLst>
              <a:ext uri="{FF2B5EF4-FFF2-40B4-BE49-F238E27FC236}">
                <a16:creationId xmlns:a16="http://schemas.microsoft.com/office/drawing/2014/main" id="{F22EA189-DC0E-A682-C143-6920742EB54A}"/>
              </a:ext>
            </a:extLst>
          </p:cNvPr>
          <p:cNvSpPr>
            <a:spLocks noGrp="1"/>
          </p:cNvSpPr>
          <p:nvPr userDrawn="1">
            <p:ph type="body" sz="quarter" idx="22" hasCustomPrompt="1"/>
          </p:nvPr>
        </p:nvSpPr>
        <p:spPr>
          <a:xfrm>
            <a:off x="8825722" y="4796540"/>
            <a:ext cx="2611141" cy="984885"/>
          </a:xfrm>
        </p:spPr>
        <p:txBody>
          <a:bodyPr wrap="square" lIns="0" tIns="0" rIns="0" bIns="0" anchor="b" anchorCtr="0">
            <a:spAutoFit/>
          </a:bodyPr>
          <a:lstStyle>
            <a:lvl1pPr algn="ctr">
              <a:lnSpc>
                <a:spcPct val="100000"/>
              </a:lnSpc>
              <a:defRPr sz="6400">
                <a:solidFill>
                  <a:schemeClr val="bg1"/>
                </a:solidFill>
                <a:latin typeface="+mn-lt"/>
              </a:defRPr>
            </a:lvl1pPr>
          </a:lstStyle>
          <a:p>
            <a:pPr lvl="0"/>
            <a:r>
              <a:rPr lang="fr-FR"/>
              <a:t>XX</a:t>
            </a:r>
          </a:p>
        </p:txBody>
      </p:sp>
      <p:sp>
        <p:nvSpPr>
          <p:cNvPr id="14" name="Espace réservé du texte 48">
            <a:extLst>
              <a:ext uri="{FF2B5EF4-FFF2-40B4-BE49-F238E27FC236}">
                <a16:creationId xmlns:a16="http://schemas.microsoft.com/office/drawing/2014/main" id="{3E287203-AF51-2846-74AF-179373468403}"/>
              </a:ext>
            </a:extLst>
          </p:cNvPr>
          <p:cNvSpPr>
            <a:spLocks noGrp="1"/>
          </p:cNvSpPr>
          <p:nvPr userDrawn="1">
            <p:ph type="body" sz="quarter" idx="23" hasCustomPrompt="1"/>
          </p:nvPr>
        </p:nvSpPr>
        <p:spPr>
          <a:xfrm>
            <a:off x="8825722" y="5700688"/>
            <a:ext cx="2611141" cy="307777"/>
          </a:xfrm>
        </p:spPr>
        <p:txBody>
          <a:bodyPr wrap="square" lIns="0" tIns="0" rIns="0" bIns="0" anchor="t" anchorCtr="0">
            <a:spAutoFit/>
          </a:bodyPr>
          <a:lstStyle>
            <a:lvl1pPr algn="ctr">
              <a:lnSpc>
                <a:spcPct val="100000"/>
              </a:lnSpc>
              <a:defRPr sz="2000">
                <a:solidFill>
                  <a:schemeClr val="bg1"/>
                </a:solidFill>
                <a:latin typeface="+mj-lt"/>
              </a:defRPr>
            </a:lvl1pPr>
          </a:lstStyle>
          <a:p>
            <a:pPr lvl="0"/>
            <a:r>
              <a:rPr lang="fr-FR"/>
              <a:t>Lorem ipsum</a:t>
            </a:r>
          </a:p>
        </p:txBody>
      </p:sp>
      <p:sp>
        <p:nvSpPr>
          <p:cNvPr id="15" name="Espace réservé du texte 48">
            <a:extLst>
              <a:ext uri="{FF2B5EF4-FFF2-40B4-BE49-F238E27FC236}">
                <a16:creationId xmlns:a16="http://schemas.microsoft.com/office/drawing/2014/main" id="{E45B0185-8CEC-2879-18A9-21224282C417}"/>
              </a:ext>
            </a:extLst>
          </p:cNvPr>
          <p:cNvSpPr>
            <a:spLocks noGrp="1"/>
          </p:cNvSpPr>
          <p:nvPr userDrawn="1">
            <p:ph type="body" sz="quarter" idx="24" hasCustomPrompt="1"/>
          </p:nvPr>
        </p:nvSpPr>
        <p:spPr>
          <a:xfrm>
            <a:off x="717697" y="2511494"/>
            <a:ext cx="2611141" cy="984885"/>
          </a:xfrm>
        </p:spPr>
        <p:txBody>
          <a:bodyPr wrap="square" lIns="0" tIns="0" rIns="0" bIns="0" anchor="b" anchorCtr="0">
            <a:spAutoFit/>
          </a:bodyPr>
          <a:lstStyle>
            <a:lvl1pPr algn="ctr">
              <a:lnSpc>
                <a:spcPct val="100000"/>
              </a:lnSpc>
              <a:defRPr sz="6400">
                <a:solidFill>
                  <a:schemeClr val="bg1"/>
                </a:solidFill>
                <a:latin typeface="+mn-lt"/>
              </a:defRPr>
            </a:lvl1pPr>
          </a:lstStyle>
          <a:p>
            <a:pPr lvl="0"/>
            <a:r>
              <a:rPr lang="fr-FR"/>
              <a:t>XX</a:t>
            </a:r>
          </a:p>
        </p:txBody>
      </p:sp>
      <p:sp>
        <p:nvSpPr>
          <p:cNvPr id="16" name="Espace réservé du texte 48">
            <a:extLst>
              <a:ext uri="{FF2B5EF4-FFF2-40B4-BE49-F238E27FC236}">
                <a16:creationId xmlns:a16="http://schemas.microsoft.com/office/drawing/2014/main" id="{845819A9-0C72-D550-AF7E-3F38CB6B2B94}"/>
              </a:ext>
            </a:extLst>
          </p:cNvPr>
          <p:cNvSpPr>
            <a:spLocks noGrp="1"/>
          </p:cNvSpPr>
          <p:nvPr userDrawn="1">
            <p:ph type="body" sz="quarter" idx="25" hasCustomPrompt="1"/>
          </p:nvPr>
        </p:nvSpPr>
        <p:spPr>
          <a:xfrm>
            <a:off x="717697" y="3415642"/>
            <a:ext cx="2611141" cy="307777"/>
          </a:xfrm>
        </p:spPr>
        <p:txBody>
          <a:bodyPr wrap="square" lIns="0" tIns="0" rIns="0" bIns="0" anchor="t" anchorCtr="0">
            <a:spAutoFit/>
          </a:bodyPr>
          <a:lstStyle>
            <a:lvl1pPr algn="ctr">
              <a:lnSpc>
                <a:spcPct val="100000"/>
              </a:lnSpc>
              <a:defRPr sz="2000">
                <a:solidFill>
                  <a:schemeClr val="bg1"/>
                </a:solidFill>
                <a:latin typeface="+mj-lt"/>
              </a:defRPr>
            </a:lvl1pPr>
          </a:lstStyle>
          <a:p>
            <a:pPr lvl="0"/>
            <a:r>
              <a:rPr lang="fr-FR"/>
              <a:t>Lorem ipsum</a:t>
            </a:r>
          </a:p>
        </p:txBody>
      </p:sp>
      <p:sp>
        <p:nvSpPr>
          <p:cNvPr id="26" name="Titre 1">
            <a:extLst>
              <a:ext uri="{FF2B5EF4-FFF2-40B4-BE49-F238E27FC236}">
                <a16:creationId xmlns:a16="http://schemas.microsoft.com/office/drawing/2014/main" id="{ACD5BDE5-72C8-562B-19E0-AEC9C5950689}"/>
              </a:ext>
            </a:extLst>
          </p:cNvPr>
          <p:cNvSpPr>
            <a:spLocks noGrp="1"/>
          </p:cNvSpPr>
          <p:nvPr>
            <p:ph type="title"/>
          </p:nvPr>
        </p:nvSpPr>
        <p:spPr>
          <a:xfrm>
            <a:off x="537575" y="849535"/>
            <a:ext cx="4960400" cy="590931"/>
          </a:xfrm>
        </p:spPr>
        <p:txBody>
          <a:bodyPr/>
          <a:lstStyle>
            <a:lvl1pPr>
              <a:defRPr>
                <a:solidFill>
                  <a:schemeClr val="bg1"/>
                </a:solidFill>
              </a:defRPr>
            </a:lvl1pPr>
          </a:lstStyle>
          <a:p>
            <a:r>
              <a:rPr lang="fr-FR"/>
              <a:t>Modifiez le style du titre</a:t>
            </a:r>
          </a:p>
        </p:txBody>
      </p:sp>
      <p:sp>
        <p:nvSpPr>
          <p:cNvPr id="3" name="Forme libre 12">
            <a:extLst>
              <a:ext uri="{FF2B5EF4-FFF2-40B4-BE49-F238E27FC236}">
                <a16:creationId xmlns:a16="http://schemas.microsoft.com/office/drawing/2014/main" id="{CAF5FEB9-6519-7695-B37E-63F14E6AA4D2}"/>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 name="Espace réservé du numéro de diapositive 4">
            <a:extLst>
              <a:ext uri="{FF2B5EF4-FFF2-40B4-BE49-F238E27FC236}">
                <a16:creationId xmlns:a16="http://schemas.microsoft.com/office/drawing/2014/main" id="{B924C62B-A96F-DACC-E936-F22CC328F86A}"/>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
        <p:nvSpPr>
          <p:cNvPr id="6" name="Espace réservé de la date 2">
            <a:extLst>
              <a:ext uri="{FF2B5EF4-FFF2-40B4-BE49-F238E27FC236}">
                <a16:creationId xmlns:a16="http://schemas.microsoft.com/office/drawing/2014/main" id="{00F428B7-5674-AEF6-C384-8D6EE6B2B589}"/>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7" name="Espace réservé du pied de page 3">
            <a:extLst>
              <a:ext uri="{FF2B5EF4-FFF2-40B4-BE49-F238E27FC236}">
                <a16:creationId xmlns:a16="http://schemas.microsoft.com/office/drawing/2014/main" id="{D0D00950-6662-90EE-8B0B-5A3B630EA488}"/>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grpSp>
        <p:nvGrpSpPr>
          <p:cNvPr id="10" name="Groupe 9">
            <a:extLst>
              <a:ext uri="{FF2B5EF4-FFF2-40B4-BE49-F238E27FC236}">
                <a16:creationId xmlns:a16="http://schemas.microsoft.com/office/drawing/2014/main" id="{CC952BC1-71E8-D963-339C-7CEC874109F8}"/>
              </a:ext>
            </a:extLst>
          </p:cNvPr>
          <p:cNvGrpSpPr/>
          <p:nvPr userDrawn="1"/>
        </p:nvGrpSpPr>
        <p:grpSpPr>
          <a:xfrm>
            <a:off x="-1" y="263015"/>
            <a:ext cx="5860125" cy="375126"/>
            <a:chOff x="-5557295" y="172402"/>
            <a:chExt cx="5860125" cy="375126"/>
          </a:xfrm>
        </p:grpSpPr>
        <p:sp>
          <p:nvSpPr>
            <p:cNvPr id="20" name="Forme libre 11">
              <a:extLst>
                <a:ext uri="{FF2B5EF4-FFF2-40B4-BE49-F238E27FC236}">
                  <a16:creationId xmlns:a16="http://schemas.microsoft.com/office/drawing/2014/main" id="{4012CE5F-6ED8-33FD-954D-BEBE2CC69101}"/>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4" name="Forme libre 12">
              <a:extLst>
                <a:ext uri="{FF2B5EF4-FFF2-40B4-BE49-F238E27FC236}">
                  <a16:creationId xmlns:a16="http://schemas.microsoft.com/office/drawing/2014/main" id="{A7FDE58C-EDF4-87E7-4D50-318C0DA93E8C}"/>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5" name="Espace réservé du texte 45">
            <a:extLst>
              <a:ext uri="{FF2B5EF4-FFF2-40B4-BE49-F238E27FC236}">
                <a16:creationId xmlns:a16="http://schemas.microsoft.com/office/drawing/2014/main" id="{C811557F-C1D0-A165-53EA-CC73CADBDEC9}"/>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7" name="Espace réservé du texte 45">
            <a:extLst>
              <a:ext uri="{FF2B5EF4-FFF2-40B4-BE49-F238E27FC236}">
                <a16:creationId xmlns:a16="http://schemas.microsoft.com/office/drawing/2014/main" id="{551A62A9-8718-EA3A-C48C-39BE4164620D}"/>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838198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exte">
    <p:bg>
      <p:bgPr>
        <a:solidFill>
          <a:schemeClr val="bg1"/>
        </a:solidFill>
        <a:effectLst/>
      </p:bgPr>
    </p:bg>
    <p:spTree>
      <p:nvGrpSpPr>
        <p:cNvPr id="1" name=""/>
        <p:cNvGrpSpPr/>
        <p:nvPr/>
      </p:nvGrpSpPr>
      <p:grpSpPr>
        <a:xfrm>
          <a:off x="0" y="0"/>
          <a:ext cx="0" cy="0"/>
          <a:chOff x="0" y="0"/>
          <a:chExt cx="0" cy="0"/>
        </a:xfrm>
      </p:grpSpPr>
      <p:sp>
        <p:nvSpPr>
          <p:cNvPr id="11" name="Espace réservé pour une image  19">
            <a:extLst>
              <a:ext uri="{FF2B5EF4-FFF2-40B4-BE49-F238E27FC236}">
                <a16:creationId xmlns:a16="http://schemas.microsoft.com/office/drawing/2014/main" id="{5D0EB20E-6469-0B3C-7C01-5044DDDCE9AB}"/>
              </a:ext>
            </a:extLst>
          </p:cNvPr>
          <p:cNvSpPr>
            <a:spLocks noGrp="1"/>
          </p:cNvSpPr>
          <p:nvPr>
            <p:ph type="pic" sz="quarter" idx="26"/>
          </p:nvPr>
        </p:nvSpPr>
        <p:spPr>
          <a:xfrm>
            <a:off x="-1" y="0"/>
            <a:ext cx="3960000" cy="6858000"/>
          </a:xfrm>
          <a:noFill/>
        </p:spPr>
        <p:txBody>
          <a:bodyPr anchor="ctr" anchorCtr="0"/>
          <a:lstStyle>
            <a:lvl1pPr algn="ctr">
              <a:defRPr/>
            </a:lvl1pPr>
          </a:lstStyle>
          <a:p>
            <a:endParaRPr lang="fr-FR"/>
          </a:p>
        </p:txBody>
      </p:sp>
      <p:sp>
        <p:nvSpPr>
          <p:cNvPr id="9" name="Rectangle 8">
            <a:extLst>
              <a:ext uri="{FF2B5EF4-FFF2-40B4-BE49-F238E27FC236}">
                <a16:creationId xmlns:a16="http://schemas.microsoft.com/office/drawing/2014/main" id="{0282462A-396F-AA24-89FF-9E4408B8BF69}"/>
              </a:ext>
            </a:extLst>
          </p:cNvPr>
          <p:cNvSpPr/>
          <p:nvPr userDrawn="1"/>
        </p:nvSpPr>
        <p:spPr>
          <a:xfrm>
            <a:off x="3959999" y="1"/>
            <a:ext cx="8232001" cy="6857999"/>
          </a:xfrm>
          <a:prstGeom prst="rect">
            <a:avLst/>
          </a:prstGeom>
          <a:solidFill>
            <a:schemeClr val="tx1"/>
          </a:solidFill>
          <a:ln w="12660" cap="flat">
            <a:noFill/>
            <a:prstDash val="solid"/>
            <a:miter/>
          </a:ln>
        </p:spPr>
        <p:txBody>
          <a:bodyPr rtlCol="0" anchor="ctr"/>
          <a:lstStyle/>
          <a:p>
            <a:pPr algn="l"/>
            <a:endParaRPr lang="fr-FR"/>
          </a:p>
        </p:txBody>
      </p:sp>
      <p:sp>
        <p:nvSpPr>
          <p:cNvPr id="19" name="Forme libre 18">
            <a:extLst>
              <a:ext uri="{FF2B5EF4-FFF2-40B4-BE49-F238E27FC236}">
                <a16:creationId xmlns:a16="http://schemas.microsoft.com/office/drawing/2014/main" id="{0C42914E-BAEC-935E-F11D-9A0989E7E60F}"/>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5" name="Espace réservé du numéro de diapositive 4">
            <a:extLst>
              <a:ext uri="{FF2B5EF4-FFF2-40B4-BE49-F238E27FC236}">
                <a16:creationId xmlns:a16="http://schemas.microsoft.com/office/drawing/2014/main" id="{BFE609ED-62F9-4CE4-4EF5-7A98EE54192C}"/>
              </a:ext>
            </a:extLst>
          </p:cNvPr>
          <p:cNvSpPr>
            <a:spLocks noGrp="1"/>
          </p:cNvSpPr>
          <p:nvPr>
            <p:ph type="sldNum" sz="quarter" idx="12"/>
          </p:nvPr>
        </p:nvSpPr>
        <p:spPr/>
        <p:txBody>
          <a:bodyPr/>
          <a:lstStyle>
            <a:lvl1pPr>
              <a:defRPr>
                <a:solidFill>
                  <a:schemeClr val="tx1"/>
                </a:solidFill>
              </a:defRPr>
            </a:lvl1pPr>
          </a:lstStyle>
          <a:p>
            <a:fld id="{CD166EB1-B284-8541-B839-321F682B6B05}" type="slidenum">
              <a:rPr lang="fr-FR" smtClean="0"/>
              <a:pPr/>
              <a:t>‹N°›</a:t>
            </a:fld>
            <a:endParaRPr lang="fr-FR"/>
          </a:p>
        </p:txBody>
      </p:sp>
      <p:sp>
        <p:nvSpPr>
          <p:cNvPr id="8" name="Espace réservé du texte 48">
            <a:extLst>
              <a:ext uri="{FF2B5EF4-FFF2-40B4-BE49-F238E27FC236}">
                <a16:creationId xmlns:a16="http://schemas.microsoft.com/office/drawing/2014/main" id="{9EABB81E-7E9E-580A-364D-42E2F06CA21C}"/>
              </a:ext>
            </a:extLst>
          </p:cNvPr>
          <p:cNvSpPr>
            <a:spLocks noGrp="1"/>
          </p:cNvSpPr>
          <p:nvPr>
            <p:ph type="body" sz="quarter" idx="22" hasCustomPrompt="1"/>
          </p:nvPr>
        </p:nvSpPr>
        <p:spPr>
          <a:xfrm>
            <a:off x="4561174" y="2192764"/>
            <a:ext cx="6964734" cy="2472472"/>
          </a:xfrm>
        </p:spPr>
        <p:txBody>
          <a:bodyPr wrap="square" lIns="0" tIns="0" rIns="0" bIns="0" anchor="t" anchorCtr="0">
            <a:spAutoFit/>
          </a:bodyPr>
          <a:lstStyle>
            <a:lvl1pPr algn="l">
              <a:lnSpc>
                <a:spcPct val="100000"/>
              </a:lnSpc>
              <a:spcBef>
                <a:spcPts val="1000"/>
              </a:spcBef>
              <a:defRPr sz="1800">
                <a:solidFill>
                  <a:schemeClr val="bg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a:p>
            <a:pPr lvl="0"/>
            <a:r>
              <a:rPr lang="fr-FR" err="1"/>
              <a:t>Lam</a:t>
            </a:r>
            <a:r>
              <a:rPr lang="fr-FR"/>
              <a:t> in </a:t>
            </a:r>
            <a:r>
              <a:rPr lang="fr-FR" err="1"/>
              <a:t>numqui</a:t>
            </a:r>
            <a:r>
              <a:rPr lang="fr-FR"/>
              <a:t> </a:t>
            </a:r>
            <a:r>
              <a:rPr lang="fr-FR" err="1"/>
              <a:t>quiatus</a:t>
            </a:r>
            <a:r>
              <a:rPr lang="fr-FR"/>
              <a:t> ape </a:t>
            </a:r>
            <a:r>
              <a:rPr lang="fr-FR" err="1"/>
              <a:t>eatis</a:t>
            </a:r>
            <a:r>
              <a:rPr lang="fr-FR"/>
              <a:t> </a:t>
            </a:r>
            <a:r>
              <a:rPr lang="fr-FR" err="1"/>
              <a:t>volut</a:t>
            </a:r>
            <a:r>
              <a:rPr lang="fr-FR"/>
              <a:t> </a:t>
            </a:r>
            <a:r>
              <a:rPr lang="fr-FR" err="1"/>
              <a:t>eleste</a:t>
            </a:r>
            <a:r>
              <a:rPr lang="fr-FR"/>
              <a:t> </a:t>
            </a:r>
            <a:r>
              <a:rPr lang="fr-FR" err="1"/>
              <a:t>vendi</a:t>
            </a:r>
            <a:r>
              <a:rPr lang="fr-FR"/>
              <a:t> con </a:t>
            </a:r>
            <a:r>
              <a:rPr lang="fr-FR" err="1"/>
              <a:t>ped</a:t>
            </a:r>
            <a:r>
              <a:rPr lang="fr-FR"/>
              <a:t> </a:t>
            </a:r>
            <a:r>
              <a:rPr lang="fr-FR" err="1"/>
              <a:t>quam</a:t>
            </a:r>
            <a:r>
              <a:rPr lang="fr-FR"/>
              <a:t> quia </a:t>
            </a:r>
            <a:r>
              <a:rPr lang="fr-FR" err="1"/>
              <a:t>im</a:t>
            </a:r>
            <a:r>
              <a:rPr lang="fr-FR"/>
              <a:t> et </a:t>
            </a:r>
            <a:r>
              <a:rPr lang="fr-FR" err="1"/>
              <a:t>prorepe</a:t>
            </a:r>
            <a:r>
              <a:rPr lang="fr-FR"/>
              <a:t> </a:t>
            </a:r>
            <a:r>
              <a:rPr lang="fr-FR" err="1"/>
              <a:t>llorum</a:t>
            </a:r>
            <a:r>
              <a:rPr lang="fr-FR"/>
              <a:t> </a:t>
            </a:r>
            <a:r>
              <a:rPr lang="fr-FR" err="1"/>
              <a:t>num</a:t>
            </a:r>
            <a:r>
              <a:rPr lang="fr-FR"/>
              <a:t> </a:t>
            </a:r>
            <a:r>
              <a:rPr lang="fr-FR" err="1"/>
              <a:t>laboribus</a:t>
            </a:r>
            <a:r>
              <a:rPr lang="fr-FR"/>
              <a:t> </a:t>
            </a:r>
            <a:r>
              <a:rPr lang="fr-FR" err="1"/>
              <a:t>consectet</a:t>
            </a:r>
            <a:r>
              <a:rPr lang="fr-FR"/>
              <a:t> </a:t>
            </a:r>
            <a:r>
              <a:rPr lang="fr-FR" err="1"/>
              <a:t>everspi</a:t>
            </a:r>
            <a:r>
              <a:rPr lang="fr-FR"/>
              <a:t> </a:t>
            </a:r>
            <a:r>
              <a:rPr lang="fr-FR" err="1"/>
              <a:t>enistiisit</a:t>
            </a:r>
            <a:r>
              <a:rPr lang="fr-FR"/>
              <a:t> </a:t>
            </a:r>
            <a:r>
              <a:rPr lang="fr-FR" err="1"/>
              <a:t>repedit</a:t>
            </a:r>
            <a:r>
              <a:rPr lang="fr-FR"/>
              <a:t> </a:t>
            </a:r>
            <a:r>
              <a:rPr lang="fr-FR" err="1"/>
              <a:t>iberemperunt</a:t>
            </a:r>
            <a:r>
              <a:rPr lang="fr-FR"/>
              <a:t> </a:t>
            </a:r>
            <a:r>
              <a:rPr lang="fr-FR" err="1"/>
              <a:t>rectibus</a:t>
            </a:r>
            <a:r>
              <a:rPr lang="fr-FR"/>
              <a:t>, </a:t>
            </a:r>
            <a:r>
              <a:rPr lang="fr-FR" err="1"/>
              <a:t>am</a:t>
            </a:r>
            <a:r>
              <a:rPr lang="fr-FR"/>
              <a:t> </a:t>
            </a:r>
            <a:r>
              <a:rPr lang="fr-FR" err="1"/>
              <a:t>etum</a:t>
            </a:r>
            <a:r>
              <a:rPr lang="fr-FR"/>
              <a:t> </a:t>
            </a:r>
            <a:r>
              <a:rPr lang="fr-FR" err="1"/>
              <a:t>autem</a:t>
            </a:r>
            <a:r>
              <a:rPr lang="fr-FR"/>
              <a:t> </a:t>
            </a:r>
            <a:r>
              <a:rPr lang="fr-FR" err="1"/>
              <a:t>velent</a:t>
            </a:r>
            <a:r>
              <a:rPr lang="fr-FR"/>
              <a:t> </a:t>
            </a:r>
            <a:r>
              <a:rPr lang="fr-FR" err="1"/>
              <a:t>lam</a:t>
            </a:r>
            <a:r>
              <a:rPr lang="fr-FR"/>
              <a:t> </a:t>
            </a:r>
            <a:r>
              <a:rPr lang="fr-FR" err="1"/>
              <a:t>estibus</a:t>
            </a:r>
            <a:r>
              <a:rPr lang="fr-FR"/>
              <a:t> </a:t>
            </a:r>
            <a:r>
              <a:rPr lang="fr-FR" err="1"/>
              <a:t>ium</a:t>
            </a:r>
            <a:r>
              <a:rPr lang="fr-FR"/>
              <a:t>, </a:t>
            </a:r>
            <a:r>
              <a:rPr lang="fr-FR" err="1"/>
              <a:t>nimagniant</a:t>
            </a:r>
            <a:r>
              <a:rPr lang="fr-FR"/>
              <a:t> </a:t>
            </a:r>
            <a:r>
              <a:rPr lang="fr-FR" err="1"/>
              <a:t>aligendandit</a:t>
            </a:r>
            <a:r>
              <a:rPr lang="fr-FR"/>
              <a:t> quat.</a:t>
            </a:r>
          </a:p>
          <a:p>
            <a:pPr lvl="0"/>
            <a:r>
              <a:rPr lang="fr-FR"/>
              <a:t>Met, </a:t>
            </a:r>
            <a:r>
              <a:rPr lang="fr-FR" err="1"/>
              <a:t>cus</a:t>
            </a:r>
            <a:r>
              <a:rPr lang="fr-FR"/>
              <a:t> </a:t>
            </a:r>
            <a:r>
              <a:rPr lang="fr-FR" err="1"/>
              <a:t>explita</a:t>
            </a:r>
            <a:r>
              <a:rPr lang="fr-FR"/>
              <a:t> </a:t>
            </a:r>
            <a:r>
              <a:rPr lang="fr-FR" err="1"/>
              <a:t>alibus</a:t>
            </a:r>
            <a:r>
              <a:rPr lang="fr-FR"/>
              <a:t>, tem </a:t>
            </a:r>
            <a:r>
              <a:rPr lang="fr-FR" err="1"/>
              <a:t>ernat</a:t>
            </a:r>
            <a:r>
              <a:rPr lang="fr-FR"/>
              <a:t> </a:t>
            </a:r>
            <a:r>
              <a:rPr lang="fr-FR" err="1"/>
              <a:t>lab</a:t>
            </a:r>
            <a:r>
              <a:rPr lang="fr-FR"/>
              <a:t> </a:t>
            </a:r>
            <a:r>
              <a:rPr lang="fr-FR" err="1"/>
              <a:t>ius</a:t>
            </a:r>
            <a:r>
              <a:rPr lang="fr-FR"/>
              <a:t> </a:t>
            </a:r>
            <a:r>
              <a:rPr lang="fr-FR" err="1"/>
              <a:t>doluptia</a:t>
            </a:r>
            <a:r>
              <a:rPr lang="fr-FR"/>
              <a:t> sent.</a:t>
            </a:r>
          </a:p>
        </p:txBody>
      </p:sp>
      <p:sp>
        <p:nvSpPr>
          <p:cNvPr id="2" name="Espace réservé de la date 2">
            <a:extLst>
              <a:ext uri="{FF2B5EF4-FFF2-40B4-BE49-F238E27FC236}">
                <a16:creationId xmlns:a16="http://schemas.microsoft.com/office/drawing/2014/main" id="{78A094D0-55B8-221D-E677-20DBBCE33F23}"/>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6" name="Espace réservé du pied de page 3">
            <a:extLst>
              <a:ext uri="{FF2B5EF4-FFF2-40B4-BE49-F238E27FC236}">
                <a16:creationId xmlns:a16="http://schemas.microsoft.com/office/drawing/2014/main" id="{787B01A0-A8FD-1B18-659C-344747ACACFA}"/>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Tree>
    <p:extLst>
      <p:ext uri="{BB962C8B-B14F-4D97-AF65-F5344CB8AC3E}">
        <p14:creationId xmlns:p14="http://schemas.microsoft.com/office/powerpoint/2010/main" val="4430086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itatio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C550D7-A689-80A1-25D5-C956372DE296}"/>
              </a:ext>
            </a:extLst>
          </p:cNvPr>
          <p:cNvSpPr/>
          <p:nvPr userDrawn="1"/>
        </p:nvSpPr>
        <p:spPr>
          <a:xfrm>
            <a:off x="1778642" y="1086496"/>
            <a:ext cx="8634715" cy="4654547"/>
          </a:xfrm>
          <a:prstGeom prst="rect">
            <a:avLst/>
          </a:prstGeom>
          <a:solidFill>
            <a:srgbClr val="102031">
              <a:alpha val="89804"/>
            </a:srgbClr>
          </a:solidFill>
          <a:ln w="12660" cap="flat">
            <a:noFill/>
            <a:prstDash val="solid"/>
            <a:miter/>
          </a:ln>
        </p:spPr>
        <p:txBody>
          <a:bodyPr rtlCol="0" anchor="ctr"/>
          <a:lstStyle/>
          <a:p>
            <a:pPr algn="l"/>
            <a:endParaRPr lang="fr-FR"/>
          </a:p>
        </p:txBody>
      </p:sp>
      <p:sp>
        <p:nvSpPr>
          <p:cNvPr id="25" name="Espace réservé du texte 48">
            <a:extLst>
              <a:ext uri="{FF2B5EF4-FFF2-40B4-BE49-F238E27FC236}">
                <a16:creationId xmlns:a16="http://schemas.microsoft.com/office/drawing/2014/main" id="{0EFE8AAB-B51C-C471-9DDF-DC61F9FE03D1}"/>
              </a:ext>
            </a:extLst>
          </p:cNvPr>
          <p:cNvSpPr>
            <a:spLocks noGrp="1"/>
          </p:cNvSpPr>
          <p:nvPr>
            <p:ph type="body" sz="quarter" idx="25" hasCustomPrompt="1"/>
          </p:nvPr>
        </p:nvSpPr>
        <p:spPr>
          <a:xfrm>
            <a:off x="2643814" y="1005703"/>
            <a:ext cx="6904371" cy="2646878"/>
          </a:xfrm>
        </p:spPr>
        <p:txBody>
          <a:bodyPr wrap="square" lIns="0" tIns="0" rIns="0" bIns="0" anchor="t" anchorCtr="0">
            <a:spAutoFit/>
          </a:bodyPr>
          <a:lstStyle>
            <a:lvl1pPr algn="ctr">
              <a:lnSpc>
                <a:spcPct val="100000"/>
              </a:lnSpc>
              <a:spcBef>
                <a:spcPts val="1000"/>
              </a:spcBef>
              <a:defRPr sz="17200" b="0" i="0">
                <a:solidFill>
                  <a:schemeClr val="accent3"/>
                </a:solidFill>
                <a:latin typeface="+mj-lt"/>
              </a:defRPr>
            </a:lvl1pPr>
          </a:lstStyle>
          <a:p>
            <a:pPr lvl="0"/>
            <a:r>
              <a:rPr lang="fr-FR"/>
              <a:t>“</a:t>
            </a:r>
          </a:p>
        </p:txBody>
      </p:sp>
      <p:sp>
        <p:nvSpPr>
          <p:cNvPr id="5" name="Espace réservé du numéro de diapositive 4">
            <a:extLst>
              <a:ext uri="{FF2B5EF4-FFF2-40B4-BE49-F238E27FC236}">
                <a16:creationId xmlns:a16="http://schemas.microsoft.com/office/drawing/2014/main" id="{B5C901FA-32C9-1309-4597-6E629B77A024}"/>
              </a:ext>
            </a:extLst>
          </p:cNvPr>
          <p:cNvSpPr>
            <a:spLocks noGrp="1"/>
          </p:cNvSpPr>
          <p:nvPr>
            <p:ph type="sldNum" sz="quarter" idx="12"/>
          </p:nvPr>
        </p:nvSpPr>
        <p:spPr/>
        <p:txBody>
          <a:bodyPr/>
          <a:lstStyle/>
          <a:p>
            <a:fld id="{CD166EB1-B284-8541-B839-321F682B6B05}" type="slidenum">
              <a:rPr lang="fr-FR" smtClean="0"/>
              <a:pPr/>
              <a:t>‹N°›</a:t>
            </a:fld>
            <a:endParaRPr lang="fr-FR"/>
          </a:p>
        </p:txBody>
      </p:sp>
      <p:sp>
        <p:nvSpPr>
          <p:cNvPr id="8" name="Espace réservé du texte 48">
            <a:extLst>
              <a:ext uri="{FF2B5EF4-FFF2-40B4-BE49-F238E27FC236}">
                <a16:creationId xmlns:a16="http://schemas.microsoft.com/office/drawing/2014/main" id="{BC4AA433-F54F-BC08-CD50-0663CC786B6E}"/>
              </a:ext>
            </a:extLst>
          </p:cNvPr>
          <p:cNvSpPr>
            <a:spLocks noGrp="1"/>
          </p:cNvSpPr>
          <p:nvPr>
            <p:ph type="body" sz="quarter" idx="22" hasCustomPrompt="1"/>
          </p:nvPr>
        </p:nvSpPr>
        <p:spPr>
          <a:xfrm>
            <a:off x="2643814" y="2751891"/>
            <a:ext cx="6904371" cy="1354217"/>
          </a:xfrm>
        </p:spPr>
        <p:txBody>
          <a:bodyPr wrap="square" lIns="0" tIns="0" rIns="0" bIns="0" anchor="t" anchorCtr="0">
            <a:spAutoFit/>
          </a:bodyPr>
          <a:lstStyle>
            <a:lvl1pPr algn="ctr">
              <a:lnSpc>
                <a:spcPct val="100000"/>
              </a:lnSpc>
              <a:spcBef>
                <a:spcPts val="1000"/>
              </a:spcBef>
              <a:defRPr sz="2200" b="0" i="1">
                <a:solidFill>
                  <a:schemeClr val="bg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p>
        </p:txBody>
      </p:sp>
      <p:sp>
        <p:nvSpPr>
          <p:cNvPr id="9" name="Espace réservé du texte 48">
            <a:extLst>
              <a:ext uri="{FF2B5EF4-FFF2-40B4-BE49-F238E27FC236}">
                <a16:creationId xmlns:a16="http://schemas.microsoft.com/office/drawing/2014/main" id="{636FDDBB-AB97-875A-E106-BF286ECB89F8}"/>
              </a:ext>
            </a:extLst>
          </p:cNvPr>
          <p:cNvSpPr>
            <a:spLocks noGrp="1"/>
          </p:cNvSpPr>
          <p:nvPr>
            <p:ph type="body" sz="quarter" idx="23" hasCustomPrompt="1"/>
          </p:nvPr>
        </p:nvSpPr>
        <p:spPr>
          <a:xfrm>
            <a:off x="2643814" y="4357407"/>
            <a:ext cx="6904371" cy="276999"/>
          </a:xfrm>
        </p:spPr>
        <p:txBody>
          <a:bodyPr wrap="square" lIns="0" tIns="0" rIns="0" bIns="0" anchor="t" anchorCtr="0">
            <a:spAutoFit/>
          </a:bodyPr>
          <a:lstStyle>
            <a:lvl1pPr algn="ctr">
              <a:lnSpc>
                <a:spcPct val="100000"/>
              </a:lnSpc>
              <a:spcBef>
                <a:spcPts val="1000"/>
              </a:spcBef>
              <a:defRPr sz="1800" b="0" i="0">
                <a:solidFill>
                  <a:schemeClr val="accent3"/>
                </a:solidFill>
                <a:latin typeface="+mj-lt"/>
              </a:defRPr>
            </a:lvl1pPr>
          </a:lstStyle>
          <a:p>
            <a:pPr lvl="0"/>
            <a:r>
              <a:rPr lang="fr-FR"/>
              <a:t>Nom Prénom</a:t>
            </a:r>
          </a:p>
        </p:txBody>
      </p:sp>
      <p:sp>
        <p:nvSpPr>
          <p:cNvPr id="10" name="Espace réservé du texte 48">
            <a:extLst>
              <a:ext uri="{FF2B5EF4-FFF2-40B4-BE49-F238E27FC236}">
                <a16:creationId xmlns:a16="http://schemas.microsoft.com/office/drawing/2014/main" id="{84181594-36D7-3EB7-7687-0D7A32C3C4A4}"/>
              </a:ext>
            </a:extLst>
          </p:cNvPr>
          <p:cNvSpPr>
            <a:spLocks noGrp="1"/>
          </p:cNvSpPr>
          <p:nvPr>
            <p:ph type="body" sz="quarter" idx="24" hasCustomPrompt="1"/>
          </p:nvPr>
        </p:nvSpPr>
        <p:spPr>
          <a:xfrm>
            <a:off x="2643814" y="4665751"/>
            <a:ext cx="6904371" cy="246221"/>
          </a:xfrm>
        </p:spPr>
        <p:txBody>
          <a:bodyPr wrap="square" lIns="0" tIns="0" rIns="0" bIns="0" anchor="t" anchorCtr="0">
            <a:spAutoFit/>
          </a:bodyPr>
          <a:lstStyle>
            <a:lvl1pPr algn="ctr">
              <a:lnSpc>
                <a:spcPct val="100000"/>
              </a:lnSpc>
              <a:spcBef>
                <a:spcPts val="1000"/>
              </a:spcBef>
              <a:defRPr sz="1600" b="0" i="0">
                <a:solidFill>
                  <a:schemeClr val="bg1"/>
                </a:solidFill>
                <a:latin typeface="+mn-lt"/>
              </a:defRPr>
            </a:lvl1pPr>
          </a:lstStyle>
          <a:p>
            <a:pPr lvl="0"/>
            <a:r>
              <a:rPr lang="fr-FR"/>
              <a:t>Poste</a:t>
            </a:r>
          </a:p>
        </p:txBody>
      </p:sp>
      <p:sp>
        <p:nvSpPr>
          <p:cNvPr id="6" name="Espace réservé de la date 2">
            <a:extLst>
              <a:ext uri="{FF2B5EF4-FFF2-40B4-BE49-F238E27FC236}">
                <a16:creationId xmlns:a16="http://schemas.microsoft.com/office/drawing/2014/main" id="{7E919734-0D7A-134B-239A-B7523C3BC0EF}"/>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7" name="Espace réservé du pied de page 3">
            <a:extLst>
              <a:ext uri="{FF2B5EF4-FFF2-40B4-BE49-F238E27FC236}">
                <a16:creationId xmlns:a16="http://schemas.microsoft.com/office/drawing/2014/main" id="{A1B5E7AD-E240-E5A4-5C71-78D865D93923}"/>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Tree>
    <p:extLst>
      <p:ext uri="{BB962C8B-B14F-4D97-AF65-F5344CB8AC3E}">
        <p14:creationId xmlns:p14="http://schemas.microsoft.com/office/powerpoint/2010/main" val="1179880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arte">
    <p:bg>
      <p:bgPr>
        <a:solidFill>
          <a:schemeClr val="bg1"/>
        </a:solidFill>
        <a:effectLst/>
      </p:bgPr>
    </p:bg>
    <p:spTree>
      <p:nvGrpSpPr>
        <p:cNvPr id="1" name=""/>
        <p:cNvGrpSpPr/>
        <p:nvPr/>
      </p:nvGrpSpPr>
      <p:grpSpPr>
        <a:xfrm>
          <a:off x="0" y="0"/>
          <a:ext cx="0" cy="0"/>
          <a:chOff x="0" y="0"/>
          <a:chExt cx="0" cy="0"/>
        </a:xfrm>
      </p:grpSpPr>
      <p:sp>
        <p:nvSpPr>
          <p:cNvPr id="93" name="Rectangle 92">
            <a:extLst>
              <a:ext uri="{FF2B5EF4-FFF2-40B4-BE49-F238E27FC236}">
                <a16:creationId xmlns:a16="http://schemas.microsoft.com/office/drawing/2014/main" id="{6741FA51-D55D-C0E0-71F5-22F733C085B1}"/>
              </a:ext>
            </a:extLst>
          </p:cNvPr>
          <p:cNvSpPr/>
          <p:nvPr userDrawn="1"/>
        </p:nvSpPr>
        <p:spPr>
          <a:xfrm>
            <a:off x="-9431" y="0"/>
            <a:ext cx="12201431" cy="3428998"/>
          </a:xfrm>
          <a:prstGeom prst="rect">
            <a:avLst/>
          </a:prstGeom>
          <a:solidFill>
            <a:schemeClr val="tx1"/>
          </a:solidFill>
          <a:ln w="12660" cap="flat">
            <a:noFill/>
            <a:prstDash val="solid"/>
            <a:miter/>
          </a:ln>
        </p:spPr>
        <p:txBody>
          <a:bodyPr rtlCol="0" anchor="ctr"/>
          <a:lstStyle/>
          <a:p>
            <a:pPr algn="l"/>
            <a:endParaRPr lang="fr-FR"/>
          </a:p>
        </p:txBody>
      </p:sp>
      <p:sp>
        <p:nvSpPr>
          <p:cNvPr id="94" name="Espace réservé pour une image  19">
            <a:extLst>
              <a:ext uri="{FF2B5EF4-FFF2-40B4-BE49-F238E27FC236}">
                <a16:creationId xmlns:a16="http://schemas.microsoft.com/office/drawing/2014/main" id="{AD06378D-ACBA-055A-8098-CF92552B8AC0}"/>
              </a:ext>
            </a:extLst>
          </p:cNvPr>
          <p:cNvSpPr>
            <a:spLocks noGrp="1"/>
          </p:cNvSpPr>
          <p:nvPr>
            <p:ph type="pic" sz="quarter" idx="59"/>
          </p:nvPr>
        </p:nvSpPr>
        <p:spPr>
          <a:xfrm>
            <a:off x="-1" y="3408720"/>
            <a:ext cx="12192001" cy="3449279"/>
          </a:xfrm>
          <a:noFill/>
          <a:ln w="12660" cap="flat">
            <a:noFill/>
            <a:prstDash val="solid"/>
            <a:miter/>
          </a:ln>
        </p:spPr>
        <p:txBody>
          <a:bodyPr rtlCol="0" anchor="ctr"/>
          <a:lstStyle>
            <a:lvl1pPr>
              <a:defRPr lang="fr-FR" sz="1800">
                <a:solidFill>
                  <a:schemeClr val="tx1"/>
                </a:solidFill>
              </a:defRPr>
            </a:lvl1pPr>
          </a:lstStyle>
          <a:p>
            <a:pPr lvl="0"/>
            <a:endParaRPr lang="fr-FR"/>
          </a:p>
        </p:txBody>
      </p:sp>
      <p:sp>
        <p:nvSpPr>
          <p:cNvPr id="95" name="Forme libre 94">
            <a:extLst>
              <a:ext uri="{FF2B5EF4-FFF2-40B4-BE49-F238E27FC236}">
                <a16:creationId xmlns:a16="http://schemas.microsoft.com/office/drawing/2014/main" id="{99E4D32A-80CD-55CB-39D0-28335979DA3F}"/>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5" name="Espace réservé du numéro de diapositive 4">
            <a:extLst>
              <a:ext uri="{FF2B5EF4-FFF2-40B4-BE49-F238E27FC236}">
                <a16:creationId xmlns:a16="http://schemas.microsoft.com/office/drawing/2014/main" id="{546A121F-8D8D-FBBF-B75C-06216C761AC9}"/>
              </a:ext>
            </a:extLst>
          </p:cNvPr>
          <p:cNvSpPr>
            <a:spLocks noGrp="1"/>
          </p:cNvSpPr>
          <p:nvPr>
            <p:ph type="sldNum" sz="quarter" idx="12"/>
          </p:nvPr>
        </p:nvSpPr>
        <p:spPr/>
        <p:txBody>
          <a:bodyPr/>
          <a:lstStyle/>
          <a:p>
            <a:fld id="{CD166EB1-B284-8541-B839-321F682B6B05}" type="slidenum">
              <a:rPr lang="fr-FR" smtClean="0"/>
              <a:pPr/>
              <a:t>‹N°›</a:t>
            </a:fld>
            <a:endParaRPr lang="fr-FR"/>
          </a:p>
        </p:txBody>
      </p:sp>
      <p:sp>
        <p:nvSpPr>
          <p:cNvPr id="2" name="Forme libre 10">
            <a:extLst>
              <a:ext uri="{FF2B5EF4-FFF2-40B4-BE49-F238E27FC236}">
                <a16:creationId xmlns:a16="http://schemas.microsoft.com/office/drawing/2014/main" id="{407CC2C5-5425-2942-78F8-3A07392D943A}"/>
              </a:ext>
            </a:extLst>
          </p:cNvPr>
          <p:cNvSpPr/>
          <p:nvPr userDrawn="1"/>
        </p:nvSpPr>
        <p:spPr>
          <a:xfrm>
            <a:off x="-100335" y="263016"/>
            <a:ext cx="5960459" cy="384361"/>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 name="connsiteX0" fmla="*/ 5975928 w 7319694"/>
              <a:gd name="connsiteY0" fmla="*/ 0 h 375125"/>
              <a:gd name="connsiteX1" fmla="*/ 7128276 w 7319694"/>
              <a:gd name="connsiteY1" fmla="*/ 0 h 375125"/>
              <a:gd name="connsiteX2" fmla="*/ 7319694 w 7319694"/>
              <a:gd name="connsiteY2" fmla="*/ 187562 h 375125"/>
              <a:gd name="connsiteX3" fmla="*/ 7128276 w 7319694"/>
              <a:gd name="connsiteY3" fmla="*/ 375125 h 375125"/>
              <a:gd name="connsiteX4" fmla="*/ 0 w 7319694"/>
              <a:gd name="connsiteY4" fmla="*/ 356652 h 375125"/>
              <a:gd name="connsiteX5" fmla="*/ 5975928 w 7319694"/>
              <a:gd name="connsiteY5" fmla="*/ 0 h 375125"/>
              <a:gd name="connsiteX0" fmla="*/ 0 w 7356639"/>
              <a:gd name="connsiteY0" fmla="*/ 0 h 375125"/>
              <a:gd name="connsiteX1" fmla="*/ 7165221 w 7356639"/>
              <a:gd name="connsiteY1" fmla="*/ 0 h 375125"/>
              <a:gd name="connsiteX2" fmla="*/ 7356639 w 7356639"/>
              <a:gd name="connsiteY2" fmla="*/ 187562 h 375125"/>
              <a:gd name="connsiteX3" fmla="*/ 7165221 w 7356639"/>
              <a:gd name="connsiteY3" fmla="*/ 375125 h 375125"/>
              <a:gd name="connsiteX4" fmla="*/ 36945 w 7356639"/>
              <a:gd name="connsiteY4" fmla="*/ 356652 h 375125"/>
              <a:gd name="connsiteX5" fmla="*/ 0 w 7356639"/>
              <a:gd name="connsiteY5" fmla="*/ 0 h 375125"/>
              <a:gd name="connsiteX0" fmla="*/ 9237 w 7365876"/>
              <a:gd name="connsiteY0" fmla="*/ 0 h 384361"/>
              <a:gd name="connsiteX1" fmla="*/ 7174458 w 7365876"/>
              <a:gd name="connsiteY1" fmla="*/ 0 h 384361"/>
              <a:gd name="connsiteX2" fmla="*/ 7365876 w 7365876"/>
              <a:gd name="connsiteY2" fmla="*/ 187562 h 384361"/>
              <a:gd name="connsiteX3" fmla="*/ 7174458 w 7365876"/>
              <a:gd name="connsiteY3" fmla="*/ 375125 h 384361"/>
              <a:gd name="connsiteX4" fmla="*/ 0 w 7365876"/>
              <a:gd name="connsiteY4" fmla="*/ 384361 h 384361"/>
              <a:gd name="connsiteX5" fmla="*/ 9237 w 7365876"/>
              <a:gd name="connsiteY5" fmla="*/ 0 h 384361"/>
              <a:gd name="connsiteX0" fmla="*/ 1405417 w 7365876"/>
              <a:gd name="connsiteY0" fmla="*/ 0 h 384361"/>
              <a:gd name="connsiteX1" fmla="*/ 7174458 w 7365876"/>
              <a:gd name="connsiteY1" fmla="*/ 0 h 384361"/>
              <a:gd name="connsiteX2" fmla="*/ 7365876 w 7365876"/>
              <a:gd name="connsiteY2" fmla="*/ 187562 h 384361"/>
              <a:gd name="connsiteX3" fmla="*/ 7174458 w 7365876"/>
              <a:gd name="connsiteY3" fmla="*/ 375125 h 384361"/>
              <a:gd name="connsiteX4" fmla="*/ 0 w 7365876"/>
              <a:gd name="connsiteY4" fmla="*/ 384361 h 384361"/>
              <a:gd name="connsiteX5" fmla="*/ 1405417 w 7365876"/>
              <a:gd name="connsiteY5" fmla="*/ 0 h 384361"/>
              <a:gd name="connsiteX0" fmla="*/ 0 w 5960459"/>
              <a:gd name="connsiteY0" fmla="*/ 0 h 384361"/>
              <a:gd name="connsiteX1" fmla="*/ 5769041 w 5960459"/>
              <a:gd name="connsiteY1" fmla="*/ 0 h 384361"/>
              <a:gd name="connsiteX2" fmla="*/ 5960459 w 5960459"/>
              <a:gd name="connsiteY2" fmla="*/ 187562 h 384361"/>
              <a:gd name="connsiteX3" fmla="*/ 5769041 w 5960459"/>
              <a:gd name="connsiteY3" fmla="*/ 375125 h 384361"/>
              <a:gd name="connsiteX4" fmla="*/ 596 w 5960459"/>
              <a:gd name="connsiteY4" fmla="*/ 384361 h 384361"/>
              <a:gd name="connsiteX5" fmla="*/ 0 w 5960459"/>
              <a:gd name="connsiteY5" fmla="*/ 0 h 38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60459" h="384361">
                <a:moveTo>
                  <a:pt x="0" y="0"/>
                </a:moveTo>
                <a:lnTo>
                  <a:pt x="5769041" y="0"/>
                </a:lnTo>
                <a:cubicBezTo>
                  <a:pt x="5874704" y="0"/>
                  <a:pt x="5960459" y="84028"/>
                  <a:pt x="5960459" y="187562"/>
                </a:cubicBezTo>
                <a:cubicBezTo>
                  <a:pt x="5960459" y="291096"/>
                  <a:pt x="5874704" y="375125"/>
                  <a:pt x="5769041" y="375125"/>
                </a:cubicBezTo>
                <a:lnTo>
                  <a:pt x="596" y="384361"/>
                </a:lnTo>
                <a:cubicBezTo>
                  <a:pt x="397" y="256241"/>
                  <a:pt x="199" y="128120"/>
                  <a:pt x="0" y="0"/>
                </a:cubicBezTo>
                <a:close/>
              </a:path>
            </a:pathLst>
          </a:custGeom>
          <a:solidFill>
            <a:schemeClr val="tx1"/>
          </a:solidFill>
          <a:ln w="1266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6" name="Espace réservé du texte 45">
            <a:extLst>
              <a:ext uri="{FF2B5EF4-FFF2-40B4-BE49-F238E27FC236}">
                <a16:creationId xmlns:a16="http://schemas.microsoft.com/office/drawing/2014/main" id="{9D1134E3-159E-A345-5E4A-50503A57EF18}"/>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7" name="Espace réservé du texte 45">
            <a:extLst>
              <a:ext uri="{FF2B5EF4-FFF2-40B4-BE49-F238E27FC236}">
                <a16:creationId xmlns:a16="http://schemas.microsoft.com/office/drawing/2014/main" id="{7F8F626F-1FF9-9BFD-88D3-0EAF5170B2BC}"/>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10" name="Espace réservé de la date 2">
            <a:extLst>
              <a:ext uri="{FF2B5EF4-FFF2-40B4-BE49-F238E27FC236}">
                <a16:creationId xmlns:a16="http://schemas.microsoft.com/office/drawing/2014/main" id="{D860FAF5-3844-C076-40EC-E0B31EF6877A}"/>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11" name="Espace réservé du pied de page 3">
            <a:extLst>
              <a:ext uri="{FF2B5EF4-FFF2-40B4-BE49-F238E27FC236}">
                <a16:creationId xmlns:a16="http://schemas.microsoft.com/office/drawing/2014/main" id="{EE90F3A3-95F2-CE3D-660B-8FF287CC3137}"/>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Tree>
    <p:extLst>
      <p:ext uri="{BB962C8B-B14F-4D97-AF65-F5344CB8AC3E}">
        <p14:creationId xmlns:p14="http://schemas.microsoft.com/office/powerpoint/2010/main" val="12864458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Remerciements">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B36640-76E6-6535-D32D-49334EAFA7B7}"/>
              </a:ext>
            </a:extLst>
          </p:cNvPr>
          <p:cNvSpPr/>
          <p:nvPr userDrawn="1"/>
        </p:nvSpPr>
        <p:spPr>
          <a:xfrm>
            <a:off x="-9431" y="4228627"/>
            <a:ext cx="12201431" cy="2629373"/>
          </a:xfrm>
          <a:prstGeom prst="rect">
            <a:avLst/>
          </a:prstGeom>
          <a:solidFill>
            <a:srgbClr val="102031">
              <a:alpha val="89804"/>
            </a:srgbClr>
          </a:solidFill>
          <a:ln w="12660" cap="flat">
            <a:noFill/>
            <a:prstDash val="solid"/>
            <a:miter/>
          </a:ln>
        </p:spPr>
        <p:txBody>
          <a:bodyPr rtlCol="0" anchor="ctr"/>
          <a:lstStyle/>
          <a:p>
            <a:pPr algn="l"/>
            <a:endParaRPr lang="fr-FR"/>
          </a:p>
        </p:txBody>
      </p:sp>
      <p:sp>
        <p:nvSpPr>
          <p:cNvPr id="2" name="Titre 1">
            <a:extLst>
              <a:ext uri="{FF2B5EF4-FFF2-40B4-BE49-F238E27FC236}">
                <a16:creationId xmlns:a16="http://schemas.microsoft.com/office/drawing/2014/main" id="{0913EE61-17AB-0468-84AC-06D83F476E47}"/>
              </a:ext>
            </a:extLst>
          </p:cNvPr>
          <p:cNvSpPr>
            <a:spLocks noGrp="1"/>
          </p:cNvSpPr>
          <p:nvPr>
            <p:ph type="title" hasCustomPrompt="1"/>
          </p:nvPr>
        </p:nvSpPr>
        <p:spPr>
          <a:xfrm>
            <a:off x="471345" y="799627"/>
            <a:ext cx="11249311" cy="784830"/>
          </a:xfrm>
        </p:spPr>
        <p:txBody>
          <a:bodyPr/>
          <a:lstStyle>
            <a:lvl1pPr algn="ctr">
              <a:defRPr sz="5000">
                <a:solidFill>
                  <a:schemeClr val="bg1"/>
                </a:solidFill>
              </a:defRPr>
            </a:lvl1pPr>
          </a:lstStyle>
          <a:p>
            <a:r>
              <a:rPr lang="fr-FR"/>
              <a:t>Merci</a:t>
            </a:r>
          </a:p>
        </p:txBody>
      </p:sp>
      <p:sp>
        <p:nvSpPr>
          <p:cNvPr id="23" name="Espace réservé du texte 48">
            <a:extLst>
              <a:ext uri="{FF2B5EF4-FFF2-40B4-BE49-F238E27FC236}">
                <a16:creationId xmlns:a16="http://schemas.microsoft.com/office/drawing/2014/main" id="{F2A86746-C112-CF3C-C315-3E1350718FC8}"/>
              </a:ext>
            </a:extLst>
          </p:cNvPr>
          <p:cNvSpPr>
            <a:spLocks noGrp="1"/>
          </p:cNvSpPr>
          <p:nvPr>
            <p:ph type="body" sz="quarter" idx="23" hasCustomPrompt="1"/>
          </p:nvPr>
        </p:nvSpPr>
        <p:spPr>
          <a:xfrm>
            <a:off x="648970" y="4897112"/>
            <a:ext cx="4440825" cy="276999"/>
          </a:xfrm>
        </p:spPr>
        <p:txBody>
          <a:bodyPr wrap="square" lIns="0" tIns="0" rIns="0" bIns="0" anchor="t" anchorCtr="0">
            <a:spAutoFit/>
          </a:bodyPr>
          <a:lstStyle>
            <a:lvl1pPr algn="l">
              <a:lnSpc>
                <a:spcPct val="100000"/>
              </a:lnSpc>
              <a:spcBef>
                <a:spcPts val="1000"/>
              </a:spcBef>
              <a:defRPr sz="1800" b="0" i="0">
                <a:solidFill>
                  <a:schemeClr val="bg1"/>
                </a:solidFill>
                <a:latin typeface="+mj-lt"/>
              </a:defRPr>
            </a:lvl1pPr>
          </a:lstStyle>
          <a:p>
            <a:pPr lvl="0"/>
            <a:r>
              <a:rPr lang="fr-FR"/>
              <a:t>Nom Prénom</a:t>
            </a:r>
          </a:p>
        </p:txBody>
      </p:sp>
      <p:sp>
        <p:nvSpPr>
          <p:cNvPr id="24" name="Espace réservé du texte 48">
            <a:extLst>
              <a:ext uri="{FF2B5EF4-FFF2-40B4-BE49-F238E27FC236}">
                <a16:creationId xmlns:a16="http://schemas.microsoft.com/office/drawing/2014/main" id="{0B586D1E-0A71-BEAF-A0B9-9A42AB5CB560}"/>
              </a:ext>
            </a:extLst>
          </p:cNvPr>
          <p:cNvSpPr>
            <a:spLocks noGrp="1"/>
          </p:cNvSpPr>
          <p:nvPr>
            <p:ph type="body" sz="quarter" idx="24" hasCustomPrompt="1"/>
          </p:nvPr>
        </p:nvSpPr>
        <p:spPr>
          <a:xfrm>
            <a:off x="648970" y="5274799"/>
            <a:ext cx="4440825" cy="830997"/>
          </a:xfrm>
        </p:spPr>
        <p:txBody>
          <a:bodyPr wrap="square" lIns="0" tIns="0" rIns="0" bIns="0" anchor="t" anchorCtr="0">
            <a:spAutoFit/>
          </a:bodyPr>
          <a:lstStyle>
            <a:lvl1pPr algn="l">
              <a:lnSpc>
                <a:spcPct val="100000"/>
              </a:lnSpc>
              <a:spcBef>
                <a:spcPts val="0"/>
              </a:spcBef>
              <a:defRPr sz="1800" b="0" i="0">
                <a:solidFill>
                  <a:schemeClr val="bg1"/>
                </a:solidFill>
                <a:latin typeface="+mn-lt"/>
              </a:defRPr>
            </a:lvl1pPr>
          </a:lstStyle>
          <a:p>
            <a:pPr lvl="0"/>
            <a:r>
              <a:rPr lang="fr-FR"/>
              <a:t>Poste</a:t>
            </a:r>
          </a:p>
          <a:p>
            <a:pPr lvl="0"/>
            <a:r>
              <a:rPr lang="fr-FR" err="1"/>
              <a:t>mail@bouyguesconstruction.com</a:t>
            </a:r>
            <a:r>
              <a:rPr lang="fr-FR"/>
              <a:t> </a:t>
            </a:r>
          </a:p>
          <a:p>
            <a:pPr lvl="0"/>
            <a:r>
              <a:rPr lang="fr-FR"/>
              <a:t>04 04 04 04 04</a:t>
            </a:r>
          </a:p>
        </p:txBody>
      </p:sp>
      <p:pic>
        <p:nvPicPr>
          <p:cNvPr id="3" name="Image 2">
            <a:extLst>
              <a:ext uri="{FF2B5EF4-FFF2-40B4-BE49-F238E27FC236}">
                <a16:creationId xmlns:a16="http://schemas.microsoft.com/office/drawing/2014/main" id="{A8FE6D58-5B95-BBD3-3834-A0DDDFAF7E0E}"/>
              </a:ext>
            </a:extLst>
          </p:cNvPr>
          <p:cNvPicPr>
            <a:picLocks noChangeAspect="1"/>
          </p:cNvPicPr>
          <p:nvPr userDrawn="1"/>
        </p:nvPicPr>
        <p:blipFill>
          <a:blip r:embed="rId3"/>
          <a:stretch>
            <a:fillRect/>
          </a:stretch>
        </p:blipFill>
        <p:spPr>
          <a:xfrm>
            <a:off x="11386546" y="5848388"/>
            <a:ext cx="360000" cy="360000"/>
          </a:xfrm>
          <a:prstGeom prst="rect">
            <a:avLst/>
          </a:prstGeom>
        </p:spPr>
      </p:pic>
      <p:pic>
        <p:nvPicPr>
          <p:cNvPr id="5" name="Image 4">
            <a:extLst>
              <a:ext uri="{FF2B5EF4-FFF2-40B4-BE49-F238E27FC236}">
                <a16:creationId xmlns:a16="http://schemas.microsoft.com/office/drawing/2014/main" id="{94E5C637-09A4-F46E-4083-C28472BED451}"/>
              </a:ext>
            </a:extLst>
          </p:cNvPr>
          <p:cNvPicPr>
            <a:picLocks noChangeAspect="1"/>
          </p:cNvPicPr>
          <p:nvPr userDrawn="1"/>
        </p:nvPicPr>
        <p:blipFill>
          <a:blip r:embed="rId4"/>
          <a:stretch>
            <a:fillRect/>
          </a:stretch>
        </p:blipFill>
        <p:spPr>
          <a:xfrm>
            <a:off x="11386546" y="5372750"/>
            <a:ext cx="360000" cy="360000"/>
          </a:xfrm>
          <a:prstGeom prst="rect">
            <a:avLst/>
          </a:prstGeom>
        </p:spPr>
      </p:pic>
      <p:pic>
        <p:nvPicPr>
          <p:cNvPr id="6" name="Image 5">
            <a:extLst>
              <a:ext uri="{FF2B5EF4-FFF2-40B4-BE49-F238E27FC236}">
                <a16:creationId xmlns:a16="http://schemas.microsoft.com/office/drawing/2014/main" id="{6804ACF0-083F-603C-3EAD-C02B6CC94246}"/>
              </a:ext>
            </a:extLst>
          </p:cNvPr>
          <p:cNvPicPr>
            <a:picLocks noChangeAspect="1"/>
          </p:cNvPicPr>
          <p:nvPr userDrawn="1"/>
        </p:nvPicPr>
        <p:blipFill>
          <a:blip r:embed="rId5"/>
          <a:stretch>
            <a:fillRect/>
          </a:stretch>
        </p:blipFill>
        <p:spPr>
          <a:xfrm>
            <a:off x="11386546" y="4897112"/>
            <a:ext cx="360000" cy="360000"/>
          </a:xfrm>
          <a:prstGeom prst="rect">
            <a:avLst/>
          </a:prstGeom>
        </p:spPr>
      </p:pic>
      <p:pic>
        <p:nvPicPr>
          <p:cNvPr id="7" name="Graphique 6">
            <a:extLst>
              <a:ext uri="{FF2B5EF4-FFF2-40B4-BE49-F238E27FC236}">
                <a16:creationId xmlns:a16="http://schemas.microsoft.com/office/drawing/2014/main" id="{ACE2C729-86E4-F75C-BFF4-8CB396F6C51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568858" y="6105796"/>
            <a:ext cx="1054283" cy="540000"/>
          </a:xfrm>
          <a:prstGeom prst="rect">
            <a:avLst/>
          </a:prstGeom>
        </p:spPr>
      </p:pic>
    </p:spTree>
    <p:extLst>
      <p:ext uri="{BB962C8B-B14F-4D97-AF65-F5344CB8AC3E}">
        <p14:creationId xmlns:p14="http://schemas.microsoft.com/office/powerpoint/2010/main" val="29960623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ictogrammes 01">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3DAFB4DF-6577-C5CC-FEF8-ADE6C1124775}"/>
              </a:ext>
            </a:extLst>
          </p:cNvPr>
          <p:cNvSpPr>
            <a:spLocks noGrp="1"/>
          </p:cNvSpPr>
          <p:nvPr>
            <p:ph type="title" hasCustomPrompt="1"/>
          </p:nvPr>
        </p:nvSpPr>
        <p:spPr>
          <a:xfrm>
            <a:off x="537575" y="849535"/>
            <a:ext cx="11086578" cy="369332"/>
          </a:xfrm>
        </p:spPr>
        <p:txBody>
          <a:bodyPr/>
          <a:lstStyle>
            <a:lvl1pPr>
              <a:defRPr sz="2000"/>
            </a:lvl1pPr>
          </a:lstStyle>
          <a:p>
            <a:r>
              <a:rPr lang="fr-FR"/>
              <a:t>Pictogrammes à copier-coller (couleur modifiable &gt; contour)</a:t>
            </a:r>
          </a:p>
        </p:txBody>
      </p:sp>
      <p:sp>
        <p:nvSpPr>
          <p:cNvPr id="5" name="ZoneTexte 4">
            <a:extLst>
              <a:ext uri="{FF2B5EF4-FFF2-40B4-BE49-F238E27FC236}">
                <a16:creationId xmlns:a16="http://schemas.microsoft.com/office/drawing/2014/main" id="{FFFFCFE5-900F-592B-4EA5-90448F8D4E5F}"/>
              </a:ext>
            </a:extLst>
          </p:cNvPr>
          <p:cNvSpPr txBox="1"/>
          <p:nvPr userDrawn="1"/>
        </p:nvSpPr>
        <p:spPr>
          <a:xfrm>
            <a:off x="12452308" y="5131"/>
            <a:ext cx="2514976" cy="5287456"/>
          </a:xfrm>
          <a:prstGeom prst="rect">
            <a:avLst/>
          </a:prstGeom>
          <a:solidFill>
            <a:schemeClr val="bg1"/>
          </a:solidFill>
        </p:spPr>
        <p:txBody>
          <a:bodyPr wrap="square" lIns="180000" tIns="1080000" rIns="72000" bIns="72000" rtlCol="0">
            <a:spAutoFit/>
          </a:bodyPr>
          <a:lstStyle/>
          <a:p>
            <a:r>
              <a:rPr lang="fr-FR" sz="2400" kern="1200">
                <a:solidFill>
                  <a:schemeClr val="accent3"/>
                </a:solidFill>
                <a:effectLst/>
                <a:latin typeface="+mj-lt"/>
                <a:ea typeface="+mn-ea"/>
                <a:cs typeface="+mn-cs"/>
              </a:rPr>
              <a:t>ASTUCES</a:t>
            </a:r>
          </a:p>
          <a:p>
            <a:endParaRPr lang="fr-FR" sz="2400" kern="1200">
              <a:solidFill>
                <a:schemeClr val="accent3"/>
              </a:solidFill>
              <a:effectLst/>
              <a:latin typeface="+mj-lt"/>
              <a:ea typeface="+mn-ea"/>
              <a:cs typeface="+mn-cs"/>
            </a:endParaRPr>
          </a:p>
          <a:p>
            <a:r>
              <a:rPr lang="fr-FR" sz="1800" u="sng" kern="1200">
                <a:solidFill>
                  <a:schemeClr val="tx1"/>
                </a:solidFill>
                <a:effectLst/>
                <a:latin typeface="+mn-lt"/>
                <a:ea typeface="+mn-ea"/>
                <a:cs typeface="+mn-cs"/>
              </a:rPr>
              <a:t>Pour personnaliser la couleur des pictogrammes</a:t>
            </a:r>
            <a:br>
              <a:rPr lang="fr-FR" sz="1400" kern="1200">
                <a:solidFill>
                  <a:schemeClr val="tx1"/>
                </a:solidFill>
                <a:effectLst/>
                <a:latin typeface="+mn-lt"/>
                <a:ea typeface="+mn-ea"/>
                <a:cs typeface="+mn-cs"/>
              </a:rPr>
            </a:br>
            <a:endParaRPr lang="fr-FR" sz="1400" kern="1200">
              <a:solidFill>
                <a:schemeClr val="tx1"/>
              </a:solidFill>
              <a:effectLst/>
              <a:latin typeface="+mn-lt"/>
              <a:ea typeface="+mn-ea"/>
              <a:cs typeface="+mn-cs"/>
            </a:endParaRPr>
          </a:p>
          <a:p>
            <a:r>
              <a:rPr lang="fr-FR" sz="1400" b="1" kern="1200">
                <a:solidFill>
                  <a:schemeClr val="tx1"/>
                </a:solidFill>
                <a:effectLst/>
                <a:latin typeface="+mn-lt"/>
                <a:ea typeface="+mn-ea"/>
                <a:cs typeface="+mn-cs"/>
              </a:rPr>
              <a:t>Option de la forme &gt; Contour &gt; Changer la couleur</a:t>
            </a:r>
          </a:p>
          <a:p>
            <a:r>
              <a:rPr lang="fr-FR" sz="1400" b="1"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u="sng" kern="1200">
                <a:solidFill>
                  <a:schemeClr val="tx1"/>
                </a:solidFill>
                <a:effectLst/>
                <a:latin typeface="+mn-lt"/>
                <a:ea typeface="+mn-ea"/>
                <a:cs typeface="+mn-cs"/>
              </a:rPr>
              <a:t>Pour personnaliser la couleur des formes</a:t>
            </a:r>
          </a:p>
          <a:p>
            <a:r>
              <a:rPr lang="fr-FR" sz="1400" b="1" kern="1200">
                <a:solidFill>
                  <a:schemeClr val="tx1"/>
                </a:solidFill>
                <a:effectLst/>
                <a:latin typeface="+mn-lt"/>
                <a:ea typeface="+mn-ea"/>
                <a:cs typeface="+mn-cs"/>
              </a:rPr>
              <a:t>Option de la forme &gt; Remplissage &gt; Changer la couleur</a:t>
            </a:r>
          </a:p>
        </p:txBody>
      </p:sp>
      <p:pic>
        <p:nvPicPr>
          <p:cNvPr id="6" name="Graphique 5">
            <a:extLst>
              <a:ext uri="{FF2B5EF4-FFF2-40B4-BE49-F238E27FC236}">
                <a16:creationId xmlns:a16="http://schemas.microsoft.com/office/drawing/2014/main" id="{9E6D0454-04CE-3C37-3AA4-B4139D3A17D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sp>
        <p:nvSpPr>
          <p:cNvPr id="7" name="Forme libre 12">
            <a:extLst>
              <a:ext uri="{FF2B5EF4-FFF2-40B4-BE49-F238E27FC236}">
                <a16:creationId xmlns:a16="http://schemas.microsoft.com/office/drawing/2014/main" id="{F1C2F46D-CD1B-4EE9-6E42-40FD0D98AF4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8" name="Espace réservé de la date 2">
            <a:extLst>
              <a:ext uri="{FF2B5EF4-FFF2-40B4-BE49-F238E27FC236}">
                <a16:creationId xmlns:a16="http://schemas.microsoft.com/office/drawing/2014/main" id="{0D29238C-99DE-E7AC-A1E6-163F828CA9D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9" name="Espace réservé du pied de page 3">
            <a:extLst>
              <a:ext uri="{FF2B5EF4-FFF2-40B4-BE49-F238E27FC236}">
                <a16:creationId xmlns:a16="http://schemas.microsoft.com/office/drawing/2014/main" id="{2936D0B9-4619-202D-4E11-A1F9D4A4B58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0" name="Espace réservé du numéro de diapositive 4">
            <a:extLst>
              <a:ext uri="{FF2B5EF4-FFF2-40B4-BE49-F238E27FC236}">
                <a16:creationId xmlns:a16="http://schemas.microsoft.com/office/drawing/2014/main" id="{87712DAC-208A-7F08-C242-762B9931E34C}"/>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1730394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
        <p:nvSpPr>
          <p:cNvPr id="3" name="Forme libre 12">
            <a:extLst>
              <a:ext uri="{FF2B5EF4-FFF2-40B4-BE49-F238E27FC236}">
                <a16:creationId xmlns:a16="http://schemas.microsoft.com/office/drawing/2014/main" id="{321064E6-F496-A6E3-4C02-4A222082C69F}"/>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5" name="Espace réservé de la date 2">
            <a:extLst>
              <a:ext uri="{FF2B5EF4-FFF2-40B4-BE49-F238E27FC236}">
                <a16:creationId xmlns:a16="http://schemas.microsoft.com/office/drawing/2014/main" id="{1523CC90-182A-C976-449A-7C97E70A249F}"/>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6" name="Espace réservé du pied de page 3">
            <a:extLst>
              <a:ext uri="{FF2B5EF4-FFF2-40B4-BE49-F238E27FC236}">
                <a16:creationId xmlns:a16="http://schemas.microsoft.com/office/drawing/2014/main" id="{099EDB9B-2085-F381-4331-0518857841CF}"/>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7" name="Espace réservé du numéro de diapositive 4">
            <a:extLst>
              <a:ext uri="{FF2B5EF4-FFF2-40B4-BE49-F238E27FC236}">
                <a16:creationId xmlns:a16="http://schemas.microsoft.com/office/drawing/2014/main" id="{47D38DEE-1436-9756-6460-F28FE87A8EAC}"/>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31992740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endParaRPr lang="fr-FR" dirty="0"/>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a:xfrm>
            <a:off x="2063552" y="6431191"/>
            <a:ext cx="1390848" cy="215444"/>
          </a:xfrm>
        </p:spPr>
        <p:txBody>
          <a:bodyPr/>
          <a:lstStyle/>
          <a:p>
            <a:fld id="{1036B63E-CB45-4E31-9F41-760E52C19B26}" type="datetimeFigureOut">
              <a:rPr lang="fr-FR" smtClean="0"/>
              <a:t>24/08/2023</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a:xfrm>
            <a:off x="8737600" y="6400414"/>
            <a:ext cx="1678880" cy="276999"/>
          </a:xfrm>
        </p:spPr>
        <p:txBody>
          <a:bodyPr/>
          <a:lstStyle/>
          <a:p>
            <a:fld id="{51305603-C977-4851-84A9-721AB3166E50}" type="slidenum">
              <a:rPr lang="fr-FR" smtClean="0"/>
              <a:t>‹N°›</a:t>
            </a:fld>
            <a:endParaRPr lang="fr-FR" dirty="0"/>
          </a:p>
        </p:txBody>
      </p:sp>
      <p:pic>
        <p:nvPicPr>
          <p:cNvPr id="9" name="Imag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6337578"/>
            <a:ext cx="1152128" cy="403790"/>
          </a:xfrm>
          <a:prstGeom prst="rect">
            <a:avLst/>
          </a:prstGeom>
        </p:spPr>
      </p:pic>
      <p:grpSp>
        <p:nvGrpSpPr>
          <p:cNvPr id="10" name="Groupe 9"/>
          <p:cNvGrpSpPr/>
          <p:nvPr userDrawn="1"/>
        </p:nvGrpSpPr>
        <p:grpSpPr>
          <a:xfrm>
            <a:off x="9744406" y="-891480"/>
            <a:ext cx="3769457" cy="2664296"/>
            <a:chOff x="6185458" y="-1395535"/>
            <a:chExt cx="4651238" cy="4383398"/>
          </a:xfrm>
        </p:grpSpPr>
        <p:sp>
          <p:nvSpPr>
            <p:cNvPr id="11" name="Arc 10"/>
            <p:cNvSpPr/>
            <p:nvPr userDrawn="1"/>
          </p:nvSpPr>
          <p:spPr>
            <a:xfrm rot="10800000">
              <a:off x="7560840" y="-1395535"/>
              <a:ext cx="3275856" cy="2780928"/>
            </a:xfrm>
            <a:prstGeom prst="arc">
              <a:avLst/>
            </a:prstGeom>
            <a:solidFill>
              <a:srgbClr val="CCCD33"/>
            </a:solidFill>
            <a:ln>
              <a:solidFill>
                <a:srgbClr val="CCCD3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800"/>
            </a:p>
          </p:txBody>
        </p:sp>
        <p:pic>
          <p:nvPicPr>
            <p:cNvPr id="12" name="Imag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20787733">
              <a:off x="6185458" y="-217076"/>
              <a:ext cx="3204939" cy="3204939"/>
            </a:xfrm>
            <a:prstGeom prst="rect">
              <a:avLst/>
            </a:prstGeom>
          </p:spPr>
        </p:pic>
      </p:grpSp>
      <p:pic>
        <p:nvPicPr>
          <p:cNvPr id="14" name="Imag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41772" y="5661249"/>
            <a:ext cx="1544681" cy="1158511"/>
          </a:xfrm>
          <a:prstGeom prst="rect">
            <a:avLst/>
          </a:prstGeom>
        </p:spPr>
      </p:pic>
      <p:cxnSp>
        <p:nvCxnSpPr>
          <p:cNvPr id="13" name="Connecteur droit 12"/>
          <p:cNvCxnSpPr/>
          <p:nvPr userDrawn="1"/>
        </p:nvCxnSpPr>
        <p:spPr>
          <a:xfrm>
            <a:off x="623392" y="6165304"/>
            <a:ext cx="10018379" cy="0"/>
          </a:xfrm>
          <a:prstGeom prst="line">
            <a:avLst/>
          </a:prstGeom>
          <a:ln>
            <a:solidFill>
              <a:srgbClr val="AF207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45274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meline">
    <p:bg>
      <p:bgPr>
        <a:solidFill>
          <a:schemeClr val="bg1"/>
        </a:solidFill>
        <a:effectLst/>
      </p:bgPr>
    </p:bg>
    <p:spTree>
      <p:nvGrpSpPr>
        <p:cNvPr id="1" name=""/>
        <p:cNvGrpSpPr/>
        <p:nvPr/>
      </p:nvGrpSpPr>
      <p:grpSpPr>
        <a:xfrm>
          <a:off x="0" y="0"/>
          <a:ext cx="0" cy="0"/>
          <a:chOff x="0" y="0"/>
          <a:chExt cx="0" cy="0"/>
        </a:xfrm>
      </p:grpSpPr>
      <p:sp>
        <p:nvSpPr>
          <p:cNvPr id="6" name="Forme libre 12">
            <a:extLst>
              <a:ext uri="{FF2B5EF4-FFF2-40B4-BE49-F238E27FC236}">
                <a16:creationId xmlns:a16="http://schemas.microsoft.com/office/drawing/2014/main" id="{4A91FB13-993B-0646-BDEF-5BA37FBA55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CC68DB94-46EA-043B-E293-89F74B53839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8" name="Espace réservé du pied de page 3">
            <a:extLst>
              <a:ext uri="{FF2B5EF4-FFF2-40B4-BE49-F238E27FC236}">
                <a16:creationId xmlns:a16="http://schemas.microsoft.com/office/drawing/2014/main" id="{764C7C74-33B5-01AC-0ED6-605AF83A08E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65686FF6-4D85-888C-F01B-0B708B6BF44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5" name="Titre 4">
            <a:extLst>
              <a:ext uri="{FF2B5EF4-FFF2-40B4-BE49-F238E27FC236}">
                <a16:creationId xmlns:a16="http://schemas.microsoft.com/office/drawing/2014/main" id="{A59EB49E-DF8D-B601-5E77-80AB45E58A13}"/>
              </a:ext>
            </a:extLst>
          </p:cNvPr>
          <p:cNvSpPr>
            <a:spLocks noGrp="1"/>
          </p:cNvSpPr>
          <p:nvPr>
            <p:ph type="title"/>
          </p:nvPr>
        </p:nvSpPr>
        <p:spPr/>
        <p:txBody>
          <a:bodyPr/>
          <a:lstStyle>
            <a:lvl1pPr>
              <a:defRPr b="0">
                <a:solidFill>
                  <a:schemeClr val="accent3"/>
                </a:solidFill>
              </a:defRPr>
            </a:lvl1pPr>
          </a:lstStyle>
          <a:p>
            <a:r>
              <a:rPr lang="fr-FR"/>
              <a:t>Modifiez le style du titre</a:t>
            </a:r>
          </a:p>
        </p:txBody>
      </p:sp>
      <p:grpSp>
        <p:nvGrpSpPr>
          <p:cNvPr id="10" name="Groupe 9">
            <a:extLst>
              <a:ext uri="{FF2B5EF4-FFF2-40B4-BE49-F238E27FC236}">
                <a16:creationId xmlns:a16="http://schemas.microsoft.com/office/drawing/2014/main" id="{25D667FE-7C9F-239C-24FE-5942B911F966}"/>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EA605168-0F05-B4F8-1A38-8221BCFF59F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CC0785B7-F8C0-76AA-E523-B5D8BD3739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FE982806-76A8-310E-FE59-4D453BC80C83}"/>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854303AA-3ED4-F142-035C-0E51218D418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107446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 name="Forme libre 25">
            <a:extLst>
              <a:ext uri="{FF2B5EF4-FFF2-40B4-BE49-F238E27FC236}">
                <a16:creationId xmlns:a16="http://schemas.microsoft.com/office/drawing/2014/main" id="{1F86ED98-ECB6-B545-B96D-487DB096D68B}"/>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Espace réservé du titre 1">
            <a:extLst>
              <a:ext uri="{FF2B5EF4-FFF2-40B4-BE49-F238E27FC236}">
                <a16:creationId xmlns:a16="http://schemas.microsoft.com/office/drawing/2014/main" id="{A54A61B3-8DF8-A1A6-BC1C-0E727CB26CA1}"/>
              </a:ext>
            </a:extLst>
          </p:cNvPr>
          <p:cNvSpPr>
            <a:spLocks noGrp="1"/>
          </p:cNvSpPr>
          <p:nvPr>
            <p:ph type="title"/>
          </p:nvPr>
        </p:nvSpPr>
        <p:spPr>
          <a:xfrm>
            <a:off x="537575" y="849535"/>
            <a:ext cx="11086578" cy="590931"/>
          </a:xfrm>
          <a:prstGeom prst="rect">
            <a:avLst/>
          </a:prstGeom>
        </p:spPr>
        <p:txBody>
          <a:bodyPr vert="horz" wrap="square" lIns="91440" tIns="45720" rIns="91440" bIns="45720" rtlCol="0" anchor="t" anchorCtr="0">
            <a:spAutoFit/>
          </a:bodyPr>
          <a:lstStyle/>
          <a:p>
            <a:r>
              <a:rPr lang="fr-FR"/>
              <a:t>Titre de la slide</a:t>
            </a:r>
          </a:p>
        </p:txBody>
      </p:sp>
      <p:sp>
        <p:nvSpPr>
          <p:cNvPr id="3" name="Espace réservé du texte 2">
            <a:extLst>
              <a:ext uri="{FF2B5EF4-FFF2-40B4-BE49-F238E27FC236}">
                <a16:creationId xmlns:a16="http://schemas.microsoft.com/office/drawing/2014/main" id="{1F692DB4-FE59-0C09-79A5-C9DD1B631E18}"/>
              </a:ext>
            </a:extLst>
          </p:cNvPr>
          <p:cNvSpPr>
            <a:spLocks noGrp="1"/>
          </p:cNvSpPr>
          <p:nvPr>
            <p:ph type="body" idx="1"/>
          </p:nvPr>
        </p:nvSpPr>
        <p:spPr>
          <a:xfrm>
            <a:off x="537575" y="2175048"/>
            <a:ext cx="11086578" cy="3820891"/>
          </a:xfrm>
          <a:prstGeom prst="rect">
            <a:avLst/>
          </a:prstGeom>
        </p:spPr>
        <p:txBody>
          <a:bodyPr vert="horz" lIns="91440" tIns="45720" rIns="91440" bIns="45720" rtlCol="0">
            <a:normAutofit/>
          </a:body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4" name="Espace réservé de la date 3">
            <a:extLst>
              <a:ext uri="{FF2B5EF4-FFF2-40B4-BE49-F238E27FC236}">
                <a16:creationId xmlns:a16="http://schemas.microsoft.com/office/drawing/2014/main" id="{99399531-832D-5914-A0E6-C1277C081489}"/>
              </a:ext>
            </a:extLst>
          </p:cNvPr>
          <p:cNvSpPr>
            <a:spLocks noGrp="1"/>
          </p:cNvSpPr>
          <p:nvPr>
            <p:ph type="dt" sz="half" idx="2"/>
          </p:nvPr>
        </p:nvSpPr>
        <p:spPr>
          <a:xfrm>
            <a:off x="10854180" y="6426109"/>
            <a:ext cx="718026" cy="215444"/>
          </a:xfrm>
          <a:prstGeom prst="rect">
            <a:avLst/>
          </a:prstGeom>
        </p:spPr>
        <p:txBody>
          <a:bodyPr vert="horz" wrap="square" lIns="0" tIns="45720" rIns="0" bIns="45720" rtlCol="0" anchor="ctr">
            <a:spAutoFit/>
          </a:bodyPr>
          <a:lstStyle>
            <a:lvl1pPr algn="l">
              <a:defRPr sz="800">
                <a:solidFill>
                  <a:schemeClr val="tx1"/>
                </a:solidFill>
              </a:defRPr>
            </a:lvl1pPr>
          </a:lstStyle>
          <a:p>
            <a:fld id="{8A771D16-9156-174C-8842-1E24D015EB0F}" type="datetime6">
              <a:rPr lang="fr-FR" smtClean="0"/>
              <a:t>août 23</a:t>
            </a:fld>
            <a:endParaRPr lang="fr-FR"/>
          </a:p>
        </p:txBody>
      </p:sp>
      <p:sp>
        <p:nvSpPr>
          <p:cNvPr id="5" name="Espace réservé du pied de page 4">
            <a:extLst>
              <a:ext uri="{FF2B5EF4-FFF2-40B4-BE49-F238E27FC236}">
                <a16:creationId xmlns:a16="http://schemas.microsoft.com/office/drawing/2014/main" id="{D4E7768A-5EBE-0A78-FD15-72356CDE7A1E}"/>
              </a:ext>
            </a:extLst>
          </p:cNvPr>
          <p:cNvSpPr>
            <a:spLocks noGrp="1"/>
          </p:cNvSpPr>
          <p:nvPr>
            <p:ph type="ftr" sz="quarter" idx="3"/>
          </p:nvPr>
        </p:nvSpPr>
        <p:spPr>
          <a:xfrm>
            <a:off x="8408033" y="6426110"/>
            <a:ext cx="2492445" cy="215444"/>
          </a:xfrm>
          <a:prstGeom prst="rect">
            <a:avLst/>
          </a:prstGeom>
        </p:spPr>
        <p:txBody>
          <a:bodyPr vert="horz" wrap="square" lIns="91440" tIns="45720" rIns="91440" bIns="45720" rtlCol="0" anchor="ctr">
            <a:spAutoFit/>
          </a:bodyPr>
          <a:lstStyle>
            <a:lvl1pPr algn="r">
              <a:defRPr sz="800">
                <a:solidFill>
                  <a:schemeClr val="tx1"/>
                </a:solidFill>
                <a:latin typeface="+mj-lt"/>
              </a:defRPr>
            </a:lvl1pPr>
          </a:lstStyle>
          <a:p>
            <a:r>
              <a:rPr lang="fr-FR"/>
              <a:t>BOUYGUES CONSTRUCTION | </a:t>
            </a:r>
          </a:p>
        </p:txBody>
      </p:sp>
      <p:sp>
        <p:nvSpPr>
          <p:cNvPr id="30" name="Espace réservé du numéro de diapositive 29">
            <a:extLst>
              <a:ext uri="{FF2B5EF4-FFF2-40B4-BE49-F238E27FC236}">
                <a16:creationId xmlns:a16="http://schemas.microsoft.com/office/drawing/2014/main" id="{6980B1DF-90E7-C3FD-93C1-9975E2A0EF5B}"/>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208345972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703" r:id="rId5"/>
    <p:sldLayoutId id="2147483681" r:id="rId6"/>
    <p:sldLayoutId id="2147483682" r:id="rId7"/>
    <p:sldLayoutId id="2147483701" r:id="rId8"/>
    <p:sldLayoutId id="2147483704" r:id="rId9"/>
    <p:sldLayoutId id="2147483684" r:id="rId10"/>
    <p:sldLayoutId id="2147483685" r:id="rId11"/>
    <p:sldLayoutId id="2147483686" r:id="rId12"/>
    <p:sldLayoutId id="2147483687" r:id="rId13"/>
    <p:sldLayoutId id="2147483688" r:id="rId14"/>
    <p:sldLayoutId id="2147483705" r:id="rId15"/>
    <p:sldLayoutId id="2147483689" r:id="rId16"/>
    <p:sldLayoutId id="2147483690" r:id="rId17"/>
    <p:sldLayoutId id="2147483707" r:id="rId18"/>
    <p:sldLayoutId id="2147483691" r:id="rId19"/>
    <p:sldLayoutId id="2147483692" r:id="rId20"/>
    <p:sldLayoutId id="2147483693" r:id="rId21"/>
    <p:sldLayoutId id="2147483694" r:id="rId22"/>
    <p:sldLayoutId id="2147483695" r:id="rId23"/>
    <p:sldLayoutId id="2147483696" r:id="rId24"/>
    <p:sldLayoutId id="2147483697" r:id="rId25"/>
    <p:sldLayoutId id="2147483708" r:id="rId26"/>
    <p:sldLayoutId id="2147483710" r:id="rId27"/>
  </p:sldLayoutIdLst>
  <p:hf hd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4F94A1-3D83-8DFE-CBC1-EF8AEFA6BF29}"/>
              </a:ext>
            </a:extLst>
          </p:cNvPr>
          <p:cNvSpPr>
            <a:spLocks noGrp="1"/>
          </p:cNvSpPr>
          <p:nvPr>
            <p:ph type="title"/>
          </p:nvPr>
        </p:nvSpPr>
        <p:spPr>
          <a:xfrm>
            <a:off x="688746" y="4743507"/>
            <a:ext cx="11503254" cy="701731"/>
          </a:xfrm>
        </p:spPr>
        <p:txBody>
          <a:bodyPr/>
          <a:lstStyle/>
          <a:p>
            <a:r>
              <a:rPr lang="en-US" sz="4400" dirty="0"/>
              <a:t>Cadre AE</a:t>
            </a:r>
          </a:p>
        </p:txBody>
      </p:sp>
      <p:sp>
        <p:nvSpPr>
          <p:cNvPr id="3" name="Espace réservé de la date 2">
            <a:extLst>
              <a:ext uri="{FF2B5EF4-FFF2-40B4-BE49-F238E27FC236}">
                <a16:creationId xmlns:a16="http://schemas.microsoft.com/office/drawing/2014/main" id="{B03770EC-3506-B2BC-F5F4-8665B2015DE3}"/>
              </a:ext>
            </a:extLst>
          </p:cNvPr>
          <p:cNvSpPr>
            <a:spLocks noGrp="1"/>
          </p:cNvSpPr>
          <p:nvPr>
            <p:ph type="dt" sz="half" idx="10"/>
          </p:nvPr>
        </p:nvSpPr>
        <p:spPr/>
        <p:txBody>
          <a:bodyPr/>
          <a:lstStyle/>
          <a:p>
            <a:r>
              <a:rPr lang="en-US" dirty="0"/>
              <a:t>02/23/2023</a:t>
            </a:r>
          </a:p>
        </p:txBody>
      </p:sp>
      <p:sp>
        <p:nvSpPr>
          <p:cNvPr id="5" name="Espace réservé du texte 4">
            <a:extLst>
              <a:ext uri="{FF2B5EF4-FFF2-40B4-BE49-F238E27FC236}">
                <a16:creationId xmlns:a16="http://schemas.microsoft.com/office/drawing/2014/main" id="{C15D920A-DEA3-AC7A-79C9-015D05B8B813}"/>
              </a:ext>
            </a:extLst>
          </p:cNvPr>
          <p:cNvSpPr>
            <a:spLocks noGrp="1"/>
          </p:cNvSpPr>
          <p:nvPr>
            <p:ph type="body" sz="quarter" idx="13"/>
          </p:nvPr>
        </p:nvSpPr>
        <p:spPr/>
        <p:txBody>
          <a:bodyPr/>
          <a:lstStyle/>
          <a:p>
            <a:endParaRPr lang="en-US" dirty="0"/>
          </a:p>
        </p:txBody>
      </p:sp>
      <p:pic>
        <p:nvPicPr>
          <p:cNvPr id="1028" name="Picture 4">
            <a:extLst>
              <a:ext uri="{FF2B5EF4-FFF2-40B4-BE49-F238E27FC236}">
                <a16:creationId xmlns:a16="http://schemas.microsoft.com/office/drawing/2014/main" id="{67D149E0-F1C0-5868-63AA-82EC7D210174}"/>
              </a:ext>
            </a:extLst>
          </p:cNvPr>
          <p:cNvPicPr>
            <a:picLocks noGrp="1" noChangeAspect="1" noChangeArrowheads="1"/>
          </p:cNvPicPr>
          <p:nvPr>
            <p:ph type="pic" sz="quarter" idx="14"/>
          </p:nvPr>
        </p:nvPicPr>
        <p:blipFill>
          <a:blip r:embed="rId2">
            <a:extLst>
              <a:ext uri="{28A0092B-C50C-407E-A947-70E740481C1C}">
                <a14:useLocalDpi xmlns:a14="http://schemas.microsoft.com/office/drawing/2010/main" val="0"/>
              </a:ext>
            </a:extLst>
          </a:blip>
          <a:srcRect l="3853" r="3853"/>
          <a:stretch>
            <a:fillRect/>
          </a:stretch>
        </p:blipFill>
        <p:spPr bwMode="auto">
          <a:xfrm>
            <a:off x="10398735" y="4756141"/>
            <a:ext cx="1329439" cy="872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782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dirty="0"/>
              <a:t>Principes Fondateurs d’Architecture du SI</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84" name="Rectangle 83">
            <a:extLst>
              <a:ext uri="{FF2B5EF4-FFF2-40B4-BE49-F238E27FC236}">
                <a16:creationId xmlns:a16="http://schemas.microsoft.com/office/drawing/2014/main" id="{27D8D774-6D4D-A153-72E9-DBCCFD45C3D7}"/>
              </a:ext>
            </a:extLst>
          </p:cNvPr>
          <p:cNvSpPr/>
          <p:nvPr/>
        </p:nvSpPr>
        <p:spPr bwMode="auto">
          <a:xfrm>
            <a:off x="3103164" y="2102080"/>
            <a:ext cx="4538731" cy="769121"/>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hangingPunct="0"/>
            <a:r>
              <a:rPr lang="fr-FR" sz="1000" dirty="0">
                <a:latin typeface="Calibri"/>
                <a:cs typeface="Arial" charset="0"/>
              </a:rPr>
              <a:t>Ce sont les guides de construction du SI qui </a:t>
            </a:r>
            <a:r>
              <a:rPr lang="fr-FR" sz="1000" b="1" dirty="0">
                <a:latin typeface="Calibri"/>
                <a:cs typeface="Arial" charset="0"/>
              </a:rPr>
              <a:t>sont connus de tous</a:t>
            </a:r>
            <a:r>
              <a:rPr lang="fr-FR" sz="1000" dirty="0">
                <a:latin typeface="Calibri"/>
                <a:cs typeface="Arial" charset="0"/>
              </a:rPr>
              <a:t>. </a:t>
            </a:r>
          </a:p>
          <a:p>
            <a:pPr eaLnBrk="0" hangingPunct="0"/>
            <a:r>
              <a:rPr lang="fr-FR" sz="1000" b="1" dirty="0">
                <a:latin typeface="Calibri"/>
                <a:cs typeface="Arial" charset="0"/>
              </a:rPr>
              <a:t>Chaque principe traduit une orientation stratégique de BYCN </a:t>
            </a:r>
            <a:r>
              <a:rPr lang="fr-FR" sz="1000" dirty="0">
                <a:latin typeface="Calibri"/>
                <a:cs typeface="Arial" charset="0"/>
              </a:rPr>
              <a:t>qui donne le cap du SI cible et de sa construction.</a:t>
            </a:r>
          </a:p>
          <a:p>
            <a:pPr eaLnBrk="0" hangingPunct="0"/>
            <a:r>
              <a:rPr lang="fr-FR" sz="1000" u="none" strike="noStrike" dirty="0">
                <a:effectLst/>
                <a:latin typeface="+mn-lt"/>
              </a:rPr>
              <a:t>Ils décrivent une orientation de structuration du SI traduisant la déclinaison d’un principe fondateur et sa signification sur une thématique (métier ou SI).</a:t>
            </a:r>
            <a:endParaRPr lang="fr-FR" sz="1000" b="0" i="0" u="none" strike="noStrike" dirty="0">
              <a:solidFill>
                <a:srgbClr val="000000"/>
              </a:solidFill>
              <a:effectLst/>
              <a:latin typeface="+mn-lt"/>
            </a:endParaRPr>
          </a:p>
          <a:p>
            <a:pPr eaLnBrk="0" hangingPunct="0"/>
            <a:endParaRPr lang="fr-FR" sz="1000" dirty="0">
              <a:latin typeface="Calibri"/>
              <a:cs typeface="Arial" charset="0"/>
            </a:endParaRPr>
          </a:p>
        </p:txBody>
      </p:sp>
      <p:sp>
        <p:nvSpPr>
          <p:cNvPr id="85" name="Rectangle 84">
            <a:extLst>
              <a:ext uri="{FF2B5EF4-FFF2-40B4-BE49-F238E27FC236}">
                <a16:creationId xmlns:a16="http://schemas.microsoft.com/office/drawing/2014/main" id="{BFF4F237-EE25-0E5A-9574-13144203FE98}"/>
              </a:ext>
            </a:extLst>
          </p:cNvPr>
          <p:cNvSpPr/>
          <p:nvPr/>
        </p:nvSpPr>
        <p:spPr>
          <a:xfrm>
            <a:off x="1348795" y="2071143"/>
            <a:ext cx="581743"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defRPr/>
            </a:pPr>
            <a:r>
              <a:rPr lang="fr-FR" sz="1000" b="1" dirty="0">
                <a:latin typeface="Calibri"/>
                <a:cs typeface="Arial" charset="0"/>
              </a:rPr>
              <a:t>1</a:t>
            </a:r>
          </a:p>
        </p:txBody>
      </p:sp>
      <p:sp>
        <p:nvSpPr>
          <p:cNvPr id="86" name="Rectangle 85">
            <a:extLst>
              <a:ext uri="{FF2B5EF4-FFF2-40B4-BE49-F238E27FC236}">
                <a16:creationId xmlns:a16="http://schemas.microsoft.com/office/drawing/2014/main" id="{6E9042F1-16E1-4177-36D5-82DDCEC6380A}"/>
              </a:ext>
            </a:extLst>
          </p:cNvPr>
          <p:cNvSpPr/>
          <p:nvPr/>
        </p:nvSpPr>
        <p:spPr>
          <a:xfrm>
            <a:off x="7718943" y="2071143"/>
            <a:ext cx="1036421"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defRPr/>
            </a:pPr>
            <a:r>
              <a:rPr lang="fr-FR" sz="1000" b="1" dirty="0">
                <a:latin typeface="Calibri"/>
                <a:cs typeface="Arial" charset="0"/>
              </a:rPr>
              <a:t>STRATEGIE SI </a:t>
            </a:r>
          </a:p>
        </p:txBody>
      </p:sp>
      <p:sp>
        <p:nvSpPr>
          <p:cNvPr id="87" name="Rectangle 86">
            <a:extLst>
              <a:ext uri="{FF2B5EF4-FFF2-40B4-BE49-F238E27FC236}">
                <a16:creationId xmlns:a16="http://schemas.microsoft.com/office/drawing/2014/main" id="{94515C14-00E1-2569-3EE1-BDE517FF6139}"/>
              </a:ext>
            </a:extLst>
          </p:cNvPr>
          <p:cNvSpPr/>
          <p:nvPr/>
        </p:nvSpPr>
        <p:spPr bwMode="auto">
          <a:xfrm>
            <a:off x="3060216" y="3014900"/>
            <a:ext cx="4605894"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hangingPunct="0"/>
            <a:r>
              <a:rPr lang="fr-FR" sz="1000" dirty="0">
                <a:latin typeface="Calibri"/>
                <a:cs typeface="Arial" charset="0"/>
              </a:rPr>
              <a:t>Ils décrivent </a:t>
            </a:r>
            <a:r>
              <a:rPr lang="fr-FR" sz="1000" b="1" dirty="0">
                <a:latin typeface="Calibri"/>
                <a:cs typeface="Arial" charset="0"/>
              </a:rPr>
              <a:t>une orientation de structuration du SI </a:t>
            </a:r>
            <a:r>
              <a:rPr lang="fr-FR" sz="1000" dirty="0">
                <a:latin typeface="Calibri"/>
                <a:cs typeface="Arial" charset="0"/>
              </a:rPr>
              <a:t>traduisant la déclinaison d’un principe fondateur et sa signification sur une thématique (métier ou SI). </a:t>
            </a:r>
          </a:p>
        </p:txBody>
      </p:sp>
      <p:sp>
        <p:nvSpPr>
          <p:cNvPr id="88" name="Rectangle 87">
            <a:extLst>
              <a:ext uri="{FF2B5EF4-FFF2-40B4-BE49-F238E27FC236}">
                <a16:creationId xmlns:a16="http://schemas.microsoft.com/office/drawing/2014/main" id="{86FE9BC4-FCC2-CF34-15EA-2083AB19E13F}"/>
              </a:ext>
            </a:extLst>
          </p:cNvPr>
          <p:cNvSpPr/>
          <p:nvPr/>
        </p:nvSpPr>
        <p:spPr>
          <a:xfrm>
            <a:off x="1348795" y="3014900"/>
            <a:ext cx="581743"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hangingPunct="0"/>
            <a:r>
              <a:rPr lang="fr-FR" sz="1000" b="1" dirty="0">
                <a:latin typeface="Calibri"/>
                <a:cs typeface="Arial" charset="0"/>
              </a:rPr>
              <a:t>2</a:t>
            </a:r>
          </a:p>
        </p:txBody>
      </p:sp>
      <p:sp>
        <p:nvSpPr>
          <p:cNvPr id="89" name="Rectangle 88">
            <a:extLst>
              <a:ext uri="{FF2B5EF4-FFF2-40B4-BE49-F238E27FC236}">
                <a16:creationId xmlns:a16="http://schemas.microsoft.com/office/drawing/2014/main" id="{9C5CB520-A815-6C6B-A9DC-4EE9093A59C1}"/>
              </a:ext>
            </a:extLst>
          </p:cNvPr>
          <p:cNvSpPr/>
          <p:nvPr/>
        </p:nvSpPr>
        <p:spPr>
          <a:xfrm>
            <a:off x="7718943" y="3014900"/>
            <a:ext cx="1036421"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hangingPunct="0"/>
            <a:r>
              <a:rPr lang="fr-FR" sz="1000" b="1" dirty="0">
                <a:latin typeface="Calibri"/>
                <a:cs typeface="Arial" charset="0"/>
              </a:rPr>
              <a:t>OPERATIONNEL SI </a:t>
            </a:r>
          </a:p>
        </p:txBody>
      </p:sp>
      <p:sp>
        <p:nvSpPr>
          <p:cNvPr id="90" name="Rectangle 89">
            <a:extLst>
              <a:ext uri="{FF2B5EF4-FFF2-40B4-BE49-F238E27FC236}">
                <a16:creationId xmlns:a16="http://schemas.microsoft.com/office/drawing/2014/main" id="{928BB3BB-EB08-B0A2-8101-9FD51D4C3F10}"/>
              </a:ext>
            </a:extLst>
          </p:cNvPr>
          <p:cNvSpPr/>
          <p:nvPr/>
        </p:nvSpPr>
        <p:spPr bwMode="auto">
          <a:xfrm>
            <a:off x="3060216" y="3958657"/>
            <a:ext cx="4605894"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hangingPunct="0"/>
            <a:r>
              <a:rPr lang="fr-FR" sz="1000" dirty="0">
                <a:solidFill>
                  <a:srgbClr val="FF0000"/>
                </a:solidFill>
                <a:latin typeface="Calibri"/>
                <a:cs typeface="Arial" charset="0"/>
              </a:rPr>
              <a:t>Ils décrivent </a:t>
            </a:r>
            <a:r>
              <a:rPr lang="fr-FR" sz="1000" b="1" dirty="0">
                <a:solidFill>
                  <a:srgbClr val="FF0000"/>
                </a:solidFill>
                <a:latin typeface="Calibri"/>
                <a:cs typeface="Arial" charset="0"/>
              </a:rPr>
              <a:t>des directives de construction du SI </a:t>
            </a:r>
            <a:r>
              <a:rPr lang="fr-FR" sz="1000" dirty="0">
                <a:solidFill>
                  <a:srgbClr val="FF0000"/>
                </a:solidFill>
                <a:latin typeface="Calibri"/>
                <a:cs typeface="Arial" charset="0"/>
              </a:rPr>
              <a:t>(soit issues de normes du marché (réglementaires, …) ou de standards liés à BYCN (sécurité, exploitation, développement)) vérifiables et mesurables</a:t>
            </a:r>
          </a:p>
        </p:txBody>
      </p:sp>
      <p:sp>
        <p:nvSpPr>
          <p:cNvPr id="91" name="Rectangle 90">
            <a:extLst>
              <a:ext uri="{FF2B5EF4-FFF2-40B4-BE49-F238E27FC236}">
                <a16:creationId xmlns:a16="http://schemas.microsoft.com/office/drawing/2014/main" id="{B48981DD-BA2F-E38B-65C7-E826534F1CEE}"/>
              </a:ext>
            </a:extLst>
          </p:cNvPr>
          <p:cNvSpPr/>
          <p:nvPr/>
        </p:nvSpPr>
        <p:spPr>
          <a:xfrm>
            <a:off x="1348795" y="3958657"/>
            <a:ext cx="581743"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hangingPunct="0"/>
            <a:r>
              <a:rPr lang="fr-FR" sz="1000" b="1" dirty="0">
                <a:solidFill>
                  <a:srgbClr val="FF0000"/>
                </a:solidFill>
                <a:latin typeface="Calibri"/>
                <a:cs typeface="Arial" charset="0"/>
              </a:rPr>
              <a:t>3</a:t>
            </a:r>
          </a:p>
        </p:txBody>
      </p:sp>
      <p:sp>
        <p:nvSpPr>
          <p:cNvPr id="92" name="Rectangle 91">
            <a:extLst>
              <a:ext uri="{FF2B5EF4-FFF2-40B4-BE49-F238E27FC236}">
                <a16:creationId xmlns:a16="http://schemas.microsoft.com/office/drawing/2014/main" id="{47738002-7100-5296-CD6D-491E53470A4D}"/>
              </a:ext>
            </a:extLst>
          </p:cNvPr>
          <p:cNvSpPr/>
          <p:nvPr/>
        </p:nvSpPr>
        <p:spPr>
          <a:xfrm>
            <a:off x="7718943" y="3958657"/>
            <a:ext cx="1036421"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hangingPunct="0"/>
            <a:r>
              <a:rPr lang="fr-FR" sz="1000" b="1" dirty="0">
                <a:solidFill>
                  <a:srgbClr val="FF0000"/>
                </a:solidFill>
                <a:latin typeface="Calibri"/>
                <a:cs typeface="Arial" charset="0"/>
              </a:rPr>
              <a:t>OPERATIONNEL SI </a:t>
            </a:r>
          </a:p>
        </p:txBody>
      </p:sp>
      <p:sp>
        <p:nvSpPr>
          <p:cNvPr id="93" name="Rectangle 92">
            <a:extLst>
              <a:ext uri="{FF2B5EF4-FFF2-40B4-BE49-F238E27FC236}">
                <a16:creationId xmlns:a16="http://schemas.microsoft.com/office/drawing/2014/main" id="{F570D3D0-183C-DD37-C795-3AEB972F968E}"/>
              </a:ext>
            </a:extLst>
          </p:cNvPr>
          <p:cNvSpPr/>
          <p:nvPr/>
        </p:nvSpPr>
        <p:spPr>
          <a:xfrm>
            <a:off x="7729197" y="1569777"/>
            <a:ext cx="1036421" cy="342930"/>
          </a:xfrm>
          <a:prstGeom prst="rect">
            <a:avLst/>
          </a:prstGeom>
          <a:solidFill>
            <a:schemeClr val="accent1">
              <a:lumMod val="50000"/>
            </a:schemeClr>
          </a:solidFill>
          <a:ln w="2857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defRPr/>
            </a:pPr>
            <a:r>
              <a:rPr lang="fr-FR" sz="1000" b="1" dirty="0">
                <a:solidFill>
                  <a:schemeClr val="bg1"/>
                </a:solidFill>
                <a:latin typeface="Calibri"/>
                <a:cs typeface="Arial" charset="0"/>
              </a:rPr>
              <a:t>NIVEAU DE REFLEXION</a:t>
            </a:r>
          </a:p>
        </p:txBody>
      </p:sp>
      <p:sp>
        <p:nvSpPr>
          <p:cNvPr id="94" name="Rectangle 93">
            <a:extLst>
              <a:ext uri="{FF2B5EF4-FFF2-40B4-BE49-F238E27FC236}">
                <a16:creationId xmlns:a16="http://schemas.microsoft.com/office/drawing/2014/main" id="{9AC5257B-A063-7E73-CFC2-9F073BD6BB15}"/>
              </a:ext>
            </a:extLst>
          </p:cNvPr>
          <p:cNvSpPr/>
          <p:nvPr/>
        </p:nvSpPr>
        <p:spPr>
          <a:xfrm>
            <a:off x="1348794" y="1569777"/>
            <a:ext cx="581743" cy="342930"/>
          </a:xfrm>
          <a:prstGeom prst="rect">
            <a:avLst/>
          </a:prstGeom>
          <a:solidFill>
            <a:schemeClr val="accent1">
              <a:lumMod val="50000"/>
            </a:schemeClr>
          </a:solidFill>
          <a:ln w="2857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defRPr/>
            </a:pPr>
            <a:r>
              <a:rPr lang="fr-FR" sz="1000" b="1" dirty="0">
                <a:solidFill>
                  <a:schemeClr val="bg1"/>
                </a:solidFill>
                <a:latin typeface="Calibri"/>
                <a:cs typeface="Arial" charset="0"/>
              </a:rPr>
              <a:t>Niveau </a:t>
            </a:r>
          </a:p>
        </p:txBody>
      </p:sp>
      <p:sp>
        <p:nvSpPr>
          <p:cNvPr id="95" name="Rectangle 94">
            <a:extLst>
              <a:ext uri="{FF2B5EF4-FFF2-40B4-BE49-F238E27FC236}">
                <a16:creationId xmlns:a16="http://schemas.microsoft.com/office/drawing/2014/main" id="{E1A29D7C-7FA1-CDC9-BA23-5C693BD60629}"/>
              </a:ext>
            </a:extLst>
          </p:cNvPr>
          <p:cNvSpPr/>
          <p:nvPr/>
        </p:nvSpPr>
        <p:spPr>
          <a:xfrm>
            <a:off x="3069583" y="1569777"/>
            <a:ext cx="4605894" cy="342930"/>
          </a:xfrm>
          <a:prstGeom prst="rect">
            <a:avLst/>
          </a:prstGeom>
          <a:solidFill>
            <a:schemeClr val="accent1">
              <a:lumMod val="50000"/>
            </a:schemeClr>
          </a:solidFill>
          <a:ln w="2857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defRPr/>
            </a:pPr>
            <a:r>
              <a:rPr lang="fr-FR" sz="1000" b="1" dirty="0">
                <a:solidFill>
                  <a:schemeClr val="bg1"/>
                </a:solidFill>
                <a:latin typeface="Calibri"/>
                <a:cs typeface="Arial" charset="0"/>
              </a:rPr>
              <a:t>DEFINITION</a:t>
            </a:r>
          </a:p>
        </p:txBody>
      </p:sp>
      <p:sp>
        <p:nvSpPr>
          <p:cNvPr id="96" name="Rectangle 95">
            <a:extLst>
              <a:ext uri="{FF2B5EF4-FFF2-40B4-BE49-F238E27FC236}">
                <a16:creationId xmlns:a16="http://schemas.microsoft.com/office/drawing/2014/main" id="{2D9D9657-61C5-0321-CDF8-BBCD04DB8AAD}"/>
              </a:ext>
            </a:extLst>
          </p:cNvPr>
          <p:cNvSpPr/>
          <p:nvPr/>
        </p:nvSpPr>
        <p:spPr>
          <a:xfrm>
            <a:off x="1988052" y="1569777"/>
            <a:ext cx="1024014" cy="342930"/>
          </a:xfrm>
          <a:prstGeom prst="rect">
            <a:avLst/>
          </a:prstGeom>
          <a:solidFill>
            <a:schemeClr val="accent1">
              <a:lumMod val="50000"/>
            </a:schemeClr>
          </a:solidFill>
          <a:ln w="2857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defRPr/>
            </a:pPr>
            <a:r>
              <a:rPr lang="fr-FR" sz="1000" b="1" dirty="0">
                <a:solidFill>
                  <a:schemeClr val="bg1"/>
                </a:solidFill>
                <a:latin typeface="Calibri"/>
                <a:cs typeface="Arial" charset="0"/>
              </a:rPr>
              <a:t>Nom proposé</a:t>
            </a:r>
          </a:p>
        </p:txBody>
      </p:sp>
      <p:sp>
        <p:nvSpPr>
          <p:cNvPr id="97" name="Rectangle 96">
            <a:extLst>
              <a:ext uri="{FF2B5EF4-FFF2-40B4-BE49-F238E27FC236}">
                <a16:creationId xmlns:a16="http://schemas.microsoft.com/office/drawing/2014/main" id="{338FBCC7-B599-125F-AF70-9F7D64DEE599}"/>
              </a:ext>
            </a:extLst>
          </p:cNvPr>
          <p:cNvSpPr/>
          <p:nvPr/>
        </p:nvSpPr>
        <p:spPr>
          <a:xfrm>
            <a:off x="1983370" y="2071143"/>
            <a:ext cx="1024015"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defRPr/>
            </a:pPr>
            <a:r>
              <a:rPr lang="fr-FR" sz="1000" b="1" dirty="0">
                <a:latin typeface="Calibri"/>
                <a:cs typeface="Arial" charset="0"/>
              </a:rPr>
              <a:t>PRINCIPES FONDATEURS</a:t>
            </a:r>
          </a:p>
        </p:txBody>
      </p:sp>
      <p:sp>
        <p:nvSpPr>
          <p:cNvPr id="98" name="Rectangle 97">
            <a:extLst>
              <a:ext uri="{FF2B5EF4-FFF2-40B4-BE49-F238E27FC236}">
                <a16:creationId xmlns:a16="http://schemas.microsoft.com/office/drawing/2014/main" id="{7307951D-99F5-41C7-F5D4-285FDE91D268}"/>
              </a:ext>
            </a:extLst>
          </p:cNvPr>
          <p:cNvSpPr/>
          <p:nvPr/>
        </p:nvSpPr>
        <p:spPr>
          <a:xfrm>
            <a:off x="1983370" y="3014900"/>
            <a:ext cx="1024015"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eaLnBrk="0" hangingPunct="0"/>
            <a:r>
              <a:rPr lang="fr-FR" sz="1000" b="1" dirty="0">
                <a:latin typeface="Calibri"/>
                <a:cs typeface="Arial" charset="0"/>
              </a:rPr>
              <a:t>PRINCIPES OPERATIONNELS</a:t>
            </a:r>
          </a:p>
        </p:txBody>
      </p:sp>
      <p:sp>
        <p:nvSpPr>
          <p:cNvPr id="99" name="Rectangle 98">
            <a:extLst>
              <a:ext uri="{FF2B5EF4-FFF2-40B4-BE49-F238E27FC236}">
                <a16:creationId xmlns:a16="http://schemas.microsoft.com/office/drawing/2014/main" id="{7F5DF015-7FA7-0F71-3169-8F2B2853F758}"/>
              </a:ext>
            </a:extLst>
          </p:cNvPr>
          <p:cNvSpPr/>
          <p:nvPr/>
        </p:nvSpPr>
        <p:spPr>
          <a:xfrm>
            <a:off x="1983370" y="3958657"/>
            <a:ext cx="1024015"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eaLnBrk="0" hangingPunct="0"/>
            <a:r>
              <a:rPr lang="fr-FR" sz="1000" b="1" dirty="0">
                <a:solidFill>
                  <a:srgbClr val="FF0000"/>
                </a:solidFill>
                <a:latin typeface="Calibri"/>
                <a:cs typeface="Arial" charset="0"/>
              </a:rPr>
              <a:t>FICHE RUBRIQUE/</a:t>
            </a:r>
            <a:r>
              <a:rPr lang="fr-FR" sz="1000" b="1">
                <a:solidFill>
                  <a:srgbClr val="FF0000"/>
                </a:solidFill>
                <a:latin typeface="Calibri"/>
                <a:cs typeface="Arial" charset="0"/>
              </a:rPr>
              <a:t>regles</a:t>
            </a:r>
            <a:r>
              <a:rPr lang="fr-FR" sz="1000" b="1" dirty="0">
                <a:solidFill>
                  <a:srgbClr val="FF0000"/>
                </a:solidFill>
                <a:latin typeface="Calibri"/>
                <a:cs typeface="Arial" charset="0"/>
              </a:rPr>
              <a:t>	</a:t>
            </a:r>
          </a:p>
        </p:txBody>
      </p:sp>
      <p:cxnSp>
        <p:nvCxnSpPr>
          <p:cNvPr id="100" name="Connecteur droit 99">
            <a:extLst>
              <a:ext uri="{FF2B5EF4-FFF2-40B4-BE49-F238E27FC236}">
                <a16:creationId xmlns:a16="http://schemas.microsoft.com/office/drawing/2014/main" id="{FC78CE03-E468-0E24-8A14-C9B71CDBB06E}"/>
              </a:ext>
            </a:extLst>
          </p:cNvPr>
          <p:cNvCxnSpPr>
            <a:stCxn id="97" idx="2"/>
            <a:endCxn id="98" idx="0"/>
          </p:cNvCxnSpPr>
          <p:nvPr/>
        </p:nvCxnSpPr>
        <p:spPr>
          <a:xfrm>
            <a:off x="2495377" y="2778608"/>
            <a:ext cx="0" cy="236293"/>
          </a:xfrm>
          <a:prstGeom prst="line">
            <a:avLst/>
          </a:prstGeom>
          <a:ln>
            <a:solidFill>
              <a:schemeClr val="tx1"/>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01" name="Connecteur droit 100">
            <a:extLst>
              <a:ext uri="{FF2B5EF4-FFF2-40B4-BE49-F238E27FC236}">
                <a16:creationId xmlns:a16="http://schemas.microsoft.com/office/drawing/2014/main" id="{394CCACF-1A2C-A224-912E-7A41BC6A8B1A}"/>
              </a:ext>
            </a:extLst>
          </p:cNvPr>
          <p:cNvCxnSpPr>
            <a:stCxn id="98" idx="2"/>
            <a:endCxn id="99" idx="0"/>
          </p:cNvCxnSpPr>
          <p:nvPr/>
        </p:nvCxnSpPr>
        <p:spPr>
          <a:xfrm>
            <a:off x="2495377" y="3722365"/>
            <a:ext cx="0" cy="236293"/>
          </a:xfrm>
          <a:prstGeom prst="line">
            <a:avLst/>
          </a:prstGeom>
          <a:ln>
            <a:solidFill>
              <a:schemeClr val="tx1"/>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1C84EE8A-1673-D709-A481-9E2D34649C45}"/>
              </a:ext>
            </a:extLst>
          </p:cNvPr>
          <p:cNvSpPr/>
          <p:nvPr/>
        </p:nvSpPr>
        <p:spPr>
          <a:xfrm>
            <a:off x="8812273" y="1569777"/>
            <a:ext cx="928969" cy="342930"/>
          </a:xfrm>
          <a:prstGeom prst="rect">
            <a:avLst/>
          </a:prstGeom>
          <a:solidFill>
            <a:schemeClr val="accent1">
              <a:lumMod val="50000"/>
            </a:schemeClr>
          </a:solidFill>
          <a:ln w="2857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defRPr/>
            </a:pPr>
            <a:r>
              <a:rPr lang="fr-FR" sz="1000" b="1" dirty="0">
                <a:solidFill>
                  <a:schemeClr val="bg1"/>
                </a:solidFill>
                <a:latin typeface="Calibri"/>
                <a:cs typeface="Arial" charset="0"/>
              </a:rPr>
              <a:t>VOLUME</a:t>
            </a:r>
          </a:p>
        </p:txBody>
      </p:sp>
      <p:sp>
        <p:nvSpPr>
          <p:cNvPr id="103" name="Rectangle 102">
            <a:extLst>
              <a:ext uri="{FF2B5EF4-FFF2-40B4-BE49-F238E27FC236}">
                <a16:creationId xmlns:a16="http://schemas.microsoft.com/office/drawing/2014/main" id="{6A41ADE2-1A41-29E3-0823-05E62C7669C3}"/>
              </a:ext>
            </a:extLst>
          </p:cNvPr>
          <p:cNvSpPr/>
          <p:nvPr/>
        </p:nvSpPr>
        <p:spPr>
          <a:xfrm>
            <a:off x="8812273" y="2071143"/>
            <a:ext cx="928969"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defRPr/>
            </a:pPr>
            <a:r>
              <a:rPr lang="fr-FR" sz="1000" b="1" dirty="0">
                <a:latin typeface="Calibri"/>
                <a:cs typeface="Arial" charset="0"/>
              </a:rPr>
              <a:t>10</a:t>
            </a:r>
          </a:p>
        </p:txBody>
      </p:sp>
      <p:sp>
        <p:nvSpPr>
          <p:cNvPr id="104" name="Rectangle 103">
            <a:extLst>
              <a:ext uri="{FF2B5EF4-FFF2-40B4-BE49-F238E27FC236}">
                <a16:creationId xmlns:a16="http://schemas.microsoft.com/office/drawing/2014/main" id="{1B011F3B-AC34-3023-8907-E30A367E38C4}"/>
              </a:ext>
            </a:extLst>
          </p:cNvPr>
          <p:cNvSpPr/>
          <p:nvPr/>
        </p:nvSpPr>
        <p:spPr>
          <a:xfrm>
            <a:off x="8812273" y="3014900"/>
            <a:ext cx="928969"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hangingPunct="0"/>
            <a:r>
              <a:rPr lang="fr-FR" sz="1000" b="1" dirty="0">
                <a:latin typeface="Calibri"/>
                <a:cs typeface="Arial"/>
              </a:rPr>
              <a:t>10/15</a:t>
            </a:r>
            <a:endParaRPr lang="fr-FR" sz="1000" b="1" dirty="0">
              <a:latin typeface="Calibri"/>
              <a:cs typeface="Arial" charset="0"/>
            </a:endParaRPr>
          </a:p>
        </p:txBody>
      </p:sp>
      <p:sp>
        <p:nvSpPr>
          <p:cNvPr id="105" name="Rectangle 104">
            <a:extLst>
              <a:ext uri="{FF2B5EF4-FFF2-40B4-BE49-F238E27FC236}">
                <a16:creationId xmlns:a16="http://schemas.microsoft.com/office/drawing/2014/main" id="{C953A680-5A31-C410-D78A-316C5DC18130}"/>
              </a:ext>
            </a:extLst>
          </p:cNvPr>
          <p:cNvSpPr/>
          <p:nvPr/>
        </p:nvSpPr>
        <p:spPr>
          <a:xfrm>
            <a:off x="8812273" y="3958657"/>
            <a:ext cx="928969" cy="707464"/>
          </a:xfrm>
          <a:prstGeom prst="rect">
            <a:avLst/>
          </a:prstGeom>
          <a:solidFill>
            <a:sysClr val="window" lastClr="FFFFFF"/>
          </a:solid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hangingPunct="0"/>
            <a:r>
              <a:rPr lang="fr-FR" sz="1000" b="1" dirty="0">
                <a:solidFill>
                  <a:srgbClr val="FF0000"/>
                </a:solidFill>
                <a:latin typeface="Calibri"/>
                <a:cs typeface="Arial" charset="0"/>
              </a:rPr>
              <a:t>~10 par PO</a:t>
            </a:r>
          </a:p>
        </p:txBody>
      </p:sp>
      <p:sp>
        <p:nvSpPr>
          <p:cNvPr id="106" name="Rectangle 105">
            <a:extLst>
              <a:ext uri="{FF2B5EF4-FFF2-40B4-BE49-F238E27FC236}">
                <a16:creationId xmlns:a16="http://schemas.microsoft.com/office/drawing/2014/main" id="{C5474A68-B845-C60E-3DBE-CCF9DE8D8BF7}"/>
              </a:ext>
            </a:extLst>
          </p:cNvPr>
          <p:cNvSpPr/>
          <p:nvPr/>
        </p:nvSpPr>
        <p:spPr>
          <a:xfrm>
            <a:off x="1348793" y="4810138"/>
            <a:ext cx="8392448" cy="800799"/>
          </a:xfrm>
          <a:prstGeom prst="rect">
            <a:avLst/>
          </a:prstGeom>
          <a:solidFill>
            <a:schemeClr val="bg1"/>
          </a:solidFill>
          <a:ln w="25400" cap="flat" cmpd="sng" algn="ctr">
            <a:solidFill>
              <a:srgbClr val="AF2070"/>
            </a:solidFill>
            <a:prstDash val="solid"/>
          </a:ln>
          <a:effectLst/>
        </p:spPr>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66700" lvl="0">
              <a:defRPr/>
            </a:pPr>
            <a:r>
              <a:rPr lang="fr-FR" sz="1200" dirty="0">
                <a:solidFill>
                  <a:schemeClr val="tx1"/>
                </a:solidFill>
                <a:latin typeface="Verdana" panose="020B0604030504040204" pitchFamily="34" charset="0"/>
                <a:ea typeface="Verdana" panose="020B0604030504040204" pitchFamily="34" charset="0"/>
                <a:cs typeface="Verdana" panose="020B0604030504040204" pitchFamily="34" charset="0"/>
              </a:rPr>
              <a:t>Les principes fondateurs d’architecture s’appliquent au SI de BYCN , qu’il soit exploité directement par la BYCN ou par un cloud provider &amp; Saas</a:t>
            </a:r>
            <a:endParaRPr kumimoji="0" lang="fr-FR" sz="1200" b="0" i="1"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879980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dirty="0"/>
              <a:t>Principes Fondateurs d’Architecture du SI</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59" name="Rectangle 58">
            <a:extLst>
              <a:ext uri="{FF2B5EF4-FFF2-40B4-BE49-F238E27FC236}">
                <a16:creationId xmlns:a16="http://schemas.microsoft.com/office/drawing/2014/main" id="{52A7F8CC-007C-102C-0B96-C4FD82A5EB83}"/>
              </a:ext>
            </a:extLst>
          </p:cNvPr>
          <p:cNvSpPr/>
          <p:nvPr/>
        </p:nvSpPr>
        <p:spPr>
          <a:xfrm>
            <a:off x="3296083" y="2955516"/>
            <a:ext cx="7676035" cy="41226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200" b="1" dirty="0">
                <a:solidFill>
                  <a:schemeClr val="tx1"/>
                </a:solidFill>
              </a:rPr>
              <a:t>Garantir l'interopérabilité</a:t>
            </a:r>
          </a:p>
        </p:txBody>
      </p:sp>
      <p:sp>
        <p:nvSpPr>
          <p:cNvPr id="60" name="Rectangle 59">
            <a:extLst>
              <a:ext uri="{FF2B5EF4-FFF2-40B4-BE49-F238E27FC236}">
                <a16:creationId xmlns:a16="http://schemas.microsoft.com/office/drawing/2014/main" id="{25ACF68A-4AB0-7A45-BF03-84E00547C05F}"/>
              </a:ext>
            </a:extLst>
          </p:cNvPr>
          <p:cNvSpPr/>
          <p:nvPr/>
        </p:nvSpPr>
        <p:spPr>
          <a:xfrm>
            <a:off x="2395916" y="3042849"/>
            <a:ext cx="501002" cy="253704"/>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lumMod val="95000"/>
                    <a:lumOff val="5000"/>
                  </a:schemeClr>
                </a:solidFill>
              </a:rPr>
              <a:t>PF-3</a:t>
            </a:r>
          </a:p>
        </p:txBody>
      </p:sp>
      <p:sp>
        <p:nvSpPr>
          <p:cNvPr id="61" name="Rectangle 60">
            <a:extLst>
              <a:ext uri="{FF2B5EF4-FFF2-40B4-BE49-F238E27FC236}">
                <a16:creationId xmlns:a16="http://schemas.microsoft.com/office/drawing/2014/main" id="{D7F5E6C8-0028-EDE6-C7EE-634AB1138EBA}"/>
              </a:ext>
            </a:extLst>
          </p:cNvPr>
          <p:cNvSpPr/>
          <p:nvPr/>
        </p:nvSpPr>
        <p:spPr>
          <a:xfrm>
            <a:off x="850559" y="2963567"/>
            <a:ext cx="1493315" cy="412269"/>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200" b="1" i="1">
                <a:solidFill>
                  <a:schemeClr val="tx1"/>
                </a:solidFill>
              </a:rPr>
              <a:t>INTEROPERABILITE</a:t>
            </a:r>
            <a:endParaRPr lang="fr-FR" sz="1200" b="1" i="1" dirty="0">
              <a:solidFill>
                <a:schemeClr val="tx1"/>
              </a:solidFill>
            </a:endParaRPr>
          </a:p>
        </p:txBody>
      </p:sp>
      <p:sp>
        <p:nvSpPr>
          <p:cNvPr id="62" name="Rectangle 61">
            <a:extLst>
              <a:ext uri="{FF2B5EF4-FFF2-40B4-BE49-F238E27FC236}">
                <a16:creationId xmlns:a16="http://schemas.microsoft.com/office/drawing/2014/main" id="{011B5D74-45BB-B8C4-19E6-F851312BA21E}"/>
              </a:ext>
            </a:extLst>
          </p:cNvPr>
          <p:cNvSpPr/>
          <p:nvPr/>
        </p:nvSpPr>
        <p:spPr>
          <a:xfrm>
            <a:off x="3319745" y="1857622"/>
            <a:ext cx="7676035" cy="41226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200" b="1" dirty="0">
                <a:solidFill>
                  <a:schemeClr val="tx1"/>
                </a:solidFill>
              </a:rPr>
              <a:t>Penser services</a:t>
            </a:r>
          </a:p>
        </p:txBody>
      </p:sp>
      <p:sp>
        <p:nvSpPr>
          <p:cNvPr id="63" name="Rectangle 62">
            <a:extLst>
              <a:ext uri="{FF2B5EF4-FFF2-40B4-BE49-F238E27FC236}">
                <a16:creationId xmlns:a16="http://schemas.microsoft.com/office/drawing/2014/main" id="{513754FB-E904-13B0-FDA5-34C12FB9DF8C}"/>
              </a:ext>
            </a:extLst>
          </p:cNvPr>
          <p:cNvSpPr/>
          <p:nvPr/>
        </p:nvSpPr>
        <p:spPr>
          <a:xfrm>
            <a:off x="2395916" y="1944955"/>
            <a:ext cx="501002" cy="253704"/>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lumMod val="95000"/>
                    <a:lumOff val="5000"/>
                  </a:schemeClr>
                </a:solidFill>
              </a:rPr>
              <a:t>PF-1</a:t>
            </a:r>
          </a:p>
        </p:txBody>
      </p:sp>
      <p:sp>
        <p:nvSpPr>
          <p:cNvPr id="64" name="Rectangle 63">
            <a:extLst>
              <a:ext uri="{FF2B5EF4-FFF2-40B4-BE49-F238E27FC236}">
                <a16:creationId xmlns:a16="http://schemas.microsoft.com/office/drawing/2014/main" id="{B57A7E79-02E1-7B16-A06A-8A3E81CFC7A8}"/>
              </a:ext>
            </a:extLst>
          </p:cNvPr>
          <p:cNvSpPr/>
          <p:nvPr/>
        </p:nvSpPr>
        <p:spPr>
          <a:xfrm>
            <a:off x="858867" y="1865673"/>
            <a:ext cx="1495954" cy="412269"/>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200" b="1" i="1" dirty="0">
                <a:solidFill>
                  <a:schemeClr val="tx1"/>
                </a:solidFill>
              </a:rPr>
              <a:t>SERVICES</a:t>
            </a:r>
          </a:p>
        </p:txBody>
      </p:sp>
      <p:sp>
        <p:nvSpPr>
          <p:cNvPr id="65" name="Rectangle 64">
            <a:extLst>
              <a:ext uri="{FF2B5EF4-FFF2-40B4-BE49-F238E27FC236}">
                <a16:creationId xmlns:a16="http://schemas.microsoft.com/office/drawing/2014/main" id="{4E9A9A83-8FEA-937B-850F-579E221E8DF0}"/>
              </a:ext>
            </a:extLst>
          </p:cNvPr>
          <p:cNvSpPr/>
          <p:nvPr/>
        </p:nvSpPr>
        <p:spPr>
          <a:xfrm>
            <a:off x="3319745" y="2406569"/>
            <a:ext cx="7676035" cy="41226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200" b="1" dirty="0">
                <a:solidFill>
                  <a:schemeClr val="tx1"/>
                </a:solidFill>
              </a:rPr>
              <a:t>Garantir la cohérence et la flexibilité du SI et maitriser sa transformation</a:t>
            </a:r>
          </a:p>
        </p:txBody>
      </p:sp>
      <p:sp>
        <p:nvSpPr>
          <p:cNvPr id="66" name="Rectangle 65">
            <a:extLst>
              <a:ext uri="{FF2B5EF4-FFF2-40B4-BE49-F238E27FC236}">
                <a16:creationId xmlns:a16="http://schemas.microsoft.com/office/drawing/2014/main" id="{CCDB7E21-EBCE-1BD1-2A35-BDEF99C895CE}"/>
              </a:ext>
            </a:extLst>
          </p:cNvPr>
          <p:cNvSpPr/>
          <p:nvPr/>
        </p:nvSpPr>
        <p:spPr>
          <a:xfrm>
            <a:off x="2395916" y="2493902"/>
            <a:ext cx="501002" cy="253704"/>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lumMod val="95000"/>
                    <a:lumOff val="5000"/>
                  </a:schemeClr>
                </a:solidFill>
              </a:rPr>
              <a:t>PF-2</a:t>
            </a:r>
          </a:p>
        </p:txBody>
      </p:sp>
      <p:sp>
        <p:nvSpPr>
          <p:cNvPr id="67" name="Rectangle 66">
            <a:extLst>
              <a:ext uri="{FF2B5EF4-FFF2-40B4-BE49-F238E27FC236}">
                <a16:creationId xmlns:a16="http://schemas.microsoft.com/office/drawing/2014/main" id="{688DFB85-2D31-046F-592F-4C018A47D46C}"/>
              </a:ext>
            </a:extLst>
          </p:cNvPr>
          <p:cNvSpPr/>
          <p:nvPr/>
        </p:nvSpPr>
        <p:spPr>
          <a:xfrm>
            <a:off x="861507" y="2414620"/>
            <a:ext cx="1493315" cy="412269"/>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200" b="1" i="1" dirty="0">
                <a:solidFill>
                  <a:schemeClr val="tx1"/>
                </a:solidFill>
              </a:rPr>
              <a:t> URBANISME</a:t>
            </a:r>
          </a:p>
        </p:txBody>
      </p:sp>
      <p:sp>
        <p:nvSpPr>
          <p:cNvPr id="68" name="Rectangle 67">
            <a:extLst>
              <a:ext uri="{FF2B5EF4-FFF2-40B4-BE49-F238E27FC236}">
                <a16:creationId xmlns:a16="http://schemas.microsoft.com/office/drawing/2014/main" id="{4DB1B9F8-F829-D66F-DC1D-6610946E1B85}"/>
              </a:ext>
            </a:extLst>
          </p:cNvPr>
          <p:cNvSpPr/>
          <p:nvPr/>
        </p:nvSpPr>
        <p:spPr>
          <a:xfrm>
            <a:off x="3319745" y="5151304"/>
            <a:ext cx="7676035" cy="41226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200" b="1" dirty="0">
                <a:solidFill>
                  <a:schemeClr val="tx1"/>
                </a:solidFill>
              </a:rPr>
              <a:t>Générer de la valeur à chaque évolution du SI</a:t>
            </a:r>
          </a:p>
        </p:txBody>
      </p:sp>
      <p:sp>
        <p:nvSpPr>
          <p:cNvPr id="69" name="Rectangle 68">
            <a:extLst>
              <a:ext uri="{FF2B5EF4-FFF2-40B4-BE49-F238E27FC236}">
                <a16:creationId xmlns:a16="http://schemas.microsoft.com/office/drawing/2014/main" id="{D093C56F-AC2D-776F-23B7-F978B03988CE}"/>
              </a:ext>
            </a:extLst>
          </p:cNvPr>
          <p:cNvSpPr/>
          <p:nvPr/>
        </p:nvSpPr>
        <p:spPr>
          <a:xfrm>
            <a:off x="2395916" y="5238637"/>
            <a:ext cx="501002" cy="253704"/>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lumMod val="95000"/>
                    <a:lumOff val="5000"/>
                  </a:schemeClr>
                </a:solidFill>
              </a:rPr>
              <a:t>PF-7</a:t>
            </a:r>
          </a:p>
        </p:txBody>
      </p:sp>
      <p:sp>
        <p:nvSpPr>
          <p:cNvPr id="70" name="Rectangle 69">
            <a:extLst>
              <a:ext uri="{FF2B5EF4-FFF2-40B4-BE49-F238E27FC236}">
                <a16:creationId xmlns:a16="http://schemas.microsoft.com/office/drawing/2014/main" id="{E8BCC343-2EAE-C777-A628-AC666602EC71}"/>
              </a:ext>
            </a:extLst>
          </p:cNvPr>
          <p:cNvSpPr/>
          <p:nvPr/>
        </p:nvSpPr>
        <p:spPr>
          <a:xfrm>
            <a:off x="858867" y="5159355"/>
            <a:ext cx="1495954" cy="412269"/>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200" b="1" i="1">
                <a:solidFill>
                  <a:schemeClr val="tx1"/>
                </a:solidFill>
              </a:rPr>
              <a:t>EFFICIENCE</a:t>
            </a:r>
            <a:endParaRPr lang="fr-FR" sz="1200" b="1" i="1" dirty="0">
              <a:solidFill>
                <a:schemeClr val="tx1"/>
              </a:solidFill>
            </a:endParaRPr>
          </a:p>
        </p:txBody>
      </p:sp>
      <p:sp>
        <p:nvSpPr>
          <p:cNvPr id="71" name="Rectangle 70">
            <a:extLst>
              <a:ext uri="{FF2B5EF4-FFF2-40B4-BE49-F238E27FC236}">
                <a16:creationId xmlns:a16="http://schemas.microsoft.com/office/drawing/2014/main" id="{A62AA299-08BD-0978-9DA3-80476C75BD25}"/>
              </a:ext>
            </a:extLst>
          </p:cNvPr>
          <p:cNvSpPr/>
          <p:nvPr/>
        </p:nvSpPr>
        <p:spPr>
          <a:xfrm>
            <a:off x="3319745" y="4602357"/>
            <a:ext cx="7676035" cy="41226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200" b="1" dirty="0">
                <a:solidFill>
                  <a:schemeClr val="tx1"/>
                </a:solidFill>
              </a:rPr>
              <a:t>Faire de la donnée un actif de l'entreprise</a:t>
            </a:r>
          </a:p>
        </p:txBody>
      </p:sp>
      <p:sp>
        <p:nvSpPr>
          <p:cNvPr id="72" name="Rectangle 71">
            <a:extLst>
              <a:ext uri="{FF2B5EF4-FFF2-40B4-BE49-F238E27FC236}">
                <a16:creationId xmlns:a16="http://schemas.microsoft.com/office/drawing/2014/main" id="{47BF73A6-CE29-1CF9-7C26-309A36978C06}"/>
              </a:ext>
            </a:extLst>
          </p:cNvPr>
          <p:cNvSpPr/>
          <p:nvPr/>
        </p:nvSpPr>
        <p:spPr>
          <a:xfrm>
            <a:off x="2395916" y="4689690"/>
            <a:ext cx="501002" cy="253704"/>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lumMod val="95000"/>
                    <a:lumOff val="5000"/>
                  </a:schemeClr>
                </a:solidFill>
              </a:rPr>
              <a:t>PF-6</a:t>
            </a:r>
          </a:p>
        </p:txBody>
      </p:sp>
      <p:sp>
        <p:nvSpPr>
          <p:cNvPr id="73" name="Rectangle 72">
            <a:extLst>
              <a:ext uri="{FF2B5EF4-FFF2-40B4-BE49-F238E27FC236}">
                <a16:creationId xmlns:a16="http://schemas.microsoft.com/office/drawing/2014/main" id="{5AEBABC1-80AE-D064-9DD3-5B6D0C368E58}"/>
              </a:ext>
            </a:extLst>
          </p:cNvPr>
          <p:cNvSpPr/>
          <p:nvPr/>
        </p:nvSpPr>
        <p:spPr>
          <a:xfrm>
            <a:off x="858867" y="4610408"/>
            <a:ext cx="1495954" cy="412269"/>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200" b="1" i="1">
                <a:solidFill>
                  <a:schemeClr val="tx1"/>
                </a:solidFill>
              </a:rPr>
              <a:t>DONNEES</a:t>
            </a:r>
            <a:endParaRPr lang="fr-FR" sz="1200" b="1" i="1" dirty="0">
              <a:solidFill>
                <a:schemeClr val="tx1"/>
              </a:solidFill>
            </a:endParaRPr>
          </a:p>
        </p:txBody>
      </p:sp>
      <p:sp>
        <p:nvSpPr>
          <p:cNvPr id="74" name="Rectangle 73">
            <a:extLst>
              <a:ext uri="{FF2B5EF4-FFF2-40B4-BE49-F238E27FC236}">
                <a16:creationId xmlns:a16="http://schemas.microsoft.com/office/drawing/2014/main" id="{858E25F8-5D75-5CEF-D9B6-AA29F4CF503E}"/>
              </a:ext>
            </a:extLst>
          </p:cNvPr>
          <p:cNvSpPr/>
          <p:nvPr/>
        </p:nvSpPr>
        <p:spPr>
          <a:xfrm>
            <a:off x="3319745" y="4077611"/>
            <a:ext cx="7676035" cy="41226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200" b="1" dirty="0">
                <a:solidFill>
                  <a:schemeClr val="tx1"/>
                </a:solidFill>
              </a:rPr>
              <a:t>Se conformer aux standards incluant notamment la politique de sécurité et de gestion des risques</a:t>
            </a:r>
            <a:endParaRPr lang="fr-FR" sz="1200" b="1" i="1" dirty="0">
              <a:solidFill>
                <a:schemeClr val="tx1"/>
              </a:solidFill>
            </a:endParaRPr>
          </a:p>
        </p:txBody>
      </p:sp>
      <p:sp>
        <p:nvSpPr>
          <p:cNvPr id="75" name="Rectangle 74">
            <a:extLst>
              <a:ext uri="{FF2B5EF4-FFF2-40B4-BE49-F238E27FC236}">
                <a16:creationId xmlns:a16="http://schemas.microsoft.com/office/drawing/2014/main" id="{34EEE152-D8BF-0217-0790-79AE63302ED3}"/>
              </a:ext>
            </a:extLst>
          </p:cNvPr>
          <p:cNvSpPr/>
          <p:nvPr/>
        </p:nvSpPr>
        <p:spPr>
          <a:xfrm>
            <a:off x="861507" y="4061461"/>
            <a:ext cx="1493315" cy="412269"/>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200" b="1" i="1" dirty="0">
                <a:solidFill>
                  <a:schemeClr val="tx1"/>
                </a:solidFill>
              </a:rPr>
              <a:t>CONFORMITE &amp; CYBER </a:t>
            </a:r>
          </a:p>
        </p:txBody>
      </p:sp>
      <p:sp>
        <p:nvSpPr>
          <p:cNvPr id="76" name="Rectangle 75">
            <a:extLst>
              <a:ext uri="{FF2B5EF4-FFF2-40B4-BE49-F238E27FC236}">
                <a16:creationId xmlns:a16="http://schemas.microsoft.com/office/drawing/2014/main" id="{CEB726C2-95C3-F02E-3C65-19EBE5AF79B2}"/>
              </a:ext>
            </a:extLst>
          </p:cNvPr>
          <p:cNvSpPr/>
          <p:nvPr/>
        </p:nvSpPr>
        <p:spPr>
          <a:xfrm>
            <a:off x="2395916" y="4140742"/>
            <a:ext cx="501002" cy="253704"/>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lumMod val="95000"/>
                    <a:lumOff val="5000"/>
                  </a:schemeClr>
                </a:solidFill>
              </a:rPr>
              <a:t>PF-5</a:t>
            </a:r>
          </a:p>
        </p:txBody>
      </p:sp>
      <p:sp>
        <p:nvSpPr>
          <p:cNvPr id="77" name="Rectangle à coins arrondis 24">
            <a:extLst>
              <a:ext uri="{FF2B5EF4-FFF2-40B4-BE49-F238E27FC236}">
                <a16:creationId xmlns:a16="http://schemas.microsoft.com/office/drawing/2014/main" id="{867AF6AC-2775-4085-AAA7-DBCA45488FE7}"/>
              </a:ext>
            </a:extLst>
          </p:cNvPr>
          <p:cNvSpPr/>
          <p:nvPr/>
        </p:nvSpPr>
        <p:spPr>
          <a:xfrm>
            <a:off x="809241" y="1417654"/>
            <a:ext cx="2173656" cy="279090"/>
          </a:xfrm>
          <a:prstGeom prst="round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Thème</a:t>
            </a:r>
          </a:p>
        </p:txBody>
      </p:sp>
      <p:sp>
        <p:nvSpPr>
          <p:cNvPr id="78" name="Rectangle à coins arrondis 25">
            <a:extLst>
              <a:ext uri="{FF2B5EF4-FFF2-40B4-BE49-F238E27FC236}">
                <a16:creationId xmlns:a16="http://schemas.microsoft.com/office/drawing/2014/main" id="{24072B20-807F-CBD9-1F9D-F209D0FB42B8}"/>
              </a:ext>
            </a:extLst>
          </p:cNvPr>
          <p:cNvSpPr/>
          <p:nvPr/>
        </p:nvSpPr>
        <p:spPr>
          <a:xfrm>
            <a:off x="3348500" y="1486145"/>
            <a:ext cx="7322572" cy="282485"/>
          </a:xfrm>
          <a:prstGeom prst="round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Libellé</a:t>
            </a:r>
          </a:p>
        </p:txBody>
      </p:sp>
      <p:sp>
        <p:nvSpPr>
          <p:cNvPr id="79" name="Rectangle 78">
            <a:extLst>
              <a:ext uri="{FF2B5EF4-FFF2-40B4-BE49-F238E27FC236}">
                <a16:creationId xmlns:a16="http://schemas.microsoft.com/office/drawing/2014/main" id="{4F30D373-577E-2C71-C0F9-60FF4CA34124}"/>
              </a:ext>
            </a:extLst>
          </p:cNvPr>
          <p:cNvSpPr/>
          <p:nvPr/>
        </p:nvSpPr>
        <p:spPr>
          <a:xfrm>
            <a:off x="3319745" y="3504463"/>
            <a:ext cx="7676035" cy="41226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200" b="1" dirty="0">
                <a:solidFill>
                  <a:schemeClr val="tx1"/>
                </a:solidFill>
              </a:rPr>
              <a:t>Penser exploitabilité</a:t>
            </a:r>
          </a:p>
        </p:txBody>
      </p:sp>
      <p:sp>
        <p:nvSpPr>
          <p:cNvPr id="80" name="Rectangle 79">
            <a:extLst>
              <a:ext uri="{FF2B5EF4-FFF2-40B4-BE49-F238E27FC236}">
                <a16:creationId xmlns:a16="http://schemas.microsoft.com/office/drawing/2014/main" id="{4A86E3F8-9C99-C802-6AB7-ADDCA461AB89}"/>
              </a:ext>
            </a:extLst>
          </p:cNvPr>
          <p:cNvSpPr/>
          <p:nvPr/>
        </p:nvSpPr>
        <p:spPr>
          <a:xfrm>
            <a:off x="2395916" y="3591796"/>
            <a:ext cx="501002" cy="253704"/>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lumMod val="95000"/>
                    <a:lumOff val="5000"/>
                  </a:schemeClr>
                </a:solidFill>
              </a:rPr>
              <a:t>PF-4</a:t>
            </a:r>
          </a:p>
        </p:txBody>
      </p:sp>
      <p:sp>
        <p:nvSpPr>
          <p:cNvPr id="81" name="Rectangle 80">
            <a:extLst>
              <a:ext uri="{FF2B5EF4-FFF2-40B4-BE49-F238E27FC236}">
                <a16:creationId xmlns:a16="http://schemas.microsoft.com/office/drawing/2014/main" id="{B42AFF88-B902-E397-D853-7DCA6851C371}"/>
              </a:ext>
            </a:extLst>
          </p:cNvPr>
          <p:cNvSpPr/>
          <p:nvPr/>
        </p:nvSpPr>
        <p:spPr>
          <a:xfrm>
            <a:off x="861507" y="3512514"/>
            <a:ext cx="1493315" cy="412269"/>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200" b="1" dirty="0">
                <a:solidFill>
                  <a:schemeClr val="tx1"/>
                </a:solidFill>
              </a:rPr>
              <a:t>EXPLOITABILITE</a:t>
            </a:r>
          </a:p>
        </p:txBody>
      </p:sp>
      <p:sp>
        <p:nvSpPr>
          <p:cNvPr id="82" name="Rectangle 81">
            <a:extLst>
              <a:ext uri="{FF2B5EF4-FFF2-40B4-BE49-F238E27FC236}">
                <a16:creationId xmlns:a16="http://schemas.microsoft.com/office/drawing/2014/main" id="{83E08EB6-4D8C-757B-89FF-665581E56052}"/>
              </a:ext>
            </a:extLst>
          </p:cNvPr>
          <p:cNvSpPr/>
          <p:nvPr/>
        </p:nvSpPr>
        <p:spPr>
          <a:xfrm>
            <a:off x="3319745" y="5713810"/>
            <a:ext cx="7676035" cy="41226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200" b="1" dirty="0">
                <a:solidFill>
                  <a:schemeClr val="tx1"/>
                </a:solidFill>
              </a:rPr>
              <a:t>Faire simple</a:t>
            </a:r>
          </a:p>
        </p:txBody>
      </p:sp>
      <p:sp>
        <p:nvSpPr>
          <p:cNvPr id="83" name="Rectangle 82">
            <a:extLst>
              <a:ext uri="{FF2B5EF4-FFF2-40B4-BE49-F238E27FC236}">
                <a16:creationId xmlns:a16="http://schemas.microsoft.com/office/drawing/2014/main" id="{18CAC6B3-F410-4B89-D3F1-8569D526F57D}"/>
              </a:ext>
            </a:extLst>
          </p:cNvPr>
          <p:cNvSpPr/>
          <p:nvPr/>
        </p:nvSpPr>
        <p:spPr>
          <a:xfrm>
            <a:off x="899962" y="5683818"/>
            <a:ext cx="1495954" cy="412269"/>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200" b="1" i="1" dirty="0">
                <a:solidFill>
                  <a:schemeClr val="tx1"/>
                </a:solidFill>
              </a:rPr>
              <a:t>SIMPLE</a:t>
            </a:r>
          </a:p>
        </p:txBody>
      </p:sp>
      <p:sp>
        <p:nvSpPr>
          <p:cNvPr id="2" name="Rectangle 1">
            <a:extLst>
              <a:ext uri="{FF2B5EF4-FFF2-40B4-BE49-F238E27FC236}">
                <a16:creationId xmlns:a16="http://schemas.microsoft.com/office/drawing/2014/main" id="{9944D8DA-B5C1-F402-7152-25315D1B65FE}"/>
              </a:ext>
            </a:extLst>
          </p:cNvPr>
          <p:cNvSpPr/>
          <p:nvPr/>
        </p:nvSpPr>
        <p:spPr>
          <a:xfrm>
            <a:off x="2395916" y="5763100"/>
            <a:ext cx="501002" cy="253704"/>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lumMod val="95000"/>
                    <a:lumOff val="5000"/>
                  </a:schemeClr>
                </a:solidFill>
              </a:rPr>
              <a:t>PF-8</a:t>
            </a:r>
          </a:p>
        </p:txBody>
      </p:sp>
      <p:sp>
        <p:nvSpPr>
          <p:cNvPr id="3" name="Rectangle 2">
            <a:extLst>
              <a:ext uri="{FF2B5EF4-FFF2-40B4-BE49-F238E27FC236}">
                <a16:creationId xmlns:a16="http://schemas.microsoft.com/office/drawing/2014/main" id="{12B21252-F61A-B306-169F-36AD22C28E6B}"/>
              </a:ext>
            </a:extLst>
          </p:cNvPr>
          <p:cNvSpPr/>
          <p:nvPr/>
        </p:nvSpPr>
        <p:spPr>
          <a:xfrm>
            <a:off x="3296084" y="6276316"/>
            <a:ext cx="7676035" cy="41226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200" b="1" dirty="0">
                <a:solidFill>
                  <a:schemeClr val="tx1"/>
                </a:solidFill>
              </a:rPr>
              <a:t>?</a:t>
            </a:r>
          </a:p>
        </p:txBody>
      </p:sp>
      <p:sp>
        <p:nvSpPr>
          <p:cNvPr id="4" name="Rectangle 3">
            <a:extLst>
              <a:ext uri="{FF2B5EF4-FFF2-40B4-BE49-F238E27FC236}">
                <a16:creationId xmlns:a16="http://schemas.microsoft.com/office/drawing/2014/main" id="{0EEC14A0-A26A-7A92-BB0D-08632FFA1A10}"/>
              </a:ext>
            </a:extLst>
          </p:cNvPr>
          <p:cNvSpPr/>
          <p:nvPr/>
        </p:nvSpPr>
        <p:spPr>
          <a:xfrm>
            <a:off x="876301" y="6246324"/>
            <a:ext cx="1495954" cy="412269"/>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200" b="1" i="1" dirty="0">
                <a:solidFill>
                  <a:schemeClr val="tx1"/>
                </a:solidFill>
              </a:rPr>
              <a:t>Cloud	</a:t>
            </a:r>
          </a:p>
        </p:txBody>
      </p:sp>
      <p:sp>
        <p:nvSpPr>
          <p:cNvPr id="5" name="Rectangle 4">
            <a:extLst>
              <a:ext uri="{FF2B5EF4-FFF2-40B4-BE49-F238E27FC236}">
                <a16:creationId xmlns:a16="http://schemas.microsoft.com/office/drawing/2014/main" id="{65EE3CAC-AF74-E352-4A2A-70B245DC36DB}"/>
              </a:ext>
            </a:extLst>
          </p:cNvPr>
          <p:cNvSpPr/>
          <p:nvPr/>
        </p:nvSpPr>
        <p:spPr>
          <a:xfrm>
            <a:off x="2372255" y="6325606"/>
            <a:ext cx="501002" cy="253704"/>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lumMod val="95000"/>
                    <a:lumOff val="5000"/>
                  </a:schemeClr>
                </a:solidFill>
              </a:rPr>
              <a:t>PF-8</a:t>
            </a:r>
          </a:p>
        </p:txBody>
      </p:sp>
    </p:spTree>
    <p:extLst>
      <p:ext uri="{BB962C8B-B14F-4D97-AF65-F5344CB8AC3E}">
        <p14:creationId xmlns:p14="http://schemas.microsoft.com/office/powerpoint/2010/main" val="2150598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5E8FFBA-5626-F3DC-50AB-6DC0C9928DFC}"/>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E60A5EF2-4AA2-AA80-4AC0-2447F1EBD341}"/>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46FA9D84-1EA8-EE1A-E38D-624CF00C985A}"/>
              </a:ext>
            </a:extLst>
          </p:cNvPr>
          <p:cNvSpPr>
            <a:spLocks noGrp="1"/>
          </p:cNvSpPr>
          <p:nvPr>
            <p:ph type="sldNum" sz="quarter" idx="12"/>
          </p:nvPr>
        </p:nvSpPr>
        <p:spPr/>
        <p:txBody>
          <a:bodyPr/>
          <a:lstStyle/>
          <a:p>
            <a:fld id="{CD166EB1-B284-8541-B839-321F682B6B05}" type="slidenum">
              <a:rPr lang="fr-FR" smtClean="0"/>
              <a:pPr/>
              <a:t>4</a:t>
            </a:fld>
            <a:endParaRPr lang="fr-FR"/>
          </a:p>
        </p:txBody>
      </p:sp>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sz="1600" i="1" dirty="0"/>
              <a:t>Principes fondateurs</a:t>
            </a:r>
            <a:r>
              <a:rPr lang="fr-FR" dirty="0"/>
              <a:t> </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49" name="Rectangle 48">
            <a:extLst>
              <a:ext uri="{FF2B5EF4-FFF2-40B4-BE49-F238E27FC236}">
                <a16:creationId xmlns:a16="http://schemas.microsoft.com/office/drawing/2014/main" id="{8C8CD1F0-F30B-232C-19A0-B372502B49F2}"/>
              </a:ext>
            </a:extLst>
          </p:cNvPr>
          <p:cNvSpPr/>
          <p:nvPr/>
        </p:nvSpPr>
        <p:spPr>
          <a:xfrm>
            <a:off x="4345393" y="775794"/>
            <a:ext cx="5945050" cy="546061"/>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b="1" dirty="0">
                <a:solidFill>
                  <a:schemeClr val="tx1"/>
                </a:solidFill>
              </a:rPr>
              <a:t>Penser services</a:t>
            </a:r>
          </a:p>
        </p:txBody>
      </p:sp>
      <p:sp>
        <p:nvSpPr>
          <p:cNvPr id="50" name="Rectangle 49">
            <a:extLst>
              <a:ext uri="{FF2B5EF4-FFF2-40B4-BE49-F238E27FC236}">
                <a16:creationId xmlns:a16="http://schemas.microsoft.com/office/drawing/2014/main" id="{F4BA53DD-0DC6-DFA7-5314-7B5845315A15}"/>
              </a:ext>
            </a:extLst>
          </p:cNvPr>
          <p:cNvSpPr/>
          <p:nvPr/>
        </p:nvSpPr>
        <p:spPr>
          <a:xfrm>
            <a:off x="1132381" y="775794"/>
            <a:ext cx="900606" cy="546061"/>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b="1" i="1" dirty="0">
                <a:solidFill>
                  <a:schemeClr val="tx1">
                    <a:lumMod val="95000"/>
                    <a:lumOff val="5000"/>
                  </a:schemeClr>
                </a:solidFill>
              </a:rPr>
              <a:t>PF-1</a:t>
            </a:r>
          </a:p>
        </p:txBody>
      </p:sp>
      <p:sp>
        <p:nvSpPr>
          <p:cNvPr id="51" name="Rectangle 50">
            <a:extLst>
              <a:ext uri="{FF2B5EF4-FFF2-40B4-BE49-F238E27FC236}">
                <a16:creationId xmlns:a16="http://schemas.microsoft.com/office/drawing/2014/main" id="{04C74DD4-9FE4-AD6C-6220-CEC750F03DF2}"/>
              </a:ext>
            </a:extLst>
          </p:cNvPr>
          <p:cNvSpPr/>
          <p:nvPr/>
        </p:nvSpPr>
        <p:spPr>
          <a:xfrm>
            <a:off x="2090465" y="775794"/>
            <a:ext cx="2197450" cy="546061"/>
          </a:xfrm>
          <a:prstGeom prst="rect">
            <a:avLst/>
          </a:prstGeom>
          <a:solidFill>
            <a:srgbClr val="CCCD33">
              <a:alpha val="67059"/>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i="1" dirty="0">
                <a:solidFill>
                  <a:schemeClr val="tx1"/>
                </a:solidFill>
              </a:rPr>
              <a:t>services</a:t>
            </a:r>
          </a:p>
        </p:txBody>
      </p:sp>
      <p:sp>
        <p:nvSpPr>
          <p:cNvPr id="52" name="Rectangle 51">
            <a:extLst>
              <a:ext uri="{FF2B5EF4-FFF2-40B4-BE49-F238E27FC236}">
                <a16:creationId xmlns:a16="http://schemas.microsoft.com/office/drawing/2014/main" id="{6B693B42-2E85-DDB0-8C0A-A2B55B59AB3D}"/>
              </a:ext>
            </a:extLst>
          </p:cNvPr>
          <p:cNvSpPr/>
          <p:nvPr/>
        </p:nvSpPr>
        <p:spPr>
          <a:xfrm>
            <a:off x="1067792" y="1872054"/>
            <a:ext cx="8257491" cy="1055798"/>
          </a:xfrm>
          <a:prstGeom prst="rect">
            <a:avLst/>
          </a:prstGeom>
          <a:solidFill>
            <a:srgbClr val="9BBB59">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Toutes évolutions du SI doivent être pensées sous formes de services pour répondre à l’ambition du SI d’être orienté  service.</a:t>
            </a:r>
          </a:p>
          <a:p>
            <a:pPr>
              <a:lnSpc>
                <a:spcPct val="150000"/>
              </a:lnSpc>
            </a:pPr>
            <a:r>
              <a:rPr lang="fr-FR" sz="900" dirty="0">
                <a:solidFill>
                  <a:schemeClr val="tx1"/>
                </a:solidFill>
              </a:rPr>
              <a:t>Le service décliné de fonctions est entendu comme services applicatifs ou d’infrastructure.</a:t>
            </a:r>
          </a:p>
          <a:p>
            <a:pPr>
              <a:lnSpc>
                <a:spcPct val="150000"/>
              </a:lnSpc>
            </a:pPr>
            <a:r>
              <a:rPr lang="fr-FR" sz="900" dirty="0">
                <a:solidFill>
                  <a:schemeClr val="tx1"/>
                </a:solidFill>
              </a:rPr>
              <a:t>Un service respecte les caractéristiques suivantes : unitaire, indépendance, cohérence, décrit par un contrat. ( à W avec Laurene) </a:t>
            </a:r>
          </a:p>
        </p:txBody>
      </p:sp>
      <p:sp>
        <p:nvSpPr>
          <p:cNvPr id="53" name="Rectangle 52">
            <a:extLst>
              <a:ext uri="{FF2B5EF4-FFF2-40B4-BE49-F238E27FC236}">
                <a16:creationId xmlns:a16="http://schemas.microsoft.com/office/drawing/2014/main" id="{A76E5D33-4C9D-CD06-19BD-60959DF2BFE4}"/>
              </a:ext>
            </a:extLst>
          </p:cNvPr>
          <p:cNvSpPr/>
          <p:nvPr/>
        </p:nvSpPr>
        <p:spPr>
          <a:xfrm>
            <a:off x="1067792" y="3297184"/>
            <a:ext cx="8257491" cy="1008112"/>
          </a:xfrm>
          <a:prstGeom prst="rect">
            <a:avLst/>
          </a:prstGeom>
          <a:solidFill>
            <a:srgbClr val="AF2070">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L’offre de service  </a:t>
            </a:r>
            <a:r>
              <a:rPr lang="fr-FR" sz="900" dirty="0" err="1">
                <a:solidFill>
                  <a:schemeClr val="tx1"/>
                </a:solidFill>
              </a:rPr>
              <a:t>bycn</a:t>
            </a:r>
            <a:r>
              <a:rPr lang="fr-FR" sz="900" dirty="0">
                <a:solidFill>
                  <a:schemeClr val="tx1"/>
                </a:solidFill>
              </a:rPr>
              <a:t>  est décrite et diffusée.</a:t>
            </a:r>
          </a:p>
          <a:p>
            <a:pPr>
              <a:lnSpc>
                <a:spcPct val="150000"/>
              </a:lnSpc>
            </a:pPr>
            <a:r>
              <a:rPr lang="fr-FR" sz="900" dirty="0">
                <a:solidFill>
                  <a:schemeClr val="tx1"/>
                </a:solidFill>
              </a:rPr>
              <a:t>Chaque service fourni formalise un contrat de service et privilégie l’usage de standards ouverts et répandus favorisant l’interopérabilité entre services.. </a:t>
            </a:r>
          </a:p>
          <a:p>
            <a:pPr>
              <a:lnSpc>
                <a:spcPct val="150000"/>
              </a:lnSpc>
            </a:pPr>
            <a:r>
              <a:rPr lang="fr-FR" sz="900" dirty="0">
                <a:solidFill>
                  <a:schemeClr val="tx1"/>
                </a:solidFill>
              </a:rPr>
              <a:t>Un service est unitaire : il doit être assez fin pour favoriser une réutilisabilité.</a:t>
            </a:r>
          </a:p>
          <a:p>
            <a:pPr>
              <a:lnSpc>
                <a:spcPct val="150000"/>
              </a:lnSpc>
            </a:pPr>
            <a:r>
              <a:rPr lang="fr-FR" sz="900" dirty="0">
                <a:solidFill>
                  <a:schemeClr val="tx1"/>
                </a:solidFill>
              </a:rPr>
              <a:t>Une gouvernance spécifique est mise en place afin de piloter l’ensemble des services mis à disposition</a:t>
            </a:r>
          </a:p>
          <a:p>
            <a:pPr>
              <a:lnSpc>
                <a:spcPct val="150000"/>
              </a:lnSpc>
            </a:pPr>
            <a:r>
              <a:rPr lang="fr-FR" sz="900" dirty="0">
                <a:solidFill>
                  <a:schemeClr val="tx1"/>
                </a:solidFill>
                <a:highlight>
                  <a:srgbClr val="FFFF00"/>
                </a:highlight>
              </a:rPr>
              <a:t>Prendre en compte les besoins métiers</a:t>
            </a:r>
          </a:p>
          <a:p>
            <a:pPr>
              <a:lnSpc>
                <a:spcPct val="150000"/>
              </a:lnSpc>
            </a:pPr>
            <a:r>
              <a:rPr lang="fr-FR" sz="900" dirty="0">
                <a:solidFill>
                  <a:schemeClr val="tx1"/>
                </a:solidFill>
                <a:highlight>
                  <a:srgbClr val="FFFF00"/>
                </a:highlight>
              </a:rPr>
              <a:t>Se rapprocher des équipes métiers (DSI)</a:t>
            </a:r>
          </a:p>
        </p:txBody>
      </p:sp>
      <p:sp>
        <p:nvSpPr>
          <p:cNvPr id="54" name="Rectangle 53">
            <a:extLst>
              <a:ext uri="{FF2B5EF4-FFF2-40B4-BE49-F238E27FC236}">
                <a16:creationId xmlns:a16="http://schemas.microsoft.com/office/drawing/2014/main" id="{5E4D99AD-BA48-3032-E260-072EDB7360B8}"/>
              </a:ext>
            </a:extLst>
          </p:cNvPr>
          <p:cNvSpPr/>
          <p:nvPr/>
        </p:nvSpPr>
        <p:spPr>
          <a:xfrm>
            <a:off x="1067792" y="5184422"/>
            <a:ext cx="8257491" cy="1224136"/>
          </a:xfrm>
          <a:prstGeom prst="rect">
            <a:avLst/>
          </a:prstGeom>
          <a:solidFill>
            <a:srgbClr val="31859C">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marL="228600" indent="-228600">
              <a:lnSpc>
                <a:spcPct val="150000"/>
              </a:lnSpc>
              <a:buFontTx/>
              <a:buAutoNum type="arabicPeriod"/>
            </a:pPr>
            <a:r>
              <a:rPr lang="fr-FR" sz="1000" dirty="0">
                <a:solidFill>
                  <a:prstClr val="black"/>
                </a:solidFill>
              </a:rPr>
              <a:t>L’offre de service est-elle définie ? (</a:t>
            </a:r>
            <a:r>
              <a:rPr lang="fr-FR" sz="1000" dirty="0" err="1">
                <a:solidFill>
                  <a:prstClr val="black"/>
                </a:solidFill>
              </a:rPr>
              <a:t>ie</a:t>
            </a:r>
            <a:r>
              <a:rPr lang="fr-FR" sz="1000" dirty="0">
                <a:solidFill>
                  <a:prstClr val="black"/>
                </a:solidFill>
              </a:rPr>
              <a:t>. Ai-je un contrat de service ?)</a:t>
            </a:r>
          </a:p>
          <a:p>
            <a:pPr marL="228600" indent="-228600">
              <a:lnSpc>
                <a:spcPct val="150000"/>
              </a:lnSpc>
              <a:buFontTx/>
              <a:buAutoNum type="arabicPeriod"/>
            </a:pPr>
            <a:r>
              <a:rPr lang="fr-FR" sz="1000" dirty="0">
                <a:solidFill>
                  <a:prstClr val="black"/>
                </a:solidFill>
              </a:rPr>
              <a:t>Le service proposé est-il réutilisable (granularité, paramétrage pour favoriser sa réutilisabilité ) ?</a:t>
            </a:r>
          </a:p>
          <a:p>
            <a:pPr marL="228600" indent="-228600">
              <a:lnSpc>
                <a:spcPct val="150000"/>
              </a:lnSpc>
              <a:buFontTx/>
              <a:buAutoNum type="arabicPeriod"/>
            </a:pPr>
            <a:r>
              <a:rPr lang="fr-FR" sz="1000" dirty="0">
                <a:solidFill>
                  <a:prstClr val="black"/>
                </a:solidFill>
              </a:rPr>
              <a:t>Une organisation a-t-elle été pensée autour du service proposé (exécution, exploitation, évolution) ? (qui permettra au service d’être utilisé par d’autres acteurs / organisation) </a:t>
            </a:r>
          </a:p>
        </p:txBody>
      </p:sp>
      <p:sp>
        <p:nvSpPr>
          <p:cNvPr id="55" name="ZoneTexte 54">
            <a:extLst>
              <a:ext uri="{FF2B5EF4-FFF2-40B4-BE49-F238E27FC236}">
                <a16:creationId xmlns:a16="http://schemas.microsoft.com/office/drawing/2014/main" id="{AB1C2D2D-FCED-7A9F-E536-4772108E649C}"/>
              </a:ext>
            </a:extLst>
          </p:cNvPr>
          <p:cNvSpPr txBox="1"/>
          <p:nvPr/>
        </p:nvSpPr>
        <p:spPr>
          <a:xfrm>
            <a:off x="964170" y="1502722"/>
            <a:ext cx="2528256" cy="369332"/>
          </a:xfrm>
          <a:prstGeom prst="rect">
            <a:avLst/>
          </a:prstGeom>
          <a:noFill/>
        </p:spPr>
        <p:txBody>
          <a:bodyPr wrap="none" rtlCol="0">
            <a:spAutoFit/>
          </a:bodyPr>
          <a:lstStyle/>
          <a:p>
            <a:r>
              <a:rPr lang="fr-FR" b="1" dirty="0"/>
              <a:t>Description détaillée</a:t>
            </a:r>
          </a:p>
        </p:txBody>
      </p:sp>
      <p:sp>
        <p:nvSpPr>
          <p:cNvPr id="56" name="ZoneTexte 55">
            <a:extLst>
              <a:ext uri="{FF2B5EF4-FFF2-40B4-BE49-F238E27FC236}">
                <a16:creationId xmlns:a16="http://schemas.microsoft.com/office/drawing/2014/main" id="{BBF836E6-A60B-B819-896D-A1DD39E74F34}"/>
              </a:ext>
            </a:extLst>
          </p:cNvPr>
          <p:cNvSpPr txBox="1"/>
          <p:nvPr/>
        </p:nvSpPr>
        <p:spPr>
          <a:xfrm>
            <a:off x="964171" y="2937144"/>
            <a:ext cx="1557799" cy="369332"/>
          </a:xfrm>
          <a:prstGeom prst="rect">
            <a:avLst/>
          </a:prstGeom>
          <a:noFill/>
        </p:spPr>
        <p:txBody>
          <a:bodyPr wrap="none" rtlCol="0">
            <a:spAutoFit/>
          </a:bodyPr>
          <a:lstStyle/>
          <a:p>
            <a:r>
              <a:rPr lang="fr-FR" b="1" dirty="0"/>
              <a:t>Implications</a:t>
            </a:r>
          </a:p>
        </p:txBody>
      </p:sp>
      <p:sp>
        <p:nvSpPr>
          <p:cNvPr id="57" name="ZoneTexte 56">
            <a:extLst>
              <a:ext uri="{FF2B5EF4-FFF2-40B4-BE49-F238E27FC236}">
                <a16:creationId xmlns:a16="http://schemas.microsoft.com/office/drawing/2014/main" id="{489C2AAA-CF55-F25A-41A8-01BF0202C6DC}"/>
              </a:ext>
            </a:extLst>
          </p:cNvPr>
          <p:cNvSpPr txBox="1"/>
          <p:nvPr/>
        </p:nvSpPr>
        <p:spPr>
          <a:xfrm>
            <a:off x="964171" y="4815090"/>
            <a:ext cx="2701381" cy="369332"/>
          </a:xfrm>
          <a:prstGeom prst="rect">
            <a:avLst/>
          </a:prstGeom>
          <a:noFill/>
        </p:spPr>
        <p:txBody>
          <a:bodyPr wrap="none" rtlCol="0">
            <a:spAutoFit/>
          </a:bodyPr>
          <a:lstStyle/>
          <a:p>
            <a:r>
              <a:rPr lang="fr-FR" b="1" dirty="0"/>
              <a:t>Questions à se poser : </a:t>
            </a:r>
          </a:p>
        </p:txBody>
      </p:sp>
      <p:sp>
        <p:nvSpPr>
          <p:cNvPr id="58" name="Rectangle 57">
            <a:extLst>
              <a:ext uri="{FF2B5EF4-FFF2-40B4-BE49-F238E27FC236}">
                <a16:creationId xmlns:a16="http://schemas.microsoft.com/office/drawing/2014/main" id="{44E467E6-203D-236B-5E25-1CAC775E125B}"/>
              </a:ext>
            </a:extLst>
          </p:cNvPr>
          <p:cNvSpPr/>
          <p:nvPr/>
        </p:nvSpPr>
        <p:spPr>
          <a:xfrm>
            <a:off x="8310059" y="449442"/>
            <a:ext cx="2151017" cy="805365"/>
          </a:xfrm>
          <a:prstGeom prst="rect">
            <a:avLst/>
          </a:prstGeom>
          <a:solidFill>
            <a:srgbClr val="1C2959"/>
          </a:solidFill>
          <a:ln w="12660" cap="flat">
            <a:noFill/>
            <a:prstDash val="solid"/>
            <a:miter/>
          </a:ln>
        </p:spPr>
        <p:txBody>
          <a:bodyPr rtlCol="0" anchor="ctr"/>
          <a:lstStyle/>
          <a:p>
            <a:pPr algn="l"/>
            <a:r>
              <a:rPr lang="fr-FR" dirty="0">
                <a:solidFill>
                  <a:schemeClr val="bg1"/>
                </a:solidFill>
              </a:rPr>
              <a:t>Avec </a:t>
            </a:r>
            <a:r>
              <a:rPr lang="fr-FR" dirty="0" err="1">
                <a:solidFill>
                  <a:schemeClr val="bg1"/>
                </a:solidFill>
              </a:rPr>
              <a:t>laurene</a:t>
            </a:r>
            <a:endParaRPr lang="fr-FR" dirty="0">
              <a:solidFill>
                <a:schemeClr val="bg1"/>
              </a:solidFill>
            </a:endParaRPr>
          </a:p>
        </p:txBody>
      </p:sp>
    </p:spTree>
    <p:extLst>
      <p:ext uri="{BB962C8B-B14F-4D97-AF65-F5344CB8AC3E}">
        <p14:creationId xmlns:p14="http://schemas.microsoft.com/office/powerpoint/2010/main" val="2642448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5E8FFBA-5626-F3DC-50AB-6DC0C9928DFC}"/>
              </a:ext>
            </a:extLst>
          </p:cNvPr>
          <p:cNvSpPr>
            <a:spLocks noGrp="1"/>
          </p:cNvSpPr>
          <p:nvPr>
            <p:ph type="dt" sz="half" idx="10"/>
          </p:nvPr>
        </p:nvSpPr>
        <p:spPr>
          <a:xfrm>
            <a:off x="10274122" y="6489996"/>
            <a:ext cx="718026" cy="215444"/>
          </a:xfrm>
        </p:spPr>
        <p:txBody>
          <a:bodyPr/>
          <a:lstStyle/>
          <a:p>
            <a:r>
              <a:rPr lang="fr-FR"/>
              <a:t>MOIS ANNÉE</a:t>
            </a:r>
          </a:p>
        </p:txBody>
      </p:sp>
      <p:sp>
        <p:nvSpPr>
          <p:cNvPr id="3" name="Espace réservé du pied de page 2">
            <a:extLst>
              <a:ext uri="{FF2B5EF4-FFF2-40B4-BE49-F238E27FC236}">
                <a16:creationId xmlns:a16="http://schemas.microsoft.com/office/drawing/2014/main" id="{E60A5EF2-4AA2-AA80-4AC0-2447F1EBD341}"/>
              </a:ext>
            </a:extLst>
          </p:cNvPr>
          <p:cNvSpPr>
            <a:spLocks noGrp="1"/>
          </p:cNvSpPr>
          <p:nvPr>
            <p:ph type="ftr" sz="quarter" idx="11"/>
          </p:nvPr>
        </p:nvSpPr>
        <p:spPr>
          <a:xfrm>
            <a:off x="7730001" y="6489997"/>
            <a:ext cx="2492445" cy="215444"/>
          </a:xfrm>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46FA9D84-1EA8-EE1A-E38D-624CF00C985A}"/>
              </a:ext>
            </a:extLst>
          </p:cNvPr>
          <p:cNvSpPr>
            <a:spLocks noGrp="1"/>
          </p:cNvSpPr>
          <p:nvPr>
            <p:ph type="sldNum" sz="quarter" idx="12"/>
          </p:nvPr>
        </p:nvSpPr>
        <p:spPr>
          <a:xfrm>
            <a:off x="10945850" y="6446372"/>
            <a:ext cx="560986" cy="276999"/>
          </a:xfrm>
        </p:spPr>
        <p:txBody>
          <a:bodyPr/>
          <a:lstStyle/>
          <a:p>
            <a:fld id="{CD166EB1-B284-8541-B839-321F682B6B05}" type="slidenum">
              <a:rPr lang="fr-FR" smtClean="0"/>
              <a:pPr/>
              <a:t>5</a:t>
            </a:fld>
            <a:endParaRPr lang="fr-FR"/>
          </a:p>
        </p:txBody>
      </p:sp>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sz="1600" i="1" dirty="0"/>
              <a:t>Principes fondateurs</a:t>
            </a:r>
            <a:r>
              <a:rPr lang="fr-FR" dirty="0"/>
              <a:t> </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49" name="Rectangle 48">
            <a:extLst>
              <a:ext uri="{FF2B5EF4-FFF2-40B4-BE49-F238E27FC236}">
                <a16:creationId xmlns:a16="http://schemas.microsoft.com/office/drawing/2014/main" id="{8C8CD1F0-F30B-232C-19A0-B372502B49F2}"/>
              </a:ext>
            </a:extLst>
          </p:cNvPr>
          <p:cNvSpPr/>
          <p:nvPr/>
        </p:nvSpPr>
        <p:spPr>
          <a:xfrm>
            <a:off x="4345393" y="775794"/>
            <a:ext cx="5945050" cy="546061"/>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b="0" i="0" dirty="0">
                <a:solidFill>
                  <a:srgbClr val="3D3D4E"/>
                </a:solidFill>
                <a:effectLst/>
                <a:latin typeface="Montserrat" panose="00000500000000000000" pitchFamily="2" charset="0"/>
              </a:rPr>
              <a:t>Garantir la cohérence et la flexibilité du SI et en  maitriser sa transformation</a:t>
            </a:r>
            <a:endParaRPr lang="fr-FR" b="1" dirty="0">
              <a:solidFill>
                <a:schemeClr val="tx1"/>
              </a:solidFill>
            </a:endParaRPr>
          </a:p>
        </p:txBody>
      </p:sp>
      <p:sp>
        <p:nvSpPr>
          <p:cNvPr id="50" name="Rectangle 49">
            <a:extLst>
              <a:ext uri="{FF2B5EF4-FFF2-40B4-BE49-F238E27FC236}">
                <a16:creationId xmlns:a16="http://schemas.microsoft.com/office/drawing/2014/main" id="{F4BA53DD-0DC6-DFA7-5314-7B5845315A15}"/>
              </a:ext>
            </a:extLst>
          </p:cNvPr>
          <p:cNvSpPr/>
          <p:nvPr/>
        </p:nvSpPr>
        <p:spPr>
          <a:xfrm>
            <a:off x="1132381" y="775794"/>
            <a:ext cx="900606" cy="546061"/>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b="1" i="1" dirty="0">
                <a:solidFill>
                  <a:schemeClr val="tx1">
                    <a:lumMod val="95000"/>
                    <a:lumOff val="5000"/>
                  </a:schemeClr>
                </a:solidFill>
              </a:rPr>
              <a:t>PF-2</a:t>
            </a:r>
          </a:p>
        </p:txBody>
      </p:sp>
      <p:sp>
        <p:nvSpPr>
          <p:cNvPr id="51" name="Rectangle 50">
            <a:extLst>
              <a:ext uri="{FF2B5EF4-FFF2-40B4-BE49-F238E27FC236}">
                <a16:creationId xmlns:a16="http://schemas.microsoft.com/office/drawing/2014/main" id="{04C74DD4-9FE4-AD6C-6220-CEC750F03DF2}"/>
              </a:ext>
            </a:extLst>
          </p:cNvPr>
          <p:cNvSpPr/>
          <p:nvPr/>
        </p:nvSpPr>
        <p:spPr>
          <a:xfrm>
            <a:off x="2090465" y="775794"/>
            <a:ext cx="2197450" cy="546061"/>
          </a:xfrm>
          <a:prstGeom prst="rect">
            <a:avLst/>
          </a:prstGeom>
          <a:solidFill>
            <a:srgbClr val="CCCD33">
              <a:alpha val="67059"/>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i="1" dirty="0">
                <a:solidFill>
                  <a:schemeClr val="tx1"/>
                </a:solidFill>
              </a:rPr>
              <a:t>URBANISME</a:t>
            </a:r>
          </a:p>
        </p:txBody>
      </p:sp>
      <p:sp>
        <p:nvSpPr>
          <p:cNvPr id="5" name="Espace réservé du numéro de diapositive 5">
            <a:extLst>
              <a:ext uri="{FF2B5EF4-FFF2-40B4-BE49-F238E27FC236}">
                <a16:creationId xmlns:a16="http://schemas.microsoft.com/office/drawing/2014/main" id="{7313932D-2C28-9D06-5280-F74E70B0E13F}"/>
              </a:ext>
            </a:extLst>
          </p:cNvPr>
          <p:cNvSpPr txBox="1">
            <a:spLocks/>
          </p:cNvSpPr>
          <p:nvPr/>
        </p:nvSpPr>
        <p:spPr>
          <a:xfrm>
            <a:off x="7186423" y="6197008"/>
            <a:ext cx="1259160" cy="276999"/>
          </a:xfrm>
          <a:prstGeom prst="rect">
            <a:avLst/>
          </a:prstGeom>
        </p:spPr>
        <p:txBody>
          <a:bodyPr vert="horz" wrap="square" lIns="0" tIns="45720" rIns="0" bIns="45720" rtlCol="0" anchor="ctr">
            <a:spAutoFit/>
          </a:bodyPr>
          <a:lstStyle>
            <a:defPPr>
              <a:defRPr lang="fr-FR"/>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207497C-0FA5-426D-BDED-E5825EF2D54B}" type="slidenum">
              <a:rPr lang="fr-FR" smtClean="0">
                <a:solidFill>
                  <a:prstClr val="white">
                    <a:lumMod val="85000"/>
                  </a:prstClr>
                </a:solidFill>
              </a:rPr>
              <a:pPr/>
              <a:t>5</a:t>
            </a:fld>
            <a:endParaRPr lang="fr-FR">
              <a:solidFill>
                <a:prstClr val="white">
                  <a:lumMod val="85000"/>
                </a:prstClr>
              </a:solidFill>
            </a:endParaRPr>
          </a:p>
        </p:txBody>
      </p:sp>
      <p:sp>
        <p:nvSpPr>
          <p:cNvPr id="6" name="Rectangle 5">
            <a:extLst>
              <a:ext uri="{FF2B5EF4-FFF2-40B4-BE49-F238E27FC236}">
                <a16:creationId xmlns:a16="http://schemas.microsoft.com/office/drawing/2014/main" id="{B2E3FD7F-5F10-76FD-B1A3-A2C6C46B97CD}"/>
              </a:ext>
            </a:extLst>
          </p:cNvPr>
          <p:cNvSpPr/>
          <p:nvPr/>
        </p:nvSpPr>
        <p:spPr>
          <a:xfrm>
            <a:off x="1132381" y="1784606"/>
            <a:ext cx="8934897" cy="1087293"/>
          </a:xfrm>
          <a:prstGeom prst="rect">
            <a:avLst/>
          </a:prstGeom>
          <a:solidFill>
            <a:srgbClr val="9BBB59">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marL="0" lvl="1" fontAlgn="base">
              <a:lnSpc>
                <a:spcPct val="150000"/>
              </a:lnSpc>
            </a:pPr>
            <a:r>
              <a:rPr lang="fr-FR" sz="900" dirty="0">
                <a:solidFill>
                  <a:schemeClr val="tx1"/>
                </a:solidFill>
              </a:rPr>
              <a:t>Connaitre les fonctions métiers et les applications automatisant ces fonctions (par pays, par périmètre métier) et aider à l’analyse de redondances applicatives </a:t>
            </a:r>
          </a:p>
          <a:p>
            <a:pPr marL="0" lvl="1" fontAlgn="base">
              <a:lnSpc>
                <a:spcPct val="150000"/>
              </a:lnSpc>
            </a:pPr>
            <a:r>
              <a:rPr lang="fr-FR" sz="900" dirty="0">
                <a:solidFill>
                  <a:schemeClr val="tx1"/>
                </a:solidFill>
              </a:rPr>
              <a:t>Visualiser les liens des infras avec les applications</a:t>
            </a:r>
          </a:p>
          <a:p>
            <a:pPr marL="0" lvl="1" fontAlgn="base">
              <a:lnSpc>
                <a:spcPct val="150000"/>
              </a:lnSpc>
            </a:pPr>
            <a:r>
              <a:rPr lang="fr-FR" sz="900" dirty="0">
                <a:solidFill>
                  <a:schemeClr val="tx1"/>
                </a:solidFill>
              </a:rPr>
              <a:t>Modéliser (process et fonctionnel) de façon homogène les différents domaines</a:t>
            </a:r>
          </a:p>
          <a:p>
            <a:pPr marL="0" lvl="1" fontAlgn="base">
              <a:lnSpc>
                <a:spcPct val="150000"/>
              </a:lnSpc>
            </a:pPr>
            <a:r>
              <a:rPr lang="fr-FR" sz="900" dirty="0">
                <a:solidFill>
                  <a:schemeClr val="tx1"/>
                </a:solidFill>
              </a:rPr>
              <a:t>Optimiser le SI existant et futur</a:t>
            </a:r>
          </a:p>
          <a:p>
            <a:pPr marL="0" lvl="1" fontAlgn="base">
              <a:lnSpc>
                <a:spcPct val="150000"/>
              </a:lnSpc>
            </a:pPr>
            <a:r>
              <a:rPr lang="fr-FR" sz="900" dirty="0">
                <a:solidFill>
                  <a:schemeClr val="tx1"/>
                </a:solidFill>
              </a:rPr>
              <a:t>Faciliter les évolutions et les migrations</a:t>
            </a:r>
          </a:p>
          <a:p>
            <a:pPr marL="0" lvl="1" fontAlgn="base"/>
            <a:endParaRPr lang="fr-FR" sz="900" dirty="0">
              <a:solidFill>
                <a:schemeClr val="bg1">
                  <a:lumMod val="50000"/>
                </a:schemeClr>
              </a:solidFill>
            </a:endParaRPr>
          </a:p>
          <a:p>
            <a:pPr>
              <a:lnSpc>
                <a:spcPct val="150000"/>
              </a:lnSpc>
            </a:pPr>
            <a:endParaRPr lang="fr-FR" sz="900" dirty="0">
              <a:solidFill>
                <a:schemeClr val="tx1"/>
              </a:solidFill>
            </a:endParaRPr>
          </a:p>
        </p:txBody>
      </p:sp>
      <p:sp>
        <p:nvSpPr>
          <p:cNvPr id="7" name="Rectangle 6">
            <a:extLst>
              <a:ext uri="{FF2B5EF4-FFF2-40B4-BE49-F238E27FC236}">
                <a16:creationId xmlns:a16="http://schemas.microsoft.com/office/drawing/2014/main" id="{ECA5B4CC-C560-71DC-6FAD-93DC04803BBD}"/>
              </a:ext>
            </a:extLst>
          </p:cNvPr>
          <p:cNvSpPr/>
          <p:nvPr/>
        </p:nvSpPr>
        <p:spPr>
          <a:xfrm>
            <a:off x="1122355" y="3196995"/>
            <a:ext cx="8267517" cy="2245380"/>
          </a:xfrm>
          <a:prstGeom prst="rect">
            <a:avLst/>
          </a:prstGeom>
          <a:solidFill>
            <a:srgbClr val="AF2070">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ea typeface="+mn-lt"/>
                <a:cs typeface="+mn-lt"/>
              </a:rPr>
              <a:t>Les process  métier sont modélisés </a:t>
            </a:r>
            <a:endParaRPr lang="fr-FR">
              <a:solidFill>
                <a:schemeClr val="tx1"/>
              </a:solidFill>
            </a:endParaRPr>
          </a:p>
          <a:p>
            <a:pPr>
              <a:lnSpc>
                <a:spcPct val="150000"/>
              </a:lnSpc>
            </a:pPr>
            <a:r>
              <a:rPr lang="fr-FR" sz="900" dirty="0">
                <a:solidFill>
                  <a:schemeClr val="tx1"/>
                </a:solidFill>
              </a:rPr>
              <a:t>Toute application doit </a:t>
            </a:r>
            <a:r>
              <a:rPr lang="fr-FR" sz="900" dirty="0" err="1">
                <a:solidFill>
                  <a:schemeClr val="tx1"/>
                </a:solidFill>
              </a:rPr>
              <a:t>etre</a:t>
            </a:r>
            <a:r>
              <a:rPr lang="fr-FR" sz="900" dirty="0">
                <a:solidFill>
                  <a:schemeClr val="tx1"/>
                </a:solidFill>
              </a:rPr>
              <a:t> référence et cartographiée dans les référentiels de l’entreprise ((réduction du </a:t>
            </a:r>
            <a:r>
              <a:rPr lang="fr-FR" sz="900" dirty="0" err="1">
                <a:solidFill>
                  <a:schemeClr val="tx1"/>
                </a:solidFill>
              </a:rPr>
              <a:t>shadow</a:t>
            </a:r>
            <a:r>
              <a:rPr lang="fr-FR" sz="900" dirty="0">
                <a:solidFill>
                  <a:schemeClr val="tx1"/>
                </a:solidFill>
              </a:rPr>
              <a:t> IT)</a:t>
            </a:r>
            <a:endParaRPr lang="fr-FR" dirty="0">
              <a:solidFill>
                <a:schemeClr val="tx1"/>
              </a:solidFill>
            </a:endParaRPr>
          </a:p>
          <a:p>
            <a:pPr>
              <a:lnSpc>
                <a:spcPct val="150000"/>
              </a:lnSpc>
            </a:pPr>
            <a:r>
              <a:rPr lang="fr-FR" sz="900" dirty="0">
                <a:solidFill>
                  <a:schemeClr val="tx1"/>
                </a:solidFill>
                <a:ea typeface="+mn-lt"/>
                <a:cs typeface="+mn-lt"/>
              </a:rPr>
              <a:t>Les flux  (internes &amp; externes) sont identifiés et décrits </a:t>
            </a:r>
            <a:r>
              <a:rPr lang="fr-FR" sz="900" dirty="0">
                <a:solidFill>
                  <a:schemeClr val="tx1"/>
                </a:solidFill>
              </a:rPr>
              <a:t> </a:t>
            </a:r>
            <a:endParaRPr lang="fr-FR" dirty="0">
              <a:solidFill>
                <a:schemeClr val="tx1"/>
              </a:solidFill>
            </a:endParaRPr>
          </a:p>
          <a:p>
            <a:pPr>
              <a:lnSpc>
                <a:spcPct val="150000"/>
              </a:lnSpc>
            </a:pPr>
            <a:r>
              <a:rPr lang="fr-FR" sz="900" dirty="0">
                <a:solidFill>
                  <a:schemeClr val="tx1"/>
                </a:solidFill>
              </a:rPr>
              <a:t> La réutilisation doit être systématiquement privilégiée : : briques/fonctions </a:t>
            </a:r>
          </a:p>
          <a:p>
            <a:pPr>
              <a:lnSpc>
                <a:spcPct val="150000"/>
              </a:lnSpc>
            </a:pPr>
            <a:r>
              <a:rPr lang="fr-FR" sz="900" dirty="0">
                <a:solidFill>
                  <a:schemeClr val="tx1"/>
                </a:solidFill>
              </a:rPr>
              <a:t> L’usage d’un progiciel doit se faire sur son domaine d’emploi standard</a:t>
            </a:r>
            <a:endParaRPr lang="fr-FR" dirty="0">
              <a:solidFill>
                <a:schemeClr val="tx1"/>
              </a:solidFill>
            </a:endParaRPr>
          </a:p>
          <a:p>
            <a:pPr>
              <a:lnSpc>
                <a:spcPct val="150000"/>
              </a:lnSpc>
            </a:pPr>
            <a:r>
              <a:rPr lang="fr-FR" sz="900" dirty="0">
                <a:solidFill>
                  <a:schemeClr val="tx1"/>
                </a:solidFill>
              </a:rPr>
              <a:t>cloud first </a:t>
            </a:r>
          </a:p>
          <a:p>
            <a:pPr>
              <a:lnSpc>
                <a:spcPct val="150000"/>
              </a:lnSpc>
            </a:pPr>
            <a:r>
              <a:rPr lang="fr-FR" sz="900" dirty="0">
                <a:solidFill>
                  <a:schemeClr val="tx1"/>
                </a:solidFill>
              </a:rPr>
              <a:t>Toute technologie déployée doit validé et référence au catalogue des composants  diffusé dans le cadre AE</a:t>
            </a:r>
          </a:p>
          <a:p>
            <a:pPr>
              <a:lnSpc>
                <a:spcPct val="150000"/>
              </a:lnSpc>
            </a:pPr>
            <a:r>
              <a:rPr lang="fr-FR" sz="900" dirty="0">
                <a:solidFill>
                  <a:schemeClr val="tx1"/>
                </a:solidFill>
              </a:rPr>
              <a:t>L’obsolescence technologique est maitrisée </a:t>
            </a:r>
          </a:p>
          <a:p>
            <a:pPr>
              <a:lnSpc>
                <a:spcPct val="150000"/>
              </a:lnSpc>
            </a:pPr>
            <a:r>
              <a:rPr lang="fr-FR" sz="900" dirty="0">
                <a:solidFill>
                  <a:schemeClr val="tx1"/>
                </a:solidFill>
              </a:rPr>
              <a:t>Lea connaissance du Si doit être maitrisée sur les couches technique et applicative, et leurs cohérences avec les couches métier et fonctionnelle</a:t>
            </a:r>
          </a:p>
          <a:p>
            <a:pPr>
              <a:lnSpc>
                <a:spcPct val="150000"/>
              </a:lnSpc>
            </a:pPr>
            <a:r>
              <a:rPr lang="fr-FR" sz="900" dirty="0">
                <a:solidFill>
                  <a:schemeClr val="tx1"/>
                </a:solidFill>
              </a:rPr>
              <a:t>Des KPI sont mis en place pour </a:t>
            </a:r>
            <a:r>
              <a:rPr lang="fr-FR" sz="900" dirty="0" err="1">
                <a:solidFill>
                  <a:schemeClr val="tx1"/>
                </a:solidFill>
              </a:rPr>
              <a:t>suivire</a:t>
            </a:r>
            <a:r>
              <a:rPr lang="fr-FR" sz="900" dirty="0">
                <a:solidFill>
                  <a:schemeClr val="tx1"/>
                </a:solidFill>
              </a:rPr>
              <a:t> I </a:t>
            </a:r>
          </a:p>
        </p:txBody>
      </p:sp>
      <p:sp>
        <p:nvSpPr>
          <p:cNvPr id="8" name="Rectangle 7">
            <a:extLst>
              <a:ext uri="{FF2B5EF4-FFF2-40B4-BE49-F238E27FC236}">
                <a16:creationId xmlns:a16="http://schemas.microsoft.com/office/drawing/2014/main" id="{5A570610-1824-BEF5-1453-500240DA7745}"/>
              </a:ext>
            </a:extLst>
          </p:cNvPr>
          <p:cNvSpPr/>
          <p:nvPr/>
        </p:nvSpPr>
        <p:spPr>
          <a:xfrm>
            <a:off x="1202566" y="6134314"/>
            <a:ext cx="8257491" cy="522294"/>
          </a:xfrm>
          <a:prstGeom prst="rect">
            <a:avLst/>
          </a:prstGeom>
          <a:solidFill>
            <a:srgbClr val="31859C">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marL="228600" indent="-228600">
              <a:lnSpc>
                <a:spcPct val="150000"/>
              </a:lnSpc>
              <a:buFontTx/>
              <a:buAutoNum type="arabicPeriod"/>
            </a:pPr>
            <a:r>
              <a:rPr lang="fr-FR" sz="1000" dirty="0">
                <a:solidFill>
                  <a:prstClr val="black"/>
                </a:solidFill>
              </a:rPr>
              <a:t>Ai-je identifié les applications déjà existantes dans le SI qui pourraient répondre à mon besoin ??</a:t>
            </a:r>
          </a:p>
          <a:p>
            <a:pPr marL="228600" indent="-228600">
              <a:lnSpc>
                <a:spcPct val="150000"/>
              </a:lnSpc>
              <a:buFontTx/>
              <a:buAutoNum type="arabicPeriod"/>
            </a:pPr>
            <a:r>
              <a:rPr lang="fr-FR" sz="1000" dirty="0"/>
              <a:t>Avant d’engager un développement spécifique, ai-je bien étudier tous les progiciels ? </a:t>
            </a:r>
          </a:p>
        </p:txBody>
      </p:sp>
      <p:sp>
        <p:nvSpPr>
          <p:cNvPr id="9" name="ZoneTexte 8">
            <a:extLst>
              <a:ext uri="{FF2B5EF4-FFF2-40B4-BE49-F238E27FC236}">
                <a16:creationId xmlns:a16="http://schemas.microsoft.com/office/drawing/2014/main" id="{FEF2A71D-6B1D-04D3-FDF7-824D931FFED8}"/>
              </a:ext>
            </a:extLst>
          </p:cNvPr>
          <p:cNvSpPr txBox="1"/>
          <p:nvPr/>
        </p:nvSpPr>
        <p:spPr>
          <a:xfrm>
            <a:off x="1028759" y="1415274"/>
            <a:ext cx="2528256" cy="369332"/>
          </a:xfrm>
          <a:prstGeom prst="rect">
            <a:avLst/>
          </a:prstGeom>
          <a:noFill/>
        </p:spPr>
        <p:txBody>
          <a:bodyPr wrap="none" rtlCol="0">
            <a:spAutoFit/>
          </a:bodyPr>
          <a:lstStyle/>
          <a:p>
            <a:r>
              <a:rPr lang="fr-FR" b="1" dirty="0"/>
              <a:t>Description détaillée</a:t>
            </a:r>
          </a:p>
        </p:txBody>
      </p:sp>
      <p:sp>
        <p:nvSpPr>
          <p:cNvPr id="10" name="ZoneTexte 9">
            <a:extLst>
              <a:ext uri="{FF2B5EF4-FFF2-40B4-BE49-F238E27FC236}">
                <a16:creationId xmlns:a16="http://schemas.microsoft.com/office/drawing/2014/main" id="{D12567CE-DF8D-8A00-ADCB-7D5AB989C12C}"/>
              </a:ext>
            </a:extLst>
          </p:cNvPr>
          <p:cNvSpPr txBox="1"/>
          <p:nvPr/>
        </p:nvSpPr>
        <p:spPr>
          <a:xfrm>
            <a:off x="1028760" y="2827663"/>
            <a:ext cx="2877839" cy="369332"/>
          </a:xfrm>
          <a:prstGeom prst="rect">
            <a:avLst/>
          </a:prstGeom>
          <a:noFill/>
        </p:spPr>
        <p:txBody>
          <a:bodyPr wrap="none" rtlCol="0">
            <a:spAutoFit/>
          </a:bodyPr>
          <a:lstStyle/>
          <a:p>
            <a:r>
              <a:rPr lang="fr-FR" b="1" dirty="0"/>
              <a:t>Principes opérationnels </a:t>
            </a:r>
          </a:p>
        </p:txBody>
      </p:sp>
      <p:sp>
        <p:nvSpPr>
          <p:cNvPr id="11" name="ZoneTexte 10">
            <a:extLst>
              <a:ext uri="{FF2B5EF4-FFF2-40B4-BE49-F238E27FC236}">
                <a16:creationId xmlns:a16="http://schemas.microsoft.com/office/drawing/2014/main" id="{B0462296-DC8E-C581-2617-486B1D3EF1E6}"/>
              </a:ext>
            </a:extLst>
          </p:cNvPr>
          <p:cNvSpPr txBox="1"/>
          <p:nvPr/>
        </p:nvSpPr>
        <p:spPr>
          <a:xfrm>
            <a:off x="1118996" y="5675035"/>
            <a:ext cx="2701381" cy="369332"/>
          </a:xfrm>
          <a:prstGeom prst="rect">
            <a:avLst/>
          </a:prstGeom>
          <a:noFill/>
        </p:spPr>
        <p:txBody>
          <a:bodyPr wrap="none" rtlCol="0">
            <a:spAutoFit/>
          </a:bodyPr>
          <a:lstStyle/>
          <a:p>
            <a:r>
              <a:rPr lang="fr-FR" b="1" dirty="0"/>
              <a:t>Questions à se poser : </a:t>
            </a:r>
          </a:p>
        </p:txBody>
      </p:sp>
    </p:spTree>
    <p:extLst>
      <p:ext uri="{BB962C8B-B14F-4D97-AF65-F5344CB8AC3E}">
        <p14:creationId xmlns:p14="http://schemas.microsoft.com/office/powerpoint/2010/main" val="313928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sz="1600" i="1" dirty="0"/>
              <a:t>Principes opérationnel</a:t>
            </a:r>
            <a:r>
              <a:rPr lang="fr-FR" i="1" dirty="0"/>
              <a:t>s Urbanisme </a:t>
            </a:r>
            <a:r>
              <a:rPr lang="fr-FR" dirty="0"/>
              <a:t> </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13" name="Rectangle 12">
            <a:extLst>
              <a:ext uri="{FF2B5EF4-FFF2-40B4-BE49-F238E27FC236}">
                <a16:creationId xmlns:a16="http://schemas.microsoft.com/office/drawing/2014/main" id="{6388734E-FB0F-B03D-C303-94D9A288AA29}"/>
              </a:ext>
            </a:extLst>
          </p:cNvPr>
          <p:cNvSpPr/>
          <p:nvPr/>
        </p:nvSpPr>
        <p:spPr>
          <a:xfrm>
            <a:off x="6022278" y="263014"/>
            <a:ext cx="1888614" cy="576065"/>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i="1" dirty="0">
                <a:solidFill>
                  <a:schemeClr val="tx1"/>
                </a:solidFill>
              </a:rPr>
              <a:t>URBANISME</a:t>
            </a:r>
            <a:endParaRPr lang="fr-FR" b="1" dirty="0">
              <a:solidFill>
                <a:schemeClr val="tx1"/>
              </a:solidFill>
            </a:endParaRPr>
          </a:p>
        </p:txBody>
      </p:sp>
      <p:sp>
        <p:nvSpPr>
          <p:cNvPr id="16" name="Rectangle 15">
            <a:extLst>
              <a:ext uri="{FF2B5EF4-FFF2-40B4-BE49-F238E27FC236}">
                <a16:creationId xmlns:a16="http://schemas.microsoft.com/office/drawing/2014/main" id="{4F52B94C-1B6E-AB1C-EA81-57554E4F9BD8}"/>
              </a:ext>
            </a:extLst>
          </p:cNvPr>
          <p:cNvSpPr/>
          <p:nvPr/>
        </p:nvSpPr>
        <p:spPr>
          <a:xfrm>
            <a:off x="1595498" y="1756053"/>
            <a:ext cx="7302594" cy="44210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Toute application doit être référencée dans </a:t>
            </a:r>
            <a:r>
              <a:rPr lang="fr-FR" sz="1400" dirty="0" err="1">
                <a:solidFill>
                  <a:schemeClr val="tx1"/>
                </a:solidFill>
              </a:rPr>
              <a:t>Reftech</a:t>
            </a:r>
            <a:r>
              <a:rPr lang="fr-FR" sz="1400" dirty="0">
                <a:solidFill>
                  <a:schemeClr val="tx1"/>
                </a:solidFill>
              </a:rPr>
              <a:t> avec sa typologie </a:t>
            </a:r>
          </a:p>
        </p:txBody>
      </p:sp>
      <p:sp>
        <p:nvSpPr>
          <p:cNvPr id="24" name="Rectangle 23">
            <a:extLst>
              <a:ext uri="{FF2B5EF4-FFF2-40B4-BE49-F238E27FC236}">
                <a16:creationId xmlns:a16="http://schemas.microsoft.com/office/drawing/2014/main" id="{146C2FED-8B4F-195F-3B34-BF2386957455}"/>
              </a:ext>
            </a:extLst>
          </p:cNvPr>
          <p:cNvSpPr/>
          <p:nvPr/>
        </p:nvSpPr>
        <p:spPr>
          <a:xfrm>
            <a:off x="420391" y="1108432"/>
            <a:ext cx="1000036" cy="576065"/>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dirty="0">
                <a:solidFill>
                  <a:schemeClr val="tx1"/>
                </a:solidFill>
                <a:highlight>
                  <a:srgbClr val="FFFF00"/>
                </a:highlight>
              </a:rPr>
              <a:t>R2</a:t>
            </a:r>
            <a:endParaRPr lang="fr-FR" dirty="0"/>
          </a:p>
        </p:txBody>
      </p:sp>
      <p:sp>
        <p:nvSpPr>
          <p:cNvPr id="34" name="Rectangle 33">
            <a:extLst>
              <a:ext uri="{FF2B5EF4-FFF2-40B4-BE49-F238E27FC236}">
                <a16:creationId xmlns:a16="http://schemas.microsoft.com/office/drawing/2014/main" id="{91E518C6-F8E2-C0F5-E766-946E569EC95C}"/>
              </a:ext>
            </a:extLst>
          </p:cNvPr>
          <p:cNvSpPr/>
          <p:nvPr/>
        </p:nvSpPr>
        <p:spPr>
          <a:xfrm>
            <a:off x="1595498" y="1108433"/>
            <a:ext cx="7397582" cy="576065"/>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Toute application doit </a:t>
            </a:r>
            <a:r>
              <a:rPr lang="fr-FR" sz="1400" dirty="0" err="1">
                <a:solidFill>
                  <a:schemeClr val="tx1"/>
                </a:solidFill>
              </a:rPr>
              <a:t>etre</a:t>
            </a:r>
            <a:r>
              <a:rPr lang="fr-FR" sz="1400" dirty="0">
                <a:solidFill>
                  <a:schemeClr val="tx1"/>
                </a:solidFill>
              </a:rPr>
              <a:t> référence et cartographiée dans les référentiels de l’entreprise</a:t>
            </a:r>
            <a:endParaRPr lang="fr-FR" sz="1400" b="1" i="1" dirty="0">
              <a:solidFill>
                <a:schemeClr val="tx1"/>
              </a:solidFill>
            </a:endParaRPr>
          </a:p>
        </p:txBody>
      </p:sp>
      <p:sp>
        <p:nvSpPr>
          <p:cNvPr id="35" name="Rectangle 34">
            <a:extLst>
              <a:ext uri="{FF2B5EF4-FFF2-40B4-BE49-F238E27FC236}">
                <a16:creationId xmlns:a16="http://schemas.microsoft.com/office/drawing/2014/main" id="{3936967A-9B6D-971A-D59B-73998B8BE51A}"/>
              </a:ext>
            </a:extLst>
          </p:cNvPr>
          <p:cNvSpPr/>
          <p:nvPr/>
        </p:nvSpPr>
        <p:spPr>
          <a:xfrm>
            <a:off x="1595498" y="2269716"/>
            <a:ext cx="7302594" cy="44210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Toute application doit être cartographiée dans Solu-</a:t>
            </a:r>
            <a:r>
              <a:rPr lang="fr-FR" sz="1400" dirty="0" err="1">
                <a:solidFill>
                  <a:schemeClr val="tx1"/>
                </a:solidFill>
              </a:rPr>
              <a:t>qiq</a:t>
            </a:r>
            <a:r>
              <a:rPr lang="fr-FR" sz="1400" dirty="0">
                <a:solidFill>
                  <a:schemeClr val="tx1"/>
                </a:solidFill>
              </a:rPr>
              <a:t>  </a:t>
            </a:r>
          </a:p>
        </p:txBody>
      </p:sp>
      <p:sp>
        <p:nvSpPr>
          <p:cNvPr id="36" name="Rectangle 35">
            <a:extLst>
              <a:ext uri="{FF2B5EF4-FFF2-40B4-BE49-F238E27FC236}">
                <a16:creationId xmlns:a16="http://schemas.microsoft.com/office/drawing/2014/main" id="{B7BCC4A0-E59F-A3AA-655E-637436535C4E}"/>
              </a:ext>
            </a:extLst>
          </p:cNvPr>
          <p:cNvSpPr/>
          <p:nvPr/>
        </p:nvSpPr>
        <p:spPr>
          <a:xfrm>
            <a:off x="1595498" y="2783379"/>
            <a:ext cx="7302594" cy="44210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Une revue annuelle sur chaque application (typologie groupe et mutualisé)  pour vérifier sa performance, usage, cout    </a:t>
            </a:r>
          </a:p>
        </p:txBody>
      </p:sp>
    </p:spTree>
    <p:extLst>
      <p:ext uri="{BB962C8B-B14F-4D97-AF65-F5344CB8AC3E}">
        <p14:creationId xmlns:p14="http://schemas.microsoft.com/office/powerpoint/2010/main" val="2816715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5E8FFBA-5626-F3DC-50AB-6DC0C9928DFC}"/>
              </a:ext>
            </a:extLst>
          </p:cNvPr>
          <p:cNvSpPr>
            <a:spLocks noGrp="1"/>
          </p:cNvSpPr>
          <p:nvPr>
            <p:ph type="dt" sz="half" idx="10"/>
          </p:nvPr>
        </p:nvSpPr>
        <p:spPr>
          <a:xfrm>
            <a:off x="10274122" y="6489996"/>
            <a:ext cx="718026" cy="215444"/>
          </a:xfrm>
        </p:spPr>
        <p:txBody>
          <a:bodyPr/>
          <a:lstStyle/>
          <a:p>
            <a:r>
              <a:rPr lang="fr-FR"/>
              <a:t>MOIS ANNÉE</a:t>
            </a:r>
          </a:p>
        </p:txBody>
      </p:sp>
      <p:sp>
        <p:nvSpPr>
          <p:cNvPr id="3" name="Espace réservé du pied de page 2">
            <a:extLst>
              <a:ext uri="{FF2B5EF4-FFF2-40B4-BE49-F238E27FC236}">
                <a16:creationId xmlns:a16="http://schemas.microsoft.com/office/drawing/2014/main" id="{E60A5EF2-4AA2-AA80-4AC0-2447F1EBD341}"/>
              </a:ext>
            </a:extLst>
          </p:cNvPr>
          <p:cNvSpPr>
            <a:spLocks noGrp="1"/>
          </p:cNvSpPr>
          <p:nvPr>
            <p:ph type="ftr" sz="quarter" idx="11"/>
          </p:nvPr>
        </p:nvSpPr>
        <p:spPr>
          <a:xfrm>
            <a:off x="7730001" y="6489997"/>
            <a:ext cx="2492445" cy="215444"/>
          </a:xfrm>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46FA9D84-1EA8-EE1A-E38D-624CF00C985A}"/>
              </a:ext>
            </a:extLst>
          </p:cNvPr>
          <p:cNvSpPr>
            <a:spLocks noGrp="1"/>
          </p:cNvSpPr>
          <p:nvPr>
            <p:ph type="sldNum" sz="quarter" idx="12"/>
          </p:nvPr>
        </p:nvSpPr>
        <p:spPr>
          <a:xfrm>
            <a:off x="10945850" y="6446372"/>
            <a:ext cx="560986" cy="276999"/>
          </a:xfrm>
        </p:spPr>
        <p:txBody>
          <a:bodyPr/>
          <a:lstStyle/>
          <a:p>
            <a:fld id="{CD166EB1-B284-8541-B839-321F682B6B05}" type="slidenum">
              <a:rPr lang="fr-FR" smtClean="0"/>
              <a:pPr/>
              <a:t>7</a:t>
            </a:fld>
            <a:endParaRPr lang="fr-FR"/>
          </a:p>
        </p:txBody>
      </p:sp>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sz="1600" i="1" dirty="0"/>
              <a:t>Principes fondateurs</a:t>
            </a:r>
            <a:r>
              <a:rPr lang="fr-FR" dirty="0"/>
              <a:t> </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49" name="Rectangle 48">
            <a:extLst>
              <a:ext uri="{FF2B5EF4-FFF2-40B4-BE49-F238E27FC236}">
                <a16:creationId xmlns:a16="http://schemas.microsoft.com/office/drawing/2014/main" id="{8C8CD1F0-F30B-232C-19A0-B372502B49F2}"/>
              </a:ext>
            </a:extLst>
          </p:cNvPr>
          <p:cNvSpPr/>
          <p:nvPr/>
        </p:nvSpPr>
        <p:spPr>
          <a:xfrm>
            <a:off x="4345393" y="775794"/>
            <a:ext cx="5945050" cy="546061"/>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b="1" dirty="0">
                <a:solidFill>
                  <a:schemeClr val="tx1"/>
                </a:solidFill>
              </a:rPr>
              <a:t>Garantir l'interopérabilité</a:t>
            </a:r>
          </a:p>
        </p:txBody>
      </p:sp>
      <p:sp>
        <p:nvSpPr>
          <p:cNvPr id="50" name="Rectangle 49">
            <a:extLst>
              <a:ext uri="{FF2B5EF4-FFF2-40B4-BE49-F238E27FC236}">
                <a16:creationId xmlns:a16="http://schemas.microsoft.com/office/drawing/2014/main" id="{F4BA53DD-0DC6-DFA7-5314-7B5845315A15}"/>
              </a:ext>
            </a:extLst>
          </p:cNvPr>
          <p:cNvSpPr/>
          <p:nvPr/>
        </p:nvSpPr>
        <p:spPr>
          <a:xfrm>
            <a:off x="1132381" y="775794"/>
            <a:ext cx="900606" cy="546061"/>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b="1" i="1" dirty="0">
                <a:solidFill>
                  <a:schemeClr val="tx1">
                    <a:lumMod val="95000"/>
                    <a:lumOff val="5000"/>
                  </a:schemeClr>
                </a:solidFill>
              </a:rPr>
              <a:t>PF-3</a:t>
            </a:r>
          </a:p>
        </p:txBody>
      </p:sp>
      <p:sp>
        <p:nvSpPr>
          <p:cNvPr id="51" name="Rectangle 50">
            <a:extLst>
              <a:ext uri="{FF2B5EF4-FFF2-40B4-BE49-F238E27FC236}">
                <a16:creationId xmlns:a16="http://schemas.microsoft.com/office/drawing/2014/main" id="{04C74DD4-9FE4-AD6C-6220-CEC750F03DF2}"/>
              </a:ext>
            </a:extLst>
          </p:cNvPr>
          <p:cNvSpPr/>
          <p:nvPr/>
        </p:nvSpPr>
        <p:spPr>
          <a:xfrm>
            <a:off x="2090465" y="775794"/>
            <a:ext cx="2197450" cy="546061"/>
          </a:xfrm>
          <a:prstGeom prst="rect">
            <a:avLst/>
          </a:prstGeom>
          <a:solidFill>
            <a:srgbClr val="CCCD33">
              <a:alpha val="67059"/>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i="1" dirty="0">
                <a:solidFill>
                  <a:schemeClr val="tx1"/>
                </a:solidFill>
              </a:rPr>
              <a:t>INTEROPERABILITE</a:t>
            </a:r>
          </a:p>
        </p:txBody>
      </p:sp>
      <p:sp>
        <p:nvSpPr>
          <p:cNvPr id="12" name="Espace réservé du numéro de diapositive 5">
            <a:extLst>
              <a:ext uri="{FF2B5EF4-FFF2-40B4-BE49-F238E27FC236}">
                <a16:creationId xmlns:a16="http://schemas.microsoft.com/office/drawing/2014/main" id="{C1622FBE-E926-26DB-48E6-0C5309080448}"/>
              </a:ext>
            </a:extLst>
          </p:cNvPr>
          <p:cNvSpPr txBox="1">
            <a:spLocks/>
          </p:cNvSpPr>
          <p:nvPr/>
        </p:nvSpPr>
        <p:spPr>
          <a:xfrm>
            <a:off x="7186423" y="6136175"/>
            <a:ext cx="1259160" cy="276999"/>
          </a:xfrm>
          <a:prstGeom prst="rect">
            <a:avLst/>
          </a:prstGeom>
        </p:spPr>
        <p:txBody>
          <a:bodyPr vert="horz" wrap="square" lIns="0" tIns="45720" rIns="0" bIns="45720" rtlCol="0" anchor="ctr">
            <a:spAutoFit/>
          </a:bodyPr>
          <a:lstStyle>
            <a:defPPr>
              <a:defRPr lang="fr-FR"/>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207497C-0FA5-426D-BDED-E5825EF2D54B}" type="slidenum">
              <a:rPr lang="fr-FR" smtClean="0">
                <a:solidFill>
                  <a:prstClr val="white">
                    <a:lumMod val="85000"/>
                  </a:prstClr>
                </a:solidFill>
              </a:rPr>
              <a:pPr/>
              <a:t>7</a:t>
            </a:fld>
            <a:endParaRPr lang="fr-FR">
              <a:solidFill>
                <a:prstClr val="white">
                  <a:lumMod val="85000"/>
                </a:prstClr>
              </a:solidFill>
            </a:endParaRPr>
          </a:p>
        </p:txBody>
      </p:sp>
      <p:sp>
        <p:nvSpPr>
          <p:cNvPr id="13" name="Rectangle 12">
            <a:extLst>
              <a:ext uri="{FF2B5EF4-FFF2-40B4-BE49-F238E27FC236}">
                <a16:creationId xmlns:a16="http://schemas.microsoft.com/office/drawing/2014/main" id="{F2439F3B-8F53-2AC1-90EE-8344C119BD89}"/>
              </a:ext>
            </a:extLst>
          </p:cNvPr>
          <p:cNvSpPr/>
          <p:nvPr/>
        </p:nvSpPr>
        <p:spPr>
          <a:xfrm>
            <a:off x="1132381" y="1768009"/>
            <a:ext cx="8961530" cy="1138022"/>
          </a:xfrm>
          <a:prstGeom prst="rect">
            <a:avLst/>
          </a:prstGeom>
          <a:solidFill>
            <a:srgbClr val="9BBB59">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Les services (échanges) sont </a:t>
            </a:r>
            <a:r>
              <a:rPr lang="fr-FR" sz="900" dirty="0" err="1">
                <a:solidFill>
                  <a:schemeClr val="tx1"/>
                </a:solidFill>
              </a:rPr>
              <a:t>concus</a:t>
            </a:r>
            <a:r>
              <a:rPr lang="fr-FR" sz="900" dirty="0">
                <a:solidFill>
                  <a:schemeClr val="tx1"/>
                </a:solidFill>
              </a:rPr>
              <a:t>  pour être interopérable entre  Groupe Bouygues Construction et avec son écosystème : </a:t>
            </a:r>
          </a:p>
          <a:p>
            <a:pPr marL="171450" indent="-171450">
              <a:lnSpc>
                <a:spcPct val="150000"/>
              </a:lnSpc>
              <a:buFont typeface="Arial" panose="020B0604020202020204" pitchFamily="34" charset="0"/>
              <a:buChar char="•"/>
            </a:pPr>
            <a:r>
              <a:rPr lang="fr-FR" sz="900" dirty="0">
                <a:solidFill>
                  <a:schemeClr val="tx1"/>
                </a:solidFill>
              </a:rPr>
              <a:t>Un volet  </a:t>
            </a:r>
            <a:r>
              <a:rPr lang="fr-FR" sz="900" b="1" dirty="0">
                <a:solidFill>
                  <a:schemeClr val="tx1"/>
                </a:solidFill>
              </a:rPr>
              <a:t>technique</a:t>
            </a:r>
            <a:r>
              <a:rPr lang="fr-FR" sz="900" dirty="0">
                <a:solidFill>
                  <a:schemeClr val="tx1"/>
                </a:solidFill>
              </a:rPr>
              <a:t> qui décrit  les normes et standards </a:t>
            </a:r>
            <a:r>
              <a:rPr lang="fr-FR" sz="1100" dirty="0">
                <a:solidFill>
                  <a:schemeClr val="tx1"/>
                </a:solidFill>
              </a:rPr>
              <a:t>applicables</a:t>
            </a:r>
            <a:r>
              <a:rPr lang="fr-FR" sz="900" dirty="0">
                <a:solidFill>
                  <a:schemeClr val="tx1"/>
                </a:solidFill>
              </a:rPr>
              <a:t> en matière de transport de données</a:t>
            </a:r>
          </a:p>
          <a:p>
            <a:pPr marL="171450" indent="-171450">
              <a:lnSpc>
                <a:spcPct val="150000"/>
              </a:lnSpc>
              <a:buFont typeface="Arial" panose="020B0604020202020204" pitchFamily="34" charset="0"/>
              <a:buChar char="•"/>
            </a:pPr>
            <a:r>
              <a:rPr lang="fr-FR" sz="900" dirty="0">
                <a:solidFill>
                  <a:schemeClr val="tx1"/>
                </a:solidFill>
              </a:rPr>
              <a:t>Un volet </a:t>
            </a:r>
            <a:r>
              <a:rPr lang="fr-FR" sz="900" b="1" dirty="0">
                <a:solidFill>
                  <a:schemeClr val="tx1"/>
                </a:solidFill>
              </a:rPr>
              <a:t>sémantique</a:t>
            </a:r>
            <a:r>
              <a:rPr lang="fr-FR" sz="900" dirty="0">
                <a:solidFill>
                  <a:schemeClr val="tx1"/>
                </a:solidFill>
              </a:rPr>
              <a:t> qui décrit les normes et standards applicables en matière de description, de modélisation, et d’identification des données échangées. </a:t>
            </a:r>
          </a:p>
          <a:p>
            <a:pPr marL="171450" indent="-171450">
              <a:lnSpc>
                <a:spcPct val="150000"/>
              </a:lnSpc>
              <a:buFont typeface="Arial" panose="020B0604020202020204" pitchFamily="34" charset="0"/>
              <a:buChar char="•"/>
            </a:pPr>
            <a:r>
              <a:rPr lang="fr-FR" sz="900" dirty="0">
                <a:solidFill>
                  <a:schemeClr val="tx1"/>
                </a:solidFill>
              </a:rPr>
              <a:t>Un volet  </a:t>
            </a:r>
            <a:r>
              <a:rPr lang="fr-FR" sz="900" b="1" dirty="0">
                <a:solidFill>
                  <a:schemeClr val="tx1"/>
                </a:solidFill>
              </a:rPr>
              <a:t>organisationnelle</a:t>
            </a:r>
            <a:r>
              <a:rPr lang="fr-FR" sz="900" dirty="0">
                <a:solidFill>
                  <a:schemeClr val="tx1"/>
                </a:solidFill>
              </a:rPr>
              <a:t> qui décrit les normes et standards applicables en matière de modélisation de processus, mais aussi les règles applicables en matière de gouvernance de l’information, de gestion des identités</a:t>
            </a:r>
          </a:p>
        </p:txBody>
      </p:sp>
      <p:sp>
        <p:nvSpPr>
          <p:cNvPr id="14" name="Rectangle 13">
            <a:extLst>
              <a:ext uri="{FF2B5EF4-FFF2-40B4-BE49-F238E27FC236}">
                <a16:creationId xmlns:a16="http://schemas.microsoft.com/office/drawing/2014/main" id="{BF1DF7EE-38B1-E445-EE45-AE83ACAA6A7E}"/>
              </a:ext>
            </a:extLst>
          </p:cNvPr>
          <p:cNvSpPr/>
          <p:nvPr/>
        </p:nvSpPr>
        <p:spPr>
          <a:xfrm>
            <a:off x="1132381" y="3712225"/>
            <a:ext cx="8257491" cy="1354748"/>
          </a:xfrm>
          <a:prstGeom prst="rect">
            <a:avLst/>
          </a:prstGeom>
          <a:solidFill>
            <a:srgbClr val="AF2070">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Les contrats de services de chacun des services doivent être définis et connus des services consommateurs.</a:t>
            </a:r>
          </a:p>
          <a:p>
            <a:pPr>
              <a:lnSpc>
                <a:spcPct val="150000"/>
              </a:lnSpc>
            </a:pPr>
            <a:r>
              <a:rPr lang="fr-FR" sz="900" dirty="0">
                <a:solidFill>
                  <a:schemeClr val="tx1"/>
                </a:solidFill>
              </a:rPr>
              <a:t>L’usage de standards ouvert doit être privilégié pour favoriser l’interopérabilité entre services.</a:t>
            </a:r>
          </a:p>
          <a:p>
            <a:pPr>
              <a:lnSpc>
                <a:spcPct val="150000"/>
              </a:lnSpc>
            </a:pPr>
            <a:r>
              <a:rPr lang="fr-FR" sz="900" dirty="0">
                <a:solidFill>
                  <a:schemeClr val="tx1"/>
                </a:solidFill>
              </a:rPr>
              <a:t>L’interopérabilité doit être pensée à tous niveaux : intra-domaine, inter-domaine et avec l’extérieur</a:t>
            </a:r>
          </a:p>
          <a:p>
            <a:pPr>
              <a:lnSpc>
                <a:spcPct val="150000"/>
              </a:lnSpc>
            </a:pPr>
            <a:r>
              <a:rPr lang="fr-FR" sz="900" dirty="0">
                <a:solidFill>
                  <a:schemeClr val="tx1"/>
                </a:solidFill>
              </a:rPr>
              <a:t>Les services doivent être définis, gérés dans un référentiel, documentés et la documentation accessible à tous les consommateurs potentiels ( solution  de médiation BYCN IT ( API)</a:t>
            </a:r>
          </a:p>
          <a:p>
            <a:pPr>
              <a:lnSpc>
                <a:spcPct val="150000"/>
              </a:lnSpc>
            </a:pPr>
            <a:r>
              <a:rPr lang="fr-FR" sz="900" dirty="0">
                <a:solidFill>
                  <a:schemeClr val="tx1"/>
                </a:solidFill>
                <a:highlight>
                  <a:srgbClr val="FFFF00"/>
                </a:highlight>
              </a:rPr>
              <a:t>Rationaliser et simplifier les échanges inter applicatifs</a:t>
            </a:r>
          </a:p>
        </p:txBody>
      </p:sp>
      <p:sp>
        <p:nvSpPr>
          <p:cNvPr id="15" name="Rectangle 14">
            <a:extLst>
              <a:ext uri="{FF2B5EF4-FFF2-40B4-BE49-F238E27FC236}">
                <a16:creationId xmlns:a16="http://schemas.microsoft.com/office/drawing/2014/main" id="{41C134EF-E548-F695-0A8E-18671507F95F}"/>
              </a:ext>
            </a:extLst>
          </p:cNvPr>
          <p:cNvSpPr/>
          <p:nvPr/>
        </p:nvSpPr>
        <p:spPr>
          <a:xfrm>
            <a:off x="1132380" y="5452795"/>
            <a:ext cx="8257491" cy="960379"/>
          </a:xfrm>
          <a:prstGeom prst="rect">
            <a:avLst/>
          </a:prstGeom>
          <a:solidFill>
            <a:srgbClr val="31859C">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marL="228600" indent="-228600">
              <a:lnSpc>
                <a:spcPct val="150000"/>
              </a:lnSpc>
              <a:buFontTx/>
              <a:buAutoNum type="arabicPeriod"/>
            </a:pPr>
            <a:r>
              <a:rPr lang="fr-FR" sz="1000" dirty="0">
                <a:solidFill>
                  <a:prstClr val="black"/>
                </a:solidFill>
              </a:rPr>
              <a:t>Est-ce que mon se</a:t>
            </a:r>
            <a:r>
              <a:rPr lang="fr-FR" sz="1000" dirty="0">
                <a:solidFill>
                  <a:schemeClr val="tx1"/>
                </a:solidFill>
              </a:rPr>
              <a:t>rvice respecte des standards?</a:t>
            </a:r>
          </a:p>
          <a:p>
            <a:pPr marL="228600" indent="-228600">
              <a:lnSpc>
                <a:spcPct val="150000"/>
              </a:lnSpc>
              <a:buFontTx/>
              <a:buAutoNum type="arabicPeriod"/>
            </a:pPr>
            <a:r>
              <a:rPr lang="fr-FR" sz="1000" strike="sngStrike" dirty="0">
                <a:solidFill>
                  <a:schemeClr val="tx1"/>
                </a:solidFill>
              </a:rPr>
              <a:t>Est-il </a:t>
            </a:r>
            <a:r>
              <a:rPr lang="fr-FR" sz="1000" strike="sngStrike" dirty="0" err="1">
                <a:solidFill>
                  <a:schemeClr val="tx1"/>
                </a:solidFill>
              </a:rPr>
              <a:t>interfaçable</a:t>
            </a:r>
            <a:r>
              <a:rPr lang="fr-FR" sz="1000" strike="sngStrike" dirty="0">
                <a:solidFill>
                  <a:schemeClr val="tx1"/>
                </a:solidFill>
              </a:rPr>
              <a:t> par configuration ?</a:t>
            </a:r>
          </a:p>
          <a:p>
            <a:pPr marL="228600" indent="-228600">
              <a:lnSpc>
                <a:spcPct val="150000"/>
              </a:lnSpc>
              <a:buFontTx/>
              <a:buAutoNum type="arabicPeriod"/>
            </a:pPr>
            <a:r>
              <a:rPr lang="fr-FR" sz="1000" dirty="0">
                <a:solidFill>
                  <a:schemeClr val="tx1"/>
                </a:solidFill>
              </a:rPr>
              <a:t>Puis-je le proposer</a:t>
            </a:r>
            <a:r>
              <a:rPr lang="fr-FR" sz="1000" dirty="0">
                <a:solidFill>
                  <a:prstClr val="black"/>
                </a:solidFill>
              </a:rPr>
              <a:t> à d’autres domaines, à l’extérieur de BYCN , d’autres acteurs ?  </a:t>
            </a:r>
          </a:p>
        </p:txBody>
      </p:sp>
      <p:sp>
        <p:nvSpPr>
          <p:cNvPr id="16" name="ZoneTexte 15">
            <a:extLst>
              <a:ext uri="{FF2B5EF4-FFF2-40B4-BE49-F238E27FC236}">
                <a16:creationId xmlns:a16="http://schemas.microsoft.com/office/drawing/2014/main" id="{DC48CBE7-C80F-495E-CD10-A245FF8F38E8}"/>
              </a:ext>
            </a:extLst>
          </p:cNvPr>
          <p:cNvSpPr txBox="1"/>
          <p:nvPr/>
        </p:nvSpPr>
        <p:spPr>
          <a:xfrm>
            <a:off x="1028759" y="1398677"/>
            <a:ext cx="2528256" cy="369332"/>
          </a:xfrm>
          <a:prstGeom prst="rect">
            <a:avLst/>
          </a:prstGeom>
          <a:noFill/>
        </p:spPr>
        <p:txBody>
          <a:bodyPr wrap="none" rtlCol="0">
            <a:spAutoFit/>
          </a:bodyPr>
          <a:lstStyle/>
          <a:p>
            <a:r>
              <a:rPr lang="fr-FR" b="1" dirty="0"/>
              <a:t>Description détaillée</a:t>
            </a:r>
          </a:p>
        </p:txBody>
      </p:sp>
      <p:sp>
        <p:nvSpPr>
          <p:cNvPr id="17" name="ZoneTexte 16">
            <a:extLst>
              <a:ext uri="{FF2B5EF4-FFF2-40B4-BE49-F238E27FC236}">
                <a16:creationId xmlns:a16="http://schemas.microsoft.com/office/drawing/2014/main" id="{C0E2B6C9-1AD0-6577-0FA6-11B8797AC1DA}"/>
              </a:ext>
            </a:extLst>
          </p:cNvPr>
          <p:cNvSpPr txBox="1"/>
          <p:nvPr/>
        </p:nvSpPr>
        <p:spPr>
          <a:xfrm>
            <a:off x="1028760" y="3352185"/>
            <a:ext cx="1557799" cy="369332"/>
          </a:xfrm>
          <a:prstGeom prst="rect">
            <a:avLst/>
          </a:prstGeom>
          <a:noFill/>
        </p:spPr>
        <p:txBody>
          <a:bodyPr wrap="none" rtlCol="0">
            <a:spAutoFit/>
          </a:bodyPr>
          <a:lstStyle/>
          <a:p>
            <a:r>
              <a:rPr lang="fr-FR" b="1" dirty="0"/>
              <a:t>Implications</a:t>
            </a:r>
          </a:p>
        </p:txBody>
      </p:sp>
      <p:sp>
        <p:nvSpPr>
          <p:cNvPr id="18" name="ZoneTexte 17">
            <a:extLst>
              <a:ext uri="{FF2B5EF4-FFF2-40B4-BE49-F238E27FC236}">
                <a16:creationId xmlns:a16="http://schemas.microsoft.com/office/drawing/2014/main" id="{3E478ED7-AD73-ECD4-66C1-B9EF78766F05}"/>
              </a:ext>
            </a:extLst>
          </p:cNvPr>
          <p:cNvSpPr txBox="1"/>
          <p:nvPr/>
        </p:nvSpPr>
        <p:spPr>
          <a:xfrm>
            <a:off x="1028759" y="5095483"/>
            <a:ext cx="2701381" cy="369332"/>
          </a:xfrm>
          <a:prstGeom prst="rect">
            <a:avLst/>
          </a:prstGeom>
          <a:noFill/>
        </p:spPr>
        <p:txBody>
          <a:bodyPr wrap="none" rtlCol="0">
            <a:spAutoFit/>
          </a:bodyPr>
          <a:lstStyle/>
          <a:p>
            <a:r>
              <a:rPr lang="fr-FR" b="1" dirty="0"/>
              <a:t>Questions à se poser : </a:t>
            </a:r>
          </a:p>
        </p:txBody>
      </p:sp>
    </p:spTree>
    <p:extLst>
      <p:ext uri="{BB962C8B-B14F-4D97-AF65-F5344CB8AC3E}">
        <p14:creationId xmlns:p14="http://schemas.microsoft.com/office/powerpoint/2010/main" val="647330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5E8FFBA-5626-F3DC-50AB-6DC0C9928DFC}"/>
              </a:ext>
            </a:extLst>
          </p:cNvPr>
          <p:cNvSpPr>
            <a:spLocks noGrp="1"/>
          </p:cNvSpPr>
          <p:nvPr>
            <p:ph type="dt" sz="half" idx="10"/>
          </p:nvPr>
        </p:nvSpPr>
        <p:spPr>
          <a:xfrm>
            <a:off x="10274122" y="6489996"/>
            <a:ext cx="718026" cy="215444"/>
          </a:xfrm>
        </p:spPr>
        <p:txBody>
          <a:bodyPr/>
          <a:lstStyle/>
          <a:p>
            <a:r>
              <a:rPr lang="fr-FR"/>
              <a:t>MOIS ANNÉE</a:t>
            </a:r>
          </a:p>
        </p:txBody>
      </p:sp>
      <p:sp>
        <p:nvSpPr>
          <p:cNvPr id="3" name="Espace réservé du pied de page 2">
            <a:extLst>
              <a:ext uri="{FF2B5EF4-FFF2-40B4-BE49-F238E27FC236}">
                <a16:creationId xmlns:a16="http://schemas.microsoft.com/office/drawing/2014/main" id="{E60A5EF2-4AA2-AA80-4AC0-2447F1EBD341}"/>
              </a:ext>
            </a:extLst>
          </p:cNvPr>
          <p:cNvSpPr>
            <a:spLocks noGrp="1"/>
          </p:cNvSpPr>
          <p:nvPr>
            <p:ph type="ftr" sz="quarter" idx="11"/>
          </p:nvPr>
        </p:nvSpPr>
        <p:spPr>
          <a:xfrm>
            <a:off x="7730001" y="6489997"/>
            <a:ext cx="2492445" cy="215444"/>
          </a:xfrm>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46FA9D84-1EA8-EE1A-E38D-624CF00C985A}"/>
              </a:ext>
            </a:extLst>
          </p:cNvPr>
          <p:cNvSpPr>
            <a:spLocks noGrp="1"/>
          </p:cNvSpPr>
          <p:nvPr>
            <p:ph type="sldNum" sz="quarter" idx="12"/>
          </p:nvPr>
        </p:nvSpPr>
        <p:spPr>
          <a:xfrm>
            <a:off x="10945850" y="6446372"/>
            <a:ext cx="560986" cy="276999"/>
          </a:xfrm>
        </p:spPr>
        <p:txBody>
          <a:bodyPr/>
          <a:lstStyle/>
          <a:p>
            <a:fld id="{CD166EB1-B284-8541-B839-321F682B6B05}" type="slidenum">
              <a:rPr lang="fr-FR" smtClean="0"/>
              <a:pPr/>
              <a:t>8</a:t>
            </a:fld>
            <a:endParaRPr lang="fr-FR"/>
          </a:p>
        </p:txBody>
      </p:sp>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sz="1600" i="1" dirty="0"/>
              <a:t>Principes fondateurs</a:t>
            </a:r>
            <a:r>
              <a:rPr lang="fr-FR" dirty="0"/>
              <a:t> </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49" name="Rectangle 48">
            <a:extLst>
              <a:ext uri="{FF2B5EF4-FFF2-40B4-BE49-F238E27FC236}">
                <a16:creationId xmlns:a16="http://schemas.microsoft.com/office/drawing/2014/main" id="{8C8CD1F0-F30B-232C-19A0-B372502B49F2}"/>
              </a:ext>
            </a:extLst>
          </p:cNvPr>
          <p:cNvSpPr/>
          <p:nvPr/>
        </p:nvSpPr>
        <p:spPr>
          <a:xfrm>
            <a:off x="4345393" y="775794"/>
            <a:ext cx="5945050" cy="546061"/>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sz="1800" b="1" dirty="0">
                <a:solidFill>
                  <a:schemeClr val="tx1"/>
                </a:solidFill>
              </a:rPr>
              <a:t>Penser exploitabilité</a:t>
            </a:r>
          </a:p>
        </p:txBody>
      </p:sp>
      <p:sp>
        <p:nvSpPr>
          <p:cNvPr id="50" name="Rectangle 49">
            <a:extLst>
              <a:ext uri="{FF2B5EF4-FFF2-40B4-BE49-F238E27FC236}">
                <a16:creationId xmlns:a16="http://schemas.microsoft.com/office/drawing/2014/main" id="{F4BA53DD-0DC6-DFA7-5314-7B5845315A15}"/>
              </a:ext>
            </a:extLst>
          </p:cNvPr>
          <p:cNvSpPr/>
          <p:nvPr/>
        </p:nvSpPr>
        <p:spPr>
          <a:xfrm>
            <a:off x="1132381" y="775794"/>
            <a:ext cx="900606" cy="546061"/>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b="1" i="1" dirty="0">
                <a:solidFill>
                  <a:schemeClr val="tx1">
                    <a:lumMod val="95000"/>
                    <a:lumOff val="5000"/>
                  </a:schemeClr>
                </a:solidFill>
              </a:rPr>
              <a:t>PF-4</a:t>
            </a:r>
          </a:p>
        </p:txBody>
      </p:sp>
      <p:sp>
        <p:nvSpPr>
          <p:cNvPr id="51" name="Rectangle 50">
            <a:extLst>
              <a:ext uri="{FF2B5EF4-FFF2-40B4-BE49-F238E27FC236}">
                <a16:creationId xmlns:a16="http://schemas.microsoft.com/office/drawing/2014/main" id="{04C74DD4-9FE4-AD6C-6220-CEC750F03DF2}"/>
              </a:ext>
            </a:extLst>
          </p:cNvPr>
          <p:cNvSpPr/>
          <p:nvPr/>
        </p:nvSpPr>
        <p:spPr>
          <a:xfrm>
            <a:off x="2090465" y="775794"/>
            <a:ext cx="2197450" cy="546061"/>
          </a:xfrm>
          <a:prstGeom prst="rect">
            <a:avLst/>
          </a:prstGeom>
          <a:solidFill>
            <a:srgbClr val="CCCD33">
              <a:alpha val="67059"/>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i="1" dirty="0">
                <a:solidFill>
                  <a:schemeClr val="tx1"/>
                </a:solidFill>
              </a:rPr>
              <a:t>EXPLOITABILITE</a:t>
            </a:r>
          </a:p>
        </p:txBody>
      </p:sp>
      <p:sp>
        <p:nvSpPr>
          <p:cNvPr id="12" name="Espace réservé du numéro de diapositive 5">
            <a:extLst>
              <a:ext uri="{FF2B5EF4-FFF2-40B4-BE49-F238E27FC236}">
                <a16:creationId xmlns:a16="http://schemas.microsoft.com/office/drawing/2014/main" id="{C1622FBE-E926-26DB-48E6-0C5309080448}"/>
              </a:ext>
            </a:extLst>
          </p:cNvPr>
          <p:cNvSpPr txBox="1">
            <a:spLocks/>
          </p:cNvSpPr>
          <p:nvPr/>
        </p:nvSpPr>
        <p:spPr>
          <a:xfrm>
            <a:off x="7186423" y="6136175"/>
            <a:ext cx="1259160" cy="276999"/>
          </a:xfrm>
          <a:prstGeom prst="rect">
            <a:avLst/>
          </a:prstGeom>
        </p:spPr>
        <p:txBody>
          <a:bodyPr vert="horz" wrap="square" lIns="0" tIns="45720" rIns="0" bIns="45720" rtlCol="0" anchor="ctr">
            <a:spAutoFit/>
          </a:bodyPr>
          <a:lstStyle>
            <a:defPPr>
              <a:defRPr lang="fr-FR"/>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207497C-0FA5-426D-BDED-E5825EF2D54B}" type="slidenum">
              <a:rPr lang="fr-FR" smtClean="0">
                <a:solidFill>
                  <a:prstClr val="white">
                    <a:lumMod val="85000"/>
                  </a:prstClr>
                </a:solidFill>
              </a:rPr>
              <a:pPr/>
              <a:t>8</a:t>
            </a:fld>
            <a:endParaRPr lang="fr-FR">
              <a:solidFill>
                <a:prstClr val="white">
                  <a:lumMod val="85000"/>
                </a:prstClr>
              </a:solidFill>
            </a:endParaRPr>
          </a:p>
        </p:txBody>
      </p:sp>
      <p:sp>
        <p:nvSpPr>
          <p:cNvPr id="13" name="Rectangle 12">
            <a:extLst>
              <a:ext uri="{FF2B5EF4-FFF2-40B4-BE49-F238E27FC236}">
                <a16:creationId xmlns:a16="http://schemas.microsoft.com/office/drawing/2014/main" id="{F2439F3B-8F53-2AC1-90EE-8344C119BD89}"/>
              </a:ext>
            </a:extLst>
          </p:cNvPr>
          <p:cNvSpPr/>
          <p:nvPr/>
        </p:nvSpPr>
        <p:spPr>
          <a:xfrm>
            <a:off x="1132381" y="1768009"/>
            <a:ext cx="8257491" cy="1640810"/>
          </a:xfrm>
          <a:prstGeom prst="rect">
            <a:avLst/>
          </a:prstGeom>
          <a:solidFill>
            <a:srgbClr val="9BBB59">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endParaRPr lang="fr-FR" sz="900" dirty="0">
              <a:solidFill>
                <a:schemeClr val="tx1"/>
              </a:solidFill>
            </a:endParaRPr>
          </a:p>
        </p:txBody>
      </p:sp>
      <p:sp>
        <p:nvSpPr>
          <p:cNvPr id="14" name="Rectangle 13">
            <a:extLst>
              <a:ext uri="{FF2B5EF4-FFF2-40B4-BE49-F238E27FC236}">
                <a16:creationId xmlns:a16="http://schemas.microsoft.com/office/drawing/2014/main" id="{BF1DF7EE-38B1-E445-EE45-AE83ACAA6A7E}"/>
              </a:ext>
            </a:extLst>
          </p:cNvPr>
          <p:cNvSpPr/>
          <p:nvPr/>
        </p:nvSpPr>
        <p:spPr>
          <a:xfrm>
            <a:off x="1132381" y="3712225"/>
            <a:ext cx="8257491" cy="1008112"/>
          </a:xfrm>
          <a:prstGeom prst="rect">
            <a:avLst/>
          </a:prstGeom>
          <a:solidFill>
            <a:srgbClr val="AF2070">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endParaRPr lang="fr-FR" sz="900" dirty="0">
              <a:solidFill>
                <a:schemeClr val="tx1"/>
              </a:solidFill>
              <a:highlight>
                <a:srgbClr val="FFFF00"/>
              </a:highlight>
            </a:endParaRPr>
          </a:p>
        </p:txBody>
      </p:sp>
      <p:sp>
        <p:nvSpPr>
          <p:cNvPr id="15" name="Rectangle 14">
            <a:extLst>
              <a:ext uri="{FF2B5EF4-FFF2-40B4-BE49-F238E27FC236}">
                <a16:creationId xmlns:a16="http://schemas.microsoft.com/office/drawing/2014/main" id="{41C134EF-E548-F695-0A8E-18671507F95F}"/>
              </a:ext>
            </a:extLst>
          </p:cNvPr>
          <p:cNvSpPr/>
          <p:nvPr/>
        </p:nvSpPr>
        <p:spPr>
          <a:xfrm>
            <a:off x="1132381" y="5080377"/>
            <a:ext cx="8257491" cy="1224136"/>
          </a:xfrm>
          <a:prstGeom prst="rect">
            <a:avLst/>
          </a:prstGeom>
          <a:solidFill>
            <a:srgbClr val="31859C">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marL="228600" indent="-228600">
              <a:lnSpc>
                <a:spcPct val="150000"/>
              </a:lnSpc>
              <a:buFontTx/>
              <a:buAutoNum type="arabicPeriod"/>
            </a:pPr>
            <a:endParaRPr lang="fr-FR" sz="1000" dirty="0">
              <a:solidFill>
                <a:prstClr val="black"/>
              </a:solidFill>
            </a:endParaRPr>
          </a:p>
        </p:txBody>
      </p:sp>
      <p:sp>
        <p:nvSpPr>
          <p:cNvPr id="16" name="ZoneTexte 15">
            <a:extLst>
              <a:ext uri="{FF2B5EF4-FFF2-40B4-BE49-F238E27FC236}">
                <a16:creationId xmlns:a16="http://schemas.microsoft.com/office/drawing/2014/main" id="{DC48CBE7-C80F-495E-CD10-A245FF8F38E8}"/>
              </a:ext>
            </a:extLst>
          </p:cNvPr>
          <p:cNvSpPr txBox="1"/>
          <p:nvPr/>
        </p:nvSpPr>
        <p:spPr>
          <a:xfrm>
            <a:off x="1028759" y="1398677"/>
            <a:ext cx="2528256" cy="369332"/>
          </a:xfrm>
          <a:prstGeom prst="rect">
            <a:avLst/>
          </a:prstGeom>
          <a:noFill/>
        </p:spPr>
        <p:txBody>
          <a:bodyPr wrap="none" rtlCol="0">
            <a:spAutoFit/>
          </a:bodyPr>
          <a:lstStyle/>
          <a:p>
            <a:r>
              <a:rPr lang="fr-FR" b="1" dirty="0"/>
              <a:t>Description détaillée</a:t>
            </a:r>
          </a:p>
        </p:txBody>
      </p:sp>
      <p:sp>
        <p:nvSpPr>
          <p:cNvPr id="17" name="ZoneTexte 16">
            <a:extLst>
              <a:ext uri="{FF2B5EF4-FFF2-40B4-BE49-F238E27FC236}">
                <a16:creationId xmlns:a16="http://schemas.microsoft.com/office/drawing/2014/main" id="{C0E2B6C9-1AD0-6577-0FA6-11B8797AC1DA}"/>
              </a:ext>
            </a:extLst>
          </p:cNvPr>
          <p:cNvSpPr txBox="1"/>
          <p:nvPr/>
        </p:nvSpPr>
        <p:spPr>
          <a:xfrm>
            <a:off x="1028760" y="3352185"/>
            <a:ext cx="1557799" cy="369332"/>
          </a:xfrm>
          <a:prstGeom prst="rect">
            <a:avLst/>
          </a:prstGeom>
          <a:noFill/>
        </p:spPr>
        <p:txBody>
          <a:bodyPr wrap="none" rtlCol="0">
            <a:spAutoFit/>
          </a:bodyPr>
          <a:lstStyle/>
          <a:p>
            <a:r>
              <a:rPr lang="fr-FR" b="1" dirty="0"/>
              <a:t>Implications</a:t>
            </a:r>
          </a:p>
        </p:txBody>
      </p:sp>
      <p:sp>
        <p:nvSpPr>
          <p:cNvPr id="18" name="ZoneTexte 17">
            <a:extLst>
              <a:ext uri="{FF2B5EF4-FFF2-40B4-BE49-F238E27FC236}">
                <a16:creationId xmlns:a16="http://schemas.microsoft.com/office/drawing/2014/main" id="{3E478ED7-AD73-ECD4-66C1-B9EF78766F05}"/>
              </a:ext>
            </a:extLst>
          </p:cNvPr>
          <p:cNvSpPr txBox="1"/>
          <p:nvPr/>
        </p:nvSpPr>
        <p:spPr>
          <a:xfrm>
            <a:off x="1028760" y="4711045"/>
            <a:ext cx="2701381" cy="369332"/>
          </a:xfrm>
          <a:prstGeom prst="rect">
            <a:avLst/>
          </a:prstGeom>
          <a:noFill/>
        </p:spPr>
        <p:txBody>
          <a:bodyPr wrap="none" rtlCol="0">
            <a:spAutoFit/>
          </a:bodyPr>
          <a:lstStyle/>
          <a:p>
            <a:r>
              <a:rPr lang="fr-FR" b="1" dirty="0"/>
              <a:t>Questions à se poser : </a:t>
            </a:r>
          </a:p>
        </p:txBody>
      </p:sp>
    </p:spTree>
    <p:extLst>
      <p:ext uri="{BB962C8B-B14F-4D97-AF65-F5344CB8AC3E}">
        <p14:creationId xmlns:p14="http://schemas.microsoft.com/office/powerpoint/2010/main" val="183702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5E8FFBA-5626-F3DC-50AB-6DC0C9928DFC}"/>
              </a:ext>
            </a:extLst>
          </p:cNvPr>
          <p:cNvSpPr>
            <a:spLocks noGrp="1"/>
          </p:cNvSpPr>
          <p:nvPr>
            <p:ph type="dt" sz="half" idx="10"/>
          </p:nvPr>
        </p:nvSpPr>
        <p:spPr>
          <a:xfrm>
            <a:off x="10274122" y="6489996"/>
            <a:ext cx="718026" cy="215444"/>
          </a:xfrm>
        </p:spPr>
        <p:txBody>
          <a:bodyPr/>
          <a:lstStyle/>
          <a:p>
            <a:r>
              <a:rPr lang="fr-FR"/>
              <a:t>MOIS ANNÉE</a:t>
            </a:r>
          </a:p>
        </p:txBody>
      </p:sp>
      <p:sp>
        <p:nvSpPr>
          <p:cNvPr id="3" name="Espace réservé du pied de page 2">
            <a:extLst>
              <a:ext uri="{FF2B5EF4-FFF2-40B4-BE49-F238E27FC236}">
                <a16:creationId xmlns:a16="http://schemas.microsoft.com/office/drawing/2014/main" id="{E60A5EF2-4AA2-AA80-4AC0-2447F1EBD341}"/>
              </a:ext>
            </a:extLst>
          </p:cNvPr>
          <p:cNvSpPr>
            <a:spLocks noGrp="1"/>
          </p:cNvSpPr>
          <p:nvPr>
            <p:ph type="ftr" sz="quarter" idx="11"/>
          </p:nvPr>
        </p:nvSpPr>
        <p:spPr>
          <a:xfrm>
            <a:off x="7730001" y="6489997"/>
            <a:ext cx="2492445" cy="215444"/>
          </a:xfrm>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46FA9D84-1EA8-EE1A-E38D-624CF00C985A}"/>
              </a:ext>
            </a:extLst>
          </p:cNvPr>
          <p:cNvSpPr>
            <a:spLocks noGrp="1"/>
          </p:cNvSpPr>
          <p:nvPr>
            <p:ph type="sldNum" sz="quarter" idx="12"/>
          </p:nvPr>
        </p:nvSpPr>
        <p:spPr>
          <a:xfrm>
            <a:off x="10945850" y="6446372"/>
            <a:ext cx="560986" cy="276999"/>
          </a:xfrm>
        </p:spPr>
        <p:txBody>
          <a:bodyPr/>
          <a:lstStyle/>
          <a:p>
            <a:fld id="{CD166EB1-B284-8541-B839-321F682B6B05}" type="slidenum">
              <a:rPr lang="fr-FR" smtClean="0"/>
              <a:pPr/>
              <a:t>9</a:t>
            </a:fld>
            <a:endParaRPr lang="fr-FR"/>
          </a:p>
        </p:txBody>
      </p:sp>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sz="1600" i="1" dirty="0"/>
              <a:t>Principes fondateurs</a:t>
            </a:r>
            <a:r>
              <a:rPr lang="fr-FR" dirty="0"/>
              <a:t> </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49" name="Rectangle 48">
            <a:extLst>
              <a:ext uri="{FF2B5EF4-FFF2-40B4-BE49-F238E27FC236}">
                <a16:creationId xmlns:a16="http://schemas.microsoft.com/office/drawing/2014/main" id="{8C8CD1F0-F30B-232C-19A0-B372502B49F2}"/>
              </a:ext>
            </a:extLst>
          </p:cNvPr>
          <p:cNvSpPr/>
          <p:nvPr/>
        </p:nvSpPr>
        <p:spPr>
          <a:xfrm>
            <a:off x="4345393" y="775794"/>
            <a:ext cx="5945050" cy="546061"/>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b="1" dirty="0">
                <a:solidFill>
                  <a:schemeClr val="tx1"/>
                </a:solidFill>
              </a:rPr>
              <a:t>Se conformer aux standards incluant notamment la politique de sécurité et de gestion des risques</a:t>
            </a:r>
          </a:p>
        </p:txBody>
      </p:sp>
      <p:sp>
        <p:nvSpPr>
          <p:cNvPr id="50" name="Rectangle 49">
            <a:extLst>
              <a:ext uri="{FF2B5EF4-FFF2-40B4-BE49-F238E27FC236}">
                <a16:creationId xmlns:a16="http://schemas.microsoft.com/office/drawing/2014/main" id="{F4BA53DD-0DC6-DFA7-5314-7B5845315A15}"/>
              </a:ext>
            </a:extLst>
          </p:cNvPr>
          <p:cNvSpPr/>
          <p:nvPr/>
        </p:nvSpPr>
        <p:spPr>
          <a:xfrm>
            <a:off x="1132381" y="775794"/>
            <a:ext cx="900606" cy="546061"/>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b="1" i="1" dirty="0">
                <a:solidFill>
                  <a:schemeClr val="tx1">
                    <a:lumMod val="95000"/>
                    <a:lumOff val="5000"/>
                  </a:schemeClr>
                </a:solidFill>
              </a:rPr>
              <a:t>PF-5</a:t>
            </a:r>
          </a:p>
        </p:txBody>
      </p:sp>
      <p:sp>
        <p:nvSpPr>
          <p:cNvPr id="51" name="Rectangle 50">
            <a:extLst>
              <a:ext uri="{FF2B5EF4-FFF2-40B4-BE49-F238E27FC236}">
                <a16:creationId xmlns:a16="http://schemas.microsoft.com/office/drawing/2014/main" id="{04C74DD4-9FE4-AD6C-6220-CEC750F03DF2}"/>
              </a:ext>
            </a:extLst>
          </p:cNvPr>
          <p:cNvSpPr/>
          <p:nvPr/>
        </p:nvSpPr>
        <p:spPr>
          <a:xfrm>
            <a:off x="2090465" y="775794"/>
            <a:ext cx="2197450" cy="546061"/>
          </a:xfrm>
          <a:prstGeom prst="rect">
            <a:avLst/>
          </a:prstGeom>
          <a:solidFill>
            <a:srgbClr val="CCCD33">
              <a:alpha val="67059"/>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i="1" dirty="0">
                <a:solidFill>
                  <a:schemeClr val="tx1"/>
                </a:solidFill>
              </a:rPr>
              <a:t>CONFORMITE</a:t>
            </a:r>
          </a:p>
        </p:txBody>
      </p:sp>
      <p:sp>
        <p:nvSpPr>
          <p:cNvPr id="5" name="Espace réservé du numéro de diapositive 5">
            <a:extLst>
              <a:ext uri="{FF2B5EF4-FFF2-40B4-BE49-F238E27FC236}">
                <a16:creationId xmlns:a16="http://schemas.microsoft.com/office/drawing/2014/main" id="{82C9EE9C-43E9-E205-F70B-15000D56D08E}"/>
              </a:ext>
            </a:extLst>
          </p:cNvPr>
          <p:cNvSpPr txBox="1">
            <a:spLocks/>
          </p:cNvSpPr>
          <p:nvPr/>
        </p:nvSpPr>
        <p:spPr>
          <a:xfrm>
            <a:off x="7186423" y="6059353"/>
            <a:ext cx="1259160" cy="276999"/>
          </a:xfrm>
          <a:prstGeom prst="rect">
            <a:avLst/>
          </a:prstGeom>
        </p:spPr>
        <p:txBody>
          <a:bodyPr vert="horz" wrap="square" lIns="0" tIns="45720" rIns="0" bIns="45720" rtlCol="0" anchor="ctr">
            <a:spAutoFit/>
          </a:bodyPr>
          <a:lstStyle>
            <a:defPPr>
              <a:defRPr lang="fr-FR"/>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207497C-0FA5-426D-BDED-E5825EF2D54B}" type="slidenum">
              <a:rPr lang="fr-FR" smtClean="0">
                <a:solidFill>
                  <a:prstClr val="white">
                    <a:lumMod val="85000"/>
                  </a:prstClr>
                </a:solidFill>
              </a:rPr>
              <a:pPr/>
              <a:t>9</a:t>
            </a:fld>
            <a:endParaRPr lang="fr-FR">
              <a:solidFill>
                <a:prstClr val="white">
                  <a:lumMod val="85000"/>
                </a:prstClr>
              </a:solidFill>
            </a:endParaRPr>
          </a:p>
        </p:txBody>
      </p:sp>
      <p:sp>
        <p:nvSpPr>
          <p:cNvPr id="6" name="Rectangle 5">
            <a:extLst>
              <a:ext uri="{FF2B5EF4-FFF2-40B4-BE49-F238E27FC236}">
                <a16:creationId xmlns:a16="http://schemas.microsoft.com/office/drawing/2014/main" id="{E948855D-D252-BCCB-6E53-808F1EF46D67}"/>
              </a:ext>
            </a:extLst>
          </p:cNvPr>
          <p:cNvSpPr/>
          <p:nvPr/>
        </p:nvSpPr>
        <p:spPr>
          <a:xfrm>
            <a:off x="1132381" y="1691187"/>
            <a:ext cx="8257491" cy="1152128"/>
          </a:xfrm>
          <a:prstGeom prst="rect">
            <a:avLst/>
          </a:prstGeom>
          <a:solidFill>
            <a:srgbClr val="9BBB59">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Toute évolution du SI se conforme aux normes et standards par BYCN IT et évoluant en fonction du cycle de vie de la technologie .</a:t>
            </a:r>
          </a:p>
          <a:p>
            <a:pPr>
              <a:lnSpc>
                <a:spcPct val="150000"/>
              </a:lnSpc>
            </a:pPr>
            <a:r>
              <a:rPr lang="fr-FR" sz="900">
                <a:solidFill>
                  <a:schemeClr val="tx1"/>
                </a:solidFill>
              </a:rPr>
              <a:t>Les solutions </a:t>
            </a:r>
            <a:r>
              <a:rPr lang="fr-FR" sz="900" dirty="0">
                <a:solidFill>
                  <a:schemeClr val="tx1"/>
                </a:solidFill>
              </a:rPr>
              <a:t>d’architecture s’appuient sur des modèles d’architecture (ou pattern)</a:t>
            </a:r>
          </a:p>
          <a:p>
            <a:pPr>
              <a:lnSpc>
                <a:spcPct val="150000"/>
              </a:lnSpc>
            </a:pPr>
            <a:r>
              <a:rPr lang="fr-FR" sz="900" dirty="0">
                <a:solidFill>
                  <a:schemeClr val="tx1"/>
                </a:solidFill>
              </a:rPr>
              <a:t>La politique de sécurité du SI et de gestion des risques est applicable à tous les besoins.</a:t>
            </a:r>
          </a:p>
          <a:p>
            <a:pPr>
              <a:lnSpc>
                <a:spcPct val="150000"/>
              </a:lnSpc>
            </a:pPr>
            <a:r>
              <a:rPr lang="fr-FR" sz="900" dirty="0">
                <a:solidFill>
                  <a:schemeClr val="tx1"/>
                </a:solidFill>
              </a:rPr>
              <a:t>La sécurité s’instancie à 2 niveaux : Stratégie de Sécurité éditée par le RSSI / Implémentation réalisée au travers des projets.</a:t>
            </a:r>
          </a:p>
        </p:txBody>
      </p:sp>
      <p:sp>
        <p:nvSpPr>
          <p:cNvPr id="7" name="Rectangle 6">
            <a:extLst>
              <a:ext uri="{FF2B5EF4-FFF2-40B4-BE49-F238E27FC236}">
                <a16:creationId xmlns:a16="http://schemas.microsoft.com/office/drawing/2014/main" id="{A1583A41-A6F1-B353-62E8-107098D3C60D}"/>
              </a:ext>
            </a:extLst>
          </p:cNvPr>
          <p:cNvSpPr/>
          <p:nvPr/>
        </p:nvSpPr>
        <p:spPr>
          <a:xfrm>
            <a:off x="1132381" y="3275363"/>
            <a:ext cx="8257491" cy="1296144"/>
          </a:xfrm>
          <a:prstGeom prst="rect">
            <a:avLst/>
          </a:prstGeom>
          <a:solidFill>
            <a:srgbClr val="AF2070">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err="1">
                <a:solidFill>
                  <a:schemeClr val="tx1"/>
                </a:solidFill>
              </a:rPr>
              <a:t>Xxxxxx</a:t>
            </a:r>
            <a:endParaRPr lang="fr-FR" sz="900" dirty="0">
              <a:solidFill>
                <a:schemeClr val="tx1"/>
              </a:solidFill>
            </a:endParaRPr>
          </a:p>
          <a:p>
            <a:pPr>
              <a:lnSpc>
                <a:spcPct val="150000"/>
              </a:lnSpc>
            </a:pPr>
            <a:r>
              <a:rPr lang="fr-FR" sz="900" dirty="0">
                <a:solidFill>
                  <a:schemeClr val="tx1"/>
                </a:solidFill>
              </a:rPr>
              <a:t>RGPD</a:t>
            </a:r>
          </a:p>
          <a:p>
            <a:pPr>
              <a:lnSpc>
                <a:spcPct val="150000"/>
              </a:lnSpc>
            </a:pPr>
            <a:r>
              <a:rPr lang="fr-FR" sz="900" dirty="0">
                <a:solidFill>
                  <a:schemeClr val="tx1"/>
                </a:solidFill>
              </a:rPr>
              <a:t>PROBLEME DEFENCE (ex</a:t>
            </a:r>
            <a:r>
              <a:rPr lang="fr-FR" sz="900" dirty="0">
                <a:solidFill>
                  <a:schemeClr val="tx1"/>
                </a:solidFill>
                <a:sym typeface="Wingdings" panose="05000000000000000000" pitchFamily="2" charset="2"/>
              </a:rPr>
              <a:t>) </a:t>
            </a:r>
          </a:p>
          <a:p>
            <a:pPr>
              <a:lnSpc>
                <a:spcPct val="150000"/>
              </a:lnSpc>
            </a:pPr>
            <a:endParaRPr lang="fr-FR" sz="900" dirty="0">
              <a:solidFill>
                <a:schemeClr val="tx1"/>
              </a:solidFill>
            </a:endParaRPr>
          </a:p>
        </p:txBody>
      </p:sp>
      <p:sp>
        <p:nvSpPr>
          <p:cNvPr id="8" name="Rectangle 7">
            <a:extLst>
              <a:ext uri="{FF2B5EF4-FFF2-40B4-BE49-F238E27FC236}">
                <a16:creationId xmlns:a16="http://schemas.microsoft.com/office/drawing/2014/main" id="{73C1C06C-5C2C-825A-8E98-5B2C9F3F0F13}"/>
              </a:ext>
            </a:extLst>
          </p:cNvPr>
          <p:cNvSpPr/>
          <p:nvPr/>
        </p:nvSpPr>
        <p:spPr>
          <a:xfrm>
            <a:off x="1132381" y="5003555"/>
            <a:ext cx="8257491" cy="1224136"/>
          </a:xfrm>
          <a:prstGeom prst="rect">
            <a:avLst/>
          </a:prstGeom>
          <a:solidFill>
            <a:srgbClr val="31859C">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marL="228600" indent="-228600">
              <a:lnSpc>
                <a:spcPct val="150000"/>
              </a:lnSpc>
              <a:buFontTx/>
              <a:buAutoNum type="arabicPeriod"/>
            </a:pPr>
            <a:endParaRPr lang="fr-FR" sz="1000" dirty="0">
              <a:solidFill>
                <a:prstClr val="black"/>
              </a:solidFill>
            </a:endParaRPr>
          </a:p>
        </p:txBody>
      </p:sp>
      <p:sp>
        <p:nvSpPr>
          <p:cNvPr id="9" name="ZoneTexte 8">
            <a:extLst>
              <a:ext uri="{FF2B5EF4-FFF2-40B4-BE49-F238E27FC236}">
                <a16:creationId xmlns:a16="http://schemas.microsoft.com/office/drawing/2014/main" id="{8A18A61F-4345-D39A-1F4D-976726BD0B67}"/>
              </a:ext>
            </a:extLst>
          </p:cNvPr>
          <p:cNvSpPr txBox="1"/>
          <p:nvPr/>
        </p:nvSpPr>
        <p:spPr>
          <a:xfrm>
            <a:off x="1028759" y="1321855"/>
            <a:ext cx="2528256" cy="369332"/>
          </a:xfrm>
          <a:prstGeom prst="rect">
            <a:avLst/>
          </a:prstGeom>
          <a:noFill/>
        </p:spPr>
        <p:txBody>
          <a:bodyPr wrap="none" rtlCol="0">
            <a:spAutoFit/>
          </a:bodyPr>
          <a:lstStyle/>
          <a:p>
            <a:r>
              <a:rPr lang="fr-FR" b="1" dirty="0"/>
              <a:t>Description détaillée</a:t>
            </a:r>
          </a:p>
        </p:txBody>
      </p:sp>
      <p:sp>
        <p:nvSpPr>
          <p:cNvPr id="10" name="ZoneTexte 9">
            <a:extLst>
              <a:ext uri="{FF2B5EF4-FFF2-40B4-BE49-F238E27FC236}">
                <a16:creationId xmlns:a16="http://schemas.microsoft.com/office/drawing/2014/main" id="{E1177FE0-1A99-AFB9-0A97-BC9058826632}"/>
              </a:ext>
            </a:extLst>
          </p:cNvPr>
          <p:cNvSpPr txBox="1"/>
          <p:nvPr/>
        </p:nvSpPr>
        <p:spPr>
          <a:xfrm>
            <a:off x="1028760" y="2915323"/>
            <a:ext cx="2877839" cy="369332"/>
          </a:xfrm>
          <a:prstGeom prst="rect">
            <a:avLst/>
          </a:prstGeom>
          <a:noFill/>
        </p:spPr>
        <p:txBody>
          <a:bodyPr wrap="none" rtlCol="0">
            <a:spAutoFit/>
          </a:bodyPr>
          <a:lstStyle/>
          <a:p>
            <a:r>
              <a:rPr lang="fr-FR" b="1" dirty="0"/>
              <a:t>Principes opérationnels </a:t>
            </a:r>
          </a:p>
        </p:txBody>
      </p:sp>
      <p:sp>
        <p:nvSpPr>
          <p:cNvPr id="11" name="ZoneTexte 10">
            <a:extLst>
              <a:ext uri="{FF2B5EF4-FFF2-40B4-BE49-F238E27FC236}">
                <a16:creationId xmlns:a16="http://schemas.microsoft.com/office/drawing/2014/main" id="{B5F27BE3-BDED-0377-ADBA-21E77C06FDE9}"/>
              </a:ext>
            </a:extLst>
          </p:cNvPr>
          <p:cNvSpPr txBox="1"/>
          <p:nvPr/>
        </p:nvSpPr>
        <p:spPr>
          <a:xfrm>
            <a:off x="1028760" y="4634223"/>
            <a:ext cx="2701381" cy="369332"/>
          </a:xfrm>
          <a:prstGeom prst="rect">
            <a:avLst/>
          </a:prstGeom>
          <a:noFill/>
        </p:spPr>
        <p:txBody>
          <a:bodyPr wrap="none" rtlCol="0">
            <a:spAutoFit/>
          </a:bodyPr>
          <a:lstStyle/>
          <a:p>
            <a:r>
              <a:rPr lang="fr-FR" b="1" dirty="0"/>
              <a:t>Questions à se poser : </a:t>
            </a:r>
          </a:p>
        </p:txBody>
      </p:sp>
    </p:spTree>
    <p:extLst>
      <p:ext uri="{BB962C8B-B14F-4D97-AF65-F5344CB8AC3E}">
        <p14:creationId xmlns:p14="http://schemas.microsoft.com/office/powerpoint/2010/main" val="2868376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5E8FFBA-5626-F3DC-50AB-6DC0C9928DFC}"/>
              </a:ext>
            </a:extLst>
          </p:cNvPr>
          <p:cNvSpPr>
            <a:spLocks noGrp="1"/>
          </p:cNvSpPr>
          <p:nvPr>
            <p:ph type="dt" sz="half" idx="10"/>
          </p:nvPr>
        </p:nvSpPr>
        <p:spPr>
          <a:xfrm>
            <a:off x="10274122" y="6489996"/>
            <a:ext cx="718026" cy="215444"/>
          </a:xfrm>
        </p:spPr>
        <p:txBody>
          <a:bodyPr/>
          <a:lstStyle/>
          <a:p>
            <a:r>
              <a:rPr lang="fr-FR"/>
              <a:t>MOIS ANNÉE</a:t>
            </a:r>
          </a:p>
        </p:txBody>
      </p:sp>
      <p:sp>
        <p:nvSpPr>
          <p:cNvPr id="4" name="Espace réservé du numéro de diapositive 3">
            <a:extLst>
              <a:ext uri="{FF2B5EF4-FFF2-40B4-BE49-F238E27FC236}">
                <a16:creationId xmlns:a16="http://schemas.microsoft.com/office/drawing/2014/main" id="{46FA9D84-1EA8-EE1A-E38D-624CF00C985A}"/>
              </a:ext>
            </a:extLst>
          </p:cNvPr>
          <p:cNvSpPr>
            <a:spLocks noGrp="1"/>
          </p:cNvSpPr>
          <p:nvPr>
            <p:ph type="sldNum" sz="quarter" idx="12"/>
          </p:nvPr>
        </p:nvSpPr>
        <p:spPr>
          <a:xfrm>
            <a:off x="10945850" y="6446372"/>
            <a:ext cx="560986" cy="276999"/>
          </a:xfrm>
        </p:spPr>
        <p:txBody>
          <a:bodyPr/>
          <a:lstStyle/>
          <a:p>
            <a:fld id="{CD166EB1-B284-8541-B839-321F682B6B05}" type="slidenum">
              <a:rPr lang="fr-FR" smtClean="0"/>
              <a:pPr/>
              <a:t>10</a:t>
            </a:fld>
            <a:endParaRPr lang="fr-FR"/>
          </a:p>
        </p:txBody>
      </p:sp>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sz="1600" i="1" dirty="0"/>
              <a:t>Principes fondateurs</a:t>
            </a:r>
            <a:r>
              <a:rPr lang="fr-FR" dirty="0"/>
              <a:t> </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49" name="Rectangle 48">
            <a:extLst>
              <a:ext uri="{FF2B5EF4-FFF2-40B4-BE49-F238E27FC236}">
                <a16:creationId xmlns:a16="http://schemas.microsoft.com/office/drawing/2014/main" id="{8C8CD1F0-F30B-232C-19A0-B372502B49F2}"/>
              </a:ext>
            </a:extLst>
          </p:cNvPr>
          <p:cNvSpPr/>
          <p:nvPr/>
        </p:nvSpPr>
        <p:spPr>
          <a:xfrm>
            <a:off x="4345393" y="775794"/>
            <a:ext cx="5945050" cy="546061"/>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b="1" dirty="0">
                <a:solidFill>
                  <a:schemeClr val="tx1"/>
                </a:solidFill>
              </a:rPr>
              <a:t>Faire de la donnée un actif de l'entreprise</a:t>
            </a:r>
          </a:p>
        </p:txBody>
      </p:sp>
      <p:sp>
        <p:nvSpPr>
          <p:cNvPr id="50" name="Rectangle 49">
            <a:extLst>
              <a:ext uri="{FF2B5EF4-FFF2-40B4-BE49-F238E27FC236}">
                <a16:creationId xmlns:a16="http://schemas.microsoft.com/office/drawing/2014/main" id="{F4BA53DD-0DC6-DFA7-5314-7B5845315A15}"/>
              </a:ext>
            </a:extLst>
          </p:cNvPr>
          <p:cNvSpPr/>
          <p:nvPr/>
        </p:nvSpPr>
        <p:spPr>
          <a:xfrm>
            <a:off x="1132381" y="775794"/>
            <a:ext cx="900606" cy="546061"/>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b="1" i="1" dirty="0">
                <a:solidFill>
                  <a:schemeClr val="tx1">
                    <a:lumMod val="95000"/>
                    <a:lumOff val="5000"/>
                  </a:schemeClr>
                </a:solidFill>
              </a:rPr>
              <a:t>PF-6</a:t>
            </a:r>
          </a:p>
        </p:txBody>
      </p:sp>
      <p:sp>
        <p:nvSpPr>
          <p:cNvPr id="51" name="Rectangle 50">
            <a:extLst>
              <a:ext uri="{FF2B5EF4-FFF2-40B4-BE49-F238E27FC236}">
                <a16:creationId xmlns:a16="http://schemas.microsoft.com/office/drawing/2014/main" id="{04C74DD4-9FE4-AD6C-6220-CEC750F03DF2}"/>
              </a:ext>
            </a:extLst>
          </p:cNvPr>
          <p:cNvSpPr/>
          <p:nvPr/>
        </p:nvSpPr>
        <p:spPr>
          <a:xfrm>
            <a:off x="2090465" y="775794"/>
            <a:ext cx="2197450" cy="546061"/>
          </a:xfrm>
          <a:prstGeom prst="rect">
            <a:avLst/>
          </a:prstGeom>
          <a:solidFill>
            <a:srgbClr val="CCCD33">
              <a:alpha val="67059"/>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i="1" dirty="0">
                <a:solidFill>
                  <a:schemeClr val="tx1"/>
                </a:solidFill>
              </a:rPr>
              <a:t>DONNEES</a:t>
            </a:r>
          </a:p>
        </p:txBody>
      </p:sp>
      <p:sp>
        <p:nvSpPr>
          <p:cNvPr id="9" name="ZoneTexte 8">
            <a:extLst>
              <a:ext uri="{FF2B5EF4-FFF2-40B4-BE49-F238E27FC236}">
                <a16:creationId xmlns:a16="http://schemas.microsoft.com/office/drawing/2014/main" id="{8A18A61F-4345-D39A-1F4D-976726BD0B67}"/>
              </a:ext>
            </a:extLst>
          </p:cNvPr>
          <p:cNvSpPr txBox="1"/>
          <p:nvPr/>
        </p:nvSpPr>
        <p:spPr>
          <a:xfrm>
            <a:off x="1028759" y="1321855"/>
            <a:ext cx="2528256" cy="369332"/>
          </a:xfrm>
          <a:prstGeom prst="rect">
            <a:avLst/>
          </a:prstGeom>
          <a:noFill/>
        </p:spPr>
        <p:txBody>
          <a:bodyPr wrap="none" rtlCol="0">
            <a:spAutoFit/>
          </a:bodyPr>
          <a:lstStyle/>
          <a:p>
            <a:r>
              <a:rPr lang="fr-FR" b="1" dirty="0"/>
              <a:t>Description détaillée</a:t>
            </a:r>
          </a:p>
        </p:txBody>
      </p:sp>
      <p:sp>
        <p:nvSpPr>
          <p:cNvPr id="12" name="Espace réservé du numéro de diapositive 5">
            <a:extLst>
              <a:ext uri="{FF2B5EF4-FFF2-40B4-BE49-F238E27FC236}">
                <a16:creationId xmlns:a16="http://schemas.microsoft.com/office/drawing/2014/main" id="{E5F8A2A8-600C-EED8-7BB4-F04A582FDF7A}"/>
              </a:ext>
            </a:extLst>
          </p:cNvPr>
          <p:cNvSpPr txBox="1">
            <a:spLocks/>
          </p:cNvSpPr>
          <p:nvPr/>
        </p:nvSpPr>
        <p:spPr>
          <a:xfrm>
            <a:off x="7186423" y="6136175"/>
            <a:ext cx="1259160" cy="276999"/>
          </a:xfrm>
          <a:prstGeom prst="rect">
            <a:avLst/>
          </a:prstGeom>
        </p:spPr>
        <p:txBody>
          <a:bodyPr vert="horz" wrap="square" lIns="0" tIns="45720" rIns="0" bIns="45720" rtlCol="0" anchor="ctr">
            <a:spAutoFit/>
          </a:bodyPr>
          <a:lstStyle>
            <a:defPPr>
              <a:defRPr lang="fr-FR"/>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207497C-0FA5-426D-BDED-E5825EF2D54B}" type="slidenum">
              <a:rPr lang="fr-FR" smtClean="0">
                <a:solidFill>
                  <a:prstClr val="white">
                    <a:lumMod val="85000"/>
                  </a:prstClr>
                </a:solidFill>
              </a:rPr>
              <a:pPr/>
              <a:t>10</a:t>
            </a:fld>
            <a:endParaRPr lang="fr-FR">
              <a:solidFill>
                <a:prstClr val="white">
                  <a:lumMod val="85000"/>
                </a:prstClr>
              </a:solidFill>
            </a:endParaRPr>
          </a:p>
        </p:txBody>
      </p:sp>
      <p:sp>
        <p:nvSpPr>
          <p:cNvPr id="13" name="Rectangle 12">
            <a:extLst>
              <a:ext uri="{FF2B5EF4-FFF2-40B4-BE49-F238E27FC236}">
                <a16:creationId xmlns:a16="http://schemas.microsoft.com/office/drawing/2014/main" id="{5F55EA7C-C15C-9237-BA07-F2CEE07D5E18}"/>
              </a:ext>
            </a:extLst>
          </p:cNvPr>
          <p:cNvSpPr/>
          <p:nvPr/>
        </p:nvSpPr>
        <p:spPr>
          <a:xfrm>
            <a:off x="1132381" y="1768009"/>
            <a:ext cx="8257491" cy="1152128"/>
          </a:xfrm>
          <a:prstGeom prst="rect">
            <a:avLst/>
          </a:prstGeom>
          <a:solidFill>
            <a:srgbClr val="9BBB59">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La donnée est valorisée au niveau de l’entreprise.  </a:t>
            </a:r>
          </a:p>
          <a:p>
            <a:pPr>
              <a:lnSpc>
                <a:spcPct val="150000"/>
              </a:lnSpc>
            </a:pPr>
            <a:r>
              <a:rPr lang="fr-FR" sz="900" dirty="0">
                <a:solidFill>
                  <a:schemeClr val="tx1"/>
                </a:solidFill>
              </a:rPr>
              <a:t>Toute donnée a un propriétaire identifié : il a en charge sa définition, son cycle de vie et sa qualité </a:t>
            </a:r>
          </a:p>
          <a:p>
            <a:pPr>
              <a:lnSpc>
                <a:spcPct val="150000"/>
              </a:lnSpc>
            </a:pPr>
            <a:r>
              <a:rPr lang="fr-FR" sz="900" dirty="0">
                <a:solidFill>
                  <a:schemeClr val="tx1"/>
                </a:solidFill>
              </a:rPr>
              <a:t>L’OI est en charge de la bonne conservation, disponibilité et sécurité des données qui lui sont confiées. Elle centralise la gestion des données, et a un devoir de conseil  pour assurer leurs usages optimaux.</a:t>
            </a:r>
          </a:p>
        </p:txBody>
      </p:sp>
      <p:sp>
        <p:nvSpPr>
          <p:cNvPr id="14" name="Rectangle 13">
            <a:extLst>
              <a:ext uri="{FF2B5EF4-FFF2-40B4-BE49-F238E27FC236}">
                <a16:creationId xmlns:a16="http://schemas.microsoft.com/office/drawing/2014/main" id="{CB60614B-6B1F-9A08-F1F9-5192486B8C55}"/>
              </a:ext>
            </a:extLst>
          </p:cNvPr>
          <p:cNvSpPr/>
          <p:nvPr/>
        </p:nvSpPr>
        <p:spPr>
          <a:xfrm>
            <a:off x="1132381" y="3352185"/>
            <a:ext cx="8257491" cy="1296144"/>
          </a:xfrm>
          <a:prstGeom prst="rect">
            <a:avLst/>
          </a:prstGeom>
          <a:solidFill>
            <a:srgbClr val="AF2070">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Les données de l’entreprise sont structurées autour de données dites de référence qui ont les caractéristiques suivantes : fréquemment utilisées par plusieurs acteurs internes ou externes, dont la qualité est critique pour plusieurs processus, dont la sémantique est partagée et stable dans le temps, avec une durée de vie qui va au-delà des processus opérationnels qui l’utilisent et ayant une facilité d’accès.</a:t>
            </a:r>
          </a:p>
          <a:p>
            <a:pPr>
              <a:lnSpc>
                <a:spcPct val="150000"/>
              </a:lnSpc>
            </a:pPr>
            <a:r>
              <a:rPr lang="fr-FR" sz="900" dirty="0">
                <a:solidFill>
                  <a:schemeClr val="tx1"/>
                </a:solidFill>
              </a:rPr>
              <a:t>La valorisation des données créées doit être réalisée par l’identification des données de référence, l’identification d’un propriétaire métier, …</a:t>
            </a:r>
          </a:p>
          <a:p>
            <a:pPr algn="l"/>
            <a:r>
              <a:rPr lang="fr-FR" sz="900" b="0" i="0" dirty="0">
                <a:solidFill>
                  <a:srgbClr val="000000"/>
                </a:solidFill>
                <a:effectLst/>
                <a:highlight>
                  <a:srgbClr val="FFFF00"/>
                </a:highlight>
                <a:latin typeface="Times New Roman" panose="02020603050405020304" pitchFamily="18" charset="0"/>
              </a:rPr>
              <a:t>Une gouvernance des applications et données doit être mise en place afin de définir les  mesures de protection(criticité, classification, chiffrement...)</a:t>
            </a:r>
          </a:p>
          <a:p>
            <a:pPr>
              <a:lnSpc>
                <a:spcPct val="150000"/>
              </a:lnSpc>
            </a:pPr>
            <a:endParaRPr lang="fr-FR" sz="900" dirty="0">
              <a:solidFill>
                <a:schemeClr val="tx1"/>
              </a:solidFill>
            </a:endParaRPr>
          </a:p>
        </p:txBody>
      </p:sp>
      <p:sp>
        <p:nvSpPr>
          <p:cNvPr id="15" name="Rectangle 14">
            <a:extLst>
              <a:ext uri="{FF2B5EF4-FFF2-40B4-BE49-F238E27FC236}">
                <a16:creationId xmlns:a16="http://schemas.microsoft.com/office/drawing/2014/main" id="{D3267E13-1C23-DEDD-B0BD-1E5E61227C4E}"/>
              </a:ext>
            </a:extLst>
          </p:cNvPr>
          <p:cNvSpPr/>
          <p:nvPr/>
        </p:nvSpPr>
        <p:spPr>
          <a:xfrm>
            <a:off x="1132381" y="5080377"/>
            <a:ext cx="8257491" cy="1224136"/>
          </a:xfrm>
          <a:prstGeom prst="rect">
            <a:avLst/>
          </a:prstGeom>
          <a:solidFill>
            <a:srgbClr val="31859C">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marL="228600" indent="-228600">
              <a:lnSpc>
                <a:spcPct val="150000"/>
              </a:lnSpc>
              <a:buFontTx/>
              <a:buAutoNum type="arabicPeriod"/>
            </a:pPr>
            <a:r>
              <a:rPr lang="fr-FR" sz="1000" dirty="0">
                <a:solidFill>
                  <a:prstClr val="black"/>
                </a:solidFill>
              </a:rPr>
              <a:t>Ai-je identifié les données de référence relative à utiliser pour mon besoin ?</a:t>
            </a:r>
          </a:p>
          <a:p>
            <a:pPr marL="228600" indent="-228600">
              <a:lnSpc>
                <a:spcPct val="150000"/>
              </a:lnSpc>
              <a:buFontTx/>
              <a:buAutoNum type="arabicPeriod"/>
            </a:pPr>
            <a:r>
              <a:rPr lang="fr-FR" sz="1000" dirty="0">
                <a:solidFill>
                  <a:prstClr val="black"/>
                </a:solidFill>
              </a:rPr>
              <a:t>Ai-je identifié de nouvelles données de référence créés par mon besoin ? Un propriétaire métier de la donnée est-il identifié ?</a:t>
            </a:r>
          </a:p>
          <a:p>
            <a:pPr marL="228600" indent="-228600">
              <a:lnSpc>
                <a:spcPct val="150000"/>
              </a:lnSpc>
              <a:buFontTx/>
              <a:buAutoNum type="arabicPeriod"/>
            </a:pPr>
            <a:r>
              <a:rPr lang="fr-FR" sz="1000" dirty="0">
                <a:solidFill>
                  <a:prstClr val="black"/>
                </a:solidFill>
              </a:rPr>
              <a:t>Comment ai-je prévu de partager mes données ?</a:t>
            </a:r>
          </a:p>
          <a:p>
            <a:pPr marL="228600" indent="-228600">
              <a:lnSpc>
                <a:spcPct val="150000"/>
              </a:lnSpc>
              <a:buFontTx/>
              <a:buAutoNum type="arabicPeriod"/>
            </a:pPr>
            <a:r>
              <a:rPr lang="fr-FR" sz="1000" dirty="0">
                <a:solidFill>
                  <a:prstClr val="black"/>
                </a:solidFill>
              </a:rPr>
              <a:t>Un processus de correction de la donnée est-il prévu ?</a:t>
            </a:r>
          </a:p>
        </p:txBody>
      </p:sp>
      <p:sp>
        <p:nvSpPr>
          <p:cNvPr id="17" name="ZoneTexte 16">
            <a:extLst>
              <a:ext uri="{FF2B5EF4-FFF2-40B4-BE49-F238E27FC236}">
                <a16:creationId xmlns:a16="http://schemas.microsoft.com/office/drawing/2014/main" id="{0DA84DC9-2786-5D23-F918-099FA3A0CDA3}"/>
              </a:ext>
            </a:extLst>
          </p:cNvPr>
          <p:cNvSpPr txBox="1"/>
          <p:nvPr/>
        </p:nvSpPr>
        <p:spPr>
          <a:xfrm>
            <a:off x="1028760" y="2992145"/>
            <a:ext cx="1557799" cy="369332"/>
          </a:xfrm>
          <a:prstGeom prst="rect">
            <a:avLst/>
          </a:prstGeom>
          <a:noFill/>
        </p:spPr>
        <p:txBody>
          <a:bodyPr wrap="none" rtlCol="0">
            <a:spAutoFit/>
          </a:bodyPr>
          <a:lstStyle/>
          <a:p>
            <a:r>
              <a:rPr lang="fr-FR" b="1" dirty="0"/>
              <a:t>Implications</a:t>
            </a:r>
          </a:p>
        </p:txBody>
      </p:sp>
      <p:sp>
        <p:nvSpPr>
          <p:cNvPr id="18" name="ZoneTexte 17">
            <a:extLst>
              <a:ext uri="{FF2B5EF4-FFF2-40B4-BE49-F238E27FC236}">
                <a16:creationId xmlns:a16="http://schemas.microsoft.com/office/drawing/2014/main" id="{3BFD004C-48A7-7707-54D8-889F569CFBEB}"/>
              </a:ext>
            </a:extLst>
          </p:cNvPr>
          <p:cNvSpPr txBox="1"/>
          <p:nvPr/>
        </p:nvSpPr>
        <p:spPr>
          <a:xfrm>
            <a:off x="1028760" y="4711045"/>
            <a:ext cx="2701381" cy="369332"/>
          </a:xfrm>
          <a:prstGeom prst="rect">
            <a:avLst/>
          </a:prstGeom>
          <a:noFill/>
        </p:spPr>
        <p:txBody>
          <a:bodyPr wrap="none" rtlCol="0">
            <a:spAutoFit/>
          </a:bodyPr>
          <a:lstStyle/>
          <a:p>
            <a:r>
              <a:rPr lang="fr-FR" b="1" dirty="0"/>
              <a:t>Questions à se poser : </a:t>
            </a:r>
          </a:p>
        </p:txBody>
      </p:sp>
    </p:spTree>
    <p:extLst>
      <p:ext uri="{BB962C8B-B14F-4D97-AF65-F5344CB8AC3E}">
        <p14:creationId xmlns:p14="http://schemas.microsoft.com/office/powerpoint/2010/main" val="966542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5E8FFBA-5626-F3DC-50AB-6DC0C9928DFC}"/>
              </a:ext>
            </a:extLst>
          </p:cNvPr>
          <p:cNvSpPr>
            <a:spLocks noGrp="1"/>
          </p:cNvSpPr>
          <p:nvPr>
            <p:ph type="dt" sz="half" idx="10"/>
          </p:nvPr>
        </p:nvSpPr>
        <p:spPr>
          <a:xfrm>
            <a:off x="10274122" y="6489996"/>
            <a:ext cx="718026" cy="215444"/>
          </a:xfrm>
        </p:spPr>
        <p:txBody>
          <a:bodyPr/>
          <a:lstStyle/>
          <a:p>
            <a:r>
              <a:rPr lang="fr-FR"/>
              <a:t>MOIS ANNÉE</a:t>
            </a:r>
          </a:p>
        </p:txBody>
      </p:sp>
      <p:sp>
        <p:nvSpPr>
          <p:cNvPr id="4" name="Espace réservé du numéro de diapositive 3">
            <a:extLst>
              <a:ext uri="{FF2B5EF4-FFF2-40B4-BE49-F238E27FC236}">
                <a16:creationId xmlns:a16="http://schemas.microsoft.com/office/drawing/2014/main" id="{46FA9D84-1EA8-EE1A-E38D-624CF00C985A}"/>
              </a:ext>
            </a:extLst>
          </p:cNvPr>
          <p:cNvSpPr>
            <a:spLocks noGrp="1"/>
          </p:cNvSpPr>
          <p:nvPr>
            <p:ph type="sldNum" sz="quarter" idx="12"/>
          </p:nvPr>
        </p:nvSpPr>
        <p:spPr>
          <a:xfrm>
            <a:off x="10945850" y="6446372"/>
            <a:ext cx="560986" cy="276999"/>
          </a:xfrm>
        </p:spPr>
        <p:txBody>
          <a:bodyPr/>
          <a:lstStyle/>
          <a:p>
            <a:fld id="{CD166EB1-B284-8541-B839-321F682B6B05}" type="slidenum">
              <a:rPr lang="fr-FR" smtClean="0"/>
              <a:pPr/>
              <a:t>11</a:t>
            </a:fld>
            <a:endParaRPr lang="fr-FR"/>
          </a:p>
        </p:txBody>
      </p:sp>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sz="1600" i="1" dirty="0"/>
              <a:t>Principes fondateurs</a:t>
            </a:r>
            <a:r>
              <a:rPr lang="fr-FR" dirty="0"/>
              <a:t> </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49" name="Rectangle 48">
            <a:extLst>
              <a:ext uri="{FF2B5EF4-FFF2-40B4-BE49-F238E27FC236}">
                <a16:creationId xmlns:a16="http://schemas.microsoft.com/office/drawing/2014/main" id="{8C8CD1F0-F30B-232C-19A0-B372502B49F2}"/>
              </a:ext>
            </a:extLst>
          </p:cNvPr>
          <p:cNvSpPr/>
          <p:nvPr/>
        </p:nvSpPr>
        <p:spPr>
          <a:xfrm>
            <a:off x="4345393" y="775794"/>
            <a:ext cx="5945050" cy="546061"/>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b="1" dirty="0">
                <a:solidFill>
                  <a:schemeClr val="tx1"/>
                </a:solidFill>
              </a:rPr>
              <a:t>Générer de la valeur à chaque évolution du SI</a:t>
            </a:r>
          </a:p>
        </p:txBody>
      </p:sp>
      <p:sp>
        <p:nvSpPr>
          <p:cNvPr id="50" name="Rectangle 49">
            <a:extLst>
              <a:ext uri="{FF2B5EF4-FFF2-40B4-BE49-F238E27FC236}">
                <a16:creationId xmlns:a16="http://schemas.microsoft.com/office/drawing/2014/main" id="{F4BA53DD-0DC6-DFA7-5314-7B5845315A15}"/>
              </a:ext>
            </a:extLst>
          </p:cNvPr>
          <p:cNvSpPr/>
          <p:nvPr/>
        </p:nvSpPr>
        <p:spPr>
          <a:xfrm>
            <a:off x="1132381" y="775794"/>
            <a:ext cx="900606" cy="546061"/>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b="1" i="1" dirty="0">
                <a:solidFill>
                  <a:schemeClr val="tx1">
                    <a:lumMod val="95000"/>
                    <a:lumOff val="5000"/>
                  </a:schemeClr>
                </a:solidFill>
              </a:rPr>
              <a:t>PF-7</a:t>
            </a:r>
          </a:p>
        </p:txBody>
      </p:sp>
      <p:sp>
        <p:nvSpPr>
          <p:cNvPr id="51" name="Rectangle 50">
            <a:extLst>
              <a:ext uri="{FF2B5EF4-FFF2-40B4-BE49-F238E27FC236}">
                <a16:creationId xmlns:a16="http://schemas.microsoft.com/office/drawing/2014/main" id="{04C74DD4-9FE4-AD6C-6220-CEC750F03DF2}"/>
              </a:ext>
            </a:extLst>
          </p:cNvPr>
          <p:cNvSpPr/>
          <p:nvPr/>
        </p:nvSpPr>
        <p:spPr>
          <a:xfrm>
            <a:off x="2090465" y="775794"/>
            <a:ext cx="2197450" cy="546061"/>
          </a:xfrm>
          <a:prstGeom prst="rect">
            <a:avLst/>
          </a:prstGeom>
          <a:solidFill>
            <a:srgbClr val="CCCD33">
              <a:alpha val="67059"/>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i="1" dirty="0">
                <a:solidFill>
                  <a:schemeClr val="tx1"/>
                </a:solidFill>
              </a:rPr>
              <a:t>EFFICIENCE</a:t>
            </a:r>
          </a:p>
        </p:txBody>
      </p:sp>
      <p:sp>
        <p:nvSpPr>
          <p:cNvPr id="3" name="Espace réservé du numéro de diapositive 5">
            <a:extLst>
              <a:ext uri="{FF2B5EF4-FFF2-40B4-BE49-F238E27FC236}">
                <a16:creationId xmlns:a16="http://schemas.microsoft.com/office/drawing/2014/main" id="{FA018298-99B0-66EA-2849-F7F4B59ADC9E}"/>
              </a:ext>
            </a:extLst>
          </p:cNvPr>
          <p:cNvSpPr txBox="1">
            <a:spLocks/>
          </p:cNvSpPr>
          <p:nvPr/>
        </p:nvSpPr>
        <p:spPr>
          <a:xfrm>
            <a:off x="7186423" y="6161497"/>
            <a:ext cx="1259160" cy="276999"/>
          </a:xfrm>
          <a:prstGeom prst="rect">
            <a:avLst/>
          </a:prstGeom>
        </p:spPr>
        <p:txBody>
          <a:bodyPr vert="horz" wrap="square" lIns="0" tIns="45720" rIns="0" bIns="45720" rtlCol="0" anchor="ctr">
            <a:spAutoFit/>
          </a:bodyPr>
          <a:lstStyle>
            <a:defPPr>
              <a:defRPr lang="fr-FR"/>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207497C-0FA5-426D-BDED-E5825EF2D54B}" type="slidenum">
              <a:rPr lang="fr-FR" smtClean="0">
                <a:solidFill>
                  <a:prstClr val="white">
                    <a:lumMod val="85000"/>
                  </a:prstClr>
                </a:solidFill>
              </a:rPr>
              <a:pPr/>
              <a:t>11</a:t>
            </a:fld>
            <a:endParaRPr lang="fr-FR">
              <a:solidFill>
                <a:prstClr val="white">
                  <a:lumMod val="85000"/>
                </a:prstClr>
              </a:solidFill>
            </a:endParaRPr>
          </a:p>
        </p:txBody>
      </p:sp>
      <p:sp>
        <p:nvSpPr>
          <p:cNvPr id="5" name="Rectangle 4">
            <a:extLst>
              <a:ext uri="{FF2B5EF4-FFF2-40B4-BE49-F238E27FC236}">
                <a16:creationId xmlns:a16="http://schemas.microsoft.com/office/drawing/2014/main" id="{A681D413-B1CB-0470-3816-DC34CFF5658B}"/>
              </a:ext>
            </a:extLst>
          </p:cNvPr>
          <p:cNvSpPr/>
          <p:nvPr/>
        </p:nvSpPr>
        <p:spPr>
          <a:xfrm>
            <a:off x="1132381" y="1793331"/>
            <a:ext cx="8257491" cy="1152128"/>
          </a:xfrm>
          <a:prstGeom prst="rect">
            <a:avLst/>
          </a:prstGeom>
          <a:solidFill>
            <a:srgbClr val="9BBB59">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Toute action sur le SI, qu’elle soit réalisée dans le cadre d’un besoin métier ou d’une obsolescence technologique, doit être justifiée par une création de valeur (financier, conformité réglementaire, gestion de l’obsolescence technologique, diminution des risques, …). La création de valeur doit être recherchée au niveau global (de l’entreprise) et non uniquement localement.</a:t>
            </a:r>
          </a:p>
        </p:txBody>
      </p:sp>
      <p:sp>
        <p:nvSpPr>
          <p:cNvPr id="6" name="Rectangle 5">
            <a:extLst>
              <a:ext uri="{FF2B5EF4-FFF2-40B4-BE49-F238E27FC236}">
                <a16:creationId xmlns:a16="http://schemas.microsoft.com/office/drawing/2014/main" id="{18A45FA6-226F-2DB0-8257-B1F2C7A0F949}"/>
              </a:ext>
            </a:extLst>
          </p:cNvPr>
          <p:cNvSpPr/>
          <p:nvPr/>
        </p:nvSpPr>
        <p:spPr>
          <a:xfrm>
            <a:off x="1132381" y="3377507"/>
            <a:ext cx="8257491" cy="1296144"/>
          </a:xfrm>
          <a:prstGeom prst="rect">
            <a:avLst/>
          </a:prstGeom>
          <a:solidFill>
            <a:srgbClr val="AF2070">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La prise en compte de chaque besoin doit être challengée au vue de sa valeur, de sa fréquence et de son impact sur les coûts pour écarter les besoins non essentiels.</a:t>
            </a:r>
          </a:p>
          <a:p>
            <a:pPr>
              <a:lnSpc>
                <a:spcPct val="150000"/>
              </a:lnSpc>
            </a:pPr>
            <a:r>
              <a:rPr lang="fr-FR" sz="900" dirty="0">
                <a:solidFill>
                  <a:schemeClr val="tx1"/>
                </a:solidFill>
                <a:highlight>
                  <a:srgbClr val="FFFF00"/>
                </a:highlight>
              </a:rPr>
              <a:t>Tout projet doit </a:t>
            </a:r>
            <a:r>
              <a:rPr lang="fr-FR" sz="900" dirty="0" err="1">
                <a:solidFill>
                  <a:schemeClr val="tx1"/>
                </a:solidFill>
                <a:highlight>
                  <a:srgbClr val="FFFF00"/>
                </a:highlight>
              </a:rPr>
              <a:t>etre</a:t>
            </a:r>
            <a:r>
              <a:rPr lang="fr-FR" sz="900" dirty="0">
                <a:solidFill>
                  <a:schemeClr val="tx1"/>
                </a:solidFill>
                <a:highlight>
                  <a:srgbClr val="FFFF00"/>
                </a:highlight>
              </a:rPr>
              <a:t> engage </a:t>
            </a:r>
          </a:p>
          <a:p>
            <a:pPr>
              <a:lnSpc>
                <a:spcPct val="150000"/>
              </a:lnSpc>
            </a:pPr>
            <a:r>
              <a:rPr lang="fr-FR" sz="900" dirty="0">
                <a:solidFill>
                  <a:schemeClr val="tx1"/>
                </a:solidFill>
                <a:highlight>
                  <a:srgbClr val="FFFF00"/>
                </a:highlight>
              </a:rPr>
              <a:t>Un dossier d’architecture  est réalisé pour chaque projet</a:t>
            </a:r>
          </a:p>
          <a:p>
            <a:pPr>
              <a:lnSpc>
                <a:spcPct val="150000"/>
              </a:lnSpc>
            </a:pPr>
            <a:r>
              <a:rPr lang="fr-FR" sz="900" dirty="0">
                <a:solidFill>
                  <a:schemeClr val="tx1"/>
                </a:solidFill>
                <a:highlight>
                  <a:srgbClr val="FFFF00"/>
                </a:highlight>
              </a:rPr>
              <a:t>La diversité technique est contrôlée afin de réduire la complexité.  // nouvelle </a:t>
            </a:r>
            <a:r>
              <a:rPr lang="fr-FR" sz="900" dirty="0" err="1">
                <a:solidFill>
                  <a:schemeClr val="tx1"/>
                </a:solidFill>
                <a:highlight>
                  <a:srgbClr val="FFFF00"/>
                </a:highlight>
              </a:rPr>
              <a:t>techn</a:t>
            </a:r>
            <a:r>
              <a:rPr lang="fr-FR" sz="900" dirty="0">
                <a:solidFill>
                  <a:schemeClr val="tx1"/>
                </a:solidFill>
                <a:highlight>
                  <a:srgbClr val="FFFF00"/>
                </a:highlight>
              </a:rPr>
              <a:t> maitrisée et validée par les </a:t>
            </a:r>
            <a:r>
              <a:rPr lang="fr-FR" sz="900" dirty="0" err="1">
                <a:solidFill>
                  <a:schemeClr val="tx1"/>
                </a:solidFill>
                <a:highlight>
                  <a:srgbClr val="FFFF00"/>
                </a:highlight>
              </a:rPr>
              <a:t>arch</a:t>
            </a:r>
            <a:endParaRPr lang="fr-FR" sz="900" dirty="0">
              <a:solidFill>
                <a:schemeClr val="tx1"/>
              </a:solidFill>
              <a:highlight>
                <a:srgbClr val="FFFF00"/>
              </a:highlight>
            </a:endParaRPr>
          </a:p>
          <a:p>
            <a:pPr>
              <a:lnSpc>
                <a:spcPct val="150000"/>
              </a:lnSpc>
            </a:pPr>
            <a:r>
              <a:rPr lang="fr-FR" sz="900" dirty="0">
                <a:solidFill>
                  <a:schemeClr val="tx1"/>
                </a:solidFill>
                <a:highlight>
                  <a:srgbClr val="FFFF00"/>
                </a:highlight>
              </a:rPr>
              <a:t>Accroitre notre vélocité (stratégie DSI)</a:t>
            </a:r>
          </a:p>
          <a:p>
            <a:pPr>
              <a:lnSpc>
                <a:spcPct val="150000"/>
              </a:lnSpc>
            </a:pPr>
            <a:r>
              <a:rPr lang="fr-FR" sz="900" dirty="0">
                <a:solidFill>
                  <a:schemeClr val="tx1"/>
                </a:solidFill>
                <a:highlight>
                  <a:srgbClr val="FFFF00"/>
                </a:highlight>
              </a:rPr>
              <a:t>Innovation</a:t>
            </a:r>
          </a:p>
          <a:p>
            <a:pPr>
              <a:lnSpc>
                <a:spcPct val="150000"/>
              </a:lnSpc>
            </a:pPr>
            <a:r>
              <a:rPr lang="fr-FR" sz="900" dirty="0">
                <a:solidFill>
                  <a:schemeClr val="tx1"/>
                </a:solidFill>
                <a:highlight>
                  <a:srgbClr val="FFFF00"/>
                </a:highlight>
              </a:rPr>
              <a:t>Green IT</a:t>
            </a:r>
          </a:p>
          <a:p>
            <a:pPr>
              <a:lnSpc>
                <a:spcPct val="150000"/>
              </a:lnSpc>
            </a:pPr>
            <a:endParaRPr lang="fr-FR" sz="900" dirty="0">
              <a:solidFill>
                <a:schemeClr val="tx1"/>
              </a:solidFill>
            </a:endParaRPr>
          </a:p>
        </p:txBody>
      </p:sp>
      <p:sp>
        <p:nvSpPr>
          <p:cNvPr id="7" name="Rectangle 6">
            <a:extLst>
              <a:ext uri="{FF2B5EF4-FFF2-40B4-BE49-F238E27FC236}">
                <a16:creationId xmlns:a16="http://schemas.microsoft.com/office/drawing/2014/main" id="{D3D0F06C-5315-9883-5CDA-1E0698DFD9E7}"/>
              </a:ext>
            </a:extLst>
          </p:cNvPr>
          <p:cNvSpPr/>
          <p:nvPr/>
        </p:nvSpPr>
        <p:spPr>
          <a:xfrm>
            <a:off x="1132381" y="5105699"/>
            <a:ext cx="8257491" cy="1224136"/>
          </a:xfrm>
          <a:prstGeom prst="rect">
            <a:avLst/>
          </a:prstGeom>
          <a:solidFill>
            <a:srgbClr val="31859C">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marL="228600" indent="-228600">
              <a:lnSpc>
                <a:spcPct val="150000"/>
              </a:lnSpc>
              <a:buFontTx/>
              <a:buAutoNum type="arabicPeriod"/>
            </a:pPr>
            <a:r>
              <a:rPr lang="fr-FR" sz="1000" dirty="0">
                <a:solidFill>
                  <a:prstClr val="black"/>
                </a:solidFill>
              </a:rPr>
              <a:t>L’ensemble des coûts de mon projet sont-ils justifiés ? </a:t>
            </a:r>
          </a:p>
          <a:p>
            <a:pPr marL="228600" indent="-228600">
              <a:lnSpc>
                <a:spcPct val="150000"/>
              </a:lnSpc>
              <a:buFontTx/>
              <a:buAutoNum type="arabicPeriod"/>
            </a:pPr>
            <a:r>
              <a:rPr lang="fr-FR" sz="1000" dirty="0">
                <a:solidFill>
                  <a:prstClr val="black"/>
                </a:solidFill>
              </a:rPr>
              <a:t>Tous les besoins sont-ils essentiels et fondamentaux ?</a:t>
            </a:r>
          </a:p>
        </p:txBody>
      </p:sp>
      <p:sp>
        <p:nvSpPr>
          <p:cNvPr id="8" name="ZoneTexte 7">
            <a:extLst>
              <a:ext uri="{FF2B5EF4-FFF2-40B4-BE49-F238E27FC236}">
                <a16:creationId xmlns:a16="http://schemas.microsoft.com/office/drawing/2014/main" id="{0F40CF79-E5A6-5BFA-A971-B2B6AEBDA6B2}"/>
              </a:ext>
            </a:extLst>
          </p:cNvPr>
          <p:cNvSpPr txBox="1"/>
          <p:nvPr/>
        </p:nvSpPr>
        <p:spPr>
          <a:xfrm>
            <a:off x="1028759" y="1423999"/>
            <a:ext cx="2528256" cy="369332"/>
          </a:xfrm>
          <a:prstGeom prst="rect">
            <a:avLst/>
          </a:prstGeom>
          <a:noFill/>
        </p:spPr>
        <p:txBody>
          <a:bodyPr wrap="none" rtlCol="0">
            <a:spAutoFit/>
          </a:bodyPr>
          <a:lstStyle/>
          <a:p>
            <a:r>
              <a:rPr lang="fr-FR" b="1" dirty="0"/>
              <a:t>Description détaillée</a:t>
            </a:r>
          </a:p>
        </p:txBody>
      </p:sp>
      <p:sp>
        <p:nvSpPr>
          <p:cNvPr id="10" name="ZoneTexte 9">
            <a:extLst>
              <a:ext uri="{FF2B5EF4-FFF2-40B4-BE49-F238E27FC236}">
                <a16:creationId xmlns:a16="http://schemas.microsoft.com/office/drawing/2014/main" id="{409B957F-BC30-5390-F905-955A162031A0}"/>
              </a:ext>
            </a:extLst>
          </p:cNvPr>
          <p:cNvSpPr txBox="1"/>
          <p:nvPr/>
        </p:nvSpPr>
        <p:spPr>
          <a:xfrm>
            <a:off x="1028760" y="3017467"/>
            <a:ext cx="1557799" cy="369332"/>
          </a:xfrm>
          <a:prstGeom prst="rect">
            <a:avLst/>
          </a:prstGeom>
          <a:noFill/>
        </p:spPr>
        <p:txBody>
          <a:bodyPr wrap="none" rtlCol="0">
            <a:spAutoFit/>
          </a:bodyPr>
          <a:lstStyle/>
          <a:p>
            <a:r>
              <a:rPr lang="fr-FR" b="1" dirty="0"/>
              <a:t>Implications</a:t>
            </a:r>
          </a:p>
        </p:txBody>
      </p:sp>
      <p:sp>
        <p:nvSpPr>
          <p:cNvPr id="11" name="ZoneTexte 10">
            <a:extLst>
              <a:ext uri="{FF2B5EF4-FFF2-40B4-BE49-F238E27FC236}">
                <a16:creationId xmlns:a16="http://schemas.microsoft.com/office/drawing/2014/main" id="{F4CA769E-8F49-D931-8400-1DC58C13C46F}"/>
              </a:ext>
            </a:extLst>
          </p:cNvPr>
          <p:cNvSpPr txBox="1"/>
          <p:nvPr/>
        </p:nvSpPr>
        <p:spPr>
          <a:xfrm>
            <a:off x="1028760" y="4736367"/>
            <a:ext cx="2701381" cy="369332"/>
          </a:xfrm>
          <a:prstGeom prst="rect">
            <a:avLst/>
          </a:prstGeom>
          <a:noFill/>
        </p:spPr>
        <p:txBody>
          <a:bodyPr wrap="none" rtlCol="0">
            <a:spAutoFit/>
          </a:bodyPr>
          <a:lstStyle/>
          <a:p>
            <a:r>
              <a:rPr lang="fr-FR" b="1" dirty="0"/>
              <a:t>Questions à se poser : </a:t>
            </a:r>
          </a:p>
        </p:txBody>
      </p:sp>
    </p:spTree>
    <p:extLst>
      <p:ext uri="{BB962C8B-B14F-4D97-AF65-F5344CB8AC3E}">
        <p14:creationId xmlns:p14="http://schemas.microsoft.com/office/powerpoint/2010/main" val="2699964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46FA9D84-1EA8-EE1A-E38D-624CF00C985A}"/>
              </a:ext>
            </a:extLst>
          </p:cNvPr>
          <p:cNvSpPr>
            <a:spLocks noGrp="1"/>
          </p:cNvSpPr>
          <p:nvPr>
            <p:ph type="sldNum" sz="quarter" idx="12"/>
          </p:nvPr>
        </p:nvSpPr>
        <p:spPr>
          <a:xfrm>
            <a:off x="10945850" y="6446372"/>
            <a:ext cx="560986" cy="276999"/>
          </a:xfrm>
        </p:spPr>
        <p:txBody>
          <a:bodyPr/>
          <a:lstStyle/>
          <a:p>
            <a:fld id="{CD166EB1-B284-8541-B839-321F682B6B05}" type="slidenum">
              <a:rPr lang="fr-FR" smtClean="0"/>
              <a:pPr/>
              <a:t>12</a:t>
            </a:fld>
            <a:endParaRPr lang="fr-FR"/>
          </a:p>
        </p:txBody>
      </p:sp>
      <p:grpSp>
        <p:nvGrpSpPr>
          <p:cNvPr id="44" name="Groupe 43">
            <a:extLst>
              <a:ext uri="{FF2B5EF4-FFF2-40B4-BE49-F238E27FC236}">
                <a16:creationId xmlns:a16="http://schemas.microsoft.com/office/drawing/2014/main" id="{C069D833-42DB-D1B0-A0EB-EEEF14B332BF}"/>
              </a:ext>
            </a:extLst>
          </p:cNvPr>
          <p:cNvGrpSpPr/>
          <p:nvPr/>
        </p:nvGrpSpPr>
        <p:grpSpPr>
          <a:xfrm>
            <a:off x="12460278" y="0"/>
            <a:ext cx="2514976" cy="3533130"/>
            <a:chOff x="12452308" y="5131"/>
            <a:chExt cx="2514976" cy="3533130"/>
          </a:xfrm>
        </p:grpSpPr>
        <p:sp>
          <p:nvSpPr>
            <p:cNvPr id="45" name="ZoneTexte 44">
              <a:extLst>
                <a:ext uri="{FF2B5EF4-FFF2-40B4-BE49-F238E27FC236}">
                  <a16:creationId xmlns:a16="http://schemas.microsoft.com/office/drawing/2014/main" id="{BEFA2253-2A28-7E01-3257-9CB4BF6EC12F}"/>
                </a:ext>
              </a:extLst>
            </p:cNvPr>
            <p:cNvSpPr txBox="1"/>
            <p:nvPr userDrawn="1"/>
          </p:nvSpPr>
          <p:spPr>
            <a:xfrm>
              <a:off x="12452308" y="5131"/>
              <a:ext cx="2514976" cy="3533130"/>
            </a:xfrm>
            <a:prstGeom prst="rect">
              <a:avLst/>
            </a:prstGeom>
            <a:solidFill>
              <a:schemeClr val="bg1"/>
            </a:solidFill>
          </p:spPr>
          <p:txBody>
            <a:bodyPr wrap="square" lIns="180000" tIns="1080000" rIns="72000" bIns="72000" rtlCol="0">
              <a:spAutoFit/>
            </a:bodyPr>
            <a:lstStyle/>
            <a:p>
              <a:r>
                <a:rPr lang="fr-FR" sz="2400" kern="1200" dirty="0">
                  <a:solidFill>
                    <a:schemeClr val="accent3"/>
                  </a:solidFill>
                  <a:effectLst/>
                  <a:latin typeface="+mj-lt"/>
                  <a:ea typeface="+mn-ea"/>
                  <a:cs typeface="+mn-cs"/>
                </a:rPr>
                <a:t>ASTUCE</a:t>
              </a:r>
            </a:p>
            <a:p>
              <a:endParaRPr lang="fr-FR" sz="2400" kern="1200" dirty="0">
                <a:solidFill>
                  <a:schemeClr val="accent3"/>
                </a:solidFill>
                <a:effectLst/>
                <a:latin typeface="+mj-lt"/>
                <a:ea typeface="+mn-ea"/>
                <a:cs typeface="+mn-cs"/>
              </a:endParaRPr>
            </a:p>
            <a:p>
              <a:r>
                <a:rPr lang="fr-FR" sz="1800" b="1" u="sng" kern="1200" dirty="0">
                  <a:solidFill>
                    <a:schemeClr val="tx1"/>
                  </a:solidFill>
                  <a:effectLst/>
                  <a:latin typeface="+mn-lt"/>
                  <a:ea typeface="+mn-ea"/>
                  <a:cs typeface="+mn-cs"/>
                </a:rPr>
                <a:t>Pour personnaliser</a:t>
              </a:r>
            </a:p>
            <a:p>
              <a:r>
                <a:rPr lang="fr-FR" sz="1800" b="1" u="sng" kern="1200" dirty="0">
                  <a:solidFill>
                    <a:schemeClr val="tx1"/>
                  </a:solidFill>
                  <a:effectLst/>
                  <a:latin typeface="+mn-lt"/>
                  <a:ea typeface="+mn-ea"/>
                  <a:cs typeface="+mn-cs"/>
                </a:rPr>
                <a:t>votre timeline</a:t>
              </a:r>
              <a:br>
                <a:rPr lang="fr-FR" sz="1400" kern="1200" dirty="0">
                  <a:solidFill>
                    <a:schemeClr val="tx1"/>
                  </a:solidFill>
                  <a:effectLst/>
                  <a:latin typeface="+mn-lt"/>
                  <a:ea typeface="+mn-ea"/>
                  <a:cs typeface="+mn-cs"/>
                </a:rPr>
              </a:br>
              <a:endParaRPr lang="fr-FR" sz="1400" kern="1200" dirty="0">
                <a:solidFill>
                  <a:schemeClr val="tx1"/>
                </a:solidFill>
                <a:effectLst/>
                <a:latin typeface="+mn-lt"/>
                <a:ea typeface="+mn-ea"/>
                <a:cs typeface="+mn-cs"/>
              </a:endParaRPr>
            </a:p>
            <a:p>
              <a:r>
                <a:rPr lang="fr-FR" sz="1400" dirty="0"/>
                <a:t>Inspirez-vous de celle existante. Modifiez les pictogrammes, leur couleur, les ronds, le texte…</a:t>
              </a:r>
              <a:endParaRPr lang="fr-FR" sz="1400" kern="1200" dirty="0">
                <a:solidFill>
                  <a:schemeClr val="tx1"/>
                </a:solidFill>
                <a:effectLst/>
                <a:latin typeface="+mn-lt"/>
                <a:ea typeface="+mn-ea"/>
                <a:cs typeface="+mn-cs"/>
              </a:endParaRPr>
            </a:p>
          </p:txBody>
        </p:sp>
        <p:pic>
          <p:nvPicPr>
            <p:cNvPr id="46" name="Graphique 45">
              <a:extLst>
                <a:ext uri="{FF2B5EF4-FFF2-40B4-BE49-F238E27FC236}">
                  <a16:creationId xmlns:a16="http://schemas.microsoft.com/office/drawing/2014/main" id="{FDF0D932-43F4-823D-87E5-80F679507A1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612730" y="160073"/>
              <a:ext cx="827999" cy="827999"/>
            </a:xfrm>
            <a:prstGeom prst="rect">
              <a:avLst/>
            </a:prstGeom>
          </p:spPr>
        </p:pic>
      </p:grpSp>
      <p:sp>
        <p:nvSpPr>
          <p:cNvPr id="47" name="Espace réservé du texte 45">
            <a:extLst>
              <a:ext uri="{FF2B5EF4-FFF2-40B4-BE49-F238E27FC236}">
                <a16:creationId xmlns:a16="http://schemas.microsoft.com/office/drawing/2014/main" id="{00E20110-00FA-754C-107C-9C6A936E0DEA}"/>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r>
              <a:rPr lang="fr-FR" sz="1600" i="1" dirty="0"/>
              <a:t>Principes fondateurs</a:t>
            </a:r>
            <a:r>
              <a:rPr lang="fr-FR" dirty="0"/>
              <a:t> </a:t>
            </a:r>
          </a:p>
        </p:txBody>
      </p:sp>
      <p:sp>
        <p:nvSpPr>
          <p:cNvPr id="48" name="Espace réservé du texte 45">
            <a:extLst>
              <a:ext uri="{FF2B5EF4-FFF2-40B4-BE49-F238E27FC236}">
                <a16:creationId xmlns:a16="http://schemas.microsoft.com/office/drawing/2014/main" id="{5C64C573-9F8B-ADFD-5560-838076C19E2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49" name="Rectangle 48">
            <a:extLst>
              <a:ext uri="{FF2B5EF4-FFF2-40B4-BE49-F238E27FC236}">
                <a16:creationId xmlns:a16="http://schemas.microsoft.com/office/drawing/2014/main" id="{8C8CD1F0-F30B-232C-19A0-B372502B49F2}"/>
              </a:ext>
            </a:extLst>
          </p:cNvPr>
          <p:cNvSpPr/>
          <p:nvPr/>
        </p:nvSpPr>
        <p:spPr>
          <a:xfrm>
            <a:off x="4345393" y="775794"/>
            <a:ext cx="5945050" cy="546061"/>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r>
              <a:rPr lang="fr-FR" b="1" dirty="0">
                <a:solidFill>
                  <a:schemeClr val="tx1"/>
                </a:solidFill>
              </a:rPr>
              <a:t>Faire simple</a:t>
            </a:r>
          </a:p>
        </p:txBody>
      </p:sp>
      <p:sp>
        <p:nvSpPr>
          <p:cNvPr id="50" name="Rectangle 49">
            <a:extLst>
              <a:ext uri="{FF2B5EF4-FFF2-40B4-BE49-F238E27FC236}">
                <a16:creationId xmlns:a16="http://schemas.microsoft.com/office/drawing/2014/main" id="{F4BA53DD-0DC6-DFA7-5314-7B5845315A15}"/>
              </a:ext>
            </a:extLst>
          </p:cNvPr>
          <p:cNvSpPr/>
          <p:nvPr/>
        </p:nvSpPr>
        <p:spPr>
          <a:xfrm>
            <a:off x="1132381" y="775794"/>
            <a:ext cx="900606" cy="546061"/>
          </a:xfrm>
          <a:prstGeom prst="rect">
            <a:avLst/>
          </a:prstGeom>
          <a:solidFill>
            <a:schemeClr val="accent4"/>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b="1" i="1" dirty="0">
                <a:solidFill>
                  <a:schemeClr val="tx1">
                    <a:lumMod val="95000"/>
                    <a:lumOff val="5000"/>
                  </a:schemeClr>
                </a:solidFill>
              </a:rPr>
              <a:t>PF-8</a:t>
            </a:r>
          </a:p>
        </p:txBody>
      </p:sp>
      <p:sp>
        <p:nvSpPr>
          <p:cNvPr id="51" name="Rectangle 50">
            <a:extLst>
              <a:ext uri="{FF2B5EF4-FFF2-40B4-BE49-F238E27FC236}">
                <a16:creationId xmlns:a16="http://schemas.microsoft.com/office/drawing/2014/main" id="{04C74DD4-9FE4-AD6C-6220-CEC750F03DF2}"/>
              </a:ext>
            </a:extLst>
          </p:cNvPr>
          <p:cNvSpPr/>
          <p:nvPr/>
        </p:nvSpPr>
        <p:spPr>
          <a:xfrm>
            <a:off x="2090465" y="775794"/>
            <a:ext cx="2197450" cy="546061"/>
          </a:xfrm>
          <a:prstGeom prst="rect">
            <a:avLst/>
          </a:prstGeom>
          <a:solidFill>
            <a:srgbClr val="CCCD33">
              <a:alpha val="67059"/>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i="1" dirty="0">
                <a:solidFill>
                  <a:schemeClr val="tx1"/>
                </a:solidFill>
              </a:rPr>
              <a:t>SIMPLICITE</a:t>
            </a:r>
          </a:p>
        </p:txBody>
      </p:sp>
      <p:sp>
        <p:nvSpPr>
          <p:cNvPr id="9" name="Espace réservé du numéro de diapositive 5">
            <a:extLst>
              <a:ext uri="{FF2B5EF4-FFF2-40B4-BE49-F238E27FC236}">
                <a16:creationId xmlns:a16="http://schemas.microsoft.com/office/drawing/2014/main" id="{04C01727-1BC1-10A5-D200-2974A408CE8E}"/>
              </a:ext>
            </a:extLst>
          </p:cNvPr>
          <p:cNvSpPr txBox="1">
            <a:spLocks/>
          </p:cNvSpPr>
          <p:nvPr/>
        </p:nvSpPr>
        <p:spPr>
          <a:xfrm>
            <a:off x="7186423" y="6169373"/>
            <a:ext cx="1259160" cy="276999"/>
          </a:xfrm>
          <a:prstGeom prst="rect">
            <a:avLst/>
          </a:prstGeom>
        </p:spPr>
        <p:txBody>
          <a:bodyPr vert="horz" wrap="square" lIns="0" tIns="45720" rIns="0" bIns="45720" rtlCol="0" anchor="ctr">
            <a:spAutoFit/>
          </a:bodyPr>
          <a:lstStyle>
            <a:defPPr>
              <a:defRPr lang="fr-FR"/>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207497C-0FA5-426D-BDED-E5825EF2D54B}" type="slidenum">
              <a:rPr lang="fr-FR" smtClean="0">
                <a:solidFill>
                  <a:prstClr val="white">
                    <a:lumMod val="85000"/>
                  </a:prstClr>
                </a:solidFill>
              </a:rPr>
              <a:pPr/>
              <a:t>12</a:t>
            </a:fld>
            <a:endParaRPr lang="fr-FR">
              <a:solidFill>
                <a:prstClr val="white">
                  <a:lumMod val="85000"/>
                </a:prstClr>
              </a:solidFill>
            </a:endParaRPr>
          </a:p>
        </p:txBody>
      </p:sp>
      <p:sp>
        <p:nvSpPr>
          <p:cNvPr id="12" name="Rectangle 11">
            <a:extLst>
              <a:ext uri="{FF2B5EF4-FFF2-40B4-BE49-F238E27FC236}">
                <a16:creationId xmlns:a16="http://schemas.microsoft.com/office/drawing/2014/main" id="{200E47C1-47C8-C746-C8BD-9E80084320CF}"/>
              </a:ext>
            </a:extLst>
          </p:cNvPr>
          <p:cNvSpPr/>
          <p:nvPr/>
        </p:nvSpPr>
        <p:spPr>
          <a:xfrm>
            <a:off x="1132381" y="1801206"/>
            <a:ext cx="8257491" cy="1584175"/>
          </a:xfrm>
          <a:prstGeom prst="rect">
            <a:avLst/>
          </a:prstGeom>
          <a:solidFill>
            <a:srgbClr val="9BBB59">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b="1" dirty="0">
                <a:solidFill>
                  <a:schemeClr val="tx1"/>
                </a:solidFill>
              </a:rPr>
              <a:t>Vu de l’utilisateur</a:t>
            </a:r>
            <a:r>
              <a:rPr lang="fr-FR" sz="900" dirty="0">
                <a:solidFill>
                  <a:schemeClr val="tx1"/>
                </a:solidFill>
              </a:rPr>
              <a:t>, la simplicité d’usage  doit être recherchée dans toutes évolutions du SI.</a:t>
            </a:r>
          </a:p>
          <a:p>
            <a:pPr>
              <a:lnSpc>
                <a:spcPct val="150000"/>
              </a:lnSpc>
            </a:pPr>
            <a:r>
              <a:rPr lang="fr-FR" sz="900" b="1" dirty="0">
                <a:solidFill>
                  <a:schemeClr val="tx1"/>
                </a:solidFill>
              </a:rPr>
              <a:t>Vu du SI</a:t>
            </a:r>
            <a:r>
              <a:rPr lang="fr-FR" sz="900" dirty="0">
                <a:solidFill>
                  <a:schemeClr val="tx1"/>
                </a:solidFill>
              </a:rPr>
              <a:t>, tout besoin d’évolution doit chercher à mettre en œuvre les solutions les plus simples possibles.</a:t>
            </a:r>
          </a:p>
          <a:p>
            <a:pPr>
              <a:lnSpc>
                <a:spcPct val="150000"/>
              </a:lnSpc>
            </a:pPr>
            <a:r>
              <a:rPr lang="fr-FR" sz="900" dirty="0">
                <a:solidFill>
                  <a:schemeClr val="tx1"/>
                </a:solidFill>
              </a:rPr>
              <a:t>Le principe de simplicité est un regard au niveau local et global une fois que toutes les problématiques sont traitées : </a:t>
            </a:r>
          </a:p>
          <a:p>
            <a:pPr marL="171450" indent="-171450">
              <a:lnSpc>
                <a:spcPct val="150000"/>
              </a:lnSpc>
              <a:buFont typeface="Arial" panose="020B0604020202020204" pitchFamily="34" charset="0"/>
              <a:buChar char="•"/>
            </a:pPr>
            <a:r>
              <a:rPr lang="fr-FR" sz="900" dirty="0">
                <a:solidFill>
                  <a:schemeClr val="tx1"/>
                </a:solidFill>
              </a:rPr>
              <a:t>Au niveau local : pour mon projet, ai-je pensé simple à tous les niveaux (</a:t>
            </a:r>
            <a:r>
              <a:rPr lang="fr-FR" sz="900" dirty="0" err="1">
                <a:solidFill>
                  <a:schemeClr val="tx1"/>
                </a:solidFill>
              </a:rPr>
              <a:t>process</a:t>
            </a:r>
            <a:r>
              <a:rPr lang="fr-FR" sz="900" dirty="0">
                <a:solidFill>
                  <a:schemeClr val="tx1"/>
                </a:solidFill>
              </a:rPr>
              <a:t>, fonction, applicatif, technique) ?</a:t>
            </a:r>
          </a:p>
          <a:p>
            <a:pPr marL="171450" indent="-171450">
              <a:lnSpc>
                <a:spcPct val="150000"/>
              </a:lnSpc>
              <a:buFont typeface="Arial" panose="020B0604020202020204" pitchFamily="34" charset="0"/>
              <a:buChar char="•"/>
            </a:pPr>
            <a:r>
              <a:rPr lang="fr-FR" sz="900" dirty="0">
                <a:solidFill>
                  <a:schemeClr val="tx1"/>
                </a:solidFill>
              </a:rPr>
              <a:t>Au niveau global : pour l’entreprise, ai-je une cohérence et une simplicité ?</a:t>
            </a:r>
          </a:p>
          <a:p>
            <a:pPr marL="171450" indent="-171450">
              <a:lnSpc>
                <a:spcPct val="150000"/>
              </a:lnSpc>
              <a:buFont typeface="Arial" panose="020B0604020202020204" pitchFamily="34" charset="0"/>
              <a:buChar char="•"/>
            </a:pPr>
            <a:r>
              <a:rPr lang="fr-FR" sz="900" dirty="0">
                <a:solidFill>
                  <a:schemeClr val="tx1"/>
                </a:solidFill>
                <a:highlight>
                  <a:srgbClr val="FFFF00"/>
                </a:highlight>
              </a:rPr>
              <a:t>La solution SAAS doit être privilégiée lorsque ce sont des solutions du marché éprouvée et non cœur de métier </a:t>
            </a:r>
          </a:p>
          <a:p>
            <a:pPr marL="171450" indent="-171450">
              <a:lnSpc>
                <a:spcPct val="150000"/>
              </a:lnSpc>
              <a:buFont typeface="Arial" panose="020B0604020202020204" pitchFamily="34" charset="0"/>
              <a:buChar char="•"/>
            </a:pPr>
            <a:endParaRPr lang="fr-FR" sz="900" dirty="0">
              <a:solidFill>
                <a:schemeClr val="tx1"/>
              </a:solidFill>
            </a:endParaRPr>
          </a:p>
        </p:txBody>
      </p:sp>
      <p:sp>
        <p:nvSpPr>
          <p:cNvPr id="13" name="Rectangle 12">
            <a:extLst>
              <a:ext uri="{FF2B5EF4-FFF2-40B4-BE49-F238E27FC236}">
                <a16:creationId xmlns:a16="http://schemas.microsoft.com/office/drawing/2014/main" id="{68BFAED5-F9D7-C174-5ED4-127EB7A9BFB2}"/>
              </a:ext>
            </a:extLst>
          </p:cNvPr>
          <p:cNvSpPr/>
          <p:nvPr/>
        </p:nvSpPr>
        <p:spPr>
          <a:xfrm>
            <a:off x="1132381" y="3385383"/>
            <a:ext cx="8257491" cy="1296144"/>
          </a:xfrm>
          <a:prstGeom prst="rect">
            <a:avLst/>
          </a:prstGeom>
          <a:solidFill>
            <a:srgbClr val="AF2070">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a:lnSpc>
                <a:spcPct val="150000"/>
              </a:lnSpc>
            </a:pPr>
            <a:r>
              <a:rPr lang="fr-FR" sz="900" dirty="0">
                <a:solidFill>
                  <a:schemeClr val="tx1"/>
                </a:solidFill>
              </a:rPr>
              <a:t>La simplification d’usage  se pense dès les études amont dans la </a:t>
            </a:r>
            <a:r>
              <a:rPr lang="fr-FR" sz="900" dirty="0" err="1">
                <a:solidFill>
                  <a:schemeClr val="tx1"/>
                </a:solidFill>
              </a:rPr>
              <a:t>co</a:t>
            </a:r>
            <a:r>
              <a:rPr lang="fr-FR" sz="900" dirty="0">
                <a:solidFill>
                  <a:schemeClr val="tx1"/>
                </a:solidFill>
              </a:rPr>
              <a:t>-construction des usages avec les Domaines Métier ; les actions de simplification doivent être décrites et relayées jusqu’à mise en exploitation.</a:t>
            </a:r>
          </a:p>
          <a:p>
            <a:pPr>
              <a:lnSpc>
                <a:spcPct val="150000"/>
              </a:lnSpc>
            </a:pPr>
            <a:r>
              <a:rPr lang="fr-FR" sz="900" dirty="0">
                <a:solidFill>
                  <a:schemeClr val="tx1"/>
                </a:solidFill>
              </a:rPr>
              <a:t>Pour chaque besoin, la solution la plus simple doit être recherchée tout en couvrant les exigences et en respectant les principes d’Architecture SI.</a:t>
            </a:r>
          </a:p>
          <a:p>
            <a:pPr>
              <a:lnSpc>
                <a:spcPct val="150000"/>
              </a:lnSpc>
            </a:pPr>
            <a:r>
              <a:rPr lang="fr-FR" sz="900" dirty="0">
                <a:solidFill>
                  <a:schemeClr val="tx1"/>
                </a:solidFill>
              </a:rPr>
              <a:t>La simplicité doit être un critère de choix s’il y a débat entre plusieurs scénarios</a:t>
            </a:r>
          </a:p>
          <a:p>
            <a:pPr>
              <a:lnSpc>
                <a:spcPct val="150000"/>
              </a:lnSpc>
            </a:pPr>
            <a:r>
              <a:rPr lang="fr-FR" sz="900" dirty="0">
                <a:solidFill>
                  <a:schemeClr val="tx1"/>
                </a:solidFill>
                <a:highlight>
                  <a:srgbClr val="FFFF00"/>
                </a:highlight>
              </a:rPr>
              <a:t>Les interfaces utilisateurs seront simples et intuitives</a:t>
            </a:r>
          </a:p>
        </p:txBody>
      </p:sp>
      <p:sp>
        <p:nvSpPr>
          <p:cNvPr id="14" name="Rectangle 13">
            <a:extLst>
              <a:ext uri="{FF2B5EF4-FFF2-40B4-BE49-F238E27FC236}">
                <a16:creationId xmlns:a16="http://schemas.microsoft.com/office/drawing/2014/main" id="{0B8F91B8-A074-C6EE-687F-5FEA296174CC}"/>
              </a:ext>
            </a:extLst>
          </p:cNvPr>
          <p:cNvSpPr/>
          <p:nvPr/>
        </p:nvSpPr>
        <p:spPr>
          <a:xfrm>
            <a:off x="1132381" y="5113575"/>
            <a:ext cx="8257491" cy="1224136"/>
          </a:xfrm>
          <a:prstGeom prst="rect">
            <a:avLst/>
          </a:prstGeom>
          <a:solidFill>
            <a:srgbClr val="31859C">
              <a:alpha val="40000"/>
            </a:srgb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45720" rIns="36000" bIns="45720" numCol="1" spcCol="0" rtlCol="0" fromWordArt="0" anchor="t" anchorCtr="0" forceAA="0" compatLnSpc="1">
            <a:prstTxWarp prst="textNoShape">
              <a:avLst/>
            </a:prstTxWarp>
            <a:noAutofit/>
          </a:bodyPr>
          <a:lstStyle/>
          <a:p>
            <a:pPr marL="228600" indent="-228600">
              <a:lnSpc>
                <a:spcPct val="150000"/>
              </a:lnSpc>
              <a:buFontTx/>
              <a:buAutoNum type="arabicPeriod"/>
            </a:pPr>
            <a:r>
              <a:rPr lang="fr-FR" sz="1000" dirty="0">
                <a:solidFill>
                  <a:prstClr val="black"/>
                </a:solidFill>
              </a:rPr>
              <a:t>Vu de l’utilisateur : est-ce simple à utiliser ?</a:t>
            </a:r>
          </a:p>
          <a:p>
            <a:pPr marL="228600" indent="-228600">
              <a:lnSpc>
                <a:spcPct val="150000"/>
              </a:lnSpc>
              <a:buFontTx/>
              <a:buAutoNum type="arabicPeriod"/>
            </a:pPr>
            <a:r>
              <a:rPr lang="fr-FR" sz="1000" dirty="0">
                <a:solidFill>
                  <a:prstClr val="black"/>
                </a:solidFill>
              </a:rPr>
              <a:t>Les cas d’usage amenant une complexité croissante peuvent-ils être traités autrement (manuel, mode dégradé, …) pour faciliter la solution globale ?</a:t>
            </a:r>
          </a:p>
          <a:p>
            <a:pPr marL="228600" indent="-228600">
              <a:lnSpc>
                <a:spcPct val="150000"/>
              </a:lnSpc>
              <a:buFontTx/>
              <a:buAutoNum type="arabicPeriod"/>
            </a:pPr>
            <a:r>
              <a:rPr lang="fr-FR" sz="1000" dirty="0">
                <a:solidFill>
                  <a:prstClr val="black"/>
                </a:solidFill>
              </a:rPr>
              <a:t>Sur chacune des couches du SI (métier, fonctionnel, applicative, technique), me suis-je posé la question s’il n’était pas possible de faire plus simple tout en respectant les principes d’Architecture SI ?</a:t>
            </a:r>
          </a:p>
        </p:txBody>
      </p:sp>
      <p:sp>
        <p:nvSpPr>
          <p:cNvPr id="15" name="ZoneTexte 14">
            <a:extLst>
              <a:ext uri="{FF2B5EF4-FFF2-40B4-BE49-F238E27FC236}">
                <a16:creationId xmlns:a16="http://schemas.microsoft.com/office/drawing/2014/main" id="{B968329C-3A0A-B48A-70EA-3DD948646C26}"/>
              </a:ext>
            </a:extLst>
          </p:cNvPr>
          <p:cNvSpPr txBox="1"/>
          <p:nvPr/>
        </p:nvSpPr>
        <p:spPr>
          <a:xfrm>
            <a:off x="1028759" y="1431875"/>
            <a:ext cx="2528256" cy="369332"/>
          </a:xfrm>
          <a:prstGeom prst="rect">
            <a:avLst/>
          </a:prstGeom>
          <a:noFill/>
        </p:spPr>
        <p:txBody>
          <a:bodyPr wrap="none" rtlCol="0">
            <a:spAutoFit/>
          </a:bodyPr>
          <a:lstStyle/>
          <a:p>
            <a:r>
              <a:rPr lang="fr-FR" b="1" dirty="0"/>
              <a:t>Description détaillée</a:t>
            </a:r>
          </a:p>
        </p:txBody>
      </p:sp>
      <p:sp>
        <p:nvSpPr>
          <p:cNvPr id="16" name="ZoneTexte 15">
            <a:extLst>
              <a:ext uri="{FF2B5EF4-FFF2-40B4-BE49-F238E27FC236}">
                <a16:creationId xmlns:a16="http://schemas.microsoft.com/office/drawing/2014/main" id="{EB924807-44FD-573D-3C41-841AE8C8F2CC}"/>
              </a:ext>
            </a:extLst>
          </p:cNvPr>
          <p:cNvSpPr txBox="1"/>
          <p:nvPr/>
        </p:nvSpPr>
        <p:spPr>
          <a:xfrm>
            <a:off x="1028760" y="3025343"/>
            <a:ext cx="1557799" cy="369332"/>
          </a:xfrm>
          <a:prstGeom prst="rect">
            <a:avLst/>
          </a:prstGeom>
          <a:noFill/>
        </p:spPr>
        <p:txBody>
          <a:bodyPr wrap="none" rtlCol="0">
            <a:spAutoFit/>
          </a:bodyPr>
          <a:lstStyle/>
          <a:p>
            <a:r>
              <a:rPr lang="fr-FR" b="1" dirty="0"/>
              <a:t>Implications</a:t>
            </a:r>
          </a:p>
        </p:txBody>
      </p:sp>
      <p:sp>
        <p:nvSpPr>
          <p:cNvPr id="17" name="ZoneTexte 16">
            <a:extLst>
              <a:ext uri="{FF2B5EF4-FFF2-40B4-BE49-F238E27FC236}">
                <a16:creationId xmlns:a16="http://schemas.microsoft.com/office/drawing/2014/main" id="{0E481879-79DF-A6A4-B5EA-CB720CFFAFF9}"/>
              </a:ext>
            </a:extLst>
          </p:cNvPr>
          <p:cNvSpPr txBox="1"/>
          <p:nvPr/>
        </p:nvSpPr>
        <p:spPr>
          <a:xfrm>
            <a:off x="1028760" y="4744243"/>
            <a:ext cx="2701381" cy="369332"/>
          </a:xfrm>
          <a:prstGeom prst="rect">
            <a:avLst/>
          </a:prstGeom>
          <a:noFill/>
        </p:spPr>
        <p:txBody>
          <a:bodyPr wrap="none" rtlCol="0">
            <a:spAutoFit/>
          </a:bodyPr>
          <a:lstStyle/>
          <a:p>
            <a:r>
              <a:rPr lang="fr-FR" b="1" dirty="0"/>
              <a:t>Questions à se poser : </a:t>
            </a:r>
          </a:p>
        </p:txBody>
      </p:sp>
    </p:spTree>
    <p:extLst>
      <p:ext uri="{BB962C8B-B14F-4D97-AF65-F5344CB8AC3E}">
        <p14:creationId xmlns:p14="http://schemas.microsoft.com/office/powerpoint/2010/main" val="3669856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35B8A7F-71CB-4A1A-0086-ED13B73D9BC4}"/>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64958E8F-1561-344D-D4A5-21E0942DE611}"/>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3755F6CA-4B32-5AD9-6E8E-04DB46BCB85C}"/>
              </a:ext>
            </a:extLst>
          </p:cNvPr>
          <p:cNvSpPr>
            <a:spLocks noGrp="1"/>
          </p:cNvSpPr>
          <p:nvPr>
            <p:ph type="sldNum" sz="quarter" idx="12"/>
          </p:nvPr>
        </p:nvSpPr>
        <p:spPr/>
        <p:txBody>
          <a:bodyPr/>
          <a:lstStyle/>
          <a:p>
            <a:fld id="{CD166EB1-B284-8541-B839-321F682B6B05}" type="slidenum">
              <a:rPr lang="fr-FR" smtClean="0"/>
              <a:pPr/>
              <a:t>13</a:t>
            </a:fld>
            <a:endParaRPr lang="fr-FR"/>
          </a:p>
        </p:txBody>
      </p:sp>
      <p:sp>
        <p:nvSpPr>
          <p:cNvPr id="5" name="Titre 4">
            <a:extLst>
              <a:ext uri="{FF2B5EF4-FFF2-40B4-BE49-F238E27FC236}">
                <a16:creationId xmlns:a16="http://schemas.microsoft.com/office/drawing/2014/main" id="{E44B5DBE-8B92-DEAC-B73C-3751C3262759}"/>
              </a:ext>
            </a:extLst>
          </p:cNvPr>
          <p:cNvSpPr>
            <a:spLocks noGrp="1"/>
          </p:cNvSpPr>
          <p:nvPr>
            <p:ph type="title"/>
          </p:nvPr>
        </p:nvSpPr>
        <p:spPr/>
        <p:txBody>
          <a:bodyPr/>
          <a:lstStyle/>
          <a:p>
            <a:endParaRPr lang="fr-FR"/>
          </a:p>
        </p:txBody>
      </p:sp>
      <p:sp>
        <p:nvSpPr>
          <p:cNvPr id="6" name="Espace réservé du texte 5">
            <a:extLst>
              <a:ext uri="{FF2B5EF4-FFF2-40B4-BE49-F238E27FC236}">
                <a16:creationId xmlns:a16="http://schemas.microsoft.com/office/drawing/2014/main" id="{FB9AAC07-FB53-6AA1-AEE3-EB36986D16E1}"/>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F3BA048C-D442-D149-4C28-F4DF8D53738E}"/>
              </a:ext>
            </a:extLst>
          </p:cNvPr>
          <p:cNvSpPr>
            <a:spLocks noGrp="1"/>
          </p:cNvSpPr>
          <p:nvPr>
            <p:ph type="body" sz="quarter" idx="30"/>
          </p:nvPr>
        </p:nvSpPr>
        <p:spPr/>
        <p:txBody>
          <a:bodyPr/>
          <a:lstStyle/>
          <a:p>
            <a:endParaRPr lang="fr-FR"/>
          </a:p>
        </p:txBody>
      </p:sp>
      <p:sp>
        <p:nvSpPr>
          <p:cNvPr id="8" name="Titre 1">
            <a:extLst>
              <a:ext uri="{FF2B5EF4-FFF2-40B4-BE49-F238E27FC236}">
                <a16:creationId xmlns:a16="http://schemas.microsoft.com/office/drawing/2014/main" id="{0F9C9645-E15A-175E-FD20-736ADA779738}"/>
              </a:ext>
            </a:extLst>
          </p:cNvPr>
          <p:cNvSpPr txBox="1">
            <a:spLocks/>
          </p:cNvSpPr>
          <p:nvPr/>
        </p:nvSpPr>
        <p:spPr>
          <a:xfrm>
            <a:off x="537575" y="849535"/>
            <a:ext cx="11086578" cy="590931"/>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r>
              <a:rPr lang="fr-FR"/>
              <a:t>Orphelin</a:t>
            </a:r>
            <a:endParaRPr lang="fr-FR" dirty="0"/>
          </a:p>
        </p:txBody>
      </p:sp>
      <p:sp>
        <p:nvSpPr>
          <p:cNvPr id="9" name="Espace réservé du contenu 2">
            <a:extLst>
              <a:ext uri="{FF2B5EF4-FFF2-40B4-BE49-F238E27FC236}">
                <a16:creationId xmlns:a16="http://schemas.microsoft.com/office/drawing/2014/main" id="{509E51FF-0D08-6125-B8A3-0BF14D667012}"/>
              </a:ext>
            </a:extLst>
          </p:cNvPr>
          <p:cNvSpPr txBox="1">
            <a:spLocks/>
          </p:cNvSpPr>
          <p:nvPr/>
        </p:nvSpPr>
        <p:spPr>
          <a:xfrm>
            <a:off x="537575" y="2211605"/>
            <a:ext cx="11086578" cy="3820891"/>
          </a:xfrm>
          <a:prstGeom prst="rect">
            <a:avLst/>
          </a:prstGeom>
        </p:spPr>
        <p:txBody>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Tout projet doit </a:t>
            </a:r>
            <a:r>
              <a:rPr lang="fr-FR" dirty="0" err="1"/>
              <a:t>etre</a:t>
            </a:r>
            <a:r>
              <a:rPr lang="fr-FR" dirty="0"/>
              <a:t> engage</a:t>
            </a:r>
          </a:p>
          <a:p>
            <a:r>
              <a:rPr lang="fr-FR" dirty="0"/>
              <a:t>Rationaliser et simplifier les échanges inter applicatifs</a:t>
            </a:r>
          </a:p>
          <a:p>
            <a:r>
              <a:rPr lang="fr-FR" dirty="0"/>
              <a:t>Toute technologie déployée par un projet doit figurer au catalogue  des socles techniques et logiciels l'objet d'une validation en vue de son référencement</a:t>
            </a:r>
          </a:p>
          <a:p>
            <a:endParaRPr lang="fr-FR" dirty="0"/>
          </a:p>
        </p:txBody>
      </p:sp>
    </p:spTree>
    <p:extLst>
      <p:ext uri="{BB962C8B-B14F-4D97-AF65-F5344CB8AC3E}">
        <p14:creationId xmlns:p14="http://schemas.microsoft.com/office/powerpoint/2010/main" val="2436308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D837164-39BB-556C-CF51-2FC988F43767}"/>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D0A8B711-F5C7-C272-B7EA-9B6733F343D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9515C53-D06D-43EC-E8CC-3ECA01201448}"/>
              </a:ext>
            </a:extLst>
          </p:cNvPr>
          <p:cNvSpPr>
            <a:spLocks noGrp="1"/>
          </p:cNvSpPr>
          <p:nvPr>
            <p:ph type="sldNum" sz="quarter" idx="12"/>
          </p:nvPr>
        </p:nvSpPr>
        <p:spPr/>
        <p:txBody>
          <a:bodyPr/>
          <a:lstStyle/>
          <a:p>
            <a:fld id="{CD166EB1-B284-8541-B839-321F682B6B05}" type="slidenum">
              <a:rPr lang="fr-FR" smtClean="0"/>
              <a:pPr/>
              <a:t>14</a:t>
            </a:fld>
            <a:endParaRPr lang="fr-FR"/>
          </a:p>
        </p:txBody>
      </p:sp>
      <p:sp>
        <p:nvSpPr>
          <p:cNvPr id="5" name="Titre 4">
            <a:extLst>
              <a:ext uri="{FF2B5EF4-FFF2-40B4-BE49-F238E27FC236}">
                <a16:creationId xmlns:a16="http://schemas.microsoft.com/office/drawing/2014/main" id="{C73922E5-8A4A-AC51-9319-F8A86A3135C5}"/>
              </a:ext>
            </a:extLst>
          </p:cNvPr>
          <p:cNvSpPr>
            <a:spLocks noGrp="1"/>
          </p:cNvSpPr>
          <p:nvPr>
            <p:ph type="title"/>
          </p:nvPr>
        </p:nvSpPr>
        <p:spPr/>
        <p:txBody>
          <a:bodyPr/>
          <a:lstStyle/>
          <a:p>
            <a:endParaRPr lang="fr-FR"/>
          </a:p>
        </p:txBody>
      </p:sp>
      <p:sp>
        <p:nvSpPr>
          <p:cNvPr id="6" name="Espace réservé du texte 5">
            <a:extLst>
              <a:ext uri="{FF2B5EF4-FFF2-40B4-BE49-F238E27FC236}">
                <a16:creationId xmlns:a16="http://schemas.microsoft.com/office/drawing/2014/main" id="{ECD05182-CBD2-75AF-856E-431D6D1885FC}"/>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FAA7FAF5-122E-50FC-417A-97C996EAF358}"/>
              </a:ext>
            </a:extLst>
          </p:cNvPr>
          <p:cNvSpPr>
            <a:spLocks noGrp="1"/>
          </p:cNvSpPr>
          <p:nvPr>
            <p:ph type="body" sz="quarter" idx="30"/>
          </p:nvPr>
        </p:nvSpPr>
        <p:spPr/>
        <p:txBody>
          <a:bodyPr/>
          <a:lstStyle/>
          <a:p>
            <a:endParaRPr lang="fr-FR"/>
          </a:p>
        </p:txBody>
      </p:sp>
      <p:sp>
        <p:nvSpPr>
          <p:cNvPr id="8" name="Rectangle 7">
            <a:extLst>
              <a:ext uri="{FF2B5EF4-FFF2-40B4-BE49-F238E27FC236}">
                <a16:creationId xmlns:a16="http://schemas.microsoft.com/office/drawing/2014/main" id="{DA360B7D-7DB2-6E79-4421-635F28E410EA}"/>
              </a:ext>
            </a:extLst>
          </p:cNvPr>
          <p:cNvSpPr/>
          <p:nvPr/>
        </p:nvSpPr>
        <p:spPr>
          <a:xfrm>
            <a:off x="3166417" y="2047853"/>
            <a:ext cx="6912768"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Libellé</a:t>
            </a:r>
          </a:p>
        </p:txBody>
      </p:sp>
      <p:sp>
        <p:nvSpPr>
          <p:cNvPr id="9" name="Rectangle 8">
            <a:extLst>
              <a:ext uri="{FF2B5EF4-FFF2-40B4-BE49-F238E27FC236}">
                <a16:creationId xmlns:a16="http://schemas.microsoft.com/office/drawing/2014/main" id="{0FC43479-8C69-58B1-8734-1914383347D3}"/>
              </a:ext>
            </a:extLst>
          </p:cNvPr>
          <p:cNvSpPr/>
          <p:nvPr/>
        </p:nvSpPr>
        <p:spPr>
          <a:xfrm>
            <a:off x="1285157" y="2047853"/>
            <a:ext cx="1728192"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Catégorie</a:t>
            </a:r>
          </a:p>
        </p:txBody>
      </p:sp>
      <p:sp>
        <p:nvSpPr>
          <p:cNvPr id="10" name="Rectangle 9">
            <a:extLst>
              <a:ext uri="{FF2B5EF4-FFF2-40B4-BE49-F238E27FC236}">
                <a16:creationId xmlns:a16="http://schemas.microsoft.com/office/drawing/2014/main" id="{E4FBBF33-CBC4-AA3D-B5D3-FD8CB634337F}"/>
              </a:ext>
            </a:extLst>
          </p:cNvPr>
          <p:cNvSpPr/>
          <p:nvPr/>
        </p:nvSpPr>
        <p:spPr>
          <a:xfrm>
            <a:off x="1285157" y="2623917"/>
            <a:ext cx="1728192" cy="2412268"/>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600" b="1" dirty="0">
                <a:solidFill>
                  <a:schemeClr val="tx1"/>
                </a:solidFill>
              </a:rPr>
              <a:t>INTEROPERABILITE</a:t>
            </a:r>
          </a:p>
        </p:txBody>
      </p:sp>
      <p:sp>
        <p:nvSpPr>
          <p:cNvPr id="11" name="Rectangle 10">
            <a:extLst>
              <a:ext uri="{FF2B5EF4-FFF2-40B4-BE49-F238E27FC236}">
                <a16:creationId xmlns:a16="http://schemas.microsoft.com/office/drawing/2014/main" id="{27E2AD66-87C6-DD57-D43C-029CC05F1406}"/>
              </a:ext>
            </a:extLst>
          </p:cNvPr>
          <p:cNvSpPr/>
          <p:nvPr/>
        </p:nvSpPr>
        <p:spPr>
          <a:xfrm>
            <a:off x="4246537" y="2623917"/>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L’interopérabilité est recherchée à tous les niveaux (métier, fonction, applicative et technique)</a:t>
            </a:r>
          </a:p>
        </p:txBody>
      </p:sp>
      <p:sp>
        <p:nvSpPr>
          <p:cNvPr id="12" name="Rectangle 11">
            <a:extLst>
              <a:ext uri="{FF2B5EF4-FFF2-40B4-BE49-F238E27FC236}">
                <a16:creationId xmlns:a16="http://schemas.microsoft.com/office/drawing/2014/main" id="{CF9BC4F5-4F36-D8B8-2BE1-4E65D974FFB9}"/>
              </a:ext>
            </a:extLst>
          </p:cNvPr>
          <p:cNvSpPr/>
          <p:nvPr/>
        </p:nvSpPr>
        <p:spPr>
          <a:xfrm>
            <a:off x="4246537" y="3118972"/>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services applicatifs et d’infrastructure doivent être conçus pour être interopérable inter-domaine métier</a:t>
            </a:r>
          </a:p>
        </p:txBody>
      </p:sp>
      <p:sp>
        <p:nvSpPr>
          <p:cNvPr id="13" name="Rectangle 12">
            <a:extLst>
              <a:ext uri="{FF2B5EF4-FFF2-40B4-BE49-F238E27FC236}">
                <a16:creationId xmlns:a16="http://schemas.microsoft.com/office/drawing/2014/main" id="{22ACDB09-72B3-D647-1B1B-96F5A6E12E11}"/>
              </a:ext>
            </a:extLst>
          </p:cNvPr>
          <p:cNvSpPr/>
          <p:nvPr/>
        </p:nvSpPr>
        <p:spPr>
          <a:xfrm>
            <a:off x="4246537" y="3614027"/>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interfaces doivent être définies, gérées dans un référentiel, documentées et la documentation accessible à tous les consommateurs potentiels</a:t>
            </a:r>
          </a:p>
        </p:txBody>
      </p:sp>
      <p:sp>
        <p:nvSpPr>
          <p:cNvPr id="14" name="Rectangle 13">
            <a:extLst>
              <a:ext uri="{FF2B5EF4-FFF2-40B4-BE49-F238E27FC236}">
                <a16:creationId xmlns:a16="http://schemas.microsoft.com/office/drawing/2014/main" id="{D73ACF67-F380-FF94-7763-E7C22FCB3EFD}"/>
              </a:ext>
            </a:extLst>
          </p:cNvPr>
          <p:cNvSpPr/>
          <p:nvPr/>
        </p:nvSpPr>
        <p:spPr>
          <a:xfrm>
            <a:off x="4246537" y="4109082"/>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L’architecture privilégie l’usage de standards ouverts ou répandus sur le domaine métier concerné</a:t>
            </a:r>
          </a:p>
        </p:txBody>
      </p:sp>
      <p:sp>
        <p:nvSpPr>
          <p:cNvPr id="15" name="Rectangle 14">
            <a:extLst>
              <a:ext uri="{FF2B5EF4-FFF2-40B4-BE49-F238E27FC236}">
                <a16:creationId xmlns:a16="http://schemas.microsoft.com/office/drawing/2014/main" id="{A579BB10-43FC-AFF6-98CD-8511F2AE3064}"/>
              </a:ext>
            </a:extLst>
          </p:cNvPr>
          <p:cNvSpPr/>
          <p:nvPr/>
        </p:nvSpPr>
        <p:spPr>
          <a:xfrm>
            <a:off x="4246537" y="4604137"/>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échanges inter-applicatifs se conforment à la politique d’échanges inter-applicatifs de la Banque</a:t>
            </a:r>
          </a:p>
        </p:txBody>
      </p:sp>
      <p:sp>
        <p:nvSpPr>
          <p:cNvPr id="16" name="Rectangle 15">
            <a:extLst>
              <a:ext uri="{FF2B5EF4-FFF2-40B4-BE49-F238E27FC236}">
                <a16:creationId xmlns:a16="http://schemas.microsoft.com/office/drawing/2014/main" id="{5D460158-BBED-FB5B-3857-84486A72BE80}"/>
              </a:ext>
            </a:extLst>
          </p:cNvPr>
          <p:cNvSpPr/>
          <p:nvPr/>
        </p:nvSpPr>
        <p:spPr>
          <a:xfrm>
            <a:off x="3166417" y="2623917"/>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PO-INT-01</a:t>
            </a:r>
          </a:p>
        </p:txBody>
      </p:sp>
      <p:sp>
        <p:nvSpPr>
          <p:cNvPr id="17" name="Rectangle 16">
            <a:extLst>
              <a:ext uri="{FF2B5EF4-FFF2-40B4-BE49-F238E27FC236}">
                <a16:creationId xmlns:a16="http://schemas.microsoft.com/office/drawing/2014/main" id="{BFA01EBD-D6ED-BF85-16B3-FB5E439EAF68}"/>
              </a:ext>
            </a:extLst>
          </p:cNvPr>
          <p:cNvSpPr/>
          <p:nvPr/>
        </p:nvSpPr>
        <p:spPr>
          <a:xfrm>
            <a:off x="3166417" y="3118972"/>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PO-INT-02</a:t>
            </a:r>
          </a:p>
        </p:txBody>
      </p:sp>
      <p:sp>
        <p:nvSpPr>
          <p:cNvPr id="18" name="Rectangle 17">
            <a:extLst>
              <a:ext uri="{FF2B5EF4-FFF2-40B4-BE49-F238E27FC236}">
                <a16:creationId xmlns:a16="http://schemas.microsoft.com/office/drawing/2014/main" id="{33ACD076-5C98-AD28-CC3E-CC758598CA81}"/>
              </a:ext>
            </a:extLst>
          </p:cNvPr>
          <p:cNvSpPr/>
          <p:nvPr/>
        </p:nvSpPr>
        <p:spPr>
          <a:xfrm>
            <a:off x="3166417" y="3614027"/>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PO-INT-03</a:t>
            </a:r>
          </a:p>
        </p:txBody>
      </p:sp>
      <p:sp>
        <p:nvSpPr>
          <p:cNvPr id="19" name="Rectangle 18">
            <a:extLst>
              <a:ext uri="{FF2B5EF4-FFF2-40B4-BE49-F238E27FC236}">
                <a16:creationId xmlns:a16="http://schemas.microsoft.com/office/drawing/2014/main" id="{9C6C11C6-9AD5-0D3E-E8E1-8F3DB7CBE965}"/>
              </a:ext>
            </a:extLst>
          </p:cNvPr>
          <p:cNvSpPr/>
          <p:nvPr/>
        </p:nvSpPr>
        <p:spPr>
          <a:xfrm>
            <a:off x="3166417" y="4109082"/>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PO-INT-04</a:t>
            </a:r>
          </a:p>
        </p:txBody>
      </p:sp>
      <p:sp>
        <p:nvSpPr>
          <p:cNvPr id="20" name="Rectangle 19">
            <a:extLst>
              <a:ext uri="{FF2B5EF4-FFF2-40B4-BE49-F238E27FC236}">
                <a16:creationId xmlns:a16="http://schemas.microsoft.com/office/drawing/2014/main" id="{B88EEE45-1C51-82F7-2107-0993CAFF4D57}"/>
              </a:ext>
            </a:extLst>
          </p:cNvPr>
          <p:cNvSpPr/>
          <p:nvPr/>
        </p:nvSpPr>
        <p:spPr>
          <a:xfrm>
            <a:off x="3166417" y="4604137"/>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PO-INT-05</a:t>
            </a:r>
          </a:p>
        </p:txBody>
      </p:sp>
    </p:spTree>
    <p:extLst>
      <p:ext uri="{BB962C8B-B14F-4D97-AF65-F5344CB8AC3E}">
        <p14:creationId xmlns:p14="http://schemas.microsoft.com/office/powerpoint/2010/main" val="722948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116632"/>
            <a:ext cx="8229600" cy="1143000"/>
          </a:xfrm>
        </p:spPr>
        <p:txBody>
          <a:bodyPr>
            <a:normAutofit/>
          </a:bodyPr>
          <a:lstStyle/>
          <a:p>
            <a:r>
              <a:rPr lang="fr-FR" sz="2800" dirty="0"/>
              <a:t>Interopérabilité</a:t>
            </a:r>
          </a:p>
        </p:txBody>
      </p:sp>
      <p:sp>
        <p:nvSpPr>
          <p:cNvPr id="10" name="Rectangle 9"/>
          <p:cNvSpPr/>
          <p:nvPr/>
        </p:nvSpPr>
        <p:spPr>
          <a:xfrm>
            <a:off x="3575720" y="1124744"/>
            <a:ext cx="6912768"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Libellé</a:t>
            </a:r>
          </a:p>
        </p:txBody>
      </p:sp>
      <p:sp>
        <p:nvSpPr>
          <p:cNvPr id="11" name="Rectangle 10"/>
          <p:cNvSpPr/>
          <p:nvPr/>
        </p:nvSpPr>
        <p:spPr>
          <a:xfrm>
            <a:off x="1694460" y="1124744"/>
            <a:ext cx="1728192"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Catégorie</a:t>
            </a:r>
          </a:p>
        </p:txBody>
      </p:sp>
      <p:sp>
        <p:nvSpPr>
          <p:cNvPr id="29" name="Titre 17"/>
          <p:cNvSpPr txBox="1">
            <a:spLocks/>
          </p:cNvSpPr>
          <p:nvPr/>
        </p:nvSpPr>
        <p:spPr>
          <a:xfrm>
            <a:off x="1775720" y="44625"/>
            <a:ext cx="8435081" cy="40404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1800" i="1" dirty="0"/>
              <a:t>Principes opérationnels</a:t>
            </a:r>
          </a:p>
        </p:txBody>
      </p:sp>
      <p:sp>
        <p:nvSpPr>
          <p:cNvPr id="27" name="Rectangle 26"/>
          <p:cNvSpPr/>
          <p:nvPr/>
        </p:nvSpPr>
        <p:spPr>
          <a:xfrm>
            <a:off x="1694460" y="1700808"/>
            <a:ext cx="1728192" cy="2412268"/>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600" b="1" dirty="0">
                <a:solidFill>
                  <a:schemeClr val="tx1"/>
                </a:solidFill>
              </a:rPr>
              <a:t>INTEROPERABILITE</a:t>
            </a:r>
          </a:p>
        </p:txBody>
      </p:sp>
      <p:sp>
        <p:nvSpPr>
          <p:cNvPr id="28" name="Rectangle 27"/>
          <p:cNvSpPr/>
          <p:nvPr/>
        </p:nvSpPr>
        <p:spPr>
          <a:xfrm>
            <a:off x="4655840" y="170080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L’interopérabilité est recherchée à tous les niveaux (métier, fonction, applicative et technique)</a:t>
            </a:r>
          </a:p>
        </p:txBody>
      </p:sp>
      <p:sp>
        <p:nvSpPr>
          <p:cNvPr id="30" name="Rectangle 29"/>
          <p:cNvSpPr/>
          <p:nvPr/>
        </p:nvSpPr>
        <p:spPr>
          <a:xfrm>
            <a:off x="4655840" y="2195863"/>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services applicatifs et d’infrastructure doivent être conçus pour être interopérable inter-domaine métier</a:t>
            </a:r>
          </a:p>
        </p:txBody>
      </p:sp>
      <p:sp>
        <p:nvSpPr>
          <p:cNvPr id="32" name="Rectangle 31"/>
          <p:cNvSpPr/>
          <p:nvPr/>
        </p:nvSpPr>
        <p:spPr>
          <a:xfrm>
            <a:off x="4655840" y="269091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interfaces doivent être définies, gérées dans un référentiel, documentées et la documentation accessible à tous les consommateurs potentiels</a:t>
            </a:r>
          </a:p>
        </p:txBody>
      </p:sp>
      <p:sp>
        <p:nvSpPr>
          <p:cNvPr id="50" name="Rectangle 49"/>
          <p:cNvSpPr/>
          <p:nvPr/>
        </p:nvSpPr>
        <p:spPr>
          <a:xfrm>
            <a:off x="4655840" y="3185973"/>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L’architecture privilégie l’usage de standards ouverts ou répandus sur le domaine métier concerné</a:t>
            </a:r>
          </a:p>
        </p:txBody>
      </p:sp>
      <p:sp>
        <p:nvSpPr>
          <p:cNvPr id="51" name="Rectangle 50"/>
          <p:cNvSpPr/>
          <p:nvPr/>
        </p:nvSpPr>
        <p:spPr>
          <a:xfrm>
            <a:off x="4655840" y="368102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échanges inter-applicatifs se conforment à la politique d’échanges inter-applicatifs de la Banque</a:t>
            </a:r>
          </a:p>
        </p:txBody>
      </p:sp>
      <p:sp>
        <p:nvSpPr>
          <p:cNvPr id="52" name="Rectangle 51"/>
          <p:cNvSpPr/>
          <p:nvPr/>
        </p:nvSpPr>
        <p:spPr>
          <a:xfrm>
            <a:off x="3575720" y="170080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PO-INT-01</a:t>
            </a:r>
          </a:p>
        </p:txBody>
      </p:sp>
      <p:sp>
        <p:nvSpPr>
          <p:cNvPr id="53" name="Rectangle 52"/>
          <p:cNvSpPr/>
          <p:nvPr/>
        </p:nvSpPr>
        <p:spPr>
          <a:xfrm>
            <a:off x="3575720" y="2195863"/>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PO-INT-02</a:t>
            </a:r>
          </a:p>
        </p:txBody>
      </p:sp>
      <p:sp>
        <p:nvSpPr>
          <p:cNvPr id="54" name="Rectangle 53"/>
          <p:cNvSpPr/>
          <p:nvPr/>
        </p:nvSpPr>
        <p:spPr>
          <a:xfrm>
            <a:off x="3575720" y="269091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PO-INT-03</a:t>
            </a:r>
          </a:p>
        </p:txBody>
      </p:sp>
      <p:sp>
        <p:nvSpPr>
          <p:cNvPr id="55" name="Rectangle 54"/>
          <p:cNvSpPr/>
          <p:nvPr/>
        </p:nvSpPr>
        <p:spPr>
          <a:xfrm>
            <a:off x="3575720" y="3185973"/>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PO-INT-04</a:t>
            </a:r>
          </a:p>
        </p:txBody>
      </p:sp>
      <p:sp>
        <p:nvSpPr>
          <p:cNvPr id="56" name="Rectangle 55"/>
          <p:cNvSpPr/>
          <p:nvPr/>
        </p:nvSpPr>
        <p:spPr>
          <a:xfrm>
            <a:off x="3575720" y="368102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PO-INT-05</a:t>
            </a:r>
          </a:p>
        </p:txBody>
      </p:sp>
    </p:spTree>
    <p:extLst>
      <p:ext uri="{BB962C8B-B14F-4D97-AF65-F5344CB8AC3E}">
        <p14:creationId xmlns:p14="http://schemas.microsoft.com/office/powerpoint/2010/main" val="1446160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116632"/>
            <a:ext cx="8229600" cy="1143000"/>
          </a:xfrm>
        </p:spPr>
        <p:txBody>
          <a:bodyPr>
            <a:normAutofit/>
          </a:bodyPr>
          <a:lstStyle/>
          <a:p>
            <a:r>
              <a:rPr lang="fr-FR" sz="2800" dirty="0"/>
              <a:t>Conformité</a:t>
            </a:r>
          </a:p>
        </p:txBody>
      </p:sp>
      <p:sp>
        <p:nvSpPr>
          <p:cNvPr id="10" name="Rectangle 9"/>
          <p:cNvSpPr/>
          <p:nvPr/>
        </p:nvSpPr>
        <p:spPr>
          <a:xfrm>
            <a:off x="3575720" y="1124744"/>
            <a:ext cx="6912768"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Libellé</a:t>
            </a:r>
          </a:p>
        </p:txBody>
      </p:sp>
      <p:sp>
        <p:nvSpPr>
          <p:cNvPr id="11" name="Rectangle 10"/>
          <p:cNvSpPr/>
          <p:nvPr/>
        </p:nvSpPr>
        <p:spPr>
          <a:xfrm>
            <a:off x="1694460" y="1124744"/>
            <a:ext cx="1728192"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Catégorie</a:t>
            </a:r>
          </a:p>
        </p:txBody>
      </p:sp>
      <p:sp>
        <p:nvSpPr>
          <p:cNvPr id="29" name="Titre 17"/>
          <p:cNvSpPr txBox="1">
            <a:spLocks/>
          </p:cNvSpPr>
          <p:nvPr/>
        </p:nvSpPr>
        <p:spPr>
          <a:xfrm>
            <a:off x="1775720" y="44625"/>
            <a:ext cx="8435081" cy="40404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1800" i="1" dirty="0"/>
              <a:t>Principes opérationnels</a:t>
            </a:r>
          </a:p>
        </p:txBody>
      </p:sp>
      <p:sp>
        <p:nvSpPr>
          <p:cNvPr id="17" name="Rectangle 16"/>
          <p:cNvSpPr/>
          <p:nvPr/>
        </p:nvSpPr>
        <p:spPr>
          <a:xfrm>
            <a:off x="1694460" y="1700808"/>
            <a:ext cx="1728192" cy="2412268"/>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dirty="0">
                <a:solidFill>
                  <a:schemeClr val="tx1"/>
                </a:solidFill>
              </a:rPr>
              <a:t>CONFORMITE</a:t>
            </a:r>
          </a:p>
        </p:txBody>
      </p:sp>
      <p:sp>
        <p:nvSpPr>
          <p:cNvPr id="18" name="Rectangle 17"/>
          <p:cNvSpPr/>
          <p:nvPr/>
        </p:nvSpPr>
        <p:spPr>
          <a:xfrm>
            <a:off x="4655840" y="170080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L’architecture doit se conformer aux normes et standards de la Banque (incluant la PSSI, les </a:t>
            </a:r>
            <a:r>
              <a:rPr lang="fr-FR" sz="1400" dirty="0" err="1">
                <a:solidFill>
                  <a:schemeClr val="tx1"/>
                </a:solidFill>
              </a:rPr>
              <a:t>framework</a:t>
            </a:r>
            <a:r>
              <a:rPr lang="fr-FR" sz="1400" dirty="0">
                <a:solidFill>
                  <a:schemeClr val="tx1"/>
                </a:solidFill>
              </a:rPr>
              <a:t> de développement, …)</a:t>
            </a:r>
          </a:p>
        </p:txBody>
      </p:sp>
      <p:sp>
        <p:nvSpPr>
          <p:cNvPr id="19" name="Rectangle 18"/>
          <p:cNvSpPr/>
          <p:nvPr/>
        </p:nvSpPr>
        <p:spPr>
          <a:xfrm>
            <a:off x="4655840" y="2195863"/>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L’architecture privilégie l’usage de modèle d’architecture (pattern), d’offres et de services décrits à la Banque de France</a:t>
            </a:r>
          </a:p>
        </p:txBody>
      </p:sp>
      <p:sp>
        <p:nvSpPr>
          <p:cNvPr id="20" name="Rectangle 19"/>
          <p:cNvSpPr/>
          <p:nvPr/>
        </p:nvSpPr>
        <p:spPr>
          <a:xfrm>
            <a:off x="4655840" y="269091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 conception d’une solution d’architecture est </a:t>
            </a:r>
            <a:r>
              <a:rPr lang="fr-FR" sz="1400" dirty="0" err="1">
                <a:solidFill>
                  <a:schemeClr val="tx1"/>
                </a:solidFill>
              </a:rPr>
              <a:t>auditable</a:t>
            </a:r>
            <a:r>
              <a:rPr lang="fr-FR" sz="1400" dirty="0">
                <a:solidFill>
                  <a:schemeClr val="tx1"/>
                </a:solidFill>
              </a:rPr>
              <a:t> : les choix doivent être tracés, motivés et challengés</a:t>
            </a:r>
          </a:p>
        </p:txBody>
      </p:sp>
      <p:sp>
        <p:nvSpPr>
          <p:cNvPr id="21" name="Rectangle 20"/>
          <p:cNvSpPr/>
          <p:nvPr/>
        </p:nvSpPr>
        <p:spPr>
          <a:xfrm>
            <a:off x="4655840" y="3185973"/>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 cotation ERM fait partie intégrante de l’expression de besoin : elle doit être réalisée avant toute définition d’une solution d’architecture</a:t>
            </a:r>
          </a:p>
        </p:txBody>
      </p:sp>
      <p:sp>
        <p:nvSpPr>
          <p:cNvPr id="22" name="Rectangle 21"/>
          <p:cNvSpPr/>
          <p:nvPr/>
        </p:nvSpPr>
        <p:spPr>
          <a:xfrm>
            <a:off x="3575720" y="170080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PO-STD-01</a:t>
            </a:r>
          </a:p>
        </p:txBody>
      </p:sp>
      <p:sp>
        <p:nvSpPr>
          <p:cNvPr id="23" name="Rectangle 22"/>
          <p:cNvSpPr/>
          <p:nvPr/>
        </p:nvSpPr>
        <p:spPr>
          <a:xfrm>
            <a:off x="3575720" y="2195863"/>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PO-STD-02</a:t>
            </a:r>
          </a:p>
        </p:txBody>
      </p:sp>
      <p:sp>
        <p:nvSpPr>
          <p:cNvPr id="24" name="Rectangle 23"/>
          <p:cNvSpPr/>
          <p:nvPr/>
        </p:nvSpPr>
        <p:spPr>
          <a:xfrm>
            <a:off x="3575720" y="269091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PO-STD-03</a:t>
            </a:r>
          </a:p>
        </p:txBody>
      </p:sp>
      <p:sp>
        <p:nvSpPr>
          <p:cNvPr id="25" name="Rectangle 24"/>
          <p:cNvSpPr/>
          <p:nvPr/>
        </p:nvSpPr>
        <p:spPr>
          <a:xfrm>
            <a:off x="3575720" y="3185973"/>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PO-STD-04</a:t>
            </a:r>
          </a:p>
        </p:txBody>
      </p:sp>
      <p:sp>
        <p:nvSpPr>
          <p:cNvPr id="26" name="Rectangle 25"/>
          <p:cNvSpPr/>
          <p:nvPr/>
        </p:nvSpPr>
        <p:spPr>
          <a:xfrm>
            <a:off x="3575720" y="368102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PO-STD-05</a:t>
            </a:r>
          </a:p>
        </p:txBody>
      </p:sp>
      <p:sp>
        <p:nvSpPr>
          <p:cNvPr id="31" name="Rectangle 30"/>
          <p:cNvSpPr/>
          <p:nvPr/>
        </p:nvSpPr>
        <p:spPr>
          <a:xfrm>
            <a:off x="4655840" y="368102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L’architecture respecte les règles de cloisonnements de la Banque (ex. PROTO, DEV, REC, INT, PROD, …)</a:t>
            </a:r>
          </a:p>
        </p:txBody>
      </p:sp>
    </p:spTree>
    <p:extLst>
      <p:ext uri="{BB962C8B-B14F-4D97-AF65-F5344CB8AC3E}">
        <p14:creationId xmlns:p14="http://schemas.microsoft.com/office/powerpoint/2010/main" val="4241297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116632"/>
            <a:ext cx="8229600" cy="576064"/>
          </a:xfrm>
        </p:spPr>
        <p:txBody>
          <a:bodyPr>
            <a:normAutofit/>
          </a:bodyPr>
          <a:lstStyle/>
          <a:p>
            <a:r>
              <a:rPr lang="fr-FR" sz="2800" dirty="0"/>
              <a:t>Données</a:t>
            </a:r>
          </a:p>
        </p:txBody>
      </p:sp>
      <p:sp>
        <p:nvSpPr>
          <p:cNvPr id="10" name="Rectangle 9"/>
          <p:cNvSpPr/>
          <p:nvPr/>
        </p:nvSpPr>
        <p:spPr>
          <a:xfrm>
            <a:off x="3575720" y="764704"/>
            <a:ext cx="6912768"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Libellé</a:t>
            </a:r>
          </a:p>
        </p:txBody>
      </p:sp>
      <p:sp>
        <p:nvSpPr>
          <p:cNvPr id="11" name="Rectangle 10"/>
          <p:cNvSpPr/>
          <p:nvPr/>
        </p:nvSpPr>
        <p:spPr>
          <a:xfrm>
            <a:off x="1694460" y="764704"/>
            <a:ext cx="1728192"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Catégorie</a:t>
            </a:r>
          </a:p>
        </p:txBody>
      </p:sp>
      <p:sp>
        <p:nvSpPr>
          <p:cNvPr id="29" name="Titre 17"/>
          <p:cNvSpPr txBox="1">
            <a:spLocks/>
          </p:cNvSpPr>
          <p:nvPr/>
        </p:nvSpPr>
        <p:spPr>
          <a:xfrm>
            <a:off x="1775720" y="44625"/>
            <a:ext cx="8435081" cy="40404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1800" i="1" dirty="0"/>
              <a:t>Principes opérationnels</a:t>
            </a:r>
          </a:p>
        </p:txBody>
      </p:sp>
      <p:sp>
        <p:nvSpPr>
          <p:cNvPr id="27" name="Rectangle 26"/>
          <p:cNvSpPr/>
          <p:nvPr/>
        </p:nvSpPr>
        <p:spPr>
          <a:xfrm rot="21152583">
            <a:off x="7717396" y="246646"/>
            <a:ext cx="2771093" cy="548680"/>
          </a:xfrm>
          <a:prstGeom prst="rect">
            <a:avLst/>
          </a:prstGeom>
          <a:solidFill>
            <a:schemeClr val="bg1">
              <a:lumMod val="95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000" b="1" i="1" dirty="0">
                <a:solidFill>
                  <a:schemeClr val="tx1"/>
                </a:solidFill>
              </a:rPr>
              <a:t>Des travaux entre ARCHI/URBA et ARCHI/SIM  sur une démarche informationnelle est en cours et viendront compléter les principes proposés</a:t>
            </a:r>
          </a:p>
        </p:txBody>
      </p:sp>
      <p:sp>
        <p:nvSpPr>
          <p:cNvPr id="28" name="Rectangle 27"/>
          <p:cNvSpPr/>
          <p:nvPr/>
        </p:nvSpPr>
        <p:spPr>
          <a:xfrm>
            <a:off x="1694460" y="1246365"/>
            <a:ext cx="1728192" cy="4917492"/>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dirty="0">
                <a:solidFill>
                  <a:schemeClr val="tx1"/>
                </a:solidFill>
              </a:rPr>
              <a:t>DONNEES</a:t>
            </a:r>
          </a:p>
        </p:txBody>
      </p:sp>
      <p:sp>
        <p:nvSpPr>
          <p:cNvPr id="30" name="Rectangle 29"/>
          <p:cNvSpPr/>
          <p:nvPr/>
        </p:nvSpPr>
        <p:spPr>
          <a:xfrm>
            <a:off x="4655840" y="1940645"/>
            <a:ext cx="5832648" cy="461813"/>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 donnée de référence est unique et ne peut être dupliquée pour redistribution que sur demande justifiée</a:t>
            </a:r>
          </a:p>
        </p:txBody>
      </p:sp>
      <p:sp>
        <p:nvSpPr>
          <p:cNvPr id="32" name="Rectangle 31"/>
          <p:cNvSpPr/>
          <p:nvPr/>
        </p:nvSpPr>
        <p:spPr>
          <a:xfrm>
            <a:off x="4655840" y="2882131"/>
            <a:ext cx="5832648" cy="462012"/>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données de référence sont gérées dans des référentiels</a:t>
            </a:r>
          </a:p>
        </p:txBody>
      </p:sp>
      <p:sp>
        <p:nvSpPr>
          <p:cNvPr id="33" name="Rectangle 32"/>
          <p:cNvSpPr/>
          <p:nvPr/>
        </p:nvSpPr>
        <p:spPr>
          <a:xfrm>
            <a:off x="4655840" y="3367956"/>
            <a:ext cx="5832648" cy="701912"/>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référentiels de données ne supportent pas de règles métier spécifiques à des applications; ces règles métier sont de la responsabilité de l’application consommatrice</a:t>
            </a:r>
          </a:p>
        </p:txBody>
      </p:sp>
      <p:sp>
        <p:nvSpPr>
          <p:cNvPr id="34" name="Rectangle 33"/>
          <p:cNvSpPr/>
          <p:nvPr/>
        </p:nvSpPr>
        <p:spPr>
          <a:xfrm>
            <a:off x="3575720" y="1940624"/>
            <a:ext cx="1008112" cy="461813"/>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PO-DON-02</a:t>
            </a:r>
          </a:p>
        </p:txBody>
      </p:sp>
      <p:sp>
        <p:nvSpPr>
          <p:cNvPr id="35" name="Rectangle 34"/>
          <p:cNvSpPr/>
          <p:nvPr/>
        </p:nvSpPr>
        <p:spPr>
          <a:xfrm>
            <a:off x="3575720" y="1271489"/>
            <a:ext cx="1008112" cy="645343"/>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PO-DON-01</a:t>
            </a:r>
          </a:p>
        </p:txBody>
      </p:sp>
      <p:sp>
        <p:nvSpPr>
          <p:cNvPr id="36" name="Rectangle 35"/>
          <p:cNvSpPr/>
          <p:nvPr/>
        </p:nvSpPr>
        <p:spPr>
          <a:xfrm>
            <a:off x="3575720" y="2426229"/>
            <a:ext cx="1008112" cy="432731"/>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PO-DON-03</a:t>
            </a:r>
          </a:p>
        </p:txBody>
      </p:sp>
      <p:sp>
        <p:nvSpPr>
          <p:cNvPr id="37" name="Rectangle 36"/>
          <p:cNvSpPr/>
          <p:nvPr/>
        </p:nvSpPr>
        <p:spPr>
          <a:xfrm>
            <a:off x="3575720" y="2882751"/>
            <a:ext cx="1008112" cy="462012"/>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PO-DON-04</a:t>
            </a:r>
          </a:p>
        </p:txBody>
      </p:sp>
      <p:sp>
        <p:nvSpPr>
          <p:cNvPr id="38" name="Rectangle 37"/>
          <p:cNvSpPr/>
          <p:nvPr/>
        </p:nvSpPr>
        <p:spPr>
          <a:xfrm>
            <a:off x="3575720" y="3368555"/>
            <a:ext cx="1008112" cy="701396"/>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PO-DON-05</a:t>
            </a:r>
          </a:p>
        </p:txBody>
      </p:sp>
      <p:sp>
        <p:nvSpPr>
          <p:cNvPr id="39" name="Rectangle 38"/>
          <p:cNvSpPr/>
          <p:nvPr/>
        </p:nvSpPr>
        <p:spPr>
          <a:xfrm>
            <a:off x="4655840" y="4093681"/>
            <a:ext cx="5832648" cy="701912"/>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 qualité des données est de la responsabilité du propriétaire (métier).</a:t>
            </a:r>
            <a:br>
              <a:rPr lang="fr-FR" sz="1400" dirty="0">
                <a:solidFill>
                  <a:schemeClr val="tx1"/>
                </a:solidFill>
              </a:rPr>
            </a:br>
            <a:r>
              <a:rPr lang="fr-FR" sz="1400" dirty="0">
                <a:solidFill>
                  <a:schemeClr val="tx1"/>
                </a:solidFill>
              </a:rPr>
              <a:t>Le gestionnaire (OI) est en charge de la bonne conservation, stockage, transport et disponibilité des données qui lui sont confiées</a:t>
            </a:r>
          </a:p>
        </p:txBody>
      </p:sp>
      <p:sp>
        <p:nvSpPr>
          <p:cNvPr id="40" name="Rectangle 39"/>
          <p:cNvSpPr/>
          <p:nvPr/>
        </p:nvSpPr>
        <p:spPr>
          <a:xfrm>
            <a:off x="4655840" y="1271489"/>
            <a:ext cx="5832648" cy="645343"/>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données de référence de la Banque dispose d’un propriétaire identifié (métier) portant le rôle de MOA et sont mises en œuvre par un gestionnaire (OI) portant le rôle de MOE</a:t>
            </a:r>
          </a:p>
        </p:txBody>
      </p:sp>
      <p:sp>
        <p:nvSpPr>
          <p:cNvPr id="41" name="Rectangle 40"/>
          <p:cNvSpPr/>
          <p:nvPr/>
        </p:nvSpPr>
        <p:spPr>
          <a:xfrm>
            <a:off x="4655840" y="4819406"/>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données de référence de la Banque sont construites autour de modèles de données et servent d’appui au blocs fonctionnels</a:t>
            </a:r>
          </a:p>
        </p:txBody>
      </p:sp>
      <p:sp>
        <p:nvSpPr>
          <p:cNvPr id="42" name="Rectangle 41"/>
          <p:cNvSpPr/>
          <p:nvPr/>
        </p:nvSpPr>
        <p:spPr>
          <a:xfrm>
            <a:off x="3575720" y="4093743"/>
            <a:ext cx="1008112" cy="701912"/>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PO-DON-06</a:t>
            </a:r>
          </a:p>
        </p:txBody>
      </p:sp>
      <p:sp>
        <p:nvSpPr>
          <p:cNvPr id="43" name="Rectangle 42"/>
          <p:cNvSpPr/>
          <p:nvPr/>
        </p:nvSpPr>
        <p:spPr>
          <a:xfrm>
            <a:off x="4655840" y="5275267"/>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 objet métier est unique (son identifiant doit être non signifiant et doit garantir son unicité)</a:t>
            </a:r>
          </a:p>
        </p:txBody>
      </p:sp>
      <p:sp>
        <p:nvSpPr>
          <p:cNvPr id="44" name="Rectangle 43"/>
          <p:cNvSpPr/>
          <p:nvPr/>
        </p:nvSpPr>
        <p:spPr>
          <a:xfrm>
            <a:off x="3575720" y="4819447"/>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PO-DON-07</a:t>
            </a:r>
          </a:p>
        </p:txBody>
      </p:sp>
      <p:sp>
        <p:nvSpPr>
          <p:cNvPr id="45" name="Rectangle 44"/>
          <p:cNvSpPr/>
          <p:nvPr/>
        </p:nvSpPr>
        <p:spPr>
          <a:xfrm>
            <a:off x="4655840" y="5731126"/>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règles (confidentialité, valeur, …) propres à la donnée s’appliquent à l’ensemble du SI au cours du cycle de vie de cette dernière</a:t>
            </a:r>
          </a:p>
        </p:txBody>
      </p:sp>
      <p:sp>
        <p:nvSpPr>
          <p:cNvPr id="46" name="Rectangle 45"/>
          <p:cNvSpPr/>
          <p:nvPr/>
        </p:nvSpPr>
        <p:spPr>
          <a:xfrm>
            <a:off x="3575720" y="5275287"/>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PO-DON-08</a:t>
            </a:r>
          </a:p>
        </p:txBody>
      </p:sp>
      <p:sp>
        <p:nvSpPr>
          <p:cNvPr id="47" name="Rectangle 46"/>
          <p:cNvSpPr/>
          <p:nvPr/>
        </p:nvSpPr>
        <p:spPr>
          <a:xfrm>
            <a:off x="4655840" y="2426270"/>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Toute donnée dupliquée doit alors prévoir un mécanisme de synchronisation</a:t>
            </a:r>
          </a:p>
        </p:txBody>
      </p:sp>
      <p:sp>
        <p:nvSpPr>
          <p:cNvPr id="48" name="Rectangle 47"/>
          <p:cNvSpPr/>
          <p:nvPr/>
        </p:nvSpPr>
        <p:spPr>
          <a:xfrm>
            <a:off x="3575720" y="5731127"/>
            <a:ext cx="1008112" cy="432731"/>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PO-DON-09</a:t>
            </a:r>
          </a:p>
        </p:txBody>
      </p:sp>
    </p:spTree>
    <p:extLst>
      <p:ext uri="{BB962C8B-B14F-4D97-AF65-F5344CB8AC3E}">
        <p14:creationId xmlns:p14="http://schemas.microsoft.com/office/powerpoint/2010/main" val="4044558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116632"/>
            <a:ext cx="8229600" cy="864096"/>
          </a:xfrm>
        </p:spPr>
        <p:txBody>
          <a:bodyPr>
            <a:normAutofit/>
          </a:bodyPr>
          <a:lstStyle/>
          <a:p>
            <a:r>
              <a:rPr lang="fr-FR" sz="2800" dirty="0"/>
              <a:t>Progressivité, Exploitabilité</a:t>
            </a:r>
          </a:p>
        </p:txBody>
      </p:sp>
      <p:sp>
        <p:nvSpPr>
          <p:cNvPr id="10" name="Rectangle 9"/>
          <p:cNvSpPr/>
          <p:nvPr/>
        </p:nvSpPr>
        <p:spPr>
          <a:xfrm>
            <a:off x="3575720" y="980728"/>
            <a:ext cx="6912768"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Libellé</a:t>
            </a:r>
          </a:p>
        </p:txBody>
      </p:sp>
      <p:sp>
        <p:nvSpPr>
          <p:cNvPr id="11" name="Rectangle 10"/>
          <p:cNvSpPr/>
          <p:nvPr/>
        </p:nvSpPr>
        <p:spPr>
          <a:xfrm>
            <a:off x="1694460" y="980728"/>
            <a:ext cx="1728192"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Catégorie</a:t>
            </a:r>
          </a:p>
        </p:txBody>
      </p:sp>
      <p:sp>
        <p:nvSpPr>
          <p:cNvPr id="29" name="Titre 17"/>
          <p:cNvSpPr txBox="1">
            <a:spLocks/>
          </p:cNvSpPr>
          <p:nvPr/>
        </p:nvSpPr>
        <p:spPr>
          <a:xfrm>
            <a:off x="1775720" y="44625"/>
            <a:ext cx="8435081" cy="40404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1800" i="1" dirty="0"/>
              <a:t>Principes opérationnels</a:t>
            </a:r>
          </a:p>
        </p:txBody>
      </p:sp>
      <p:sp>
        <p:nvSpPr>
          <p:cNvPr id="12" name="Rectangle 11"/>
          <p:cNvSpPr/>
          <p:nvPr/>
        </p:nvSpPr>
        <p:spPr>
          <a:xfrm>
            <a:off x="1694460" y="1534398"/>
            <a:ext cx="1728192" cy="2470666"/>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dirty="0">
                <a:solidFill>
                  <a:schemeClr val="tx1"/>
                </a:solidFill>
              </a:rPr>
              <a:t>PROGRESSIVITE</a:t>
            </a:r>
          </a:p>
          <a:p>
            <a:pPr algn="ctr"/>
            <a:r>
              <a:rPr lang="fr-FR" b="1" dirty="0">
                <a:solidFill>
                  <a:schemeClr val="tx1"/>
                </a:solidFill>
              </a:rPr>
              <a:t>AGILITE</a:t>
            </a:r>
          </a:p>
        </p:txBody>
      </p:sp>
      <p:sp>
        <p:nvSpPr>
          <p:cNvPr id="13" name="Rectangle 12"/>
          <p:cNvSpPr/>
          <p:nvPr/>
        </p:nvSpPr>
        <p:spPr>
          <a:xfrm>
            <a:off x="4655840" y="2064550"/>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Pour les projets non critiques, le respect de la chaîne de fabrication est fortement à privilégier</a:t>
            </a:r>
          </a:p>
        </p:txBody>
      </p:sp>
      <p:sp>
        <p:nvSpPr>
          <p:cNvPr id="14" name="Rectangle 13"/>
          <p:cNvSpPr/>
          <p:nvPr/>
        </p:nvSpPr>
        <p:spPr>
          <a:xfrm>
            <a:off x="3575720" y="1559521"/>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PO-AGI-01</a:t>
            </a:r>
          </a:p>
        </p:txBody>
      </p:sp>
      <p:sp>
        <p:nvSpPr>
          <p:cNvPr id="15" name="Rectangle 14"/>
          <p:cNvSpPr/>
          <p:nvPr/>
        </p:nvSpPr>
        <p:spPr>
          <a:xfrm>
            <a:off x="3575720" y="2569580"/>
            <a:ext cx="1008112" cy="432731"/>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PO-AGI-03</a:t>
            </a:r>
          </a:p>
        </p:txBody>
      </p:sp>
      <p:sp>
        <p:nvSpPr>
          <p:cNvPr id="16" name="Rectangle 15"/>
          <p:cNvSpPr/>
          <p:nvPr/>
        </p:nvSpPr>
        <p:spPr>
          <a:xfrm>
            <a:off x="4655840" y="1559521"/>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Pour les projets critiques, le respect de la chaîne de fabrication industrialisée de bout en bout est obligatoire</a:t>
            </a:r>
          </a:p>
        </p:txBody>
      </p:sp>
      <p:sp>
        <p:nvSpPr>
          <p:cNvPr id="19" name="Rectangle 18"/>
          <p:cNvSpPr/>
          <p:nvPr/>
        </p:nvSpPr>
        <p:spPr>
          <a:xfrm>
            <a:off x="3575720" y="2064550"/>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PO-AGI-02</a:t>
            </a:r>
          </a:p>
        </p:txBody>
      </p:sp>
      <p:sp>
        <p:nvSpPr>
          <p:cNvPr id="20" name="Rectangle 19"/>
          <p:cNvSpPr/>
          <p:nvPr/>
        </p:nvSpPr>
        <p:spPr>
          <a:xfrm>
            <a:off x="3575720" y="3075291"/>
            <a:ext cx="1008112" cy="432731"/>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PO-AGI-04</a:t>
            </a:r>
          </a:p>
        </p:txBody>
      </p:sp>
      <p:sp>
        <p:nvSpPr>
          <p:cNvPr id="21" name="Rectangle 20"/>
          <p:cNvSpPr/>
          <p:nvPr/>
        </p:nvSpPr>
        <p:spPr>
          <a:xfrm>
            <a:off x="4655840" y="3075291"/>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L’architecture applicative privilégie l’externalisation d’un maximum d’éléments de configuration</a:t>
            </a:r>
          </a:p>
        </p:txBody>
      </p:sp>
      <p:sp>
        <p:nvSpPr>
          <p:cNvPr id="23" name="Rectangle 22"/>
          <p:cNvSpPr/>
          <p:nvPr/>
        </p:nvSpPr>
        <p:spPr>
          <a:xfrm>
            <a:off x="4655840" y="2570262"/>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L’architecture privilégie l’usage d’infrastructure virtualisée</a:t>
            </a:r>
          </a:p>
        </p:txBody>
      </p:sp>
      <p:sp>
        <p:nvSpPr>
          <p:cNvPr id="24" name="Rectangle 23"/>
          <p:cNvSpPr/>
          <p:nvPr/>
        </p:nvSpPr>
        <p:spPr>
          <a:xfrm>
            <a:off x="3575720" y="3573016"/>
            <a:ext cx="1008112" cy="432731"/>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PO-AGI-05</a:t>
            </a:r>
          </a:p>
        </p:txBody>
      </p:sp>
      <p:sp>
        <p:nvSpPr>
          <p:cNvPr id="25" name="Rectangle 24"/>
          <p:cNvSpPr/>
          <p:nvPr/>
        </p:nvSpPr>
        <p:spPr>
          <a:xfrm>
            <a:off x="4655840" y="3573016"/>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solutions d’architecture doivent être évolutives et modulaires</a:t>
            </a:r>
          </a:p>
        </p:txBody>
      </p:sp>
      <p:sp>
        <p:nvSpPr>
          <p:cNvPr id="26" name="Rectangle 25"/>
          <p:cNvSpPr/>
          <p:nvPr/>
        </p:nvSpPr>
        <p:spPr>
          <a:xfrm>
            <a:off x="1694460" y="4149080"/>
            <a:ext cx="1728192" cy="1947818"/>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dirty="0">
                <a:solidFill>
                  <a:schemeClr val="tx1"/>
                </a:solidFill>
              </a:rPr>
              <a:t>EXPLOITABILITE</a:t>
            </a:r>
          </a:p>
        </p:txBody>
      </p:sp>
      <p:sp>
        <p:nvSpPr>
          <p:cNvPr id="28" name="Rectangle 27"/>
          <p:cNvSpPr/>
          <p:nvPr/>
        </p:nvSpPr>
        <p:spPr>
          <a:xfrm>
            <a:off x="3575720" y="4149080"/>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PO-EXP-01</a:t>
            </a:r>
          </a:p>
        </p:txBody>
      </p:sp>
      <p:sp>
        <p:nvSpPr>
          <p:cNvPr id="30" name="Rectangle 29"/>
          <p:cNvSpPr/>
          <p:nvPr/>
        </p:nvSpPr>
        <p:spPr>
          <a:xfrm>
            <a:off x="3575720" y="5159139"/>
            <a:ext cx="1008112" cy="432731"/>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PO-EXP-03</a:t>
            </a:r>
          </a:p>
        </p:txBody>
      </p:sp>
      <p:sp>
        <p:nvSpPr>
          <p:cNvPr id="31" name="Rectangle 30"/>
          <p:cNvSpPr/>
          <p:nvPr/>
        </p:nvSpPr>
        <p:spPr>
          <a:xfrm>
            <a:off x="3575720" y="4654109"/>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PO-EXP-02</a:t>
            </a:r>
          </a:p>
        </p:txBody>
      </p:sp>
      <p:sp>
        <p:nvSpPr>
          <p:cNvPr id="32" name="Rectangle 31"/>
          <p:cNvSpPr/>
          <p:nvPr/>
        </p:nvSpPr>
        <p:spPr>
          <a:xfrm>
            <a:off x="3575720" y="5664850"/>
            <a:ext cx="1008112" cy="432731"/>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PO-EXP-04</a:t>
            </a:r>
          </a:p>
        </p:txBody>
      </p:sp>
      <p:sp>
        <p:nvSpPr>
          <p:cNvPr id="33" name="Rectangle 32"/>
          <p:cNvSpPr/>
          <p:nvPr/>
        </p:nvSpPr>
        <p:spPr>
          <a:xfrm>
            <a:off x="4655840" y="4654109"/>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En Production, la Qualité de Service est définie et mesurée de bout en bout </a:t>
            </a:r>
          </a:p>
        </p:txBody>
      </p:sp>
      <p:sp>
        <p:nvSpPr>
          <p:cNvPr id="34" name="Rectangle 33"/>
          <p:cNvSpPr/>
          <p:nvPr/>
        </p:nvSpPr>
        <p:spPr>
          <a:xfrm>
            <a:off x="4655840" y="4149080"/>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L’architecture privilégie les solutions qui sont ou seront exploitables sous le contrôle de la Banque</a:t>
            </a:r>
          </a:p>
        </p:txBody>
      </p:sp>
      <p:sp>
        <p:nvSpPr>
          <p:cNvPr id="35" name="Rectangle 34"/>
          <p:cNvSpPr/>
          <p:nvPr/>
        </p:nvSpPr>
        <p:spPr>
          <a:xfrm>
            <a:off x="4655840" y="5664850"/>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L’architecture doit prévoir les cas d’erreur métier, fonctionnels et techniques sur tous les domaines</a:t>
            </a:r>
          </a:p>
        </p:txBody>
      </p:sp>
      <p:sp>
        <p:nvSpPr>
          <p:cNvPr id="36" name="Rectangle 35"/>
          <p:cNvSpPr/>
          <p:nvPr/>
        </p:nvSpPr>
        <p:spPr>
          <a:xfrm>
            <a:off x="4655840" y="5159821"/>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processus, fonctions et services s’engagent sur des niveaux services sur tous les domaines</a:t>
            </a:r>
          </a:p>
        </p:txBody>
      </p:sp>
    </p:spTree>
    <p:extLst>
      <p:ext uri="{BB962C8B-B14F-4D97-AF65-F5344CB8AC3E}">
        <p14:creationId xmlns:p14="http://schemas.microsoft.com/office/powerpoint/2010/main" val="247082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116632"/>
            <a:ext cx="8229600" cy="1143000"/>
          </a:xfrm>
        </p:spPr>
        <p:txBody>
          <a:bodyPr>
            <a:normAutofit/>
          </a:bodyPr>
          <a:lstStyle/>
          <a:p>
            <a:r>
              <a:rPr lang="fr-FR" sz="2800" dirty="0"/>
              <a:t>Efficience, Gouvernance</a:t>
            </a:r>
          </a:p>
        </p:txBody>
      </p:sp>
      <p:sp>
        <p:nvSpPr>
          <p:cNvPr id="10" name="Rectangle 9"/>
          <p:cNvSpPr/>
          <p:nvPr/>
        </p:nvSpPr>
        <p:spPr>
          <a:xfrm>
            <a:off x="3575720" y="1124744"/>
            <a:ext cx="6912768"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Libellé</a:t>
            </a:r>
          </a:p>
        </p:txBody>
      </p:sp>
      <p:sp>
        <p:nvSpPr>
          <p:cNvPr id="11" name="Rectangle 10"/>
          <p:cNvSpPr/>
          <p:nvPr/>
        </p:nvSpPr>
        <p:spPr>
          <a:xfrm>
            <a:off x="1694460" y="1124744"/>
            <a:ext cx="1728192"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Catégorie</a:t>
            </a:r>
          </a:p>
        </p:txBody>
      </p:sp>
      <p:sp>
        <p:nvSpPr>
          <p:cNvPr id="29" name="Titre 17"/>
          <p:cNvSpPr txBox="1">
            <a:spLocks/>
          </p:cNvSpPr>
          <p:nvPr/>
        </p:nvSpPr>
        <p:spPr>
          <a:xfrm>
            <a:off x="1775720" y="44625"/>
            <a:ext cx="8435081" cy="40404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1800" i="1" dirty="0"/>
              <a:t>Principes opérationnels</a:t>
            </a:r>
          </a:p>
        </p:txBody>
      </p:sp>
      <p:sp>
        <p:nvSpPr>
          <p:cNvPr id="9" name="Rectangle 8"/>
          <p:cNvSpPr/>
          <p:nvPr/>
        </p:nvSpPr>
        <p:spPr>
          <a:xfrm>
            <a:off x="1694460" y="1678415"/>
            <a:ext cx="1728192" cy="1972941"/>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dirty="0">
                <a:solidFill>
                  <a:schemeClr val="tx1"/>
                </a:solidFill>
              </a:rPr>
              <a:t>EFFICIENCE</a:t>
            </a:r>
          </a:p>
        </p:txBody>
      </p:sp>
      <p:sp>
        <p:nvSpPr>
          <p:cNvPr id="13" name="Rectangle 12"/>
          <p:cNvSpPr/>
          <p:nvPr/>
        </p:nvSpPr>
        <p:spPr>
          <a:xfrm>
            <a:off x="4655840" y="2208566"/>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Toute évolution du SI doit attester d’un ROI suffisant</a:t>
            </a:r>
          </a:p>
        </p:txBody>
      </p:sp>
      <p:sp>
        <p:nvSpPr>
          <p:cNvPr id="14" name="Rectangle 13"/>
          <p:cNvSpPr/>
          <p:nvPr/>
        </p:nvSpPr>
        <p:spPr>
          <a:xfrm>
            <a:off x="3575720" y="1703537"/>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PO-EFF-01</a:t>
            </a:r>
          </a:p>
        </p:txBody>
      </p:sp>
      <p:sp>
        <p:nvSpPr>
          <p:cNvPr id="15" name="Rectangle 14"/>
          <p:cNvSpPr/>
          <p:nvPr/>
        </p:nvSpPr>
        <p:spPr>
          <a:xfrm>
            <a:off x="3575720" y="2713596"/>
            <a:ext cx="1008112" cy="432731"/>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PO-EFF-03</a:t>
            </a:r>
          </a:p>
        </p:txBody>
      </p:sp>
      <p:sp>
        <p:nvSpPr>
          <p:cNvPr id="16" name="Rectangle 15"/>
          <p:cNvSpPr/>
          <p:nvPr/>
        </p:nvSpPr>
        <p:spPr>
          <a:xfrm>
            <a:off x="4655840" y="1703537"/>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Toute instruction d’architecture doit fournir les indicateurs qui permettra de réaliser une répartition à la comptabilité analytique</a:t>
            </a:r>
          </a:p>
        </p:txBody>
      </p:sp>
      <p:sp>
        <p:nvSpPr>
          <p:cNvPr id="19" name="Rectangle 18"/>
          <p:cNvSpPr/>
          <p:nvPr/>
        </p:nvSpPr>
        <p:spPr>
          <a:xfrm>
            <a:off x="3575720" y="2208566"/>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PO-EFF-02</a:t>
            </a:r>
          </a:p>
        </p:txBody>
      </p:sp>
      <p:sp>
        <p:nvSpPr>
          <p:cNvPr id="20" name="Rectangle 19"/>
          <p:cNvSpPr/>
          <p:nvPr/>
        </p:nvSpPr>
        <p:spPr>
          <a:xfrm>
            <a:off x="3575720" y="3219307"/>
            <a:ext cx="1008112" cy="432731"/>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PO-EFF-04</a:t>
            </a:r>
          </a:p>
        </p:txBody>
      </p:sp>
      <p:sp>
        <p:nvSpPr>
          <p:cNvPr id="21" name="Rectangle 20"/>
          <p:cNvSpPr/>
          <p:nvPr/>
        </p:nvSpPr>
        <p:spPr>
          <a:xfrm>
            <a:off x="4655840" y="3219307"/>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L’instruction d’architecture a évalué l’option d’optimiser l’existant au même titre que de reconstruire</a:t>
            </a:r>
          </a:p>
        </p:txBody>
      </p:sp>
      <p:sp>
        <p:nvSpPr>
          <p:cNvPr id="23" name="Rectangle 22"/>
          <p:cNvSpPr/>
          <p:nvPr/>
        </p:nvSpPr>
        <p:spPr>
          <a:xfrm>
            <a:off x="4655840" y="271427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Toute évolution du SI doit identifier les </a:t>
            </a:r>
            <a:r>
              <a:rPr lang="fr-FR" sz="1400" dirty="0" err="1">
                <a:solidFill>
                  <a:schemeClr val="tx1"/>
                </a:solidFill>
              </a:rPr>
              <a:t>décommissionnements</a:t>
            </a:r>
            <a:r>
              <a:rPr lang="fr-FR" sz="1400" dirty="0">
                <a:solidFill>
                  <a:schemeClr val="tx1"/>
                </a:solidFill>
              </a:rPr>
              <a:t> et en prévoir le financement </a:t>
            </a:r>
          </a:p>
        </p:txBody>
      </p:sp>
      <p:sp>
        <p:nvSpPr>
          <p:cNvPr id="24" name="Rectangle 23"/>
          <p:cNvSpPr/>
          <p:nvPr/>
        </p:nvSpPr>
        <p:spPr>
          <a:xfrm>
            <a:off x="3575720" y="375155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PO-GOV-01</a:t>
            </a:r>
          </a:p>
        </p:txBody>
      </p:sp>
      <p:sp>
        <p:nvSpPr>
          <p:cNvPr id="25" name="Rectangle 24"/>
          <p:cNvSpPr/>
          <p:nvPr/>
        </p:nvSpPr>
        <p:spPr>
          <a:xfrm>
            <a:off x="3575720" y="4761616"/>
            <a:ext cx="1008112" cy="755616"/>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PO-GOV-03</a:t>
            </a:r>
          </a:p>
        </p:txBody>
      </p:sp>
      <p:sp>
        <p:nvSpPr>
          <p:cNvPr id="26" name="Rectangle 25"/>
          <p:cNvSpPr/>
          <p:nvPr/>
        </p:nvSpPr>
        <p:spPr>
          <a:xfrm>
            <a:off x="3575720" y="4256587"/>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PO-GOV-02</a:t>
            </a:r>
          </a:p>
        </p:txBody>
      </p:sp>
      <p:sp>
        <p:nvSpPr>
          <p:cNvPr id="27" name="Rectangle 26"/>
          <p:cNvSpPr/>
          <p:nvPr/>
        </p:nvSpPr>
        <p:spPr>
          <a:xfrm>
            <a:off x="4655840" y="4256587"/>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 projet agile, standard et maintenance doit se conformer au processus de gouvernance d’architecture SI, assurée par le CDA</a:t>
            </a:r>
          </a:p>
        </p:txBody>
      </p:sp>
      <p:sp>
        <p:nvSpPr>
          <p:cNvPr id="28" name="Rectangle 27"/>
          <p:cNvSpPr/>
          <p:nvPr/>
        </p:nvSpPr>
        <p:spPr>
          <a:xfrm>
            <a:off x="4655840" y="375155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 projet introduisant une architecture non conforme pour motif de délai doit prévoir la remise en conformité (y compris financement)</a:t>
            </a:r>
          </a:p>
        </p:txBody>
      </p:sp>
      <p:sp>
        <p:nvSpPr>
          <p:cNvPr id="30" name="Rectangle 29"/>
          <p:cNvSpPr/>
          <p:nvPr/>
        </p:nvSpPr>
        <p:spPr>
          <a:xfrm>
            <a:off x="4655840" y="4762299"/>
            <a:ext cx="5832648" cy="754423"/>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Toute dérogation est temporaire, les dérogations récurrentes doivent être instruites pour intégration au catalogue des normes et standards ou inscrites dans la roadmap pour un traitement ultérieur.</a:t>
            </a:r>
          </a:p>
        </p:txBody>
      </p:sp>
      <p:sp>
        <p:nvSpPr>
          <p:cNvPr id="22" name="Rectangle 21"/>
          <p:cNvSpPr/>
          <p:nvPr/>
        </p:nvSpPr>
        <p:spPr>
          <a:xfrm>
            <a:off x="3575720" y="5589240"/>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PO-GOV-04</a:t>
            </a:r>
          </a:p>
        </p:txBody>
      </p:sp>
      <p:sp>
        <p:nvSpPr>
          <p:cNvPr id="33" name="Rectangle 32"/>
          <p:cNvSpPr/>
          <p:nvPr/>
        </p:nvSpPr>
        <p:spPr>
          <a:xfrm>
            <a:off x="4655840" y="5589240"/>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modélisations d’architecture respectent le </a:t>
            </a:r>
            <a:r>
              <a:rPr lang="fr-FR" sz="1400" dirty="0" err="1">
                <a:solidFill>
                  <a:schemeClr val="tx1"/>
                </a:solidFill>
              </a:rPr>
              <a:t>métamodèle</a:t>
            </a:r>
            <a:r>
              <a:rPr lang="fr-FR" sz="1400" dirty="0">
                <a:solidFill>
                  <a:schemeClr val="tx1"/>
                </a:solidFill>
              </a:rPr>
              <a:t> en vigueur</a:t>
            </a:r>
          </a:p>
        </p:txBody>
      </p:sp>
      <p:sp>
        <p:nvSpPr>
          <p:cNvPr id="12" name="Rectangle 11"/>
          <p:cNvSpPr/>
          <p:nvPr/>
        </p:nvSpPr>
        <p:spPr>
          <a:xfrm>
            <a:off x="1694460" y="3751559"/>
            <a:ext cx="1728192" cy="2774759"/>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dirty="0">
                <a:solidFill>
                  <a:schemeClr val="tx1"/>
                </a:solidFill>
              </a:rPr>
              <a:t>GOUVERNANCE</a:t>
            </a:r>
          </a:p>
        </p:txBody>
      </p:sp>
      <p:sp>
        <p:nvSpPr>
          <p:cNvPr id="31" name="Rectangle 30"/>
          <p:cNvSpPr/>
          <p:nvPr/>
        </p:nvSpPr>
        <p:spPr>
          <a:xfrm>
            <a:off x="3575720" y="6094269"/>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PO-GOV-05</a:t>
            </a:r>
          </a:p>
        </p:txBody>
      </p:sp>
      <p:sp>
        <p:nvSpPr>
          <p:cNvPr id="32" name="Rectangle 31"/>
          <p:cNvSpPr/>
          <p:nvPr/>
        </p:nvSpPr>
        <p:spPr>
          <a:xfrm>
            <a:off x="4655840" y="6094269"/>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Les schémas d’architecture minimums à réaliser sont décrits dans la démarche d’Architecture et doivent être respectés</a:t>
            </a:r>
          </a:p>
        </p:txBody>
      </p:sp>
    </p:spTree>
    <p:extLst>
      <p:ext uri="{BB962C8B-B14F-4D97-AF65-F5344CB8AC3E}">
        <p14:creationId xmlns:p14="http://schemas.microsoft.com/office/powerpoint/2010/main" val="1661760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D18CAF8-52EB-8F64-F5D0-EC3BD2A0A8BE}"/>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B0E8FB81-F5C3-23E6-7D26-3CDDF725821A}"/>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AE0DBF9E-D22A-661F-A751-BEA23B1AB188}"/>
              </a:ext>
            </a:extLst>
          </p:cNvPr>
          <p:cNvSpPr>
            <a:spLocks noGrp="1"/>
          </p:cNvSpPr>
          <p:nvPr>
            <p:ph type="sldNum" sz="quarter" idx="12"/>
          </p:nvPr>
        </p:nvSpPr>
        <p:spPr/>
        <p:txBody>
          <a:bodyPr/>
          <a:lstStyle/>
          <a:p>
            <a:fld id="{CD166EB1-B284-8541-B839-321F682B6B05}" type="slidenum">
              <a:rPr lang="fr-FR" smtClean="0"/>
              <a:pPr/>
              <a:t>20</a:t>
            </a:fld>
            <a:endParaRPr lang="fr-FR"/>
          </a:p>
        </p:txBody>
      </p:sp>
      <p:sp>
        <p:nvSpPr>
          <p:cNvPr id="5" name="Titre 4">
            <a:extLst>
              <a:ext uri="{FF2B5EF4-FFF2-40B4-BE49-F238E27FC236}">
                <a16:creationId xmlns:a16="http://schemas.microsoft.com/office/drawing/2014/main" id="{B7AC92B4-F0DB-A526-6FA5-6D6FA13A3F4E}"/>
              </a:ext>
            </a:extLst>
          </p:cNvPr>
          <p:cNvSpPr>
            <a:spLocks noGrp="1"/>
          </p:cNvSpPr>
          <p:nvPr>
            <p:ph type="title"/>
          </p:nvPr>
        </p:nvSpPr>
        <p:spPr/>
        <p:txBody>
          <a:bodyPr/>
          <a:lstStyle/>
          <a:p>
            <a:endParaRPr lang="fr-FR"/>
          </a:p>
        </p:txBody>
      </p:sp>
      <p:sp>
        <p:nvSpPr>
          <p:cNvPr id="6" name="Espace réservé du texte 5">
            <a:extLst>
              <a:ext uri="{FF2B5EF4-FFF2-40B4-BE49-F238E27FC236}">
                <a16:creationId xmlns:a16="http://schemas.microsoft.com/office/drawing/2014/main" id="{FBC6201A-1AF5-D4EA-2631-F254DDD2417C}"/>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21ABB0CD-1B9E-6E32-566C-F232068F5812}"/>
              </a:ext>
            </a:extLst>
          </p:cNvPr>
          <p:cNvSpPr>
            <a:spLocks noGrp="1"/>
          </p:cNvSpPr>
          <p:nvPr>
            <p:ph type="body" sz="quarter" idx="30"/>
          </p:nvPr>
        </p:nvSpPr>
        <p:spPr/>
        <p:txBody>
          <a:bodyPr/>
          <a:lstStyle/>
          <a:p>
            <a:endParaRPr lang="fr-FR"/>
          </a:p>
        </p:txBody>
      </p:sp>
      <p:sp>
        <p:nvSpPr>
          <p:cNvPr id="8" name="Rectangle 7">
            <a:extLst>
              <a:ext uri="{FF2B5EF4-FFF2-40B4-BE49-F238E27FC236}">
                <a16:creationId xmlns:a16="http://schemas.microsoft.com/office/drawing/2014/main" id="{50028B95-E7F5-EA35-1055-DB4BB6E018F9}"/>
              </a:ext>
            </a:extLst>
          </p:cNvPr>
          <p:cNvSpPr/>
          <p:nvPr/>
        </p:nvSpPr>
        <p:spPr>
          <a:xfrm>
            <a:off x="567847" y="1883688"/>
            <a:ext cx="1728192" cy="4392488"/>
          </a:xfrm>
          <a:prstGeom prst="rect">
            <a:avLst/>
          </a:prstGeom>
          <a:solidFill>
            <a:schemeClr val="accent1">
              <a:lumMod val="60000"/>
              <a:lumOff val="40000"/>
              <a:alpha val="67059"/>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b="1" dirty="0">
                <a:solidFill>
                  <a:schemeClr val="tx1"/>
                </a:solidFill>
              </a:rPr>
              <a:t>ARCHITECTURE ORIENTEE SERVICE </a:t>
            </a:r>
          </a:p>
          <a:p>
            <a:pPr algn="ctr"/>
            <a:endParaRPr lang="fr-FR" b="1" dirty="0">
              <a:solidFill>
                <a:schemeClr val="tx1"/>
              </a:solidFill>
            </a:endParaRPr>
          </a:p>
          <a:p>
            <a:pPr algn="ctr"/>
            <a:r>
              <a:rPr lang="fr-FR" b="1" dirty="0">
                <a:solidFill>
                  <a:schemeClr val="tx1"/>
                </a:solidFill>
              </a:rPr>
              <a:t>ET </a:t>
            </a:r>
          </a:p>
          <a:p>
            <a:pPr algn="ctr"/>
            <a:endParaRPr lang="fr-FR" b="1" dirty="0">
              <a:solidFill>
                <a:schemeClr val="tx1"/>
              </a:solidFill>
            </a:endParaRPr>
          </a:p>
          <a:p>
            <a:pPr algn="ctr"/>
            <a:r>
              <a:rPr lang="fr-FR" b="1" dirty="0">
                <a:solidFill>
                  <a:schemeClr val="tx1"/>
                </a:solidFill>
              </a:rPr>
              <a:t>REUTILISABILITE</a:t>
            </a:r>
          </a:p>
        </p:txBody>
      </p:sp>
      <p:sp>
        <p:nvSpPr>
          <p:cNvPr id="9" name="Rectangle 8">
            <a:extLst>
              <a:ext uri="{FF2B5EF4-FFF2-40B4-BE49-F238E27FC236}">
                <a16:creationId xmlns:a16="http://schemas.microsoft.com/office/drawing/2014/main" id="{B6C7F72B-7D42-15DC-4048-5DA99914E199}"/>
              </a:ext>
            </a:extLst>
          </p:cNvPr>
          <p:cNvSpPr/>
          <p:nvPr/>
        </p:nvSpPr>
        <p:spPr>
          <a:xfrm>
            <a:off x="2449107" y="1307624"/>
            <a:ext cx="6912768"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Libellé</a:t>
            </a:r>
          </a:p>
        </p:txBody>
      </p:sp>
      <p:sp>
        <p:nvSpPr>
          <p:cNvPr id="10" name="Rectangle 9">
            <a:extLst>
              <a:ext uri="{FF2B5EF4-FFF2-40B4-BE49-F238E27FC236}">
                <a16:creationId xmlns:a16="http://schemas.microsoft.com/office/drawing/2014/main" id="{EF23AA19-6EC4-0E6C-3FB2-D351D3870EC0}"/>
              </a:ext>
            </a:extLst>
          </p:cNvPr>
          <p:cNvSpPr/>
          <p:nvPr/>
        </p:nvSpPr>
        <p:spPr>
          <a:xfrm>
            <a:off x="567847" y="1307624"/>
            <a:ext cx="1728192" cy="432048"/>
          </a:xfrm>
          <a:prstGeom prst="rect">
            <a:avLst/>
          </a:prstGeom>
          <a:solidFill>
            <a:srgbClr val="AF207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fr-FR" sz="1200" b="1" dirty="0">
                <a:solidFill>
                  <a:schemeClr val="bg1"/>
                </a:solidFill>
              </a:rPr>
              <a:t>Catégorie</a:t>
            </a:r>
          </a:p>
        </p:txBody>
      </p:sp>
      <p:sp>
        <p:nvSpPr>
          <p:cNvPr id="11" name="Rectangle 10">
            <a:extLst>
              <a:ext uri="{FF2B5EF4-FFF2-40B4-BE49-F238E27FC236}">
                <a16:creationId xmlns:a16="http://schemas.microsoft.com/office/drawing/2014/main" id="{68656062-D577-5237-5D18-1BCCAE543EF9}"/>
              </a:ext>
            </a:extLst>
          </p:cNvPr>
          <p:cNvSpPr/>
          <p:nvPr/>
        </p:nvSpPr>
        <p:spPr>
          <a:xfrm>
            <a:off x="3529227" y="188368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Un service est gouverné et géré dans un référentiel </a:t>
            </a:r>
          </a:p>
        </p:txBody>
      </p:sp>
      <p:sp>
        <p:nvSpPr>
          <p:cNvPr id="12" name="Rectangle 11">
            <a:extLst>
              <a:ext uri="{FF2B5EF4-FFF2-40B4-BE49-F238E27FC236}">
                <a16:creationId xmlns:a16="http://schemas.microsoft.com/office/drawing/2014/main" id="{3126A3F4-BF08-A2DC-62B0-FFC3D8DFE57E}"/>
              </a:ext>
            </a:extLst>
          </p:cNvPr>
          <p:cNvSpPr/>
          <p:nvPr/>
        </p:nvSpPr>
        <p:spPr>
          <a:xfrm>
            <a:off x="3529227" y="287379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Un service est unitaire</a:t>
            </a:r>
          </a:p>
        </p:txBody>
      </p:sp>
      <p:sp>
        <p:nvSpPr>
          <p:cNvPr id="13" name="Rectangle 12">
            <a:extLst>
              <a:ext uri="{FF2B5EF4-FFF2-40B4-BE49-F238E27FC236}">
                <a16:creationId xmlns:a16="http://schemas.microsoft.com/office/drawing/2014/main" id="{C04E96D1-2DE6-E2E3-2D65-CBD61F4E3E4F}"/>
              </a:ext>
            </a:extLst>
          </p:cNvPr>
          <p:cNvSpPr/>
          <p:nvPr/>
        </p:nvSpPr>
        <p:spPr>
          <a:xfrm>
            <a:off x="3529227" y="3368853"/>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Un service réalise un périmètre fonctionnel clair</a:t>
            </a:r>
          </a:p>
        </p:txBody>
      </p:sp>
      <p:sp>
        <p:nvSpPr>
          <p:cNvPr id="14" name="Rectangle 13">
            <a:extLst>
              <a:ext uri="{FF2B5EF4-FFF2-40B4-BE49-F238E27FC236}">
                <a16:creationId xmlns:a16="http://schemas.microsoft.com/office/drawing/2014/main" id="{BA9EC64B-4756-A5E5-7BC5-0F608937A3FB}"/>
              </a:ext>
            </a:extLst>
          </p:cNvPr>
          <p:cNvSpPr/>
          <p:nvPr/>
        </p:nvSpPr>
        <p:spPr>
          <a:xfrm>
            <a:off x="3529227" y="386390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Un service est décrit par un contrat de service</a:t>
            </a:r>
          </a:p>
        </p:txBody>
      </p:sp>
      <p:sp>
        <p:nvSpPr>
          <p:cNvPr id="15" name="Rectangle 14">
            <a:extLst>
              <a:ext uri="{FF2B5EF4-FFF2-40B4-BE49-F238E27FC236}">
                <a16:creationId xmlns:a16="http://schemas.microsoft.com/office/drawing/2014/main" id="{981F6681-3722-9FD0-425C-47102ADA2D94}"/>
              </a:ext>
            </a:extLst>
          </p:cNvPr>
          <p:cNvSpPr/>
          <p:nvPr/>
        </p:nvSpPr>
        <p:spPr>
          <a:xfrm>
            <a:off x="3529227" y="4358963"/>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Un service met à disposition une interface indépendante de l’implémentation interne du service</a:t>
            </a:r>
          </a:p>
        </p:txBody>
      </p:sp>
      <p:sp>
        <p:nvSpPr>
          <p:cNvPr id="16" name="Rectangle 15">
            <a:extLst>
              <a:ext uri="{FF2B5EF4-FFF2-40B4-BE49-F238E27FC236}">
                <a16:creationId xmlns:a16="http://schemas.microsoft.com/office/drawing/2014/main" id="{43DA525D-1086-9BD6-6A03-4609A1712DE2}"/>
              </a:ext>
            </a:extLst>
          </p:cNvPr>
          <p:cNvSpPr/>
          <p:nvPr/>
        </p:nvSpPr>
        <p:spPr>
          <a:xfrm>
            <a:off x="3529227" y="5349073"/>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L’instruction d’architecture doit évaluer l’usage de composants </a:t>
            </a:r>
            <a:r>
              <a:rPr lang="fr-FR" sz="1400" dirty="0" err="1">
                <a:solidFill>
                  <a:schemeClr val="tx1"/>
                </a:solidFill>
              </a:rPr>
              <a:t>Opensource</a:t>
            </a:r>
            <a:r>
              <a:rPr lang="fr-FR" sz="1400" dirty="0">
                <a:solidFill>
                  <a:schemeClr val="tx1"/>
                </a:solidFill>
              </a:rPr>
              <a:t> aux côté de scénarios d’achat ou de développement</a:t>
            </a:r>
          </a:p>
        </p:txBody>
      </p:sp>
      <p:sp>
        <p:nvSpPr>
          <p:cNvPr id="17" name="Rectangle 16">
            <a:extLst>
              <a:ext uri="{FF2B5EF4-FFF2-40B4-BE49-F238E27FC236}">
                <a16:creationId xmlns:a16="http://schemas.microsoft.com/office/drawing/2014/main" id="{C9191144-6AFA-9DB7-AAD3-8852DFA23774}"/>
              </a:ext>
            </a:extLst>
          </p:cNvPr>
          <p:cNvSpPr/>
          <p:nvPr/>
        </p:nvSpPr>
        <p:spPr>
          <a:xfrm>
            <a:off x="3529227" y="485401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L’instruction d’architecture  doit proposer une gestion du </a:t>
            </a:r>
            <a:r>
              <a:rPr lang="fr-FR" sz="1400" dirty="0" err="1">
                <a:solidFill>
                  <a:schemeClr val="tx1"/>
                </a:solidFill>
              </a:rPr>
              <a:t>versioning</a:t>
            </a:r>
            <a:r>
              <a:rPr lang="fr-FR" sz="1400" dirty="0">
                <a:solidFill>
                  <a:schemeClr val="tx1"/>
                </a:solidFill>
              </a:rPr>
              <a:t> adaptée pour chaque service</a:t>
            </a:r>
          </a:p>
        </p:txBody>
      </p:sp>
      <p:sp>
        <p:nvSpPr>
          <p:cNvPr id="18" name="Rectangle 17">
            <a:extLst>
              <a:ext uri="{FF2B5EF4-FFF2-40B4-BE49-F238E27FC236}">
                <a16:creationId xmlns:a16="http://schemas.microsoft.com/office/drawing/2014/main" id="{6C9EBD81-ABF7-0734-CE1E-E0A824ADEC21}"/>
              </a:ext>
            </a:extLst>
          </p:cNvPr>
          <p:cNvSpPr/>
          <p:nvPr/>
        </p:nvSpPr>
        <p:spPr>
          <a:xfrm>
            <a:off x="3529227" y="5844128"/>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L’usage d’un progiciel doit se faire sur son domaine d’emploi standard</a:t>
            </a:r>
          </a:p>
        </p:txBody>
      </p:sp>
      <p:sp>
        <p:nvSpPr>
          <p:cNvPr id="19" name="Rectangle 18">
            <a:extLst>
              <a:ext uri="{FF2B5EF4-FFF2-40B4-BE49-F238E27FC236}">
                <a16:creationId xmlns:a16="http://schemas.microsoft.com/office/drawing/2014/main" id="{5DF5ED38-273E-6E2C-929D-BB0598976B51}"/>
              </a:ext>
            </a:extLst>
          </p:cNvPr>
          <p:cNvSpPr/>
          <p:nvPr/>
        </p:nvSpPr>
        <p:spPr>
          <a:xfrm>
            <a:off x="2449107" y="188368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PO-SOA-01</a:t>
            </a:r>
          </a:p>
        </p:txBody>
      </p:sp>
      <p:sp>
        <p:nvSpPr>
          <p:cNvPr id="20" name="Rectangle 19">
            <a:extLst>
              <a:ext uri="{FF2B5EF4-FFF2-40B4-BE49-F238E27FC236}">
                <a16:creationId xmlns:a16="http://schemas.microsoft.com/office/drawing/2014/main" id="{45261A61-4B37-108A-64CB-F4D5FC450439}"/>
              </a:ext>
            </a:extLst>
          </p:cNvPr>
          <p:cNvSpPr/>
          <p:nvPr/>
        </p:nvSpPr>
        <p:spPr>
          <a:xfrm>
            <a:off x="2449107" y="2378743"/>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PO-SOA-02</a:t>
            </a:r>
          </a:p>
        </p:txBody>
      </p:sp>
      <p:sp>
        <p:nvSpPr>
          <p:cNvPr id="21" name="Rectangle 20">
            <a:extLst>
              <a:ext uri="{FF2B5EF4-FFF2-40B4-BE49-F238E27FC236}">
                <a16:creationId xmlns:a16="http://schemas.microsoft.com/office/drawing/2014/main" id="{FA99BD7E-194F-2D03-7D66-79939D371B40}"/>
              </a:ext>
            </a:extLst>
          </p:cNvPr>
          <p:cNvSpPr/>
          <p:nvPr/>
        </p:nvSpPr>
        <p:spPr>
          <a:xfrm>
            <a:off x="2449107" y="287379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PO-SOA-03</a:t>
            </a:r>
          </a:p>
        </p:txBody>
      </p:sp>
      <p:sp>
        <p:nvSpPr>
          <p:cNvPr id="22" name="Rectangle 21">
            <a:extLst>
              <a:ext uri="{FF2B5EF4-FFF2-40B4-BE49-F238E27FC236}">
                <a16:creationId xmlns:a16="http://schemas.microsoft.com/office/drawing/2014/main" id="{334E8DB4-0030-FEB1-7E76-62C109962F10}"/>
              </a:ext>
            </a:extLst>
          </p:cNvPr>
          <p:cNvSpPr/>
          <p:nvPr/>
        </p:nvSpPr>
        <p:spPr>
          <a:xfrm>
            <a:off x="2449107" y="3368853"/>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PO-SOA-04</a:t>
            </a:r>
          </a:p>
        </p:txBody>
      </p:sp>
      <p:sp>
        <p:nvSpPr>
          <p:cNvPr id="23" name="Rectangle 22">
            <a:extLst>
              <a:ext uri="{FF2B5EF4-FFF2-40B4-BE49-F238E27FC236}">
                <a16:creationId xmlns:a16="http://schemas.microsoft.com/office/drawing/2014/main" id="{BDDB652F-B555-31EA-FDEC-11220FBA0C35}"/>
              </a:ext>
            </a:extLst>
          </p:cNvPr>
          <p:cNvSpPr/>
          <p:nvPr/>
        </p:nvSpPr>
        <p:spPr>
          <a:xfrm>
            <a:off x="2449107" y="386390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PO-SOA-05</a:t>
            </a:r>
          </a:p>
        </p:txBody>
      </p:sp>
      <p:sp>
        <p:nvSpPr>
          <p:cNvPr id="24" name="Rectangle 23">
            <a:extLst>
              <a:ext uri="{FF2B5EF4-FFF2-40B4-BE49-F238E27FC236}">
                <a16:creationId xmlns:a16="http://schemas.microsoft.com/office/drawing/2014/main" id="{0463F245-A199-435B-8BF2-7712E58957F4}"/>
              </a:ext>
            </a:extLst>
          </p:cNvPr>
          <p:cNvSpPr/>
          <p:nvPr/>
        </p:nvSpPr>
        <p:spPr>
          <a:xfrm>
            <a:off x="2449107" y="4358963"/>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PO-SOA-06</a:t>
            </a:r>
          </a:p>
        </p:txBody>
      </p:sp>
      <p:sp>
        <p:nvSpPr>
          <p:cNvPr id="25" name="Rectangle 24">
            <a:extLst>
              <a:ext uri="{FF2B5EF4-FFF2-40B4-BE49-F238E27FC236}">
                <a16:creationId xmlns:a16="http://schemas.microsoft.com/office/drawing/2014/main" id="{3770C1C6-10CB-66C9-2A92-71612743F11D}"/>
              </a:ext>
            </a:extLst>
          </p:cNvPr>
          <p:cNvSpPr/>
          <p:nvPr/>
        </p:nvSpPr>
        <p:spPr>
          <a:xfrm>
            <a:off x="2449107" y="485401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PO-SOA-07</a:t>
            </a:r>
          </a:p>
        </p:txBody>
      </p:sp>
      <p:sp>
        <p:nvSpPr>
          <p:cNvPr id="26" name="Rectangle 25">
            <a:extLst>
              <a:ext uri="{FF2B5EF4-FFF2-40B4-BE49-F238E27FC236}">
                <a16:creationId xmlns:a16="http://schemas.microsoft.com/office/drawing/2014/main" id="{818EE1C5-C97E-4F6C-2381-4C2353395027}"/>
              </a:ext>
            </a:extLst>
          </p:cNvPr>
          <p:cNvSpPr/>
          <p:nvPr/>
        </p:nvSpPr>
        <p:spPr>
          <a:xfrm>
            <a:off x="2449107" y="5349073"/>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PO-REU-01</a:t>
            </a:r>
          </a:p>
        </p:txBody>
      </p:sp>
      <p:sp>
        <p:nvSpPr>
          <p:cNvPr id="27" name="Rectangle 26">
            <a:extLst>
              <a:ext uri="{FF2B5EF4-FFF2-40B4-BE49-F238E27FC236}">
                <a16:creationId xmlns:a16="http://schemas.microsoft.com/office/drawing/2014/main" id="{4AFCD9D8-7431-8409-EFAC-667DE8089027}"/>
              </a:ext>
            </a:extLst>
          </p:cNvPr>
          <p:cNvSpPr/>
          <p:nvPr/>
        </p:nvSpPr>
        <p:spPr>
          <a:xfrm>
            <a:off x="2449107" y="5844128"/>
            <a:ext cx="1008112" cy="432048"/>
          </a:xfrm>
          <a:prstGeom prst="rect">
            <a:avLst/>
          </a:prstGeom>
          <a:solidFill>
            <a:srgbClr val="7030A0">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fr-FR" sz="1400" b="1" i="1" dirty="0">
                <a:solidFill>
                  <a:schemeClr val="tx1"/>
                </a:solidFill>
              </a:rPr>
              <a:t>PO-REU-02</a:t>
            </a:r>
          </a:p>
        </p:txBody>
      </p:sp>
      <p:sp>
        <p:nvSpPr>
          <p:cNvPr id="28" name="Rectangle 27">
            <a:extLst>
              <a:ext uri="{FF2B5EF4-FFF2-40B4-BE49-F238E27FC236}">
                <a16:creationId xmlns:a16="http://schemas.microsoft.com/office/drawing/2014/main" id="{70A4DE20-1E22-F42A-616C-9E116DFD419E}"/>
              </a:ext>
            </a:extLst>
          </p:cNvPr>
          <p:cNvSpPr/>
          <p:nvPr/>
        </p:nvSpPr>
        <p:spPr>
          <a:xfrm>
            <a:off x="3529227" y="2378743"/>
            <a:ext cx="5832648" cy="432048"/>
          </a:xfrm>
          <a:prstGeom prst="rect">
            <a:avLst/>
          </a:prstGeom>
          <a:solidFill>
            <a:srgbClr val="CCCD33">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r>
              <a:rPr lang="fr-FR" sz="1400" dirty="0">
                <a:solidFill>
                  <a:schemeClr val="tx1"/>
                </a:solidFill>
              </a:rPr>
              <a:t>Un service est sans état</a:t>
            </a:r>
          </a:p>
        </p:txBody>
      </p:sp>
    </p:spTree>
    <p:extLst>
      <p:ext uri="{BB962C8B-B14F-4D97-AF65-F5344CB8AC3E}">
        <p14:creationId xmlns:p14="http://schemas.microsoft.com/office/powerpoint/2010/main" val="3404085327"/>
      </p:ext>
    </p:extLst>
  </p:cSld>
  <p:clrMapOvr>
    <a:masterClrMapping/>
  </p:clrMapOvr>
</p:sld>
</file>

<file path=ppt/theme/theme1.xml><?xml version="1.0" encoding="utf-8"?>
<a:theme xmlns:a="http://schemas.openxmlformats.org/drawingml/2006/main" name="Présentation événementielle">
  <a:themeElements>
    <a:clrScheme name="Bouygues_colors">
      <a:dk1>
        <a:srgbClr val="102031"/>
      </a:dk1>
      <a:lt1>
        <a:srgbClr val="FFFFFF"/>
      </a:lt1>
      <a:dk2>
        <a:srgbClr val="1C2959"/>
      </a:dk2>
      <a:lt2>
        <a:srgbClr val="00B7B5"/>
      </a:lt2>
      <a:accent1>
        <a:srgbClr val="00A885"/>
      </a:accent1>
      <a:accent2>
        <a:srgbClr val="F1A500"/>
      </a:accent2>
      <a:accent3>
        <a:srgbClr val="E65012"/>
      </a:accent3>
      <a:accent4>
        <a:srgbClr val="00B7B5"/>
      </a:accent4>
      <a:accent5>
        <a:srgbClr val="93C52A"/>
      </a:accent5>
      <a:accent6>
        <a:srgbClr val="4A4A49"/>
      </a:accent6>
      <a:hlink>
        <a:srgbClr val="102031"/>
      </a:hlink>
      <a:folHlink>
        <a:srgbClr val="1C2959"/>
      </a:folHlink>
    </a:clrScheme>
    <a:fontScheme name="Avenir Next LT Pro">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C2959"/>
        </a:solidFill>
        <a:ln w="12660"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Bouygues_Construction_template_ppt_FR" id="{4D41C871-2304-4558-89BB-EF60A1E35334}" vid="{12023927-C801-4ED8-881A-49818D3300D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t:contentTypeSchema xmlns:ct="http://schemas.microsoft.com/office/2006/metadata/contentType" xmlns:ma="http://schemas.microsoft.com/office/2006/metadata/properties/metaAttributes" ct:_="" ma:_="" ma:contentTypeName="Word BYCN" ma:contentTypeID="0x01010004BBCBFDEBB3864BA0EFED7044CA4B280100222927912BB0CA48ACEE941457F47D3D" ma:contentTypeVersion="2" ma:contentTypeDescription="Create a new document." ma:contentTypeScope="" ma:versionID="942ccb47d52ace733c36eb52ef102148">
  <xsd:schema xmlns:xsd="http://www.w3.org/2001/XMLSchema" xmlns:xs="http://www.w3.org/2001/XMLSchema" xmlns:p="http://schemas.microsoft.com/office/2006/metadata/properties" xmlns:ns2="95235cfd-2d18-42eb-8ffc-01f090d3b392" xmlns:ns3="f6329d8e-d2fd-45b3-959d-40cdcd9012bf" targetNamespace="http://schemas.microsoft.com/office/2006/metadata/properties" ma:root="true" ma:fieldsID="747eeb53846d167110a2cbb2a4a63327" ns2:_="" ns3:_="">
    <xsd:import namespace="95235cfd-2d18-42eb-8ffc-01f090d3b392"/>
    <xsd:import namespace="f6329d8e-d2fd-45b3-959d-40cdcd9012bf"/>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7709a2b8-d2df-4bd6-a21a-abff81a1aeb9}" ma:internalName="TaxCatchAll" ma:showField="CatchAllData" ma:web="f6329d8e-d2fd-45b3-959d-40cdcd9012bf">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7709a2b8-d2df-4bd6-a21a-abff81a1aeb9}" ma:internalName="TaxCatchAllLabel" ma:readOnly="true" ma:showField="CatchAllDataLabel" ma:web="f6329d8e-d2fd-45b3-959d-40cdcd9012bf">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6329d8e-d2fd-45b3-959d-40cdcd9012bf"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n052ae6ce5fe48d585b4ce219bb73d0e xmlns="95235cfd-2d18-42eb-8ffc-01f090d3b392">
      <Terms xmlns="http://schemas.microsoft.com/office/infopath/2007/PartnerControls">
        <TermInfo xmlns="http://schemas.microsoft.com/office/infopath/2007/PartnerControls">
          <TermName xmlns="http://schemas.microsoft.com/office/infopath/2007/PartnerControls">Information system</TermName>
          <TermId xmlns="http://schemas.microsoft.com/office/infopath/2007/PartnerControls">8b8e0a5c-68c6-49a0-9a87-082189b363f2</TermId>
        </TermInfo>
      </Terms>
    </n052ae6ce5fe48d585b4ce219bb73d0e>
    <b7665f99c0fe44919cb3218cc8e5302c xmlns="95235cfd-2d18-42eb-8ffc-01f090d3b392">
      <Terms xmlns="http://schemas.microsoft.com/office/infopath/2007/PartnerControls">
        <TermInfo xmlns="http://schemas.microsoft.com/office/infopath/2007/PartnerControls">
          <TermName xmlns="http://schemas.microsoft.com/office/infopath/2007/PartnerControls">00 00 A classer</TermName>
          <TermId xmlns="http://schemas.microsoft.com/office/infopath/2007/PartnerControls">06ef1ee2-e7bf-4474-9d1e-c5fbf4f3b42b</TermId>
        </TermInfo>
      </Terms>
    </b7665f99c0fe44919cb3218cc8e5302c>
    <TaxCatchAll xmlns="95235cfd-2d18-42eb-8ffc-01f090d3b392">
      <Value>5</Value>
      <Value>22</Value>
      <Value>3</Value>
      <Value>1</Value>
      <Value>4</Value>
    </TaxCatchAll>
    <ComUnityFolder xmlns="95235cfd-2d18-42eb-8ffc-01f090d3b392">
      <Url xsi:nil="true"/>
      <Description xsi:nil="true"/>
    </ComUnityFolder>
    <b1c94e71d43e47329629adb2299a7407 xmlns="95235cfd-2d18-42eb-8ffc-01f090d3b392">
      <Terms xmlns="http://schemas.microsoft.com/office/infopath/2007/PartnerControls">
        <TermInfo xmlns="http://schemas.microsoft.com/office/infopath/2007/PartnerControls">
          <TermName xmlns="http://schemas.microsoft.com/office/infopath/2007/PartnerControls">Team</TermName>
          <TermId xmlns="http://schemas.microsoft.com/office/infopath/2007/PartnerControls">bc73f5d6-c9a9-432f-8ea2-31c33c131b8b</TermId>
        </TermInfo>
      </Terms>
    </b1c94e71d43e47329629adb2299a7407>
    <aa574486944c4b4183531de588537b4d xmlns="95235cfd-2d18-42eb-8ffc-01f090d3b392">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86d58d27-cc8e-4bfd-a785-ea3ef4347509</TermId>
        </TermInfo>
      </Terms>
    </aa574486944c4b4183531de588537b4d>
    <bc25f8494e694b549ba275b5de656855 xmlns="95235cfd-2d18-42eb-8ffc-01f090d3b392">
      <Terms xmlns="http://schemas.microsoft.com/office/infopath/2007/PartnerControls">
        <TermInfo xmlns="http://schemas.microsoft.com/office/infopath/2007/PartnerControls">
          <TermName xmlns="http://schemas.microsoft.com/office/infopath/2007/PartnerControls">BYCN IT</TermName>
          <TermId xmlns="http://schemas.microsoft.com/office/infopath/2007/PartnerControls">5d3357b4-3368-461d-bd54-7eef5bc1db4c</TermId>
        </TermInfo>
      </Terms>
    </bc25f8494e694b549ba275b5de656855>
    <_dlc_DocId xmlns="55b30ecb-2f58-4ebc-8d15-16073e63dc56">CWKSP-501984039-25448</_dlc_DocId>
    <_dlc_DocIdUrl xmlns="55b30ecb-2f58-4ebc-8d15-16073e63dc56">
      <Url>https://bouyguesconstruction.sharepoint.com/sites/bycnitarchitecture/_layouts/15/DocIdRedir.aspx?ID=CWKSP-501984039-25448</Url>
      <Description>CWKSP-501984039-25448</Description>
    </_dlc_DocIdUrl>
  </documentManagement>
</p:properties>
</file>

<file path=customXml/item5.xml><?xml version="1.0" encoding="utf-8"?>
<ct:contentTypeSchema xmlns:ct="http://schemas.microsoft.com/office/2006/metadata/contentType" xmlns:ma="http://schemas.microsoft.com/office/2006/metadata/properties/metaAttributes" ct:_="" ma:_="" ma:contentTypeName="Word BYCN" ma:contentTypeID="0x01010004BBCBFDEBB3864BA0EFED7044CA4B2801004C8FE6902124594285FC1C1285DCF30B" ma:contentTypeVersion="2" ma:contentTypeDescription="Create a new document." ma:contentTypeScope="" ma:versionID="fd14c3e0d22c58c23ac04c57ff2f828a">
  <xsd:schema xmlns:xsd="http://www.w3.org/2001/XMLSchema" xmlns:xs="http://www.w3.org/2001/XMLSchema" xmlns:p="http://schemas.microsoft.com/office/2006/metadata/properties" xmlns:ns2="95235cfd-2d18-42eb-8ffc-01f090d3b392" xmlns:ns3="55b30ecb-2f58-4ebc-8d15-16073e63dc56" targetNamespace="http://schemas.microsoft.com/office/2006/metadata/properties" ma:root="true" ma:fieldsID="3244a9b4a5729db8bab5b77e93dd427c" ns2:_="" ns3:_="">
    <xsd:import namespace="95235cfd-2d18-42eb-8ffc-01f090d3b392"/>
    <xsd:import namespace="55b30ecb-2f58-4ebc-8d15-16073e63dc56"/>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85c52b0-9dc1-4b7d-8333-5b994c516a88}" ma:internalName="TaxCatchAll" ma:showField="CatchAllData"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85c52b0-9dc1-4b7d-8333-5b994c516a88}" ma:internalName="TaxCatchAllLabel" ma:readOnly="true" ma:showField="CatchAllDataLabel"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b30ecb-2f58-4ebc-8d15-16073e63dc56"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7.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DFC31E6C-5138-4325-B568-8BC666CBE4B3}"/>
</file>

<file path=customXml/itemProps2.xml><?xml version="1.0" encoding="utf-8"?>
<ds:datastoreItem xmlns:ds="http://schemas.openxmlformats.org/officeDocument/2006/customXml" ds:itemID="{17A04AE3-8A93-402B-BBE2-8BAEDBE686DB}">
  <ds:schemaRefs>
    <ds:schemaRef ds:uri="http://schemas.microsoft.com/sharepoint/v3/contenttype/forms"/>
  </ds:schemaRefs>
</ds:datastoreItem>
</file>

<file path=customXml/itemProps3.xml><?xml version="1.0" encoding="utf-8"?>
<ds:datastoreItem xmlns:ds="http://schemas.openxmlformats.org/officeDocument/2006/customXml" ds:itemID="{1387900A-02D3-4C2A-8E28-558B3B878926}">
  <ds:schemaRefs>
    <ds:schemaRef ds:uri="http://schemas.microsoft.com/sharepoint/events"/>
  </ds:schemaRefs>
</ds:datastoreItem>
</file>

<file path=customXml/itemProps4.xml><?xml version="1.0" encoding="utf-8"?>
<ds:datastoreItem xmlns:ds="http://schemas.openxmlformats.org/officeDocument/2006/customXml" ds:itemID="{F9E5D55C-B872-42EC-BAF0-AD612FA45C8B}">
  <ds:schemaRefs>
    <ds:schemaRef ds:uri="9f558d60-6748-4232-a51f-031d3fe09ae0"/>
    <ds:schemaRef ds:uri="http://purl.org/dc/elements/1.1/"/>
    <ds:schemaRef ds:uri="http://purl.org/dc/terms/"/>
    <ds:schemaRef ds:uri="http://schemas.microsoft.com/office/infopath/2007/PartnerControls"/>
    <ds:schemaRef ds:uri="http://www.w3.org/XML/1998/namespace"/>
    <ds:schemaRef ds:uri="http://purl.org/dc/dcmitype/"/>
    <ds:schemaRef ds:uri="http://schemas.microsoft.com/office/2006/metadata/properties"/>
    <ds:schemaRef ds:uri="d4f462b1-7ec0-4a3e-9b44-44848c5c681c"/>
    <ds:schemaRef ds:uri="http://schemas.microsoft.com/office/2006/documentManagement/types"/>
    <ds:schemaRef ds:uri="http://schemas.openxmlformats.org/package/2006/metadata/core-properties"/>
    <ds:schemaRef ds:uri="95235cfd-2d18-42eb-8ffc-01f090d3b392"/>
    <ds:schemaRef ds:uri="39dc7ac0-9f75-4386-b5b7-32b1c625cf53"/>
    <ds:schemaRef ds:uri="f6329d8e-d2fd-45b3-959d-40cdcd9012bf"/>
  </ds:schemaRefs>
</ds:datastoreItem>
</file>

<file path=customXml/itemProps5.xml><?xml version="1.0" encoding="utf-8"?>
<ds:datastoreItem xmlns:ds="http://schemas.openxmlformats.org/officeDocument/2006/customXml" ds:itemID="{295AC4CE-40EF-44EB-BC97-A62123F69DD6}"/>
</file>

<file path=customXml/itemProps6.xml><?xml version="1.0" encoding="utf-8"?>
<ds:datastoreItem xmlns:ds="http://schemas.openxmlformats.org/officeDocument/2006/customXml" ds:itemID="{737CF117-01BD-4197-8646-C3CA77CB5D7D}"/>
</file>

<file path=customXml/itemProps7.xml><?xml version="1.0" encoding="utf-8"?>
<ds:datastoreItem xmlns:ds="http://schemas.openxmlformats.org/officeDocument/2006/customXml" ds:itemID="{1BAD6561-A7F7-4FD4-8995-F250BEA76F50}"/>
</file>

<file path=docProps/app.xml><?xml version="1.0" encoding="utf-8"?>
<Properties xmlns="http://schemas.openxmlformats.org/officeDocument/2006/extended-properties" xmlns:vt="http://schemas.openxmlformats.org/officeDocument/2006/docPropsVTypes">
  <Template>20230223-INFRASTRUCTURE COMMUNITY-2023-02</Template>
  <TotalTime>2969</TotalTime>
  <Words>3098</Words>
  <Application>Microsoft Office PowerPoint</Application>
  <PresentationFormat>Grand écran</PresentationFormat>
  <Paragraphs>448</Paragraphs>
  <Slides>20</Slides>
  <Notes>0</Notes>
  <HiddenSlides>0</HiddenSlides>
  <MMClips>0</MMClips>
  <ScaleCrop>false</ScaleCrop>
  <HeadingPairs>
    <vt:vector size="4" baseType="variant">
      <vt:variant>
        <vt:lpstr>Thème</vt:lpstr>
      </vt:variant>
      <vt:variant>
        <vt:i4>1</vt:i4>
      </vt:variant>
      <vt:variant>
        <vt:lpstr>Titres des diapositives</vt:lpstr>
      </vt:variant>
      <vt:variant>
        <vt:i4>20</vt:i4>
      </vt:variant>
    </vt:vector>
  </HeadingPairs>
  <TitlesOfParts>
    <vt:vector size="21" baseType="lpstr">
      <vt:lpstr>Présentation événementielle</vt:lpstr>
      <vt:lpstr>Cadre AE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Interopérabilité</vt:lpstr>
      <vt:lpstr>Conformité</vt:lpstr>
      <vt:lpstr>Données</vt:lpstr>
      <vt:lpstr>Progressivité, Exploitabilité</vt:lpstr>
      <vt:lpstr>Efficience, Gouvernance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Infrastructure Architect Community</dc:title>
  <dc:creator>BENARD, Jean-Philippe</dc:creator>
  <cp:lastModifiedBy>MERCIER, Valerie</cp:lastModifiedBy>
  <cp:revision>50</cp:revision>
  <dcterms:created xsi:type="dcterms:W3CDTF">2023-02-17T07:51:48Z</dcterms:created>
  <dcterms:modified xsi:type="dcterms:W3CDTF">2023-08-24T12:48:23Z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0x01010004BBCBFDEBB3864BA0EFED7044CA4B2801004C8FE6902124594285FC1C1285DCF30B</vt:lpwstr>
  </property>
  <property fmtid="{D5CDD505-2E9C-101B-9397-08002B2CF9AE}" pid="3" name="MediaServiceImageTags">
    <vt:lpwstr/>
  </property>
  <property fmtid="{D5CDD505-2E9C-101B-9397-08002B2CF9AE}" pid="4" name="ClassificationLevel">
    <vt:lpwstr>5;#Internal|86d58d27-cc8e-4bfd-a785-ea3ef4347509</vt:lpwstr>
  </property>
  <property fmtid="{D5CDD505-2E9C-101B-9397-08002B2CF9AE}" pid="5" name="ArchiveClassificationPlan">
    <vt:lpwstr>1;#00 00 A classer|06ef1ee2-e7bf-4474-9d1e-c5fbf4f3b42b</vt:lpwstr>
  </property>
  <property fmtid="{D5CDD505-2E9C-101B-9397-08002B2CF9AE}" pid="6" name="SupportServices">
    <vt:lpwstr>4;#Information system|8b8e0a5c-68c6-49a0-9a87-082189b363f2</vt:lpwstr>
  </property>
  <property fmtid="{D5CDD505-2E9C-101B-9397-08002B2CF9AE}" pid="7" name="Organisation">
    <vt:lpwstr>3;#BYCN IT|5d3357b4-3368-461d-bd54-7eef5bc1db4c</vt:lpwstr>
  </property>
  <property fmtid="{D5CDD505-2E9C-101B-9397-08002B2CF9AE}" pid="8" name="lcf76f155ced4ddcb4097134ff3c332f">
    <vt:lpwstr/>
  </property>
  <property fmtid="{D5CDD505-2E9C-101B-9397-08002B2CF9AE}" pid="9" name="WorkspaceClassification">
    <vt:lpwstr>22;#Team|bc73f5d6-c9a9-432f-8ea2-31c33c131b8b</vt:lpwstr>
  </property>
  <property fmtid="{D5CDD505-2E9C-101B-9397-08002B2CF9AE}" pid="10" name="_dlc_DocIdItemGuid">
    <vt:lpwstr>9f84d065-da62-4edf-8758-cb8b8db34214</vt:lpwstr>
  </property>
  <property fmtid="{D5CDD505-2E9C-101B-9397-08002B2CF9AE}" pid="11" name="SharedWithUsers">
    <vt:lpwstr>91;#BENARD, Jean-Philippe</vt:lpwstr>
  </property>
  <property fmtid="{D5CDD505-2E9C-101B-9397-08002B2CF9AE}" pid="12" name="aa574486944c4b4183531de588537b4d">
    <vt:lpwstr>Internal|86d58d27-cc8e-4bfd-a785-ea3ef4347509</vt:lpwstr>
  </property>
  <property fmtid="{D5CDD505-2E9C-101B-9397-08002B2CF9AE}" pid="13" name="Order">
    <vt:lpwstr>4100.00000000000</vt:lpwstr>
  </property>
  <property fmtid="{D5CDD505-2E9C-101B-9397-08002B2CF9AE}" pid="14" name="xd_ProgID">
    <vt:lpwstr/>
  </property>
  <property fmtid="{D5CDD505-2E9C-101B-9397-08002B2CF9AE}" pid="15" name="_dlc_DocId">
    <vt:lpwstr>CWKSP-568849952-6578</vt:lpwstr>
  </property>
  <property fmtid="{D5CDD505-2E9C-101B-9397-08002B2CF9AE}" pid="16" name="_SourceUrl">
    <vt:lpwstr/>
  </property>
  <property fmtid="{D5CDD505-2E9C-101B-9397-08002B2CF9AE}" pid="17" name="_SharedFileIndex">
    <vt:lpwstr/>
  </property>
  <property fmtid="{D5CDD505-2E9C-101B-9397-08002B2CF9AE}" pid="18" name="ComplianceAssetId">
    <vt:lpwstr/>
  </property>
  <property fmtid="{D5CDD505-2E9C-101B-9397-08002B2CF9AE}" pid="19" name="TemplateUrl">
    <vt:lpwstr/>
  </property>
  <property fmtid="{D5CDD505-2E9C-101B-9397-08002B2CF9AE}" pid="20" name="_ExtendedDescription">
    <vt:lpwstr/>
  </property>
  <property fmtid="{D5CDD505-2E9C-101B-9397-08002B2CF9AE}" pid="21" name="_dlc_DocIdUrl">
    <vt:lpwstr>https://bouyguesconstruction.sharepoint.com/sites/bycnitdesignauthority/_layouts/15/DocIdRedir.aspx?ID=CWKSP-568849952-6578, CWKSP-568849952-6578</vt:lpwstr>
  </property>
  <property fmtid="{D5CDD505-2E9C-101B-9397-08002B2CF9AE}" pid="22" name="ComUnityFolder">
    <vt:lpwstr>, </vt:lpwstr>
  </property>
  <property fmtid="{D5CDD505-2E9C-101B-9397-08002B2CF9AE}" pid="23" name="b1c94e71d43e47329629adb2299a7407">
    <vt:lpwstr>Team|bc73f5d6-c9a9-432f-8ea2-31c33c131b8b</vt:lpwstr>
  </property>
  <property fmtid="{D5CDD505-2E9C-101B-9397-08002B2CF9AE}" pid="24" name="xd_Signature">
    <vt:lpwstr/>
  </property>
  <property fmtid="{D5CDD505-2E9C-101B-9397-08002B2CF9AE}" pid="25" name="n052ae6ce5fe48d585b4ce219bb73d0e">
    <vt:lpwstr>Information system|8b8e0a5c-68c6-49a0-9a87-082189b363f2</vt:lpwstr>
  </property>
  <property fmtid="{D5CDD505-2E9C-101B-9397-08002B2CF9AE}" pid="26" name="b7665f99c0fe44919cb3218cc8e5302c">
    <vt:lpwstr>00 00 A classer|06ef1ee2-e7bf-4474-9d1e-c5fbf4f3b42b</vt:lpwstr>
  </property>
  <property fmtid="{D5CDD505-2E9C-101B-9397-08002B2CF9AE}" pid="27" name="bc25f8494e694b549ba275b5de656855">
    <vt:lpwstr>BYCN IT|5d3357b4-3368-461d-bd54-7eef5bc1db4c</vt:lpwstr>
  </property>
  <property fmtid="{D5CDD505-2E9C-101B-9397-08002B2CF9AE}" pid="28" name="TriggerFlowInfo">
    <vt:lpwstr/>
  </property>
</Properties>
</file>