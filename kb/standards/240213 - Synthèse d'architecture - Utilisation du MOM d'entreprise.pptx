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7FF64BE0_8EEDC238.xml" ContentType="application/vnd.ms-powerpoint.comments+xml"/>
  <Override PartName="/ppt/comments/modernComment_7FF64BE1_5A799B43.xml" ContentType="application/vnd.ms-powerpoint.comments+xml"/>
  <Override PartName="/ppt/tags/tag1.xml" ContentType="application/vnd.openxmlformats-officedocument.presentationml.tags+xml"/>
  <Override PartName="/ppt/comments/modernComment_7FF64BE4_9F9FFB5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app.xml" ContentType="application/vnd.openxmlformats-officedocument.extended-properties+xml"/>
  <Override PartName="/docMetadata/LabelInfo.xml" ContentType="application/vnd.ms-office.classificationlabels+xml"/>
  <Override PartName="/docProps/core.xml" ContentType="application/vnd.openxmlformats-package.core-properties+xml"/>
  <Override PartName="/docProps/custom.xml" ContentType="application/vnd.openxmlformats-officedocument.custom-properties+xml"/>
  <Override PartName="/customXml/itemProps6.xml" ContentType="application/vnd.openxmlformats-officedocument.customXmlProperties+xml"/>
  <Override PartName="/customXml/itemProps7.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23" r:id="rId6"/>
  </p:sldMasterIdLst>
  <p:notesMasterIdLst>
    <p:notesMasterId r:id="rId17"/>
  </p:notesMasterIdLst>
  <p:handoutMasterIdLst>
    <p:handoutMasterId r:id="rId18"/>
  </p:handoutMasterIdLst>
  <p:sldIdLst>
    <p:sldId id="2146847692" r:id="rId7"/>
    <p:sldId id="423" r:id="rId8"/>
    <p:sldId id="2146847711" r:id="rId9"/>
    <p:sldId id="2146847712" r:id="rId10"/>
    <p:sldId id="2146847713" r:id="rId11"/>
    <p:sldId id="2146847714" r:id="rId12"/>
    <p:sldId id="2146847715" r:id="rId13"/>
    <p:sldId id="2146847716" r:id="rId14"/>
    <p:sldId id="2146847717" r:id="rId15"/>
    <p:sldId id="2146847718" r:id="rId16"/>
  </p:sldIdLst>
  <p:sldSz cx="12192000" cy="6858000"/>
  <p:notesSz cx="6858000" cy="9144000"/>
  <p:embeddedFontLst>
    <p:embeddedFont>
      <p:font typeface="ADLaM Display" panose="02010000000000000000" pitchFamily="2" charset="0"/>
      <p:regular r:id="rId19"/>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AEAB03-6A8D-8AFD-547C-2B5015D1F307}" name="MERCIER, Valerie" initials="MV" userId="S::v.mercier@bouygues-construction.com::d5d65ee6-536f-47d5-b6ec-58138a493945" providerId="AD"/>
  <p188:author id="{A2351352-0ED8-A65A-C7BB-283E58A2641C}" name="VAN BOXSOM, Frédéric" initials="VF" userId="S::f.vanboxsom@bouygues-construction.com::c69c348e-f67f-4d52-b5ec-f901c8768a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85"/>
    <a:srgbClr val="93C52A"/>
    <a:srgbClr val="FFFFFF"/>
    <a:srgbClr val="102031"/>
    <a:srgbClr val="FACA00"/>
    <a:srgbClr val="E65012"/>
    <a:srgbClr val="00B7B5"/>
    <a:srgbClr val="F5C56F"/>
    <a:srgbClr val="E6E6E6"/>
    <a:srgbClr val="EAF5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62144D-AD10-4625-88A6-E66EE51BF036}" v="2" dt="2024-10-29T16:12:56.987"/>
    <p1510:client id="{7182E6F1-8361-4050-A751-AB47252465DE}" v="3" dt="2024-10-30T07:41:46.988"/>
  </p1510:revLst>
</p1510:revInfo>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7" d="100"/>
          <a:sy n="97" d="100"/>
        </p:scale>
        <p:origin x="9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5" Type="http://schemas.microsoft.com/office/2015/10/relationships/revisionInfo" Target="revisionInfo.xml"/><Relationship Id="rId20" Type="http://schemas.openxmlformats.org/officeDocument/2006/relationships/presProps" Target="presProps.xml"/><Relationship Id="rId16" Type="http://schemas.openxmlformats.org/officeDocument/2006/relationships/slide" Target="slides/slide10.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tableStyles" Target="tableStyles.xml"/><Relationship Id="rId28" Type="http://schemas.openxmlformats.org/officeDocument/2006/relationships/customXml" Target="../customXml/item7.xml"/><Relationship Id="rId10" Type="http://schemas.openxmlformats.org/officeDocument/2006/relationships/slide" Target="slides/slide4.xml"/><Relationship Id="rId19" Type="http://schemas.openxmlformats.org/officeDocument/2006/relationships/font" Target="fonts/font1.fntdata"/><Relationship Id="rId22" Type="http://schemas.openxmlformats.org/officeDocument/2006/relationships/theme" Target="theme/theme1.xml"/><Relationship Id="rId9" Type="http://schemas.openxmlformats.org/officeDocument/2006/relationships/slide" Target="slides/slide3.xml"/><Relationship Id="rId14" Type="http://schemas.openxmlformats.org/officeDocument/2006/relationships/slide" Target="slides/slide8.xml"/><Relationship Id="rId27" Type="http://schemas.openxmlformats.org/officeDocument/2006/relationships/customXml" Target="../customXml/item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CIER, Valerie" userId="S::v.mercier@bouygues-construction.com::d5d65ee6-536f-47d5-b6ec-58138a493945" providerId="AD" clId="Web-{85BC3130-ABA0-07D4-0839-6137AD1CE55A}"/>
    <pc:docChg chg="mod addSld delSld">
      <pc:chgData name="MERCIER, Valerie" userId="S::v.mercier@bouygues-construction.com::d5d65ee6-536f-47d5-b6ec-58138a493945" providerId="AD" clId="Web-{85BC3130-ABA0-07D4-0839-6137AD1CE55A}" dt="2024-10-29T07:35:13.014" v="2"/>
      <pc:docMkLst>
        <pc:docMk/>
      </pc:docMkLst>
      <pc:sldChg chg="new del">
        <pc:chgData name="MERCIER, Valerie" userId="S::v.mercier@bouygues-construction.com::d5d65ee6-536f-47d5-b6ec-58138a493945" providerId="AD" clId="Web-{85BC3130-ABA0-07D4-0839-6137AD1CE55A}" dt="2024-10-29T07:35:13.014" v="2"/>
        <pc:sldMkLst>
          <pc:docMk/>
          <pc:sldMk cId="2649894648" sldId="2146847719"/>
        </pc:sldMkLst>
      </pc:sldChg>
    </pc:docChg>
  </pc:docChgLst>
  <pc:docChgLst>
    <pc:chgData name="VAN BOXSOM, Frédéric" userId="S::f.vanboxsom@bouygues-construction.com::c69c348e-f67f-4d52-b5ec-f901c8768a62" providerId="AD" clId="Web-{0C62144D-AD10-4625-88A6-E66EE51BF036}"/>
    <pc:docChg chg="mod">
      <pc:chgData name="VAN BOXSOM, Frédéric" userId="S::f.vanboxsom@bouygues-construction.com::c69c348e-f67f-4d52-b5ec-f901c8768a62" providerId="AD" clId="Web-{0C62144D-AD10-4625-88A6-E66EE51BF036}" dt="2024-10-29T16:12:56.987" v="0"/>
      <pc:docMkLst>
        <pc:docMk/>
      </pc:docMkLst>
    </pc:docChg>
  </pc:docChgLst>
  <pc:docChgLst>
    <pc:chgData name="BRENNE, Sylvain" userId="6d646a6c-e4cf-4ee9-a257-f01fc78dace0" providerId="ADAL" clId="{2E0F1A46-8E3C-46F9-8630-2DC5FE2084B7}"/>
    <pc:docChg chg="undo custSel addSld delSld modSld sldOrd">
      <pc:chgData name="BRENNE, Sylvain" userId="6d646a6c-e4cf-4ee9-a257-f01fc78dace0" providerId="ADAL" clId="{2E0F1A46-8E3C-46F9-8630-2DC5FE2084B7}" dt="2024-10-24T14:30:10.979" v="10646" actId="14100"/>
      <pc:docMkLst>
        <pc:docMk/>
      </pc:docMkLst>
      <pc:sldChg chg="delSp modSp mod">
        <pc:chgData name="BRENNE, Sylvain" userId="6d646a6c-e4cf-4ee9-a257-f01fc78dace0" providerId="ADAL" clId="{2E0F1A46-8E3C-46F9-8630-2DC5FE2084B7}" dt="2024-10-24T14:28:14.609" v="10612" actId="478"/>
        <pc:sldMkLst>
          <pc:docMk/>
          <pc:sldMk cId="3397072635" sldId="423"/>
        </pc:sldMkLst>
        <pc:spChg chg="mod">
          <ac:chgData name="BRENNE, Sylvain" userId="6d646a6c-e4cf-4ee9-a257-f01fc78dace0" providerId="ADAL" clId="{2E0F1A46-8E3C-46F9-8630-2DC5FE2084B7}" dt="2024-10-24T08:48:52.390" v="763" actId="5793"/>
          <ac:spMkLst>
            <pc:docMk/>
            <pc:sldMk cId="3397072635" sldId="423"/>
            <ac:spMk id="8" creationId="{B175A0BF-6A7B-E586-CC7D-569872214755}"/>
          </ac:spMkLst>
        </pc:spChg>
      </pc:sldChg>
      <pc:sldChg chg="del">
        <pc:chgData name="BRENNE, Sylvain" userId="6d646a6c-e4cf-4ee9-a257-f01fc78dace0" providerId="ADAL" clId="{2E0F1A46-8E3C-46F9-8630-2DC5FE2084B7}" dt="2024-10-24T13:29:08.885" v="9613" actId="47"/>
        <pc:sldMkLst>
          <pc:docMk/>
          <pc:sldMk cId="3518475085" sldId="2146847682"/>
        </pc:sldMkLst>
      </pc:sldChg>
      <pc:sldChg chg="addSp delSp modSp mod">
        <pc:chgData name="BRENNE, Sylvain" userId="6d646a6c-e4cf-4ee9-a257-f01fc78dace0" providerId="ADAL" clId="{2E0F1A46-8E3C-46F9-8630-2DC5FE2084B7}" dt="2024-10-24T14:27:48.766" v="10578" actId="20577"/>
        <pc:sldMkLst>
          <pc:docMk/>
          <pc:sldMk cId="2021688616" sldId="2146847692"/>
        </pc:sldMkLst>
        <pc:spChg chg="mod">
          <ac:chgData name="BRENNE, Sylvain" userId="6d646a6c-e4cf-4ee9-a257-f01fc78dace0" providerId="ADAL" clId="{2E0F1A46-8E3C-46F9-8630-2DC5FE2084B7}" dt="2024-10-24T14:27:38.590" v="10561" actId="404"/>
          <ac:spMkLst>
            <pc:docMk/>
            <pc:sldMk cId="2021688616" sldId="2146847692"/>
            <ac:spMk id="3" creationId="{0166EC33-8E82-53FA-0D48-60D66550F139}"/>
          </ac:spMkLst>
        </pc:spChg>
        <pc:spChg chg="add del mod">
          <ac:chgData name="BRENNE, Sylvain" userId="6d646a6c-e4cf-4ee9-a257-f01fc78dace0" providerId="ADAL" clId="{2E0F1A46-8E3C-46F9-8630-2DC5FE2084B7}" dt="2024-10-24T14:27:48.766" v="10578" actId="20577"/>
          <ac:spMkLst>
            <pc:docMk/>
            <pc:sldMk cId="2021688616" sldId="2146847692"/>
            <ac:spMk id="4" creationId="{52935FAE-A38C-1997-2ED1-57B1CE76F0E7}"/>
          </ac:spMkLst>
        </pc:spChg>
      </pc:sldChg>
      <pc:sldChg chg="del">
        <pc:chgData name="BRENNE, Sylvain" userId="6d646a6c-e4cf-4ee9-a257-f01fc78dace0" providerId="ADAL" clId="{2E0F1A46-8E3C-46F9-8630-2DC5FE2084B7}" dt="2024-10-24T08:48:56.610" v="764" actId="47"/>
        <pc:sldMkLst>
          <pc:docMk/>
          <pc:sldMk cId="3623526808" sldId="2146847693"/>
        </pc:sldMkLst>
      </pc:sldChg>
      <pc:sldChg chg="del">
        <pc:chgData name="BRENNE, Sylvain" userId="6d646a6c-e4cf-4ee9-a257-f01fc78dace0" providerId="ADAL" clId="{2E0F1A46-8E3C-46F9-8630-2DC5FE2084B7}" dt="2024-10-24T08:48:59.366" v="765" actId="47"/>
        <pc:sldMkLst>
          <pc:docMk/>
          <pc:sldMk cId="365256071" sldId="2146847694"/>
        </pc:sldMkLst>
      </pc:sldChg>
      <pc:sldChg chg="del">
        <pc:chgData name="BRENNE, Sylvain" userId="6d646a6c-e4cf-4ee9-a257-f01fc78dace0" providerId="ADAL" clId="{2E0F1A46-8E3C-46F9-8630-2DC5FE2084B7}" dt="2024-10-24T08:49:04.996" v="766" actId="47"/>
        <pc:sldMkLst>
          <pc:docMk/>
          <pc:sldMk cId="417998196" sldId="2146847695"/>
        </pc:sldMkLst>
      </pc:sldChg>
      <pc:sldChg chg="del">
        <pc:chgData name="BRENNE, Sylvain" userId="6d646a6c-e4cf-4ee9-a257-f01fc78dace0" providerId="ADAL" clId="{2E0F1A46-8E3C-46F9-8630-2DC5FE2084B7}" dt="2024-10-24T08:49:06.874" v="767" actId="47"/>
        <pc:sldMkLst>
          <pc:docMk/>
          <pc:sldMk cId="938333419" sldId="2146847696"/>
        </pc:sldMkLst>
      </pc:sldChg>
      <pc:sldChg chg="del">
        <pc:chgData name="BRENNE, Sylvain" userId="6d646a6c-e4cf-4ee9-a257-f01fc78dace0" providerId="ADAL" clId="{2E0F1A46-8E3C-46F9-8630-2DC5FE2084B7}" dt="2024-10-24T13:09:49.337" v="7287" actId="47"/>
        <pc:sldMkLst>
          <pc:docMk/>
          <pc:sldMk cId="201233226" sldId="2146847697"/>
        </pc:sldMkLst>
      </pc:sldChg>
      <pc:sldChg chg="del">
        <pc:chgData name="BRENNE, Sylvain" userId="6d646a6c-e4cf-4ee9-a257-f01fc78dace0" providerId="ADAL" clId="{2E0F1A46-8E3C-46F9-8630-2DC5FE2084B7}" dt="2024-10-24T13:09:52.207" v="7288" actId="47"/>
        <pc:sldMkLst>
          <pc:docMk/>
          <pc:sldMk cId="4089220752" sldId="2146847698"/>
        </pc:sldMkLst>
      </pc:sldChg>
      <pc:sldChg chg="del">
        <pc:chgData name="BRENNE, Sylvain" userId="6d646a6c-e4cf-4ee9-a257-f01fc78dace0" providerId="ADAL" clId="{2E0F1A46-8E3C-46F9-8630-2DC5FE2084B7}" dt="2024-10-24T13:09:55.472" v="7289" actId="47"/>
        <pc:sldMkLst>
          <pc:docMk/>
          <pc:sldMk cId="2783564726" sldId="2146847699"/>
        </pc:sldMkLst>
      </pc:sldChg>
      <pc:sldChg chg="del">
        <pc:chgData name="BRENNE, Sylvain" userId="6d646a6c-e4cf-4ee9-a257-f01fc78dace0" providerId="ADAL" clId="{2E0F1A46-8E3C-46F9-8630-2DC5FE2084B7}" dt="2024-10-24T08:49:16.607" v="769" actId="47"/>
        <pc:sldMkLst>
          <pc:docMk/>
          <pc:sldMk cId="517455098" sldId="2146847700"/>
        </pc:sldMkLst>
      </pc:sldChg>
      <pc:sldChg chg="del">
        <pc:chgData name="BRENNE, Sylvain" userId="6d646a6c-e4cf-4ee9-a257-f01fc78dace0" providerId="ADAL" clId="{2E0F1A46-8E3C-46F9-8630-2DC5FE2084B7}" dt="2024-10-24T13:09:57.527" v="7290" actId="47"/>
        <pc:sldMkLst>
          <pc:docMk/>
          <pc:sldMk cId="2180581733" sldId="2146847701"/>
        </pc:sldMkLst>
      </pc:sldChg>
      <pc:sldChg chg="del">
        <pc:chgData name="BRENNE, Sylvain" userId="6d646a6c-e4cf-4ee9-a257-f01fc78dace0" providerId="ADAL" clId="{2E0F1A46-8E3C-46F9-8630-2DC5FE2084B7}" dt="2024-10-24T13:29:01.452" v="9612" actId="47"/>
        <pc:sldMkLst>
          <pc:docMk/>
          <pc:sldMk cId="3074213287" sldId="2146847703"/>
        </pc:sldMkLst>
      </pc:sldChg>
      <pc:sldChg chg="del">
        <pc:chgData name="BRENNE, Sylvain" userId="6d646a6c-e4cf-4ee9-a257-f01fc78dace0" providerId="ADAL" clId="{2E0F1A46-8E3C-46F9-8630-2DC5FE2084B7}" dt="2024-10-24T08:49:33.744" v="770" actId="47"/>
        <pc:sldMkLst>
          <pc:docMk/>
          <pc:sldMk cId="3684198483" sldId="2146847704"/>
        </pc:sldMkLst>
      </pc:sldChg>
      <pc:sldChg chg="del">
        <pc:chgData name="BRENNE, Sylvain" userId="6d646a6c-e4cf-4ee9-a257-f01fc78dace0" providerId="ADAL" clId="{2E0F1A46-8E3C-46F9-8630-2DC5FE2084B7}" dt="2024-10-24T08:49:35.748" v="771" actId="47"/>
        <pc:sldMkLst>
          <pc:docMk/>
          <pc:sldMk cId="974348317" sldId="2146847705"/>
        </pc:sldMkLst>
      </pc:sldChg>
      <pc:sldChg chg="del">
        <pc:chgData name="BRENNE, Sylvain" userId="6d646a6c-e4cf-4ee9-a257-f01fc78dace0" providerId="ADAL" clId="{2E0F1A46-8E3C-46F9-8630-2DC5FE2084B7}" dt="2024-10-24T13:10:00.431" v="7291" actId="47"/>
        <pc:sldMkLst>
          <pc:docMk/>
          <pc:sldMk cId="3814933646" sldId="2146847706"/>
        </pc:sldMkLst>
      </pc:sldChg>
      <pc:sldChg chg="del">
        <pc:chgData name="BRENNE, Sylvain" userId="6d646a6c-e4cf-4ee9-a257-f01fc78dace0" providerId="ADAL" clId="{2E0F1A46-8E3C-46F9-8630-2DC5FE2084B7}" dt="2024-10-24T08:49:09.446" v="768" actId="47"/>
        <pc:sldMkLst>
          <pc:docMk/>
          <pc:sldMk cId="3427600238" sldId="2146847707"/>
        </pc:sldMkLst>
      </pc:sldChg>
      <pc:sldChg chg="addSp delSp modSp new mod">
        <pc:chgData name="BRENNE, Sylvain" userId="6d646a6c-e4cf-4ee9-a257-f01fc78dace0" providerId="ADAL" clId="{2E0F1A46-8E3C-46F9-8630-2DC5FE2084B7}" dt="2024-10-24T08:57:29.994" v="1064" actId="1076"/>
        <pc:sldMkLst>
          <pc:docMk/>
          <pc:sldMk cId="554387725" sldId="2146847711"/>
        </pc:sldMkLst>
        <pc:spChg chg="mod">
          <ac:chgData name="BRENNE, Sylvain" userId="6d646a6c-e4cf-4ee9-a257-f01fc78dace0" providerId="ADAL" clId="{2E0F1A46-8E3C-46F9-8630-2DC5FE2084B7}" dt="2024-10-24T08:49:56.882" v="806" actId="20577"/>
          <ac:spMkLst>
            <pc:docMk/>
            <pc:sldMk cId="554387725" sldId="2146847711"/>
            <ac:spMk id="5" creationId="{A01956FB-DF47-2160-8669-3B9236CA4374}"/>
          </ac:spMkLst>
        </pc:spChg>
        <pc:spChg chg="add mod">
          <ac:chgData name="BRENNE, Sylvain" userId="6d646a6c-e4cf-4ee9-a257-f01fc78dace0" providerId="ADAL" clId="{2E0F1A46-8E3C-46F9-8630-2DC5FE2084B7}" dt="2024-10-24T08:53:59.450" v="1055" actId="20577"/>
          <ac:spMkLst>
            <pc:docMk/>
            <pc:sldMk cId="554387725" sldId="2146847711"/>
            <ac:spMk id="8" creationId="{8573BAF2-D734-3EF7-6DB2-60DD0322677A}"/>
          </ac:spMkLst>
        </pc:spChg>
        <pc:picChg chg="add mod">
          <ac:chgData name="BRENNE, Sylvain" userId="6d646a6c-e4cf-4ee9-a257-f01fc78dace0" providerId="ADAL" clId="{2E0F1A46-8E3C-46F9-8630-2DC5FE2084B7}" dt="2024-10-24T08:57:29.994" v="1064" actId="1076"/>
          <ac:picMkLst>
            <pc:docMk/>
            <pc:sldMk cId="554387725" sldId="2146847711"/>
            <ac:picMk id="14" creationId="{5DDBC5AF-0863-57F1-BB60-D54530ED1207}"/>
          </ac:picMkLst>
        </pc:picChg>
      </pc:sldChg>
      <pc:sldChg chg="addSp delSp modSp new mod">
        <pc:chgData name="BRENNE, Sylvain" userId="6d646a6c-e4cf-4ee9-a257-f01fc78dace0" providerId="ADAL" clId="{2E0F1A46-8E3C-46F9-8630-2DC5FE2084B7}" dt="2024-10-24T09:33:49.308" v="1624" actId="1076"/>
        <pc:sldMkLst>
          <pc:docMk/>
          <pc:sldMk cId="2397946424" sldId="2146847712"/>
        </pc:sldMkLst>
        <pc:spChg chg="mod">
          <ac:chgData name="BRENNE, Sylvain" userId="6d646a6c-e4cf-4ee9-a257-f01fc78dace0" providerId="ADAL" clId="{2E0F1A46-8E3C-46F9-8630-2DC5FE2084B7}" dt="2024-10-24T08:58:00.136" v="1093" actId="20577"/>
          <ac:spMkLst>
            <pc:docMk/>
            <pc:sldMk cId="2397946424" sldId="2146847712"/>
            <ac:spMk id="5" creationId="{A95B891A-E766-2C48-4E9D-AF2AED305F36}"/>
          </ac:spMkLst>
        </pc:spChg>
        <pc:spChg chg="add mod">
          <ac:chgData name="BRENNE, Sylvain" userId="6d646a6c-e4cf-4ee9-a257-f01fc78dace0" providerId="ADAL" clId="{2E0F1A46-8E3C-46F9-8630-2DC5FE2084B7}" dt="2024-10-24T09:30:26.496" v="1616" actId="5793"/>
          <ac:spMkLst>
            <pc:docMk/>
            <pc:sldMk cId="2397946424" sldId="2146847712"/>
            <ac:spMk id="10" creationId="{0AB2F34F-8884-2394-2149-08261D12A792}"/>
          </ac:spMkLst>
        </pc:spChg>
        <pc:picChg chg="add mod">
          <ac:chgData name="BRENNE, Sylvain" userId="6d646a6c-e4cf-4ee9-a257-f01fc78dace0" providerId="ADAL" clId="{2E0F1A46-8E3C-46F9-8630-2DC5FE2084B7}" dt="2024-10-24T09:33:49.308" v="1624" actId="1076"/>
          <ac:picMkLst>
            <pc:docMk/>
            <pc:sldMk cId="2397946424" sldId="2146847712"/>
            <ac:picMk id="12" creationId="{5D56EEE7-A449-48CF-5987-0EE9BE261613}"/>
          </ac:picMkLst>
        </pc:picChg>
      </pc:sldChg>
      <pc:sldChg chg="addSp delSp modSp new mod">
        <pc:chgData name="BRENNE, Sylvain" userId="6d646a6c-e4cf-4ee9-a257-f01fc78dace0" providerId="ADAL" clId="{2E0F1A46-8E3C-46F9-8630-2DC5FE2084B7}" dt="2024-10-24T14:30:10.979" v="10646" actId="14100"/>
        <pc:sldMkLst>
          <pc:docMk/>
          <pc:sldMk cId="1517919043" sldId="2146847713"/>
        </pc:sldMkLst>
        <pc:spChg chg="mod">
          <ac:chgData name="BRENNE, Sylvain" userId="6d646a6c-e4cf-4ee9-a257-f01fc78dace0" providerId="ADAL" clId="{2E0F1A46-8E3C-46F9-8630-2DC5FE2084B7}" dt="2024-10-24T09:34:12.135" v="1703" actId="20577"/>
          <ac:spMkLst>
            <pc:docMk/>
            <pc:sldMk cId="1517919043" sldId="2146847713"/>
            <ac:spMk id="5" creationId="{1A21FA94-3730-34CF-7A4D-7A52BBDE8FC6}"/>
          </ac:spMkLst>
        </pc:spChg>
        <pc:spChg chg="add mod">
          <ac:chgData name="BRENNE, Sylvain" userId="6d646a6c-e4cf-4ee9-a257-f01fc78dace0" providerId="ADAL" clId="{2E0F1A46-8E3C-46F9-8630-2DC5FE2084B7}" dt="2024-10-24T14:30:10.979" v="10646" actId="14100"/>
          <ac:spMkLst>
            <pc:docMk/>
            <pc:sldMk cId="1517919043" sldId="2146847713"/>
            <ac:spMk id="10" creationId="{5CD7CA77-DCC1-ED0A-CECE-39C1BDC90A83}"/>
          </ac:spMkLst>
        </pc:spChg>
        <pc:picChg chg="add mod">
          <ac:chgData name="BRENNE, Sylvain" userId="6d646a6c-e4cf-4ee9-a257-f01fc78dace0" providerId="ADAL" clId="{2E0F1A46-8E3C-46F9-8630-2DC5FE2084B7}" dt="2024-10-24T09:34:56.625" v="1709" actId="1076"/>
          <ac:picMkLst>
            <pc:docMk/>
            <pc:sldMk cId="1517919043" sldId="2146847713"/>
            <ac:picMk id="9" creationId="{5E6630B4-7CA2-17DD-9673-E22B8FCB5350}"/>
          </ac:picMkLst>
        </pc:picChg>
      </pc:sldChg>
      <pc:sldChg chg="new del">
        <pc:chgData name="BRENNE, Sylvain" userId="6d646a6c-e4cf-4ee9-a257-f01fc78dace0" providerId="ADAL" clId="{2E0F1A46-8E3C-46F9-8630-2DC5FE2084B7}" dt="2024-10-24T09:33:52.987" v="1625" actId="47"/>
        <pc:sldMkLst>
          <pc:docMk/>
          <pc:sldMk cId="1971980163" sldId="2146847713"/>
        </pc:sldMkLst>
      </pc:sldChg>
      <pc:sldChg chg="addSp delSp modSp new mod">
        <pc:chgData name="BRENNE, Sylvain" userId="6d646a6c-e4cf-4ee9-a257-f01fc78dace0" providerId="ADAL" clId="{2E0F1A46-8E3C-46F9-8630-2DC5FE2084B7}" dt="2024-10-24T12:16:52.328" v="4434" actId="20577"/>
        <pc:sldMkLst>
          <pc:docMk/>
          <pc:sldMk cId="1578448684" sldId="2146847714"/>
        </pc:sldMkLst>
        <pc:spChg chg="mod">
          <ac:chgData name="BRENNE, Sylvain" userId="6d646a6c-e4cf-4ee9-a257-f01fc78dace0" providerId="ADAL" clId="{2E0F1A46-8E3C-46F9-8630-2DC5FE2084B7}" dt="2024-10-24T09:43:23.725" v="2893" actId="20577"/>
          <ac:spMkLst>
            <pc:docMk/>
            <pc:sldMk cId="1578448684" sldId="2146847714"/>
            <ac:spMk id="5" creationId="{01695690-78A3-D354-417F-2D0CB3C27B73}"/>
          </ac:spMkLst>
        </pc:spChg>
        <pc:spChg chg="add mod">
          <ac:chgData name="BRENNE, Sylvain" userId="6d646a6c-e4cf-4ee9-a257-f01fc78dace0" providerId="ADAL" clId="{2E0F1A46-8E3C-46F9-8630-2DC5FE2084B7}" dt="2024-10-24T10:08:45.338" v="3417" actId="313"/>
          <ac:spMkLst>
            <pc:docMk/>
            <pc:sldMk cId="1578448684" sldId="2146847714"/>
            <ac:spMk id="8" creationId="{D67D3105-C8FC-901B-F727-D4DCC057C96A}"/>
          </ac:spMkLst>
        </pc:spChg>
        <pc:spChg chg="add mod">
          <ac:chgData name="BRENNE, Sylvain" userId="6d646a6c-e4cf-4ee9-a257-f01fc78dace0" providerId="ADAL" clId="{2E0F1A46-8E3C-46F9-8630-2DC5FE2084B7}" dt="2024-10-24T12:16:52.328" v="4434" actId="20577"/>
          <ac:spMkLst>
            <pc:docMk/>
            <pc:sldMk cId="1578448684" sldId="2146847714"/>
            <ac:spMk id="15" creationId="{FA4D6E07-DCDB-4CF9-C5A6-34340C74621E}"/>
          </ac:spMkLst>
        </pc:spChg>
        <pc:picChg chg="add mod">
          <ac:chgData name="BRENNE, Sylvain" userId="6d646a6c-e4cf-4ee9-a257-f01fc78dace0" providerId="ADAL" clId="{2E0F1A46-8E3C-46F9-8630-2DC5FE2084B7}" dt="2024-10-24T10:17:00.561" v="3976" actId="1076"/>
          <ac:picMkLst>
            <pc:docMk/>
            <pc:sldMk cId="1578448684" sldId="2146847714"/>
            <ac:picMk id="17" creationId="{0924149E-2D90-4A6C-2A1D-92BB9B2DB672}"/>
          </ac:picMkLst>
        </pc:picChg>
      </pc:sldChg>
      <pc:sldChg chg="addSp modSp new mod">
        <pc:chgData name="BRENNE, Sylvain" userId="6d646a6c-e4cf-4ee9-a257-f01fc78dace0" providerId="ADAL" clId="{2E0F1A46-8E3C-46F9-8630-2DC5FE2084B7}" dt="2024-10-24T12:41:58.884" v="4947" actId="1076"/>
        <pc:sldMkLst>
          <pc:docMk/>
          <pc:sldMk cId="3102912377" sldId="2146847715"/>
        </pc:sldMkLst>
        <pc:spChg chg="mod">
          <ac:chgData name="BRENNE, Sylvain" userId="6d646a6c-e4cf-4ee9-a257-f01fc78dace0" providerId="ADAL" clId="{2E0F1A46-8E3C-46F9-8630-2DC5FE2084B7}" dt="2024-10-24T12:17:27.262" v="4466" actId="20577"/>
          <ac:spMkLst>
            <pc:docMk/>
            <pc:sldMk cId="3102912377" sldId="2146847715"/>
            <ac:spMk id="5" creationId="{AC791954-1C3C-7817-260B-95799C62C479}"/>
          </ac:spMkLst>
        </pc:spChg>
        <pc:spChg chg="add mod">
          <ac:chgData name="BRENNE, Sylvain" userId="6d646a6c-e4cf-4ee9-a257-f01fc78dace0" providerId="ADAL" clId="{2E0F1A46-8E3C-46F9-8630-2DC5FE2084B7}" dt="2024-10-24T12:40:51.845" v="4918" actId="404"/>
          <ac:spMkLst>
            <pc:docMk/>
            <pc:sldMk cId="3102912377" sldId="2146847715"/>
            <ac:spMk id="8" creationId="{43CE195E-2152-CEB5-0E52-E1CFD07D7A60}"/>
          </ac:spMkLst>
        </pc:spChg>
        <pc:spChg chg="add mod">
          <ac:chgData name="BRENNE, Sylvain" userId="6d646a6c-e4cf-4ee9-a257-f01fc78dace0" providerId="ADAL" clId="{2E0F1A46-8E3C-46F9-8630-2DC5FE2084B7}" dt="2024-10-24T12:41:58.884" v="4947" actId="1076"/>
          <ac:spMkLst>
            <pc:docMk/>
            <pc:sldMk cId="3102912377" sldId="2146847715"/>
            <ac:spMk id="9" creationId="{5C4A0B10-167E-2ACE-6B7C-81BD3B8C2425}"/>
          </ac:spMkLst>
        </pc:spChg>
      </pc:sldChg>
      <pc:sldChg chg="addSp delSp modSp new mod ord">
        <pc:chgData name="BRENNE, Sylvain" userId="6d646a6c-e4cf-4ee9-a257-f01fc78dace0" providerId="ADAL" clId="{2E0F1A46-8E3C-46F9-8630-2DC5FE2084B7}" dt="2024-10-24T13:10:02.853" v="7293"/>
        <pc:sldMkLst>
          <pc:docMk/>
          <pc:sldMk cId="2678061904" sldId="2146847716"/>
        </pc:sldMkLst>
        <pc:spChg chg="mod">
          <ac:chgData name="BRENNE, Sylvain" userId="6d646a6c-e4cf-4ee9-a257-f01fc78dace0" providerId="ADAL" clId="{2E0F1A46-8E3C-46F9-8630-2DC5FE2084B7}" dt="2024-10-24T12:42:46.449" v="4983" actId="1076"/>
          <ac:spMkLst>
            <pc:docMk/>
            <pc:sldMk cId="2678061904" sldId="2146847716"/>
            <ac:spMk id="5" creationId="{36CDB019-2EF1-239F-4303-E28531D2E2C4}"/>
          </ac:spMkLst>
        </pc:spChg>
        <pc:spChg chg="add mod">
          <ac:chgData name="BRENNE, Sylvain" userId="6d646a6c-e4cf-4ee9-a257-f01fc78dace0" providerId="ADAL" clId="{2E0F1A46-8E3C-46F9-8630-2DC5FE2084B7}" dt="2024-10-24T13:04:54.006" v="6663" actId="1076"/>
          <ac:spMkLst>
            <pc:docMk/>
            <pc:sldMk cId="2678061904" sldId="2146847716"/>
            <ac:spMk id="9" creationId="{9B020E8D-3CB1-750B-DFDB-848F8B69FE2C}"/>
          </ac:spMkLst>
        </pc:spChg>
        <pc:spChg chg="add mod">
          <ac:chgData name="BRENNE, Sylvain" userId="6d646a6c-e4cf-4ee9-a257-f01fc78dace0" providerId="ADAL" clId="{2E0F1A46-8E3C-46F9-8630-2DC5FE2084B7}" dt="2024-10-24T13:04:18.078" v="6661" actId="1076"/>
          <ac:spMkLst>
            <pc:docMk/>
            <pc:sldMk cId="2678061904" sldId="2146847716"/>
            <ac:spMk id="11" creationId="{93EB0FA7-7C2E-328C-E6D4-6F815C9E32E7}"/>
          </ac:spMkLst>
        </pc:spChg>
        <pc:graphicFrameChg chg="add mod modGraphic">
          <ac:chgData name="BRENNE, Sylvain" userId="6d646a6c-e4cf-4ee9-a257-f01fc78dace0" providerId="ADAL" clId="{2E0F1A46-8E3C-46F9-8630-2DC5FE2084B7}" dt="2024-10-24T13:09:21.635" v="7286" actId="20577"/>
          <ac:graphicFrameMkLst>
            <pc:docMk/>
            <pc:sldMk cId="2678061904" sldId="2146847716"/>
            <ac:graphicFrameMk id="8" creationId="{B0DC9264-42F0-80ED-1E90-C28E0D22B1CC}"/>
          </ac:graphicFrameMkLst>
        </pc:graphicFrameChg>
      </pc:sldChg>
      <pc:sldChg chg="addSp modSp new mod">
        <pc:chgData name="BRENNE, Sylvain" userId="6d646a6c-e4cf-4ee9-a257-f01fc78dace0" providerId="ADAL" clId="{2E0F1A46-8E3C-46F9-8630-2DC5FE2084B7}" dt="2024-10-24T13:28:52.850" v="9611" actId="20577"/>
        <pc:sldMkLst>
          <pc:docMk/>
          <pc:sldMk cId="638981530" sldId="2146847717"/>
        </pc:sldMkLst>
        <pc:spChg chg="mod">
          <ac:chgData name="BRENNE, Sylvain" userId="6d646a6c-e4cf-4ee9-a257-f01fc78dace0" providerId="ADAL" clId="{2E0F1A46-8E3C-46F9-8630-2DC5FE2084B7}" dt="2024-10-24T13:28:52.850" v="9611" actId="20577"/>
          <ac:spMkLst>
            <pc:docMk/>
            <pc:sldMk cId="638981530" sldId="2146847717"/>
            <ac:spMk id="5" creationId="{35ED841A-CCFF-2FC4-A2FD-7D382ABE0166}"/>
          </ac:spMkLst>
        </pc:spChg>
        <pc:graphicFrameChg chg="add mod modGraphic">
          <ac:chgData name="BRENNE, Sylvain" userId="6d646a6c-e4cf-4ee9-a257-f01fc78dace0" providerId="ADAL" clId="{2E0F1A46-8E3C-46F9-8630-2DC5FE2084B7}" dt="2024-10-24T13:28:23.916" v="9595" actId="20577"/>
          <ac:graphicFrameMkLst>
            <pc:docMk/>
            <pc:sldMk cId="638981530" sldId="2146847717"/>
            <ac:graphicFrameMk id="8" creationId="{85CA0325-054E-17AD-D2F8-F9A1FF984EC1}"/>
          </ac:graphicFrameMkLst>
        </pc:graphicFrameChg>
      </pc:sldChg>
      <pc:sldChg chg="addSp delSp modSp new mod">
        <pc:chgData name="BRENNE, Sylvain" userId="6d646a6c-e4cf-4ee9-a257-f01fc78dace0" providerId="ADAL" clId="{2E0F1A46-8E3C-46F9-8630-2DC5FE2084B7}" dt="2024-10-24T14:25:24.437" v="10394" actId="20577"/>
        <pc:sldMkLst>
          <pc:docMk/>
          <pc:sldMk cId="2981778326" sldId="2146847718"/>
        </pc:sldMkLst>
        <pc:spChg chg="mod">
          <ac:chgData name="BRENNE, Sylvain" userId="6d646a6c-e4cf-4ee9-a257-f01fc78dace0" providerId="ADAL" clId="{2E0F1A46-8E3C-46F9-8630-2DC5FE2084B7}" dt="2024-10-24T13:29:20.095" v="9658" actId="20577"/>
          <ac:spMkLst>
            <pc:docMk/>
            <pc:sldMk cId="2981778326" sldId="2146847718"/>
            <ac:spMk id="5" creationId="{8E4511CF-CA08-EF95-2CDF-AF219306ADFD}"/>
          </ac:spMkLst>
        </pc:spChg>
        <pc:spChg chg="add mod">
          <ac:chgData name="BRENNE, Sylvain" userId="6d646a6c-e4cf-4ee9-a257-f01fc78dace0" providerId="ADAL" clId="{2E0F1A46-8E3C-46F9-8630-2DC5FE2084B7}" dt="2024-10-24T14:03:50.151" v="9662" actId="1076"/>
          <ac:spMkLst>
            <pc:docMk/>
            <pc:sldMk cId="2981778326" sldId="2146847718"/>
            <ac:spMk id="10" creationId="{BD158398-00DA-FC32-165C-E10F31C6EA64}"/>
          </ac:spMkLst>
        </pc:spChg>
        <pc:spChg chg="add mod">
          <ac:chgData name="BRENNE, Sylvain" userId="6d646a6c-e4cf-4ee9-a257-f01fc78dace0" providerId="ADAL" clId="{2E0F1A46-8E3C-46F9-8630-2DC5FE2084B7}" dt="2024-10-24T14:25:24.437" v="10394" actId="20577"/>
          <ac:spMkLst>
            <pc:docMk/>
            <pc:sldMk cId="2981778326" sldId="2146847718"/>
            <ac:spMk id="12" creationId="{52AA6616-54D9-95DE-0FBD-F4AE601626E1}"/>
          </ac:spMkLst>
        </pc:spChg>
        <pc:spChg chg="add mod">
          <ac:chgData name="BRENNE, Sylvain" userId="6d646a6c-e4cf-4ee9-a257-f01fc78dace0" providerId="ADAL" clId="{2E0F1A46-8E3C-46F9-8630-2DC5FE2084B7}" dt="2024-10-24T14:23:30.923" v="10220" actId="20577"/>
          <ac:spMkLst>
            <pc:docMk/>
            <pc:sldMk cId="2981778326" sldId="2146847718"/>
            <ac:spMk id="13" creationId="{99AEAAF1-A3F7-5081-2786-B518B4032C66}"/>
          </ac:spMkLst>
        </pc:spChg>
        <pc:spChg chg="add mod">
          <ac:chgData name="BRENNE, Sylvain" userId="6d646a6c-e4cf-4ee9-a257-f01fc78dace0" providerId="ADAL" clId="{2E0F1A46-8E3C-46F9-8630-2DC5FE2084B7}" dt="2024-10-24T14:17:57.759" v="9886" actId="2711"/>
          <ac:spMkLst>
            <pc:docMk/>
            <pc:sldMk cId="2981778326" sldId="2146847718"/>
            <ac:spMk id="14" creationId="{D747736D-9E63-6F42-3FB7-70B9BBE9E5D9}"/>
          </ac:spMkLst>
        </pc:spChg>
        <pc:spChg chg="add mod">
          <ac:chgData name="BRENNE, Sylvain" userId="6d646a6c-e4cf-4ee9-a257-f01fc78dace0" providerId="ADAL" clId="{2E0F1A46-8E3C-46F9-8630-2DC5FE2084B7}" dt="2024-10-24T14:23:41.175" v="10233" actId="20577"/>
          <ac:spMkLst>
            <pc:docMk/>
            <pc:sldMk cId="2981778326" sldId="2146847718"/>
            <ac:spMk id="15" creationId="{597B4FB3-C979-7335-6B38-1D737C892C95}"/>
          </ac:spMkLst>
        </pc:spChg>
      </pc:sldChg>
    </pc:docChg>
  </pc:docChgLst>
  <pc:docChgLst>
    <pc:chgData name="BRENNE, Sylvain" userId="S::s.brenne@bouygues-construction.com::6d646a6c-e4cf-4ee9-a257-f01fc78dace0" providerId="AD" clId="Web-{1F5C646F-7592-1FEC-F056-C8A2BB06F586}"/>
    <pc:docChg chg="modSld">
      <pc:chgData name="BRENNE, Sylvain" userId="S::s.brenne@bouygues-construction.com::6d646a6c-e4cf-4ee9-a257-f01fc78dace0" providerId="AD" clId="Web-{1F5C646F-7592-1FEC-F056-C8A2BB06F586}" dt="2024-10-24T16:24:53.360" v="6" actId="20577"/>
      <pc:docMkLst>
        <pc:docMk/>
      </pc:docMkLst>
      <pc:sldChg chg="modSp">
        <pc:chgData name="BRENNE, Sylvain" userId="S::s.brenne@bouygues-construction.com::6d646a6c-e4cf-4ee9-a257-f01fc78dace0" providerId="AD" clId="Web-{1F5C646F-7592-1FEC-F056-C8A2BB06F586}" dt="2024-10-24T16:22:26.526" v="2" actId="20577"/>
        <pc:sldMkLst>
          <pc:docMk/>
          <pc:sldMk cId="2397946424" sldId="2146847712"/>
        </pc:sldMkLst>
        <pc:spChg chg="mod">
          <ac:chgData name="BRENNE, Sylvain" userId="S::s.brenne@bouygues-construction.com::6d646a6c-e4cf-4ee9-a257-f01fc78dace0" providerId="AD" clId="Web-{1F5C646F-7592-1FEC-F056-C8A2BB06F586}" dt="2024-10-24T16:22:07.557" v="1" actId="20577"/>
          <ac:spMkLst>
            <pc:docMk/>
            <pc:sldMk cId="2397946424" sldId="2146847712"/>
            <ac:spMk id="5" creationId="{A95B891A-E766-2C48-4E9D-AF2AED305F36}"/>
          </ac:spMkLst>
        </pc:spChg>
        <pc:spChg chg="mod">
          <ac:chgData name="BRENNE, Sylvain" userId="S::s.brenne@bouygues-construction.com::6d646a6c-e4cf-4ee9-a257-f01fc78dace0" providerId="AD" clId="Web-{1F5C646F-7592-1FEC-F056-C8A2BB06F586}" dt="2024-10-24T16:22:26.526" v="2" actId="20577"/>
          <ac:spMkLst>
            <pc:docMk/>
            <pc:sldMk cId="2397946424" sldId="2146847712"/>
            <ac:spMk id="10" creationId="{0AB2F34F-8884-2394-2149-08261D12A792}"/>
          </ac:spMkLst>
        </pc:spChg>
      </pc:sldChg>
      <pc:sldChg chg="modSp">
        <pc:chgData name="BRENNE, Sylvain" userId="S::s.brenne@bouygues-construction.com::6d646a6c-e4cf-4ee9-a257-f01fc78dace0" providerId="AD" clId="Web-{1F5C646F-7592-1FEC-F056-C8A2BB06F586}" dt="2024-10-24T16:23:10.591" v="4" actId="20577"/>
        <pc:sldMkLst>
          <pc:docMk/>
          <pc:sldMk cId="1517919043" sldId="2146847713"/>
        </pc:sldMkLst>
        <pc:spChg chg="mod">
          <ac:chgData name="BRENNE, Sylvain" userId="S::s.brenne@bouygues-construction.com::6d646a6c-e4cf-4ee9-a257-f01fc78dace0" providerId="AD" clId="Web-{1F5C646F-7592-1FEC-F056-C8A2BB06F586}" dt="2024-10-24T16:23:10.591" v="4" actId="20577"/>
          <ac:spMkLst>
            <pc:docMk/>
            <pc:sldMk cId="1517919043" sldId="2146847713"/>
            <ac:spMk id="10" creationId="{5CD7CA77-DCC1-ED0A-CECE-39C1BDC90A83}"/>
          </ac:spMkLst>
        </pc:spChg>
      </pc:sldChg>
      <pc:sldChg chg="modSp">
        <pc:chgData name="BRENNE, Sylvain" userId="S::s.brenne@bouygues-construction.com::6d646a6c-e4cf-4ee9-a257-f01fc78dace0" providerId="AD" clId="Web-{1F5C646F-7592-1FEC-F056-C8A2BB06F586}" dt="2024-10-24T16:24:53.360" v="6" actId="20577"/>
        <pc:sldMkLst>
          <pc:docMk/>
          <pc:sldMk cId="1578448684" sldId="2146847714"/>
        </pc:sldMkLst>
        <pc:spChg chg="mod">
          <ac:chgData name="BRENNE, Sylvain" userId="S::s.brenne@bouygues-construction.com::6d646a6c-e4cf-4ee9-a257-f01fc78dace0" providerId="AD" clId="Web-{1F5C646F-7592-1FEC-F056-C8A2BB06F586}" dt="2024-10-24T16:24:53.360" v="6" actId="20577"/>
          <ac:spMkLst>
            <pc:docMk/>
            <pc:sldMk cId="1578448684" sldId="2146847714"/>
            <ac:spMk id="15" creationId="{FA4D6E07-DCDB-4CF9-C5A6-34340C74621E}"/>
          </ac:spMkLst>
        </pc:spChg>
      </pc:sldChg>
    </pc:docChg>
  </pc:docChgLst>
  <pc:docChgLst>
    <pc:chgData name="BRENNE, Sylvain" userId="S::s.brenne@bouygues-construction.com::6d646a6c-e4cf-4ee9-a257-f01fc78dace0" providerId="AD" clId="Web-{245F04F4-9205-496A-859B-2F637872321F}"/>
    <pc:docChg chg="delSld">
      <pc:chgData name="BRENNE, Sylvain" userId="S::s.brenne@bouygues-construction.com::6d646a6c-e4cf-4ee9-a257-f01fc78dace0" providerId="AD" clId="Web-{245F04F4-9205-496A-859B-2F637872321F}" dt="2024-10-24T14:50:53.088" v="3"/>
      <pc:docMkLst>
        <pc:docMk/>
      </pc:docMkLst>
      <pc:sldChg chg="del">
        <pc:chgData name="BRENNE, Sylvain" userId="S::s.brenne@bouygues-construction.com::6d646a6c-e4cf-4ee9-a257-f01fc78dace0" providerId="AD" clId="Web-{245F04F4-9205-496A-859B-2F637872321F}" dt="2024-10-24T14:50:46.494" v="0"/>
        <pc:sldMkLst>
          <pc:docMk/>
          <pc:sldMk cId="117192959" sldId="2142534272"/>
        </pc:sldMkLst>
      </pc:sldChg>
      <pc:sldChg chg="del">
        <pc:chgData name="BRENNE, Sylvain" userId="S::s.brenne@bouygues-construction.com::6d646a6c-e4cf-4ee9-a257-f01fc78dace0" providerId="AD" clId="Web-{245F04F4-9205-496A-859B-2F637872321F}" dt="2024-10-24T14:50:53.088" v="3"/>
        <pc:sldMkLst>
          <pc:docMk/>
          <pc:sldMk cId="765557367" sldId="2146847708"/>
        </pc:sldMkLst>
      </pc:sldChg>
      <pc:sldChg chg="del">
        <pc:chgData name="BRENNE, Sylvain" userId="S::s.brenne@bouygues-construction.com::6d646a6c-e4cf-4ee9-a257-f01fc78dace0" providerId="AD" clId="Web-{245F04F4-9205-496A-859B-2F637872321F}" dt="2024-10-24T14:50:48.682" v="1"/>
        <pc:sldMkLst>
          <pc:docMk/>
          <pc:sldMk cId="2800257022" sldId="2146847709"/>
        </pc:sldMkLst>
      </pc:sldChg>
      <pc:sldChg chg="del">
        <pc:chgData name="BRENNE, Sylvain" userId="S::s.brenne@bouygues-construction.com::6d646a6c-e4cf-4ee9-a257-f01fc78dace0" providerId="AD" clId="Web-{245F04F4-9205-496A-859B-2F637872321F}" dt="2024-10-24T14:50:50.885" v="2"/>
        <pc:sldMkLst>
          <pc:docMk/>
          <pc:sldMk cId="3954208250" sldId="2146847710"/>
        </pc:sldMkLst>
      </pc:sldChg>
    </pc:docChg>
  </pc:docChgLst>
</pc:chgInfo>
</file>

<file path=ppt/comments/modernComment_7FF64BE0_8EEDC238.xml><?xml version="1.0" encoding="utf-8"?>
<p188:cmLst xmlns:a="http://schemas.openxmlformats.org/drawingml/2006/main" xmlns:r="http://schemas.openxmlformats.org/officeDocument/2006/relationships" xmlns:p188="http://schemas.microsoft.com/office/powerpoint/2018/8/main">
  <p188:cm id="{6016D9D9-AAFB-4449-9D38-42B04ED834B7}" authorId="{1AAEAB03-6A8D-8AFD-547C-2B5015D1F307}" created="2024-10-29T07:30:02.539">
    <pc:sldMkLst xmlns:pc="http://schemas.microsoft.com/office/powerpoint/2013/main/command">
      <pc:docMk/>
      <pc:sldMk cId="2397946424" sldId="2146847712"/>
    </pc:sldMkLst>
    <p188:txBody>
      <a:bodyPr/>
      <a:lstStyle/>
      <a:p>
        <a:r>
          <a:rPr lang="fr-FR"/>
          <a:t>Tu representes des niveaux plus fin que les domaines à savoir les districts</a:t>
        </a:r>
      </a:p>
    </p188:txBody>
    <p188:extLst>
      <p:ext xmlns:p="http://schemas.openxmlformats.org/presentationml/2006/main" uri="{57CB4572-C831-44C2-8A1C-0ADB6CCDFE69}">
        <p223:reactions xmlns:p223="http://schemas.microsoft.com/office/powerpoint/2022/03/main">
          <p223:rxn type="👍">
            <p223:instance time="2024-10-29T16:12:56.987" authorId="{A2351352-0ED8-A65A-C7BB-283E58A2641C}"/>
          </p223:rxn>
        </p223:reactions>
      </p:ext>
    </p188:extLst>
  </p188:cm>
</p188:cmLst>
</file>

<file path=ppt/comments/modernComment_7FF64BE1_5A799B43.xml><?xml version="1.0" encoding="utf-8"?>
<p188:cmLst xmlns:a="http://schemas.openxmlformats.org/drawingml/2006/main" xmlns:r="http://schemas.openxmlformats.org/officeDocument/2006/relationships" xmlns:p188="http://schemas.microsoft.com/office/powerpoint/2018/8/main">
  <p188:cm id="{41508A4C-56F0-4D13-88DC-40B516361BFB}" authorId="{1AAEAB03-6A8D-8AFD-547C-2B5015D1F307}" created="2024-10-30T07:37:36.548">
    <pc:sldMkLst xmlns:pc="http://schemas.microsoft.com/office/powerpoint/2013/main/command">
      <pc:docMk/>
      <pc:sldMk cId="1517919043" sldId="2146847713"/>
    </pc:sldMkLst>
    <p188:txBody>
      <a:bodyPr/>
      <a:lstStyle/>
      <a:p>
        <a:r>
          <a:rPr lang="fr-FR"/>
          <a:t>Kesako SAO?</a:t>
        </a:r>
      </a:p>
    </p188:txBody>
  </p188:cm>
  <p188:cm id="{93746050-E62C-48B4-B9F4-F0019C443A20}" authorId="{1AAEAB03-6A8D-8AFD-547C-2B5015D1F307}" created="2024-10-30T07:38:57.476">
    <ac:txMkLst xmlns:ac="http://schemas.microsoft.com/office/drawing/2013/main/command">
      <pc:docMk xmlns:pc="http://schemas.microsoft.com/office/powerpoint/2013/main/command"/>
      <pc:sldMk xmlns:pc="http://schemas.microsoft.com/office/powerpoint/2013/main/command" cId="1517919043" sldId="2146847713"/>
      <ac:spMk id="10" creationId="{5CD7CA77-DCC1-ED0A-CECE-39C1BDC90A83}"/>
      <ac:txMk cp="322" len="11">
        <ac:context len="680" hash="669839631"/>
      </ac:txMk>
    </ac:txMkLst>
    <p188:pos x="2822222" y="2130777"/>
    <p188:txBody>
      <a:bodyPr/>
      <a:lstStyle/>
      <a:p>
        <a:r>
          <a:rPr lang="fr-FR"/>
          <a:t>intéressé</a:t>
        </a:r>
      </a:p>
    </p188:txBody>
  </p188:cm>
  <p188:cm id="{7164275E-AF35-4467-ACAB-7C7D5FF0F93A}" authorId="{1AAEAB03-6A8D-8AFD-547C-2B5015D1F307}" created="2024-10-30T07:41:46.988">
    <pc:sldMkLst xmlns:pc="http://schemas.microsoft.com/office/powerpoint/2013/main/command">
      <pc:docMk/>
      <pc:sldMk cId="1517919043" sldId="2146847713"/>
    </pc:sldMkLst>
    <p188:txBody>
      <a:bodyPr/>
      <a:lstStyle/>
      <a:p>
        <a:r>
          <a:rPr lang="fr-FR"/>
          <a:t>je pense qu'il serait intéressant d'ajouter un slide qui décrit l'enchainement bout en bout entre le producteur et le consommateur </a:t>
        </a:r>
      </a:p>
    </p188:txBody>
  </p188:cm>
</p188:cmLst>
</file>

<file path=ppt/comments/modernComment_7FF64BE4_9F9FFB50.xml><?xml version="1.0" encoding="utf-8"?>
<p188:cmLst xmlns:a="http://schemas.openxmlformats.org/drawingml/2006/main" xmlns:r="http://schemas.openxmlformats.org/officeDocument/2006/relationships" xmlns:p188="http://schemas.microsoft.com/office/powerpoint/2018/8/main">
  <p188:cm id="{C81CF267-F4AC-4182-B4B5-D244ECAA6427}" authorId="{1AAEAB03-6A8D-8AFD-547C-2B5015D1F307}" created="2024-10-30T07:46:53.928">
    <ac:deMkLst xmlns:ac="http://schemas.microsoft.com/office/drawing/2013/main/command">
      <pc:docMk xmlns:pc="http://schemas.microsoft.com/office/powerpoint/2013/main/command"/>
      <pc:sldMk xmlns:pc="http://schemas.microsoft.com/office/powerpoint/2013/main/command" cId="2678061904" sldId="2146847716"/>
      <ac:graphicFrameMk id="8" creationId="{B0DC9264-42F0-80ED-1E90-C28E0D22B1CC}"/>
    </ac:deMkLst>
    <p188:txBody>
      <a:bodyPr/>
      <a:lstStyle/>
      <a:p>
        <a:r>
          <a:rPr lang="fr-FR"/>
          <a:t>Sur les 3 scénarii  ajouter une ligne pour expliquer le cas , pas facile avec lien avec  le slide 6</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77F2E85-CB41-388F-C35F-F7578776D2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51A2AE2-82B4-6605-E299-C4D337AED6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2419D0-F4AC-4BAC-ADA9-8BCC814B3981}" type="datetimeFigureOut">
              <a:rPr lang="fr-FR" smtClean="0"/>
              <a:t>30/10/2024</a:t>
            </a:fld>
            <a:endParaRPr lang="fr-FR"/>
          </a:p>
        </p:txBody>
      </p:sp>
      <p:sp>
        <p:nvSpPr>
          <p:cNvPr id="4" name="Espace réservé du pied de page 3">
            <a:extLst>
              <a:ext uri="{FF2B5EF4-FFF2-40B4-BE49-F238E27FC236}">
                <a16:creationId xmlns:a16="http://schemas.microsoft.com/office/drawing/2014/main" id="{8B419337-AD91-E942-0B1E-97AF3AD97F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FEAA0D4-C7B5-831E-D417-5E776636A9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5E516E-AD98-464B-9F8D-77B2CDCB6715}" type="slidenum">
              <a:rPr lang="fr-FR" smtClean="0"/>
              <a:t>‹N°›</a:t>
            </a:fld>
            <a:endParaRPr lang="fr-FR"/>
          </a:p>
        </p:txBody>
      </p:sp>
    </p:spTree>
    <p:extLst>
      <p:ext uri="{BB962C8B-B14F-4D97-AF65-F5344CB8AC3E}">
        <p14:creationId xmlns:p14="http://schemas.microsoft.com/office/powerpoint/2010/main" val="271039289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49ED4-2EA5-44C1-88FD-FFD1EC85579F}" type="datetimeFigureOut">
              <a:rPr lang="fr-FR" smtClean="0"/>
              <a:t>30/10/2024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924BDF-58BE-4F0A-81E7-1ED057B91AE9}" type="slidenum">
              <a:rPr lang="fr-FR" smtClean="0"/>
              <a:t>‹N°›</a:t>
            </a:fld>
            <a:endParaRPr lang="fr-FR"/>
          </a:p>
        </p:txBody>
      </p:sp>
    </p:spTree>
    <p:extLst>
      <p:ext uri="{BB962C8B-B14F-4D97-AF65-F5344CB8AC3E}">
        <p14:creationId xmlns:p14="http://schemas.microsoft.com/office/powerpoint/2010/main" val="1755942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svg"/><Relationship Id="rId2" Type="http://schemas.openxmlformats.org/officeDocument/2006/relationships/image" Target="../media/image15.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8.png"/><Relationship Id="rId4"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p:bg>
      <p:bgPr>
        <a:blipFill dpi="0" rotWithShape="1">
          <a:blip r:embed="rId2">
            <a:lum/>
          </a:blip>
          <a:srcRect/>
          <a:stretch>
            <a:fillRect l="-20000" t="-9000" r="20000" b="-9000"/>
          </a:stretch>
        </a:blipFill>
        <a:effectLst/>
      </p:bgPr>
    </p:bg>
    <p:spTree>
      <p:nvGrpSpPr>
        <p:cNvPr id="1" name=""/>
        <p:cNvGrpSpPr/>
        <p:nvPr/>
      </p:nvGrpSpPr>
      <p:grpSpPr>
        <a:xfrm>
          <a:off x="0" y="0"/>
          <a:ext cx="0" cy="0"/>
          <a:chOff x="0" y="0"/>
          <a:chExt cx="0" cy="0"/>
        </a:xfrm>
      </p:grpSpPr>
      <p:pic>
        <p:nvPicPr>
          <p:cNvPr id="13" name="Graphique 12">
            <a:extLst>
              <a:ext uri="{FF2B5EF4-FFF2-40B4-BE49-F238E27FC236}">
                <a16:creationId xmlns:a16="http://schemas.microsoft.com/office/drawing/2014/main" id="{E003C40C-4420-D9F5-FE78-869CB8A4590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651760" y="0"/>
            <a:ext cx="9540240" cy="6858000"/>
          </a:xfrm>
          <a:prstGeom prst="rect">
            <a:avLst/>
          </a:prstGeom>
        </p:spPr>
      </p:pic>
      <p:sp>
        <p:nvSpPr>
          <p:cNvPr id="2" name="Titre 1">
            <a:extLst>
              <a:ext uri="{FF2B5EF4-FFF2-40B4-BE49-F238E27FC236}">
                <a16:creationId xmlns:a16="http://schemas.microsoft.com/office/drawing/2014/main" id="{9F6855FC-1404-9994-3FF3-77708309751A}"/>
              </a:ext>
            </a:extLst>
          </p:cNvPr>
          <p:cNvSpPr>
            <a:spLocks noGrp="1"/>
          </p:cNvSpPr>
          <p:nvPr>
            <p:ph type="title" hasCustomPrompt="1"/>
          </p:nvPr>
        </p:nvSpPr>
        <p:spPr>
          <a:xfrm>
            <a:off x="6391205" y="2584153"/>
            <a:ext cx="5572195" cy="1477328"/>
          </a:xfrm>
        </p:spPr>
        <p:txBody>
          <a:bodyPr anchor="b" anchorCtr="0">
            <a:spAutoFit/>
          </a:bodyPr>
          <a:lstStyle>
            <a:lvl1pPr>
              <a:defRPr sz="5000">
                <a:solidFill>
                  <a:schemeClr val="bg1"/>
                </a:solidFill>
              </a:defRPr>
            </a:lvl1pPr>
          </a:lstStyle>
          <a:p>
            <a:r>
              <a:rPr lang="fr-FR"/>
              <a:t>Titre de la présentation</a:t>
            </a:r>
          </a:p>
        </p:txBody>
      </p:sp>
      <p:sp>
        <p:nvSpPr>
          <p:cNvPr id="7" name="Espace réservé du texte 6">
            <a:extLst>
              <a:ext uri="{FF2B5EF4-FFF2-40B4-BE49-F238E27FC236}">
                <a16:creationId xmlns:a16="http://schemas.microsoft.com/office/drawing/2014/main" id="{33E54CBA-FFFF-C031-4649-F0FBFE902281}"/>
              </a:ext>
            </a:extLst>
          </p:cNvPr>
          <p:cNvSpPr>
            <a:spLocks noGrp="1"/>
          </p:cNvSpPr>
          <p:nvPr>
            <p:ph type="body" sz="quarter" idx="13" hasCustomPrompt="1"/>
          </p:nvPr>
        </p:nvSpPr>
        <p:spPr>
          <a:xfrm>
            <a:off x="6391204" y="4120914"/>
            <a:ext cx="5572195" cy="563231"/>
          </a:xfrm>
        </p:spPr>
        <p:txBody>
          <a:bodyPr>
            <a:spAutoFit/>
          </a:bodyPr>
          <a:lstStyle>
            <a:lvl1pPr>
              <a:defRPr sz="3400">
                <a:solidFill>
                  <a:schemeClr val="bg1"/>
                </a:solidFill>
              </a:defRPr>
            </a:lvl1pPr>
          </a:lstStyle>
          <a:p>
            <a:pPr lvl="0"/>
            <a:r>
              <a:rPr lang="fr-FR"/>
              <a:t>Sous titre</a:t>
            </a:r>
          </a:p>
        </p:txBody>
      </p:sp>
      <p:pic>
        <p:nvPicPr>
          <p:cNvPr id="9" name="Graphique 8">
            <a:extLst>
              <a:ext uri="{FF2B5EF4-FFF2-40B4-BE49-F238E27FC236}">
                <a16:creationId xmlns:a16="http://schemas.microsoft.com/office/drawing/2014/main" id="{A3200E19-0A90-3D3A-479F-C707C4BD87C0}"/>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rcRect/>
          <a:stretch/>
        </p:blipFill>
        <p:spPr>
          <a:xfrm>
            <a:off x="6472341" y="5846171"/>
            <a:ext cx="1799872" cy="392930"/>
          </a:xfrm>
          <a:prstGeom prst="rect">
            <a:avLst/>
          </a:prstGeom>
        </p:spPr>
      </p:pic>
      <p:pic>
        <p:nvPicPr>
          <p:cNvPr id="11" name="Graphique 10">
            <a:extLst>
              <a:ext uri="{FF2B5EF4-FFF2-40B4-BE49-F238E27FC236}">
                <a16:creationId xmlns:a16="http://schemas.microsoft.com/office/drawing/2014/main" id="{BC2FA4FA-1637-95B0-0117-136CC2464AE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466830" y="574073"/>
            <a:ext cx="1655724" cy="848054"/>
          </a:xfrm>
          <a:prstGeom prst="rect">
            <a:avLst/>
          </a:prstGeom>
        </p:spPr>
      </p:pic>
      <p:sp>
        <p:nvSpPr>
          <p:cNvPr id="3" name="Espace réservé de la date 2">
            <a:extLst>
              <a:ext uri="{FF2B5EF4-FFF2-40B4-BE49-F238E27FC236}">
                <a16:creationId xmlns:a16="http://schemas.microsoft.com/office/drawing/2014/main" id="{1B445B4F-E38C-4B63-9A90-587654C709AD}"/>
              </a:ext>
            </a:extLst>
          </p:cNvPr>
          <p:cNvSpPr>
            <a:spLocks noGrp="1"/>
          </p:cNvSpPr>
          <p:nvPr>
            <p:ph type="dt" sz="half" idx="10"/>
          </p:nvPr>
        </p:nvSpPr>
        <p:spPr>
          <a:xfrm>
            <a:off x="6368273" y="5919525"/>
            <a:ext cx="2008008" cy="246221"/>
          </a:xfrm>
          <a:prstGeom prst="rect">
            <a:avLst/>
          </a:prstGeom>
        </p:spPr>
        <p:txBody>
          <a:bodyPr tIns="0" bIns="0"/>
          <a:lstStyle>
            <a:lvl1pPr algn="ctr">
              <a:defRPr sz="1600">
                <a:solidFill>
                  <a:schemeClr val="bg1"/>
                </a:solidFill>
                <a:latin typeface="+mj-lt"/>
              </a:defRPr>
            </a:lvl1pPr>
          </a:lstStyle>
          <a:p>
            <a:r>
              <a:rPr lang="fr-FR"/>
              <a:t>DATE</a:t>
            </a:r>
          </a:p>
        </p:txBody>
      </p:sp>
      <p:sp>
        <p:nvSpPr>
          <p:cNvPr id="4" name="Espace réservé pour une image  7">
            <a:extLst>
              <a:ext uri="{FF2B5EF4-FFF2-40B4-BE49-F238E27FC236}">
                <a16:creationId xmlns:a16="http://schemas.microsoft.com/office/drawing/2014/main" id="{31D3CBFF-56C3-8F60-D8DA-23D8271A9B11}"/>
              </a:ext>
            </a:extLst>
          </p:cNvPr>
          <p:cNvSpPr>
            <a:spLocks noGrp="1"/>
          </p:cNvSpPr>
          <p:nvPr>
            <p:ph type="pic" sz="quarter" idx="14" hasCustomPrompt="1"/>
          </p:nvPr>
        </p:nvSpPr>
        <p:spPr>
          <a:xfrm>
            <a:off x="8298696" y="574073"/>
            <a:ext cx="1656000" cy="1086285"/>
          </a:xfrm>
        </p:spPr>
        <p:txBody>
          <a:bodyPr/>
          <a:lstStyle>
            <a:lvl1pPr>
              <a:defRPr/>
            </a:lvl1pPr>
          </a:lstStyle>
          <a:p>
            <a:r>
              <a:rPr lang="fr-FR"/>
              <a:t>Votre logo</a:t>
            </a:r>
          </a:p>
        </p:txBody>
      </p:sp>
    </p:spTree>
    <p:extLst>
      <p:ext uri="{BB962C8B-B14F-4D97-AF65-F5344CB8AC3E}">
        <p14:creationId xmlns:p14="http://schemas.microsoft.com/office/powerpoint/2010/main" val="283312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section">
    <p:bg>
      <p:bgPr>
        <a:blipFill dpi="0" rotWithShape="1">
          <a:blip r:embed="rId2">
            <a:lum/>
          </a:blip>
          <a:srcRect/>
          <a:stretch>
            <a:fillRect l="-25000" t="-9000" r="25000" b="-9000"/>
          </a:stretch>
        </a:blipFill>
        <a:effectLst/>
      </p:bgPr>
    </p:bg>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BE485984-223D-75E4-942F-0F603A787B0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1220"/>
            <a:ext cx="12191998" cy="6856780"/>
          </a:xfrm>
          <a:prstGeom prst="rect">
            <a:avLst/>
          </a:prstGeom>
        </p:spPr>
      </p:pic>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6005769" y="3324828"/>
            <a:ext cx="5696237" cy="784830"/>
          </a:xfrm>
        </p:spPr>
        <p:txBody>
          <a:bodyPr/>
          <a:lstStyle>
            <a:lvl1pPr>
              <a:defRPr sz="5000">
                <a:solidFill>
                  <a:schemeClr val="bg1"/>
                </a:solidFill>
              </a:defRPr>
            </a:lvl1pPr>
          </a:lstStyle>
          <a:p>
            <a:r>
              <a:rPr lang="fr-FR"/>
              <a:t>Titre de 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5762703" y="421674"/>
            <a:ext cx="5939304" cy="3216265"/>
          </a:xfrm>
        </p:spPr>
        <p:txBody>
          <a:bodyPr wrap="square" anchor="b" anchorCtr="0">
            <a:spAutoFit/>
          </a:bodyPr>
          <a:lstStyle>
            <a:lvl1pPr>
              <a:lnSpc>
                <a:spcPct val="100000"/>
              </a:lnSpc>
              <a:defRPr sz="20300">
                <a:solidFill>
                  <a:schemeClr val="bg1"/>
                </a:solidFill>
                <a:latin typeface="+mj-lt"/>
              </a:defRPr>
            </a:lvl1pPr>
          </a:lstStyle>
          <a:p>
            <a:pPr lvl="0"/>
            <a:r>
              <a:rPr lang="fr-FR"/>
              <a:t>01</a:t>
            </a:r>
          </a:p>
        </p:txBody>
      </p:sp>
      <p:pic>
        <p:nvPicPr>
          <p:cNvPr id="12" name="Graphique 11">
            <a:extLst>
              <a:ext uri="{FF2B5EF4-FFF2-40B4-BE49-F238E27FC236}">
                <a16:creationId xmlns:a16="http://schemas.microsoft.com/office/drawing/2014/main" id="{5BB28729-11C6-5C85-8F64-EEBBFE57E4F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384084" y="956901"/>
            <a:ext cx="3997063" cy="3997063"/>
          </a:xfrm>
          <a:prstGeom prst="rect">
            <a:avLst/>
          </a:prstGeom>
        </p:spPr>
      </p:pic>
      <p:sp>
        <p:nvSpPr>
          <p:cNvPr id="6" name="Forme libre 12">
            <a:extLst>
              <a:ext uri="{FF2B5EF4-FFF2-40B4-BE49-F238E27FC236}">
                <a16:creationId xmlns:a16="http://schemas.microsoft.com/office/drawing/2014/main" id="{65C18737-81C3-2DDD-39FB-7E95576D5EB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2D09E51-E38C-0432-DA7B-6E26CDB87A10}"/>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9" name="Espace réservé du pied de page 3">
            <a:extLst>
              <a:ext uri="{FF2B5EF4-FFF2-40B4-BE49-F238E27FC236}">
                <a16:creationId xmlns:a16="http://schemas.microsoft.com/office/drawing/2014/main" id="{BC51D972-31E2-97F4-3E20-14BBF62FDF2A}"/>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32A0096F-BF4D-A177-D783-638A85030D78}"/>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276673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sous-section">
    <p:bg>
      <p:bgPr>
        <a:solidFill>
          <a:schemeClr val="bg1"/>
        </a:solidFill>
        <a:effectLst/>
      </p:bgPr>
    </p:bg>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3A20D5C4-44D2-A52C-1CEA-491F848CA0A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550236" y="3672068"/>
            <a:ext cx="4450028" cy="1477328"/>
          </a:xfrm>
        </p:spPr>
        <p:txBody>
          <a:bodyPr/>
          <a:lstStyle>
            <a:lvl1pPr>
              <a:defRPr sz="5000">
                <a:solidFill>
                  <a:schemeClr val="tx1"/>
                </a:solidFill>
              </a:defRPr>
            </a:lvl1pPr>
          </a:lstStyle>
          <a:p>
            <a:r>
              <a:rPr lang="fr-FR"/>
              <a:t>Titre de sous-section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335665" y="-291680"/>
            <a:ext cx="4123242" cy="3570208"/>
          </a:xfrm>
        </p:spPr>
        <p:txBody>
          <a:bodyPr wrap="square" anchor="b" anchorCtr="0">
            <a:spAutoFit/>
          </a:bodyPr>
          <a:lstStyle>
            <a:lvl1pPr algn="l">
              <a:lnSpc>
                <a:spcPct val="100000"/>
              </a:lnSpc>
              <a:defRPr sz="22600">
                <a:ln>
                  <a:solidFill>
                    <a:schemeClr val="tx1"/>
                  </a:solidFill>
                </a:ln>
                <a:noFill/>
                <a:latin typeface="+mj-lt"/>
              </a:defRPr>
            </a:lvl1pPr>
          </a:lstStyle>
          <a:p>
            <a:pPr lvl="0"/>
            <a:r>
              <a:rPr lang="fr-FR"/>
              <a:t>01</a:t>
            </a:r>
          </a:p>
        </p:txBody>
      </p:sp>
      <p:pic>
        <p:nvPicPr>
          <p:cNvPr id="19" name="Graphique 18">
            <a:extLst>
              <a:ext uri="{FF2B5EF4-FFF2-40B4-BE49-F238E27FC236}">
                <a16:creationId xmlns:a16="http://schemas.microsoft.com/office/drawing/2014/main" id="{3225D2D9-3F19-757A-702A-11588E1C7D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96000" y="-1379521"/>
            <a:ext cx="7197908" cy="7465441"/>
          </a:xfrm>
          <a:prstGeom prst="rect">
            <a:avLst/>
          </a:prstGeom>
        </p:spPr>
      </p:pic>
      <p:sp>
        <p:nvSpPr>
          <p:cNvPr id="6" name="Espace réservé de la date 2">
            <a:extLst>
              <a:ext uri="{FF2B5EF4-FFF2-40B4-BE49-F238E27FC236}">
                <a16:creationId xmlns:a16="http://schemas.microsoft.com/office/drawing/2014/main" id="{75FA347F-1B1B-40AF-17D2-6D0D361C3F6B}"/>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7" name="Espace réservé du pied de page 3">
            <a:extLst>
              <a:ext uri="{FF2B5EF4-FFF2-40B4-BE49-F238E27FC236}">
                <a16:creationId xmlns:a16="http://schemas.microsoft.com/office/drawing/2014/main" id="{28DBC22E-E756-5C75-2832-F7BB57224464}"/>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A1DA8DF3-6A91-9DC8-1C70-24BFA4C01C41}"/>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229061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94AD789-71B0-EB17-F83B-15CE4CF01F7F}"/>
              </a:ext>
            </a:extLst>
          </p:cNvPr>
          <p:cNvPicPr>
            <a:picLocks noChangeAspect="1"/>
          </p:cNvPicPr>
          <p:nvPr userDrawn="1"/>
        </p:nvPicPr>
        <p:blipFill>
          <a:blip r:embed="rId2">
            <a:alphaModFix amt="20000"/>
          </a:blip>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lvl1pPr>
          </a:lstStyle>
          <a:p>
            <a:r>
              <a:rPr lang="fr-FR"/>
              <a:t>Table des matières</a:t>
            </a:r>
          </a:p>
        </p:txBody>
      </p:sp>
      <p:sp>
        <p:nvSpPr>
          <p:cNvPr id="6" name="Espace réservé du texte 48">
            <a:extLst>
              <a:ext uri="{FF2B5EF4-FFF2-40B4-BE49-F238E27FC236}">
                <a16:creationId xmlns:a16="http://schemas.microsoft.com/office/drawing/2014/main" id="{356EBF43-EBB9-CECB-CFBE-5DAE9C879EB4}"/>
              </a:ext>
            </a:extLst>
          </p:cNvPr>
          <p:cNvSpPr>
            <a:spLocks noGrp="1"/>
          </p:cNvSpPr>
          <p:nvPr>
            <p:ph type="body" sz="quarter" idx="21" hasCustomPrompt="1"/>
          </p:nvPr>
        </p:nvSpPr>
        <p:spPr>
          <a:xfrm>
            <a:off x="62866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7" name="Espace réservé du texte 48">
            <a:extLst>
              <a:ext uri="{FF2B5EF4-FFF2-40B4-BE49-F238E27FC236}">
                <a16:creationId xmlns:a16="http://schemas.microsoft.com/office/drawing/2014/main" id="{1185732E-2238-C332-7E9C-EA3399B6EB97}"/>
              </a:ext>
            </a:extLst>
          </p:cNvPr>
          <p:cNvSpPr>
            <a:spLocks noGrp="1"/>
          </p:cNvSpPr>
          <p:nvPr>
            <p:ph type="body" sz="quarter" idx="22" hasCustomPrompt="1"/>
          </p:nvPr>
        </p:nvSpPr>
        <p:spPr>
          <a:xfrm>
            <a:off x="92991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9" name="Espace réservé du texte 48">
            <a:extLst>
              <a:ext uri="{FF2B5EF4-FFF2-40B4-BE49-F238E27FC236}">
                <a16:creationId xmlns:a16="http://schemas.microsoft.com/office/drawing/2014/main" id="{043205BE-CA39-8038-E67E-BC8DB504526E}"/>
              </a:ext>
            </a:extLst>
          </p:cNvPr>
          <p:cNvSpPr>
            <a:spLocks noGrp="1"/>
          </p:cNvSpPr>
          <p:nvPr>
            <p:ph type="body" sz="quarter" idx="24" hasCustomPrompt="1"/>
          </p:nvPr>
        </p:nvSpPr>
        <p:spPr>
          <a:xfrm>
            <a:off x="92991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0" name="Espace réservé du texte 48">
            <a:extLst>
              <a:ext uri="{FF2B5EF4-FFF2-40B4-BE49-F238E27FC236}">
                <a16:creationId xmlns:a16="http://schemas.microsoft.com/office/drawing/2014/main" id="{D8FFBD9A-0FFF-3CA4-B667-B169CD14A2F5}"/>
              </a:ext>
            </a:extLst>
          </p:cNvPr>
          <p:cNvSpPr>
            <a:spLocks noGrp="1"/>
          </p:cNvSpPr>
          <p:nvPr>
            <p:ph type="body" sz="quarter" idx="25" hasCustomPrompt="1"/>
          </p:nvPr>
        </p:nvSpPr>
        <p:spPr>
          <a:xfrm>
            <a:off x="38196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1" name="Espace réservé du texte 48">
            <a:extLst>
              <a:ext uri="{FF2B5EF4-FFF2-40B4-BE49-F238E27FC236}">
                <a16:creationId xmlns:a16="http://schemas.microsoft.com/office/drawing/2014/main" id="{941831AF-37F9-4B3E-692D-48483C324F3F}"/>
              </a:ext>
            </a:extLst>
          </p:cNvPr>
          <p:cNvSpPr>
            <a:spLocks noGrp="1"/>
          </p:cNvSpPr>
          <p:nvPr>
            <p:ph type="body" sz="quarter" idx="26" hasCustomPrompt="1"/>
          </p:nvPr>
        </p:nvSpPr>
        <p:spPr>
          <a:xfrm>
            <a:off x="38196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2E1F500B-6010-14D2-08D2-099EC2CDE79D}"/>
              </a:ext>
            </a:extLst>
          </p:cNvPr>
          <p:cNvSpPr>
            <a:spLocks noGrp="1"/>
          </p:cNvSpPr>
          <p:nvPr>
            <p:ph type="body" sz="quarter" idx="27" hasCustomPrompt="1"/>
          </p:nvPr>
        </p:nvSpPr>
        <p:spPr>
          <a:xfrm>
            <a:off x="4494610"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3" name="Espace réservé du texte 48">
            <a:extLst>
              <a:ext uri="{FF2B5EF4-FFF2-40B4-BE49-F238E27FC236}">
                <a16:creationId xmlns:a16="http://schemas.microsoft.com/office/drawing/2014/main" id="{B6387193-7261-F87E-E7B5-A75CB34E7A4E}"/>
              </a:ext>
            </a:extLst>
          </p:cNvPr>
          <p:cNvSpPr>
            <a:spLocks noGrp="1"/>
          </p:cNvSpPr>
          <p:nvPr>
            <p:ph type="body" sz="quarter" idx="28" hasCustomPrompt="1"/>
          </p:nvPr>
        </p:nvSpPr>
        <p:spPr>
          <a:xfrm>
            <a:off x="4795860"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4" name="Espace réservé du texte 48">
            <a:extLst>
              <a:ext uri="{FF2B5EF4-FFF2-40B4-BE49-F238E27FC236}">
                <a16:creationId xmlns:a16="http://schemas.microsoft.com/office/drawing/2014/main" id="{E37324B8-515B-845F-D112-721FEE922B6D}"/>
              </a:ext>
            </a:extLst>
          </p:cNvPr>
          <p:cNvSpPr>
            <a:spLocks noGrp="1"/>
          </p:cNvSpPr>
          <p:nvPr>
            <p:ph type="body" sz="quarter" idx="29" hasCustomPrompt="1"/>
          </p:nvPr>
        </p:nvSpPr>
        <p:spPr>
          <a:xfrm>
            <a:off x="4795860"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5" name="Espace réservé du texte 48">
            <a:extLst>
              <a:ext uri="{FF2B5EF4-FFF2-40B4-BE49-F238E27FC236}">
                <a16:creationId xmlns:a16="http://schemas.microsoft.com/office/drawing/2014/main" id="{A8F2BB55-3005-6CDF-D72B-150B9F571401}"/>
              </a:ext>
            </a:extLst>
          </p:cNvPr>
          <p:cNvSpPr>
            <a:spLocks noGrp="1"/>
          </p:cNvSpPr>
          <p:nvPr>
            <p:ph type="body" sz="quarter" idx="30" hasCustomPrompt="1"/>
          </p:nvPr>
        </p:nvSpPr>
        <p:spPr>
          <a:xfrm>
            <a:off x="4247910"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6" name="Espace réservé du texte 48">
            <a:extLst>
              <a:ext uri="{FF2B5EF4-FFF2-40B4-BE49-F238E27FC236}">
                <a16:creationId xmlns:a16="http://schemas.microsoft.com/office/drawing/2014/main" id="{94298EB5-0802-1B1D-F96E-DD1E15FBB6FC}"/>
              </a:ext>
            </a:extLst>
          </p:cNvPr>
          <p:cNvSpPr>
            <a:spLocks noGrp="1"/>
          </p:cNvSpPr>
          <p:nvPr>
            <p:ph type="body" sz="quarter" idx="31" hasCustomPrompt="1"/>
          </p:nvPr>
        </p:nvSpPr>
        <p:spPr>
          <a:xfrm>
            <a:off x="4247910"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7" name="Espace réservé du texte 48">
            <a:extLst>
              <a:ext uri="{FF2B5EF4-FFF2-40B4-BE49-F238E27FC236}">
                <a16:creationId xmlns:a16="http://schemas.microsoft.com/office/drawing/2014/main" id="{1E07E798-A24B-F9C2-73D1-58346D95ECC4}"/>
              </a:ext>
            </a:extLst>
          </p:cNvPr>
          <p:cNvSpPr>
            <a:spLocks noGrp="1"/>
          </p:cNvSpPr>
          <p:nvPr>
            <p:ph type="body" sz="quarter" idx="32" hasCustomPrompt="1"/>
          </p:nvPr>
        </p:nvSpPr>
        <p:spPr>
          <a:xfrm>
            <a:off x="836055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8" name="Espace réservé du texte 48">
            <a:extLst>
              <a:ext uri="{FF2B5EF4-FFF2-40B4-BE49-F238E27FC236}">
                <a16:creationId xmlns:a16="http://schemas.microsoft.com/office/drawing/2014/main" id="{B479353D-5728-4CB9-023A-0E40754FAFAB}"/>
              </a:ext>
            </a:extLst>
          </p:cNvPr>
          <p:cNvSpPr>
            <a:spLocks noGrp="1"/>
          </p:cNvSpPr>
          <p:nvPr>
            <p:ph type="body" sz="quarter" idx="33" hasCustomPrompt="1"/>
          </p:nvPr>
        </p:nvSpPr>
        <p:spPr>
          <a:xfrm>
            <a:off x="866180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9" name="Espace réservé du texte 48">
            <a:extLst>
              <a:ext uri="{FF2B5EF4-FFF2-40B4-BE49-F238E27FC236}">
                <a16:creationId xmlns:a16="http://schemas.microsoft.com/office/drawing/2014/main" id="{3FE71596-CDA7-6E86-4AB6-10452D613831}"/>
              </a:ext>
            </a:extLst>
          </p:cNvPr>
          <p:cNvSpPr>
            <a:spLocks noGrp="1"/>
          </p:cNvSpPr>
          <p:nvPr>
            <p:ph type="body" sz="quarter" idx="34" hasCustomPrompt="1"/>
          </p:nvPr>
        </p:nvSpPr>
        <p:spPr>
          <a:xfrm>
            <a:off x="866180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0" name="Espace réservé du texte 48">
            <a:extLst>
              <a:ext uri="{FF2B5EF4-FFF2-40B4-BE49-F238E27FC236}">
                <a16:creationId xmlns:a16="http://schemas.microsoft.com/office/drawing/2014/main" id="{26E8A052-7604-5473-DEB3-308917DC3504}"/>
              </a:ext>
            </a:extLst>
          </p:cNvPr>
          <p:cNvSpPr>
            <a:spLocks noGrp="1"/>
          </p:cNvSpPr>
          <p:nvPr>
            <p:ph type="body" sz="quarter" idx="35" hasCustomPrompt="1"/>
          </p:nvPr>
        </p:nvSpPr>
        <p:spPr>
          <a:xfrm>
            <a:off x="811385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1" name="Espace réservé du texte 48">
            <a:extLst>
              <a:ext uri="{FF2B5EF4-FFF2-40B4-BE49-F238E27FC236}">
                <a16:creationId xmlns:a16="http://schemas.microsoft.com/office/drawing/2014/main" id="{2CBEC210-E706-1F22-5D15-95D370933011}"/>
              </a:ext>
            </a:extLst>
          </p:cNvPr>
          <p:cNvSpPr>
            <a:spLocks noGrp="1"/>
          </p:cNvSpPr>
          <p:nvPr>
            <p:ph type="body" sz="quarter" idx="36" hasCustomPrompt="1"/>
          </p:nvPr>
        </p:nvSpPr>
        <p:spPr>
          <a:xfrm>
            <a:off x="811385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2" name="Espace réservé du texte 48">
            <a:extLst>
              <a:ext uri="{FF2B5EF4-FFF2-40B4-BE49-F238E27FC236}">
                <a16:creationId xmlns:a16="http://schemas.microsoft.com/office/drawing/2014/main" id="{7DE3D4A9-8CE5-1B7F-BE5B-FCCBCB3C0FFE}"/>
              </a:ext>
            </a:extLst>
          </p:cNvPr>
          <p:cNvSpPr>
            <a:spLocks noGrp="1"/>
          </p:cNvSpPr>
          <p:nvPr>
            <p:ph type="body" sz="quarter" idx="37" hasCustomPrompt="1"/>
          </p:nvPr>
        </p:nvSpPr>
        <p:spPr>
          <a:xfrm>
            <a:off x="62866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3" name="Espace réservé du texte 48">
            <a:extLst>
              <a:ext uri="{FF2B5EF4-FFF2-40B4-BE49-F238E27FC236}">
                <a16:creationId xmlns:a16="http://schemas.microsoft.com/office/drawing/2014/main" id="{FF6E038E-0862-B6E7-F35B-FDFBED689DFA}"/>
              </a:ext>
            </a:extLst>
          </p:cNvPr>
          <p:cNvSpPr>
            <a:spLocks noGrp="1"/>
          </p:cNvSpPr>
          <p:nvPr>
            <p:ph type="body" sz="quarter" idx="38" hasCustomPrompt="1"/>
          </p:nvPr>
        </p:nvSpPr>
        <p:spPr>
          <a:xfrm>
            <a:off x="92991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4" name="Espace réservé du texte 48">
            <a:extLst>
              <a:ext uri="{FF2B5EF4-FFF2-40B4-BE49-F238E27FC236}">
                <a16:creationId xmlns:a16="http://schemas.microsoft.com/office/drawing/2014/main" id="{3FC8B97C-483C-F988-7CBB-A1EB9864428C}"/>
              </a:ext>
            </a:extLst>
          </p:cNvPr>
          <p:cNvSpPr>
            <a:spLocks noGrp="1"/>
          </p:cNvSpPr>
          <p:nvPr>
            <p:ph type="body" sz="quarter" idx="39" hasCustomPrompt="1"/>
          </p:nvPr>
        </p:nvSpPr>
        <p:spPr>
          <a:xfrm>
            <a:off x="92991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5" name="Espace réservé du texte 48">
            <a:extLst>
              <a:ext uri="{FF2B5EF4-FFF2-40B4-BE49-F238E27FC236}">
                <a16:creationId xmlns:a16="http://schemas.microsoft.com/office/drawing/2014/main" id="{33E95C6D-E0E3-9B52-2F7A-1DD78CA09EB6}"/>
              </a:ext>
            </a:extLst>
          </p:cNvPr>
          <p:cNvSpPr>
            <a:spLocks noGrp="1"/>
          </p:cNvSpPr>
          <p:nvPr>
            <p:ph type="body" sz="quarter" idx="40" hasCustomPrompt="1"/>
          </p:nvPr>
        </p:nvSpPr>
        <p:spPr>
          <a:xfrm>
            <a:off x="38196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6" name="Espace réservé du texte 48">
            <a:extLst>
              <a:ext uri="{FF2B5EF4-FFF2-40B4-BE49-F238E27FC236}">
                <a16:creationId xmlns:a16="http://schemas.microsoft.com/office/drawing/2014/main" id="{4CD58FDC-1458-8DFA-C02D-9F2D01DE6545}"/>
              </a:ext>
            </a:extLst>
          </p:cNvPr>
          <p:cNvSpPr>
            <a:spLocks noGrp="1"/>
          </p:cNvSpPr>
          <p:nvPr>
            <p:ph type="body" sz="quarter" idx="41" hasCustomPrompt="1"/>
          </p:nvPr>
        </p:nvSpPr>
        <p:spPr>
          <a:xfrm>
            <a:off x="38196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7" name="Espace réservé du texte 48">
            <a:extLst>
              <a:ext uri="{FF2B5EF4-FFF2-40B4-BE49-F238E27FC236}">
                <a16:creationId xmlns:a16="http://schemas.microsoft.com/office/drawing/2014/main" id="{B8D7AF5F-7D47-E7B8-1BA7-693011B50E1E}"/>
              </a:ext>
            </a:extLst>
          </p:cNvPr>
          <p:cNvSpPr>
            <a:spLocks noGrp="1"/>
          </p:cNvSpPr>
          <p:nvPr>
            <p:ph type="body" sz="quarter" idx="42" hasCustomPrompt="1"/>
          </p:nvPr>
        </p:nvSpPr>
        <p:spPr>
          <a:xfrm>
            <a:off x="4494610"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8" name="Espace réservé du texte 48">
            <a:extLst>
              <a:ext uri="{FF2B5EF4-FFF2-40B4-BE49-F238E27FC236}">
                <a16:creationId xmlns:a16="http://schemas.microsoft.com/office/drawing/2014/main" id="{32473F2A-376E-DA30-C71F-59AA21DC1D31}"/>
              </a:ext>
            </a:extLst>
          </p:cNvPr>
          <p:cNvSpPr>
            <a:spLocks noGrp="1"/>
          </p:cNvSpPr>
          <p:nvPr>
            <p:ph type="body" sz="quarter" idx="43" hasCustomPrompt="1"/>
          </p:nvPr>
        </p:nvSpPr>
        <p:spPr>
          <a:xfrm>
            <a:off x="4795860"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9" name="Espace réservé du texte 48">
            <a:extLst>
              <a:ext uri="{FF2B5EF4-FFF2-40B4-BE49-F238E27FC236}">
                <a16:creationId xmlns:a16="http://schemas.microsoft.com/office/drawing/2014/main" id="{4D97B2E1-B125-E749-426C-707517F0079B}"/>
              </a:ext>
            </a:extLst>
          </p:cNvPr>
          <p:cNvSpPr>
            <a:spLocks noGrp="1"/>
          </p:cNvSpPr>
          <p:nvPr>
            <p:ph type="body" sz="quarter" idx="44" hasCustomPrompt="1"/>
          </p:nvPr>
        </p:nvSpPr>
        <p:spPr>
          <a:xfrm>
            <a:off x="4795860"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0" name="Espace réservé du texte 48">
            <a:extLst>
              <a:ext uri="{FF2B5EF4-FFF2-40B4-BE49-F238E27FC236}">
                <a16:creationId xmlns:a16="http://schemas.microsoft.com/office/drawing/2014/main" id="{DD82CFF9-5915-3ED4-2656-F1712585B034}"/>
              </a:ext>
            </a:extLst>
          </p:cNvPr>
          <p:cNvSpPr>
            <a:spLocks noGrp="1"/>
          </p:cNvSpPr>
          <p:nvPr>
            <p:ph type="body" sz="quarter" idx="45" hasCustomPrompt="1"/>
          </p:nvPr>
        </p:nvSpPr>
        <p:spPr>
          <a:xfrm>
            <a:off x="4247910"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1" name="Espace réservé du texte 48">
            <a:extLst>
              <a:ext uri="{FF2B5EF4-FFF2-40B4-BE49-F238E27FC236}">
                <a16:creationId xmlns:a16="http://schemas.microsoft.com/office/drawing/2014/main" id="{74DE2EB0-F07E-ABF5-C352-06435AD25AA1}"/>
              </a:ext>
            </a:extLst>
          </p:cNvPr>
          <p:cNvSpPr>
            <a:spLocks noGrp="1"/>
          </p:cNvSpPr>
          <p:nvPr>
            <p:ph type="body" sz="quarter" idx="46" hasCustomPrompt="1"/>
          </p:nvPr>
        </p:nvSpPr>
        <p:spPr>
          <a:xfrm>
            <a:off x="4247910"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32" name="Espace réservé du texte 48">
            <a:extLst>
              <a:ext uri="{FF2B5EF4-FFF2-40B4-BE49-F238E27FC236}">
                <a16:creationId xmlns:a16="http://schemas.microsoft.com/office/drawing/2014/main" id="{87CEBB37-58AA-7818-64AE-D446B4D87646}"/>
              </a:ext>
            </a:extLst>
          </p:cNvPr>
          <p:cNvSpPr>
            <a:spLocks noGrp="1"/>
          </p:cNvSpPr>
          <p:nvPr>
            <p:ph type="body" sz="quarter" idx="47" hasCustomPrompt="1"/>
          </p:nvPr>
        </p:nvSpPr>
        <p:spPr>
          <a:xfrm>
            <a:off x="836055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33" name="Espace réservé du texte 48">
            <a:extLst>
              <a:ext uri="{FF2B5EF4-FFF2-40B4-BE49-F238E27FC236}">
                <a16:creationId xmlns:a16="http://schemas.microsoft.com/office/drawing/2014/main" id="{26C10176-2239-19FC-FA0E-0D6C539D6001}"/>
              </a:ext>
            </a:extLst>
          </p:cNvPr>
          <p:cNvSpPr>
            <a:spLocks noGrp="1"/>
          </p:cNvSpPr>
          <p:nvPr>
            <p:ph type="body" sz="quarter" idx="48" hasCustomPrompt="1"/>
          </p:nvPr>
        </p:nvSpPr>
        <p:spPr>
          <a:xfrm>
            <a:off x="866180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34" name="Espace réservé du texte 48">
            <a:extLst>
              <a:ext uri="{FF2B5EF4-FFF2-40B4-BE49-F238E27FC236}">
                <a16:creationId xmlns:a16="http://schemas.microsoft.com/office/drawing/2014/main" id="{DDA495AE-F87F-D86C-16EC-A52928509637}"/>
              </a:ext>
            </a:extLst>
          </p:cNvPr>
          <p:cNvSpPr>
            <a:spLocks noGrp="1"/>
          </p:cNvSpPr>
          <p:nvPr>
            <p:ph type="body" sz="quarter" idx="49" hasCustomPrompt="1"/>
          </p:nvPr>
        </p:nvSpPr>
        <p:spPr>
          <a:xfrm>
            <a:off x="866180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5" name="Espace réservé du texte 48">
            <a:extLst>
              <a:ext uri="{FF2B5EF4-FFF2-40B4-BE49-F238E27FC236}">
                <a16:creationId xmlns:a16="http://schemas.microsoft.com/office/drawing/2014/main" id="{D3BA5549-49D9-039A-CA4B-F02401B53B75}"/>
              </a:ext>
            </a:extLst>
          </p:cNvPr>
          <p:cNvSpPr>
            <a:spLocks noGrp="1"/>
          </p:cNvSpPr>
          <p:nvPr>
            <p:ph type="body" sz="quarter" idx="50" hasCustomPrompt="1"/>
          </p:nvPr>
        </p:nvSpPr>
        <p:spPr>
          <a:xfrm>
            <a:off x="811385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6" name="Espace réservé du texte 48">
            <a:extLst>
              <a:ext uri="{FF2B5EF4-FFF2-40B4-BE49-F238E27FC236}">
                <a16:creationId xmlns:a16="http://schemas.microsoft.com/office/drawing/2014/main" id="{80975B6F-8B28-9796-FBBC-B391E86A706C}"/>
              </a:ext>
            </a:extLst>
          </p:cNvPr>
          <p:cNvSpPr>
            <a:spLocks noGrp="1"/>
          </p:cNvSpPr>
          <p:nvPr>
            <p:ph type="body" sz="quarter" idx="51" hasCustomPrompt="1"/>
          </p:nvPr>
        </p:nvSpPr>
        <p:spPr>
          <a:xfrm>
            <a:off x="811385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41" name="Forme libre 12">
            <a:extLst>
              <a:ext uri="{FF2B5EF4-FFF2-40B4-BE49-F238E27FC236}">
                <a16:creationId xmlns:a16="http://schemas.microsoft.com/office/drawing/2014/main" id="{D5857D6F-DE24-1827-98BF-8E21B22BAA8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2" name="Espace réservé de la date 2">
            <a:extLst>
              <a:ext uri="{FF2B5EF4-FFF2-40B4-BE49-F238E27FC236}">
                <a16:creationId xmlns:a16="http://schemas.microsoft.com/office/drawing/2014/main" id="{C0BAF578-92B8-AB2C-404D-59D4A833EC7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43" name="Espace réservé du pied de page 3">
            <a:extLst>
              <a:ext uri="{FF2B5EF4-FFF2-40B4-BE49-F238E27FC236}">
                <a16:creationId xmlns:a16="http://schemas.microsoft.com/office/drawing/2014/main" id="{2CE4E9A3-7C98-510D-99A2-6885245C169A}"/>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44" name="Espace réservé du numéro de diapositive 4">
            <a:extLst>
              <a:ext uri="{FF2B5EF4-FFF2-40B4-BE49-F238E27FC236}">
                <a16:creationId xmlns:a16="http://schemas.microsoft.com/office/drawing/2014/main" id="{DDFEE62A-1C41-12D0-F6F3-3DC3BAE0989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14502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5BB516A-3C55-FAF4-1530-D4844BB03A7A}"/>
              </a:ext>
            </a:extLst>
          </p:cNvPr>
          <p:cNvPicPr>
            <a:picLocks noChangeAspect="1"/>
          </p:cNvPicPr>
          <p:nvPr userDrawn="1"/>
        </p:nvPicPr>
        <p:blipFill>
          <a:blip r:embed="rId2"/>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solidFill>
                  <a:schemeClr val="tx1"/>
                </a:solidFill>
              </a:defRPr>
            </a:lvl1pPr>
          </a:lstStyle>
          <a:p>
            <a:r>
              <a:rPr lang="fr-FR"/>
              <a:t>Ordre du jour</a:t>
            </a:r>
          </a:p>
        </p:txBody>
      </p:sp>
      <p:sp>
        <p:nvSpPr>
          <p:cNvPr id="60" name="Forme libre 12">
            <a:extLst>
              <a:ext uri="{FF2B5EF4-FFF2-40B4-BE49-F238E27FC236}">
                <a16:creationId xmlns:a16="http://schemas.microsoft.com/office/drawing/2014/main" id="{4B00DD7C-59F6-FB8D-2845-11D11194149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1" name="Espace réservé de la date 2">
            <a:extLst>
              <a:ext uri="{FF2B5EF4-FFF2-40B4-BE49-F238E27FC236}">
                <a16:creationId xmlns:a16="http://schemas.microsoft.com/office/drawing/2014/main" id="{AE370E88-5802-5E9A-60DB-59494808B93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62" name="Espace réservé du pied de page 3">
            <a:extLst>
              <a:ext uri="{FF2B5EF4-FFF2-40B4-BE49-F238E27FC236}">
                <a16:creationId xmlns:a16="http://schemas.microsoft.com/office/drawing/2014/main" id="{AC6DE7BE-826C-AD98-3D0A-CCF292BD4A0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63" name="Espace réservé du numéro de diapositive 4">
            <a:extLst>
              <a:ext uri="{FF2B5EF4-FFF2-40B4-BE49-F238E27FC236}">
                <a16:creationId xmlns:a16="http://schemas.microsoft.com/office/drawing/2014/main" id="{17EA47B3-020B-2F12-0F74-B5DF135C41E0}"/>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79719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1"/>
        </a:solidFill>
        <a:effectLst/>
      </p:bgPr>
    </p:bg>
    <p:spTree>
      <p:nvGrpSpPr>
        <p:cNvPr id="1" name=""/>
        <p:cNvGrpSpPr/>
        <p:nvPr/>
      </p:nvGrpSpPr>
      <p:grpSpPr>
        <a:xfrm>
          <a:off x="0" y="0"/>
          <a:ext cx="0" cy="0"/>
          <a:chOff x="0" y="0"/>
          <a:chExt cx="0" cy="0"/>
        </a:xfrm>
      </p:grpSpPr>
      <p:sp>
        <p:nvSpPr>
          <p:cNvPr id="27" name="Graphique 25">
            <a:extLst>
              <a:ext uri="{FF2B5EF4-FFF2-40B4-BE49-F238E27FC236}">
                <a16:creationId xmlns:a16="http://schemas.microsoft.com/office/drawing/2014/main" id="{5439DF37-BE75-E13A-0A12-48C57A8F0805}"/>
              </a:ext>
            </a:extLst>
          </p:cNvPr>
          <p:cNvSpPr/>
          <p:nvPr userDrawn="1"/>
        </p:nvSpPr>
        <p:spPr>
          <a:xfrm>
            <a:off x="8431067" y="-43405"/>
            <a:ext cx="3760933" cy="6944810"/>
          </a:xfrm>
          <a:custGeom>
            <a:avLst/>
            <a:gdLst>
              <a:gd name="connsiteX0" fmla="*/ 238125 w 3127343"/>
              <a:gd name="connsiteY0" fmla="*/ 0 h 5143500"/>
              <a:gd name="connsiteX1" fmla="*/ 0 w 3127343"/>
              <a:gd name="connsiteY1" fmla="*/ 2618518 h 5143500"/>
              <a:gd name="connsiteX2" fmla="*/ 238125 w 3127343"/>
              <a:gd name="connsiteY2" fmla="*/ 5143500 h 5143500"/>
              <a:gd name="connsiteX3" fmla="*/ 3127343 w 3127343"/>
              <a:gd name="connsiteY3" fmla="*/ 5143500 h 5143500"/>
              <a:gd name="connsiteX4" fmla="*/ 3127343 w 3127343"/>
              <a:gd name="connsiteY4" fmla="*/ 0 h 5143500"/>
              <a:gd name="connsiteX5" fmla="*/ 238125 w 3127343"/>
              <a:gd name="connsiteY5"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7343" h="5143500">
                <a:moveTo>
                  <a:pt x="238125" y="0"/>
                </a:moveTo>
                <a:cubicBezTo>
                  <a:pt x="238125" y="0"/>
                  <a:pt x="0" y="1208818"/>
                  <a:pt x="0" y="2618518"/>
                </a:cubicBezTo>
                <a:cubicBezTo>
                  <a:pt x="0" y="4028218"/>
                  <a:pt x="238125" y="5143500"/>
                  <a:pt x="238125" y="5143500"/>
                </a:cubicBezTo>
                <a:lnTo>
                  <a:pt x="3127343" y="5143500"/>
                </a:lnTo>
                <a:lnTo>
                  <a:pt x="3127343" y="0"/>
                </a:lnTo>
                <a:lnTo>
                  <a:pt x="238125" y="0"/>
                </a:lnTo>
                <a:close/>
              </a:path>
            </a:pathLst>
          </a:custGeom>
          <a:solidFill>
            <a:schemeClr val="accent3"/>
          </a:solidFill>
          <a:ln w="9525" cap="flat">
            <a:noFill/>
            <a:prstDash val="solid"/>
            <a:miter/>
          </a:ln>
        </p:spPr>
        <p:txBody>
          <a:bodyPr rtlCol="0" anchor="ctr"/>
          <a:lstStyle/>
          <a:p>
            <a:endParaRPr lang="fr-FR"/>
          </a:p>
        </p:txBody>
      </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5" y="862061"/>
            <a:ext cx="7673682" cy="590931"/>
          </a:xfrm>
        </p:spPr>
        <p:txBody>
          <a:bodyPr/>
          <a:lstStyle>
            <a:lvl1pPr>
              <a:defRPr b="1">
                <a:solidFill>
                  <a:schemeClr val="accent3"/>
                </a:solidFill>
              </a:defRPr>
            </a:lvl1pPr>
          </a:lstStyle>
          <a:p>
            <a:r>
              <a:rPr lang="fr-FR"/>
              <a:t>Titre</a:t>
            </a:r>
          </a:p>
        </p:txBody>
      </p:sp>
      <p:sp>
        <p:nvSpPr>
          <p:cNvPr id="49" name="Espace réservé du texte 48">
            <a:extLst>
              <a:ext uri="{FF2B5EF4-FFF2-40B4-BE49-F238E27FC236}">
                <a16:creationId xmlns:a16="http://schemas.microsoft.com/office/drawing/2014/main" id="{93F8D3D5-7E69-0368-57E7-2B0778C8E081}"/>
              </a:ext>
            </a:extLst>
          </p:cNvPr>
          <p:cNvSpPr>
            <a:spLocks noGrp="1"/>
          </p:cNvSpPr>
          <p:nvPr>
            <p:ph type="body" sz="quarter" idx="20" hasCustomPrompt="1"/>
          </p:nvPr>
        </p:nvSpPr>
        <p:spPr>
          <a:xfrm>
            <a:off x="538163" y="2124075"/>
            <a:ext cx="7673682" cy="4114800"/>
          </a:xfrm>
        </p:spPr>
        <p:txBody>
          <a:bodyPr/>
          <a:lstStyle>
            <a:lvl1pPr>
              <a:lnSpc>
                <a:spcPct val="100000"/>
              </a:lnSpc>
              <a:defRPr>
                <a:solidFill>
                  <a:schemeClr val="tx1"/>
                </a:solidFill>
              </a:defRPr>
            </a:lvl1p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7" name="Espace réservé de la date 2">
            <a:extLst>
              <a:ext uri="{FF2B5EF4-FFF2-40B4-BE49-F238E27FC236}">
                <a16:creationId xmlns:a16="http://schemas.microsoft.com/office/drawing/2014/main" id="{0DC1C31A-6435-7CC6-2E99-64C8EB554688}"/>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MOIS ANNÉE</a:t>
            </a:r>
          </a:p>
        </p:txBody>
      </p:sp>
      <p:sp>
        <p:nvSpPr>
          <p:cNvPr id="9" name="Espace réservé du pied de page 3">
            <a:extLst>
              <a:ext uri="{FF2B5EF4-FFF2-40B4-BE49-F238E27FC236}">
                <a16:creationId xmlns:a16="http://schemas.microsoft.com/office/drawing/2014/main" id="{9D00371F-BA40-0DEA-8CFE-D0EE76BBC24C}"/>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2" name="Forme libre 12">
            <a:extLst>
              <a:ext uri="{FF2B5EF4-FFF2-40B4-BE49-F238E27FC236}">
                <a16:creationId xmlns:a16="http://schemas.microsoft.com/office/drawing/2014/main" id="{102AC8B8-B450-08AF-8618-F73A15C4507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u numéro de diapositive 4">
            <a:extLst>
              <a:ext uri="{FF2B5EF4-FFF2-40B4-BE49-F238E27FC236}">
                <a16:creationId xmlns:a16="http://schemas.microsoft.com/office/drawing/2014/main" id="{91A37899-EDCB-0155-D061-69C0C05276DF}"/>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127453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ocs textes et image">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1A85595B-CF11-A312-E90E-760F1919E0A6}"/>
              </a:ext>
            </a:extLst>
          </p:cNvPr>
          <p:cNvGrpSpPr/>
          <p:nvPr userDrawn="1"/>
        </p:nvGrpSpPr>
        <p:grpSpPr>
          <a:xfrm>
            <a:off x="-1" y="263015"/>
            <a:ext cx="5860125" cy="375126"/>
            <a:chOff x="-5557295" y="172402"/>
            <a:chExt cx="5860125" cy="375126"/>
          </a:xfrm>
        </p:grpSpPr>
        <p:sp>
          <p:nvSpPr>
            <p:cNvPr id="12" name="Forme libre 11">
              <a:extLst>
                <a:ext uri="{FF2B5EF4-FFF2-40B4-BE49-F238E27FC236}">
                  <a16:creationId xmlns:a16="http://schemas.microsoft.com/office/drawing/2014/main" id="{F7D83129-7CC0-3AC0-0893-841EF0789D3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7CBF57F8-B732-CE3C-3C27-072341E9573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5894898"/>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Forme libre 12">
            <a:extLst>
              <a:ext uri="{FF2B5EF4-FFF2-40B4-BE49-F238E27FC236}">
                <a16:creationId xmlns:a16="http://schemas.microsoft.com/office/drawing/2014/main" id="{854D109C-07F3-0875-AC51-B9F092F7B7F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e la date 2">
            <a:extLst>
              <a:ext uri="{FF2B5EF4-FFF2-40B4-BE49-F238E27FC236}">
                <a16:creationId xmlns:a16="http://schemas.microsoft.com/office/drawing/2014/main" id="{B420D5C3-8652-08AA-330A-04F31CDCBCF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6" name="Espace réservé du pied de page 3">
            <a:extLst>
              <a:ext uri="{FF2B5EF4-FFF2-40B4-BE49-F238E27FC236}">
                <a16:creationId xmlns:a16="http://schemas.microsoft.com/office/drawing/2014/main" id="{CAD3479A-D859-1625-4562-6E5C9195277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7" name="Espace réservé du numéro de diapositive 4">
            <a:extLst>
              <a:ext uri="{FF2B5EF4-FFF2-40B4-BE49-F238E27FC236}">
                <a16:creationId xmlns:a16="http://schemas.microsoft.com/office/drawing/2014/main" id="{DDA0C2EE-54B1-40DF-5330-D6EF52EC72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3" name="Espace réservé du texte 45">
            <a:extLst>
              <a:ext uri="{FF2B5EF4-FFF2-40B4-BE49-F238E27FC236}">
                <a16:creationId xmlns:a16="http://schemas.microsoft.com/office/drawing/2014/main" id="{20F4AE11-747F-230F-7A2D-A860ECCBD69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8" name="Espace réservé du texte 45">
            <a:extLst>
              <a:ext uri="{FF2B5EF4-FFF2-40B4-BE49-F238E27FC236}">
                <a16:creationId xmlns:a16="http://schemas.microsoft.com/office/drawing/2014/main" id="{620CD3BD-0CDA-DC28-5F16-7F119ACCE1E1}"/>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91631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ocs textes et double images">
    <p:bg>
      <p:bgPr>
        <a:solidFill>
          <a:schemeClr val="bg1"/>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Espace réservé pour une image  19">
            <a:extLst>
              <a:ext uri="{FF2B5EF4-FFF2-40B4-BE49-F238E27FC236}">
                <a16:creationId xmlns:a16="http://schemas.microsoft.com/office/drawing/2014/main" id="{10642810-25E3-1833-3A61-2D2283DC917C}"/>
              </a:ext>
            </a:extLst>
          </p:cNvPr>
          <p:cNvSpPr>
            <a:spLocks noGrp="1"/>
          </p:cNvSpPr>
          <p:nvPr>
            <p:ph type="pic" sz="quarter" idx="26"/>
          </p:nvPr>
        </p:nvSpPr>
        <p:spPr>
          <a:xfrm>
            <a:off x="7146435" y="328145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4" name="Forme libre 12">
            <a:extLst>
              <a:ext uri="{FF2B5EF4-FFF2-40B4-BE49-F238E27FC236}">
                <a16:creationId xmlns:a16="http://schemas.microsoft.com/office/drawing/2014/main" id="{8A39FBA8-5A98-CBEC-0115-A584F4DFC2F9}"/>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A1A7E69A-1780-14EA-F384-5E39EEE61DF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7" name="Espace réservé du pied de page 3">
            <a:extLst>
              <a:ext uri="{FF2B5EF4-FFF2-40B4-BE49-F238E27FC236}">
                <a16:creationId xmlns:a16="http://schemas.microsoft.com/office/drawing/2014/main" id="{18A69519-C51E-9F72-E426-15B96F87DBFE}"/>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30B312F4-E527-CE37-C0E1-7F7145D9764F}"/>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3" name="Groupe 2">
            <a:extLst>
              <a:ext uri="{FF2B5EF4-FFF2-40B4-BE49-F238E27FC236}">
                <a16:creationId xmlns:a16="http://schemas.microsoft.com/office/drawing/2014/main" id="{B9CECE49-98C2-DFE8-082A-3B2800AE5021}"/>
              </a:ext>
            </a:extLst>
          </p:cNvPr>
          <p:cNvGrpSpPr/>
          <p:nvPr userDrawn="1"/>
        </p:nvGrpSpPr>
        <p:grpSpPr>
          <a:xfrm>
            <a:off x="-1" y="263015"/>
            <a:ext cx="5860125" cy="375126"/>
            <a:chOff x="-5557295" y="172402"/>
            <a:chExt cx="5860125" cy="375126"/>
          </a:xfrm>
        </p:grpSpPr>
        <p:sp>
          <p:nvSpPr>
            <p:cNvPr id="15" name="Forme libre 11">
              <a:extLst>
                <a:ext uri="{FF2B5EF4-FFF2-40B4-BE49-F238E27FC236}">
                  <a16:creationId xmlns:a16="http://schemas.microsoft.com/office/drawing/2014/main" id="{2A90E934-9CE2-3D59-3CFE-4502AFEDED1E}"/>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B8FC6ACA-B185-1DDD-4CF9-2B115520E19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E7F2F9F9-6B3A-2997-C553-A22A8CAD08E1}"/>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0" name="Espace réservé du texte 45">
            <a:extLst>
              <a:ext uri="{FF2B5EF4-FFF2-40B4-BE49-F238E27FC236}">
                <a16:creationId xmlns:a16="http://schemas.microsoft.com/office/drawing/2014/main" id="{FA084A27-2090-98BD-DD1A-F4E346FDC59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584766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rganigramme">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5B5A7-A28F-6CD8-1A7F-CD75AE893D5D}"/>
              </a:ext>
            </a:extLst>
          </p:cNvPr>
          <p:cNvSpPr>
            <a:spLocks noGrp="1"/>
          </p:cNvSpPr>
          <p:nvPr userDrawn="1">
            <p:ph type="title" hasCustomPrompt="1"/>
          </p:nvPr>
        </p:nvSpPr>
        <p:spPr/>
        <p:txBody>
          <a:bodyPr/>
          <a:lstStyle>
            <a:lvl1pPr>
              <a:defRPr b="1">
                <a:solidFill>
                  <a:schemeClr val="accent3"/>
                </a:solidFill>
              </a:defRPr>
            </a:lvl1pPr>
          </a:lstStyle>
          <a:p>
            <a:r>
              <a:rPr lang="fr-FR"/>
              <a:t>Équipe</a:t>
            </a:r>
          </a:p>
        </p:txBody>
      </p:sp>
      <p:sp>
        <p:nvSpPr>
          <p:cNvPr id="12" name="Espace réservé pour une image  11">
            <a:extLst>
              <a:ext uri="{FF2B5EF4-FFF2-40B4-BE49-F238E27FC236}">
                <a16:creationId xmlns:a16="http://schemas.microsoft.com/office/drawing/2014/main" id="{964EFAC4-6EB0-5736-D94D-3A4E549CB9DB}"/>
              </a:ext>
            </a:extLst>
          </p:cNvPr>
          <p:cNvSpPr>
            <a:spLocks noGrp="1"/>
          </p:cNvSpPr>
          <p:nvPr>
            <p:ph type="pic" sz="quarter" idx="20"/>
          </p:nvPr>
        </p:nvSpPr>
        <p:spPr>
          <a:xfrm>
            <a:off x="488235" y="1742673"/>
            <a:ext cx="961200" cy="961200"/>
          </a:xfrm>
          <a:prstGeom prst="ellipse">
            <a:avLst/>
          </a:prstGeom>
          <a:solidFill>
            <a:schemeClr val="bg1">
              <a:lumMod val="95000"/>
            </a:schemeClr>
          </a:solidFill>
        </p:spPr>
        <p:txBody>
          <a:bodyPr/>
          <a:lstStyle/>
          <a:p>
            <a:r>
              <a:rPr lang="fr-FR"/>
              <a:t>Cliquez sur l'icône pour ajouter une image</a:t>
            </a:r>
          </a:p>
        </p:txBody>
      </p:sp>
      <p:sp>
        <p:nvSpPr>
          <p:cNvPr id="7" name="Forme libre 12">
            <a:extLst>
              <a:ext uri="{FF2B5EF4-FFF2-40B4-BE49-F238E27FC236}">
                <a16:creationId xmlns:a16="http://schemas.microsoft.com/office/drawing/2014/main" id="{9BF04A55-1F84-D050-DE52-63716C9CC98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8" name="Espace réservé de la date 2">
            <a:extLst>
              <a:ext uri="{FF2B5EF4-FFF2-40B4-BE49-F238E27FC236}">
                <a16:creationId xmlns:a16="http://schemas.microsoft.com/office/drawing/2014/main" id="{080BA467-F14C-EE89-D139-02E96303F03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11" name="Espace réservé du pied de page 3">
            <a:extLst>
              <a:ext uri="{FF2B5EF4-FFF2-40B4-BE49-F238E27FC236}">
                <a16:creationId xmlns:a16="http://schemas.microsoft.com/office/drawing/2014/main" id="{B8A2A068-D0EF-8448-1595-1FE0000BC629}"/>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3" name="Espace réservé du numéro de diapositive 4">
            <a:extLst>
              <a:ext uri="{FF2B5EF4-FFF2-40B4-BE49-F238E27FC236}">
                <a16:creationId xmlns:a16="http://schemas.microsoft.com/office/drawing/2014/main" id="{51639411-7A3B-18F8-DAC5-27076E52BBA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21" name="Groupe 20">
            <a:extLst>
              <a:ext uri="{FF2B5EF4-FFF2-40B4-BE49-F238E27FC236}">
                <a16:creationId xmlns:a16="http://schemas.microsoft.com/office/drawing/2014/main" id="{FA4CB8F3-ECC0-EBAB-FAAF-CDC344D5A131}"/>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7A060465-13DA-F609-4474-BCE3B5BBC5F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3" name="Forme libre 12">
              <a:extLst>
                <a:ext uri="{FF2B5EF4-FFF2-40B4-BE49-F238E27FC236}">
                  <a16:creationId xmlns:a16="http://schemas.microsoft.com/office/drawing/2014/main" id="{6C57918C-F06B-8A60-4CF5-0BE36EDE1B7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FEF6E8E-8C45-E81D-BB86-453F3E96B0B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C601C8B9-6DB5-301C-DBD4-EF82A7D912DE}"/>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171829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ison de contenus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982B8E-19E0-88C1-51B4-FF0E2F39712A}"/>
              </a:ext>
            </a:extLst>
          </p:cNvPr>
          <p:cNvSpPr>
            <a:spLocks noGrp="1"/>
          </p:cNvSpPr>
          <p:nvPr>
            <p:ph type="title"/>
          </p:nvPr>
        </p:nvSpPr>
        <p:spPr/>
        <p:txBody>
          <a:bodyPr/>
          <a:lstStyle>
            <a:lvl1pPr>
              <a:defRPr b="1"/>
            </a:lvl1pPr>
          </a:lstStyle>
          <a:p>
            <a:r>
              <a:rPr lang="fr-FR"/>
              <a:t>Modifiez le style du titre</a:t>
            </a:r>
          </a:p>
        </p:txBody>
      </p:sp>
      <p:sp>
        <p:nvSpPr>
          <p:cNvPr id="3" name="Forme libre 12">
            <a:extLst>
              <a:ext uri="{FF2B5EF4-FFF2-40B4-BE49-F238E27FC236}">
                <a16:creationId xmlns:a16="http://schemas.microsoft.com/office/drawing/2014/main" id="{33663BA0-DDDD-9236-BDED-9F1950AFBDF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6DE86FCF-AA4D-7351-22A3-89182C84424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9" name="Espace réservé du pied de page 3">
            <a:extLst>
              <a:ext uri="{FF2B5EF4-FFF2-40B4-BE49-F238E27FC236}">
                <a16:creationId xmlns:a16="http://schemas.microsoft.com/office/drawing/2014/main" id="{3C4D3CD9-77C7-E480-FE92-337DAF7F070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2" name="Espace réservé du numéro de diapositive 4">
            <a:extLst>
              <a:ext uri="{FF2B5EF4-FFF2-40B4-BE49-F238E27FC236}">
                <a16:creationId xmlns:a16="http://schemas.microsoft.com/office/drawing/2014/main" id="{F69A84FF-9530-9038-A1B0-F19F47787B6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3" name="Groupe 12">
            <a:extLst>
              <a:ext uri="{FF2B5EF4-FFF2-40B4-BE49-F238E27FC236}">
                <a16:creationId xmlns:a16="http://schemas.microsoft.com/office/drawing/2014/main" id="{840C276D-D460-A398-B304-EE6B1B0F237A}"/>
              </a:ext>
            </a:extLst>
          </p:cNvPr>
          <p:cNvGrpSpPr/>
          <p:nvPr userDrawn="1"/>
        </p:nvGrpSpPr>
        <p:grpSpPr>
          <a:xfrm>
            <a:off x="-1" y="263015"/>
            <a:ext cx="5860125" cy="375126"/>
            <a:chOff x="-5557295" y="172402"/>
            <a:chExt cx="5860125" cy="375126"/>
          </a:xfrm>
        </p:grpSpPr>
        <p:sp>
          <p:nvSpPr>
            <p:cNvPr id="14" name="Forme libre 11">
              <a:extLst>
                <a:ext uri="{FF2B5EF4-FFF2-40B4-BE49-F238E27FC236}">
                  <a16:creationId xmlns:a16="http://schemas.microsoft.com/office/drawing/2014/main" id="{8BACE2B5-A27B-AB0A-CE25-783E9EF8B43D}"/>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5" name="Forme libre 12">
              <a:extLst>
                <a:ext uri="{FF2B5EF4-FFF2-40B4-BE49-F238E27FC236}">
                  <a16:creationId xmlns:a16="http://schemas.microsoft.com/office/drawing/2014/main" id="{7E9422F8-98C1-C9C1-7A2D-D24B4C43607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CE5DF485-3F77-8130-C972-1AF1104D6485}"/>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5" name="Espace réservé du texte 45">
            <a:extLst>
              <a:ext uri="{FF2B5EF4-FFF2-40B4-BE49-F238E27FC236}">
                <a16:creationId xmlns:a16="http://schemas.microsoft.com/office/drawing/2014/main" id="{89984247-9725-92BF-1C3D-B33A296114F5}"/>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610130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aison de contenus 02">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9" name="Espace réservé du texte 48">
            <a:extLst>
              <a:ext uri="{FF2B5EF4-FFF2-40B4-BE49-F238E27FC236}">
                <a16:creationId xmlns:a16="http://schemas.microsoft.com/office/drawing/2014/main" id="{934172D6-6481-00C7-6BCE-45A6EF32D145}"/>
              </a:ext>
            </a:extLst>
          </p:cNvPr>
          <p:cNvSpPr>
            <a:spLocks noGrp="1"/>
          </p:cNvSpPr>
          <p:nvPr>
            <p:ph type="body" sz="quarter" idx="21" hasCustomPrompt="1"/>
          </p:nvPr>
        </p:nvSpPr>
        <p:spPr>
          <a:xfrm>
            <a:off x="628665" y="3554930"/>
            <a:ext cx="3219895" cy="307777"/>
          </a:xfrm>
        </p:spPr>
        <p:txBody>
          <a:bodyPr wrap="square" lIns="0" tIns="0" rIns="0" bIns="0" anchor="t" anchorCtr="0">
            <a:spAutoFit/>
          </a:bodyPr>
          <a:lstStyle>
            <a:lvl1pPr algn="l">
              <a:lnSpc>
                <a:spcPct val="100000"/>
              </a:lnSpc>
              <a:defRPr sz="2000">
                <a:solidFill>
                  <a:schemeClr val="accent1"/>
                </a:solidFill>
                <a:latin typeface="+mj-lt"/>
              </a:defRPr>
            </a:lvl1pPr>
          </a:lstStyle>
          <a:p>
            <a:pPr lvl="0"/>
            <a:r>
              <a:rPr lang="fr-FR"/>
              <a:t>Lorem ipsum </a:t>
            </a:r>
            <a:r>
              <a:rPr lang="fr-FR" err="1"/>
              <a:t>dolore</a:t>
            </a:r>
            <a:endParaRPr lang="fr-FR"/>
          </a:p>
        </p:txBody>
      </p:sp>
      <p:sp>
        <p:nvSpPr>
          <p:cNvPr id="10" name="Espace réservé du texte 48">
            <a:extLst>
              <a:ext uri="{FF2B5EF4-FFF2-40B4-BE49-F238E27FC236}">
                <a16:creationId xmlns:a16="http://schemas.microsoft.com/office/drawing/2014/main" id="{96DEB718-B1A0-5075-B5E8-8044BCC7AE2B}"/>
              </a:ext>
            </a:extLst>
          </p:cNvPr>
          <p:cNvSpPr>
            <a:spLocks noGrp="1"/>
          </p:cNvSpPr>
          <p:nvPr>
            <p:ph type="body" sz="quarter" idx="22" hasCustomPrompt="1"/>
          </p:nvPr>
        </p:nvSpPr>
        <p:spPr>
          <a:xfrm>
            <a:off x="628665"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1" name="Espace réservé du texte 48">
            <a:extLst>
              <a:ext uri="{FF2B5EF4-FFF2-40B4-BE49-F238E27FC236}">
                <a16:creationId xmlns:a16="http://schemas.microsoft.com/office/drawing/2014/main" id="{E1277626-7B66-B3BE-AB57-F7192B3F25EA}"/>
              </a:ext>
            </a:extLst>
          </p:cNvPr>
          <p:cNvSpPr>
            <a:spLocks noGrp="1"/>
          </p:cNvSpPr>
          <p:nvPr>
            <p:ph type="body" sz="quarter" idx="23" hasCustomPrompt="1"/>
          </p:nvPr>
        </p:nvSpPr>
        <p:spPr>
          <a:xfrm>
            <a:off x="4481337" y="3554930"/>
            <a:ext cx="3219895" cy="307777"/>
          </a:xfrm>
        </p:spPr>
        <p:txBody>
          <a:bodyPr wrap="square" lIns="0" tIns="0" rIns="0" bIns="0" anchor="t" anchorCtr="0">
            <a:spAutoFit/>
          </a:bodyPr>
          <a:lstStyle>
            <a:lvl1pPr algn="l">
              <a:lnSpc>
                <a:spcPct val="100000"/>
              </a:lnSpc>
              <a:defRPr sz="2000">
                <a:solidFill>
                  <a:schemeClr val="bg2"/>
                </a:solidFill>
                <a:latin typeface="+mj-lt"/>
              </a:defRPr>
            </a:lvl1pPr>
          </a:lstStyle>
          <a:p>
            <a:pPr lvl="0"/>
            <a:r>
              <a:rPr lang="fr-FR"/>
              <a:t>Lorem ipsum </a:t>
            </a:r>
            <a:r>
              <a:rPr lang="fr-FR" err="1"/>
              <a:t>dolore</a:t>
            </a:r>
            <a:endParaRPr lang="fr-FR"/>
          </a:p>
        </p:txBody>
      </p:sp>
      <p:sp>
        <p:nvSpPr>
          <p:cNvPr id="12" name="Espace réservé du texte 48">
            <a:extLst>
              <a:ext uri="{FF2B5EF4-FFF2-40B4-BE49-F238E27FC236}">
                <a16:creationId xmlns:a16="http://schemas.microsoft.com/office/drawing/2014/main" id="{FAE8A845-1607-8E8D-70A2-79A344C491C6}"/>
              </a:ext>
            </a:extLst>
          </p:cNvPr>
          <p:cNvSpPr>
            <a:spLocks noGrp="1"/>
          </p:cNvSpPr>
          <p:nvPr>
            <p:ph type="body" sz="quarter" idx="24" hasCustomPrompt="1"/>
          </p:nvPr>
        </p:nvSpPr>
        <p:spPr>
          <a:xfrm>
            <a:off x="4481337"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3" name="Espace réservé du texte 48">
            <a:extLst>
              <a:ext uri="{FF2B5EF4-FFF2-40B4-BE49-F238E27FC236}">
                <a16:creationId xmlns:a16="http://schemas.microsoft.com/office/drawing/2014/main" id="{4B00D130-28AC-F4E8-E698-1A61042E5D7D}"/>
              </a:ext>
            </a:extLst>
          </p:cNvPr>
          <p:cNvSpPr>
            <a:spLocks noGrp="1"/>
          </p:cNvSpPr>
          <p:nvPr>
            <p:ph type="body" sz="quarter" idx="25" hasCustomPrompt="1"/>
          </p:nvPr>
        </p:nvSpPr>
        <p:spPr>
          <a:xfrm>
            <a:off x="8334009" y="3554930"/>
            <a:ext cx="3219895" cy="307777"/>
          </a:xfrm>
        </p:spPr>
        <p:txBody>
          <a:bodyPr wrap="square" lIns="0" tIns="0" rIns="0" bIns="0" anchor="t" anchorCtr="0">
            <a:spAutoFit/>
          </a:bodyPr>
          <a:lstStyle>
            <a:lvl1pPr algn="l">
              <a:lnSpc>
                <a:spcPct val="100000"/>
              </a:lnSpc>
              <a:defRPr sz="2000">
                <a:solidFill>
                  <a:schemeClr val="accent5"/>
                </a:solidFill>
                <a:latin typeface="+mj-lt"/>
              </a:defRPr>
            </a:lvl1pPr>
          </a:lstStyle>
          <a:p>
            <a:pPr lvl="0"/>
            <a:r>
              <a:rPr lang="fr-FR"/>
              <a:t>Lorem ipsum </a:t>
            </a:r>
            <a:r>
              <a:rPr lang="fr-FR" err="1"/>
              <a:t>dolore</a:t>
            </a:r>
            <a:endParaRPr lang="fr-FR"/>
          </a:p>
        </p:txBody>
      </p:sp>
      <p:sp>
        <p:nvSpPr>
          <p:cNvPr id="14" name="Espace réservé du texte 48">
            <a:extLst>
              <a:ext uri="{FF2B5EF4-FFF2-40B4-BE49-F238E27FC236}">
                <a16:creationId xmlns:a16="http://schemas.microsoft.com/office/drawing/2014/main" id="{489AFAF3-512B-07BC-6B5C-F1B0C39179CF}"/>
              </a:ext>
            </a:extLst>
          </p:cNvPr>
          <p:cNvSpPr>
            <a:spLocks noGrp="1"/>
          </p:cNvSpPr>
          <p:nvPr>
            <p:ph type="body" sz="quarter" idx="26" hasCustomPrompt="1"/>
          </p:nvPr>
        </p:nvSpPr>
        <p:spPr>
          <a:xfrm>
            <a:off x="8334009"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3" name="Forme libre 12">
            <a:extLst>
              <a:ext uri="{FF2B5EF4-FFF2-40B4-BE49-F238E27FC236}">
                <a16:creationId xmlns:a16="http://schemas.microsoft.com/office/drawing/2014/main" id="{4F379713-8488-1672-7CA3-F2E5761BA38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1F0BE90-3B1F-09AC-1100-AB104DDD1B2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7" name="Espace réservé du pied de page 3">
            <a:extLst>
              <a:ext uri="{FF2B5EF4-FFF2-40B4-BE49-F238E27FC236}">
                <a16:creationId xmlns:a16="http://schemas.microsoft.com/office/drawing/2014/main" id="{848B5F75-7266-F802-EB96-FD48BA26115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F92F5DCC-3E61-B250-BB6F-00021BB3E38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5" name="Groupe 14">
            <a:extLst>
              <a:ext uri="{FF2B5EF4-FFF2-40B4-BE49-F238E27FC236}">
                <a16:creationId xmlns:a16="http://schemas.microsoft.com/office/drawing/2014/main" id="{0C371C93-02AD-1AFC-074D-4AA2FD0084E0}"/>
              </a:ext>
            </a:extLst>
          </p:cNvPr>
          <p:cNvGrpSpPr/>
          <p:nvPr userDrawn="1"/>
        </p:nvGrpSpPr>
        <p:grpSpPr>
          <a:xfrm>
            <a:off x="-1" y="263015"/>
            <a:ext cx="5860125" cy="375126"/>
            <a:chOff x="-5557295" y="172402"/>
            <a:chExt cx="5860125" cy="375126"/>
          </a:xfrm>
        </p:grpSpPr>
        <p:sp>
          <p:nvSpPr>
            <p:cNvPr id="16" name="Forme libre 11">
              <a:extLst>
                <a:ext uri="{FF2B5EF4-FFF2-40B4-BE49-F238E27FC236}">
                  <a16:creationId xmlns:a16="http://schemas.microsoft.com/office/drawing/2014/main" id="{4B272BF3-9CF1-D6DB-2FBF-5B392E0A65A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9" name="Forme libre 12">
              <a:extLst>
                <a:ext uri="{FF2B5EF4-FFF2-40B4-BE49-F238E27FC236}">
                  <a16:creationId xmlns:a16="http://schemas.microsoft.com/office/drawing/2014/main" id="{77E48F25-3F80-8211-6E54-5508EFFC9A5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9ECE1B18-4079-C278-EAB0-A2B8BA1DBC5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5" name="Espace réservé du texte 45">
            <a:extLst>
              <a:ext uri="{FF2B5EF4-FFF2-40B4-BE49-F238E27FC236}">
                <a16:creationId xmlns:a16="http://schemas.microsoft.com/office/drawing/2014/main" id="{4C0EC8F6-2951-A3FC-9DFB-2BC69A769F2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29060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aison de contenus 03">
    <p:bg>
      <p:bgPr>
        <a:solidFill>
          <a:schemeClr val="bg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5A9303A7-5B1B-B424-B892-77E5901C2B16}"/>
              </a:ext>
            </a:extLst>
          </p:cNvPr>
          <p:cNvGrpSpPr/>
          <p:nvPr userDrawn="1"/>
        </p:nvGrpSpPr>
        <p:grpSpPr>
          <a:xfrm>
            <a:off x="1316735" y="2195798"/>
            <a:ext cx="3779139" cy="590931"/>
            <a:chOff x="5627879" y="-686975"/>
            <a:chExt cx="1786827" cy="279400"/>
          </a:xfrm>
          <a:solidFill>
            <a:schemeClr val="bg1">
              <a:lumMod val="95000"/>
            </a:schemeClr>
          </a:solidFill>
        </p:grpSpPr>
        <p:sp>
          <p:nvSpPr>
            <p:cNvPr id="22" name="Forme libre 21">
              <a:extLst>
                <a:ext uri="{FF2B5EF4-FFF2-40B4-BE49-F238E27FC236}">
                  <a16:creationId xmlns:a16="http://schemas.microsoft.com/office/drawing/2014/main" id="{643DEBD7-8D71-5F62-CD89-7AE08606E359}"/>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20">
              <a:extLst>
                <a:ext uri="{FF2B5EF4-FFF2-40B4-BE49-F238E27FC236}">
                  <a16:creationId xmlns:a16="http://schemas.microsoft.com/office/drawing/2014/main" id="{F3B13421-E2A9-518B-2AA3-F8B7674FBBC1}"/>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8" name="Espace réservé du graphique 7">
            <a:extLst>
              <a:ext uri="{FF2B5EF4-FFF2-40B4-BE49-F238E27FC236}">
                <a16:creationId xmlns:a16="http://schemas.microsoft.com/office/drawing/2014/main" id="{06F280DE-F9CF-8C7C-1DF9-BAA6543FD7E4}"/>
              </a:ext>
            </a:extLst>
          </p:cNvPr>
          <p:cNvSpPr>
            <a:spLocks noGrp="1"/>
          </p:cNvSpPr>
          <p:nvPr>
            <p:ph type="chart" sz="quarter" idx="20"/>
          </p:nvPr>
        </p:nvSpPr>
        <p:spPr>
          <a:xfrm>
            <a:off x="1316736" y="2971357"/>
            <a:ext cx="3779139" cy="2914269"/>
          </a:xfrm>
        </p:spPr>
        <p:txBody>
          <a:bodyPr/>
          <a:lstStyle/>
          <a:p>
            <a:r>
              <a:rPr lang="fr-FR"/>
              <a:t>Cliquez sur l'icône pour ajouter un graphique</a:t>
            </a:r>
          </a:p>
        </p:txBody>
      </p:sp>
      <p:sp>
        <p:nvSpPr>
          <p:cNvPr id="29" name="Espace réservé du texte 48">
            <a:extLst>
              <a:ext uri="{FF2B5EF4-FFF2-40B4-BE49-F238E27FC236}">
                <a16:creationId xmlns:a16="http://schemas.microsoft.com/office/drawing/2014/main" id="{035F7288-E300-1366-570D-00CE4A789761}"/>
              </a:ext>
            </a:extLst>
          </p:cNvPr>
          <p:cNvSpPr>
            <a:spLocks noGrp="1"/>
          </p:cNvSpPr>
          <p:nvPr>
            <p:ph type="body" sz="quarter" idx="21" hasCustomPrompt="1"/>
          </p:nvPr>
        </p:nvSpPr>
        <p:spPr>
          <a:xfrm>
            <a:off x="15963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grpSp>
        <p:nvGrpSpPr>
          <p:cNvPr id="32" name="Groupe 31">
            <a:extLst>
              <a:ext uri="{FF2B5EF4-FFF2-40B4-BE49-F238E27FC236}">
                <a16:creationId xmlns:a16="http://schemas.microsoft.com/office/drawing/2014/main" id="{80C5143F-3022-DAC8-DDCD-CA13FD4BD7F0}"/>
              </a:ext>
            </a:extLst>
          </p:cNvPr>
          <p:cNvGrpSpPr/>
          <p:nvPr userDrawn="1"/>
        </p:nvGrpSpPr>
        <p:grpSpPr>
          <a:xfrm>
            <a:off x="7107935" y="2195798"/>
            <a:ext cx="3779139" cy="590931"/>
            <a:chOff x="5627879" y="-686975"/>
            <a:chExt cx="1786827" cy="279400"/>
          </a:xfrm>
          <a:solidFill>
            <a:schemeClr val="bg1">
              <a:lumMod val="95000"/>
            </a:schemeClr>
          </a:solidFill>
        </p:grpSpPr>
        <p:sp>
          <p:nvSpPr>
            <p:cNvPr id="33" name="Forme libre 32">
              <a:extLst>
                <a:ext uri="{FF2B5EF4-FFF2-40B4-BE49-F238E27FC236}">
                  <a16:creationId xmlns:a16="http://schemas.microsoft.com/office/drawing/2014/main" id="{F7A1B8CD-FBB6-8A6F-1F46-8FD41109F7B6}"/>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34" name="Forme libre 33">
              <a:extLst>
                <a:ext uri="{FF2B5EF4-FFF2-40B4-BE49-F238E27FC236}">
                  <a16:creationId xmlns:a16="http://schemas.microsoft.com/office/drawing/2014/main" id="{23E863FD-BD82-7C6C-2E4E-2A30A2DC5585}"/>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5" name="Espace réservé du graphique 7">
            <a:extLst>
              <a:ext uri="{FF2B5EF4-FFF2-40B4-BE49-F238E27FC236}">
                <a16:creationId xmlns:a16="http://schemas.microsoft.com/office/drawing/2014/main" id="{6C7F4134-DD7C-461B-B601-63F077344AC0}"/>
              </a:ext>
            </a:extLst>
          </p:cNvPr>
          <p:cNvSpPr>
            <a:spLocks noGrp="1"/>
          </p:cNvSpPr>
          <p:nvPr>
            <p:ph type="chart" sz="quarter" idx="22"/>
          </p:nvPr>
        </p:nvSpPr>
        <p:spPr>
          <a:xfrm>
            <a:off x="7107936" y="2971357"/>
            <a:ext cx="3779139" cy="2914269"/>
          </a:xfrm>
        </p:spPr>
        <p:txBody>
          <a:bodyPr/>
          <a:lstStyle/>
          <a:p>
            <a:r>
              <a:rPr lang="fr-FR"/>
              <a:t>Cliquez sur l'icône pour ajouter un graphique</a:t>
            </a:r>
          </a:p>
        </p:txBody>
      </p:sp>
      <p:sp>
        <p:nvSpPr>
          <p:cNvPr id="36" name="Espace réservé du texte 48">
            <a:extLst>
              <a:ext uri="{FF2B5EF4-FFF2-40B4-BE49-F238E27FC236}">
                <a16:creationId xmlns:a16="http://schemas.microsoft.com/office/drawing/2014/main" id="{ACF523BF-721E-9071-D799-439718AB3403}"/>
              </a:ext>
            </a:extLst>
          </p:cNvPr>
          <p:cNvSpPr>
            <a:spLocks noGrp="1"/>
          </p:cNvSpPr>
          <p:nvPr>
            <p:ph type="body" sz="quarter" idx="23" hasCustomPrompt="1"/>
          </p:nvPr>
        </p:nvSpPr>
        <p:spPr>
          <a:xfrm>
            <a:off x="73875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sp>
        <p:nvSpPr>
          <p:cNvPr id="3" name="Forme libre 12">
            <a:extLst>
              <a:ext uri="{FF2B5EF4-FFF2-40B4-BE49-F238E27FC236}">
                <a16:creationId xmlns:a16="http://schemas.microsoft.com/office/drawing/2014/main" id="{B0A859DB-C1DF-0614-7365-BD79FB46F2F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F08117E4-C9D4-B721-30C5-E41DEA77D5D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7" name="Espace réservé du pied de page 3">
            <a:extLst>
              <a:ext uri="{FF2B5EF4-FFF2-40B4-BE49-F238E27FC236}">
                <a16:creationId xmlns:a16="http://schemas.microsoft.com/office/drawing/2014/main" id="{E970D43E-27F8-EADA-CBAD-0F25278719C3}"/>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3A047105-3FD7-C46F-896E-6C32BD264E07}"/>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0" name="Groupe 9">
            <a:extLst>
              <a:ext uri="{FF2B5EF4-FFF2-40B4-BE49-F238E27FC236}">
                <a16:creationId xmlns:a16="http://schemas.microsoft.com/office/drawing/2014/main" id="{21D76EC8-7B8B-0D85-060B-B4AAA9251CD2}"/>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918E15E-E66A-7217-A7CD-8038095D3E1A}"/>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AF31DAD0-E76E-7A2E-A053-AB70FB91744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B7681F3C-AE8B-5FD8-7623-7DADF4D5BBE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Présentation du modèle</a:t>
            </a:r>
          </a:p>
        </p:txBody>
      </p:sp>
      <p:sp>
        <p:nvSpPr>
          <p:cNvPr id="5" name="Espace réservé du texte 45">
            <a:extLst>
              <a:ext uri="{FF2B5EF4-FFF2-40B4-BE49-F238E27FC236}">
                <a16:creationId xmlns:a16="http://schemas.microsoft.com/office/drawing/2014/main" id="{55F9DC73-6962-4924-F86F-6B319040786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615749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104728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anorama photos 2">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7"/>
            <a:ext cx="444908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7"/>
            <a:ext cx="443966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165917" y="1388928"/>
            <a:ext cx="1458214"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165917" y="1900990"/>
            <a:ext cx="1850746" cy="984885"/>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11" name="Espace réservé du texte 48">
            <a:extLst>
              <a:ext uri="{FF2B5EF4-FFF2-40B4-BE49-F238E27FC236}">
                <a16:creationId xmlns:a16="http://schemas.microsoft.com/office/drawing/2014/main" id="{A30869FF-7A05-52A4-B5E3-22D081A6DD3A}"/>
              </a:ext>
            </a:extLst>
          </p:cNvPr>
          <p:cNvSpPr>
            <a:spLocks noGrp="1"/>
          </p:cNvSpPr>
          <p:nvPr>
            <p:ph type="body" sz="quarter" idx="23" hasCustomPrompt="1"/>
          </p:nvPr>
        </p:nvSpPr>
        <p:spPr>
          <a:xfrm>
            <a:off x="5558449" y="4372819"/>
            <a:ext cx="1458214"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2" name="Espace réservé du texte 48">
            <a:extLst>
              <a:ext uri="{FF2B5EF4-FFF2-40B4-BE49-F238E27FC236}">
                <a16:creationId xmlns:a16="http://schemas.microsoft.com/office/drawing/2014/main" id="{DB5D7D41-633A-88EE-A297-2AE876E66FC8}"/>
              </a:ext>
            </a:extLst>
          </p:cNvPr>
          <p:cNvSpPr>
            <a:spLocks noGrp="1"/>
          </p:cNvSpPr>
          <p:nvPr>
            <p:ph type="body" sz="quarter" idx="24" hasCustomPrompt="1"/>
          </p:nvPr>
        </p:nvSpPr>
        <p:spPr>
          <a:xfrm>
            <a:off x="5165916" y="4883943"/>
            <a:ext cx="1850747" cy="984885"/>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2" name="Forme libre 12">
            <a:extLst>
              <a:ext uri="{FF2B5EF4-FFF2-40B4-BE49-F238E27FC236}">
                <a16:creationId xmlns:a16="http://schemas.microsoft.com/office/drawing/2014/main" id="{1DD95D6D-FCBA-2EE7-A3D3-7FE27CC7774C}"/>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C129D0C-ABF2-E8F3-CD6B-A0347710AC4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7" name="Espace réservé du pied de page 3">
            <a:extLst>
              <a:ext uri="{FF2B5EF4-FFF2-40B4-BE49-F238E27FC236}">
                <a16:creationId xmlns:a16="http://schemas.microsoft.com/office/drawing/2014/main" id="{1ADC49BE-24E4-0298-7298-22FD3CF645D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0" name="Espace réservé du numéro de diapositive 4">
            <a:extLst>
              <a:ext uri="{FF2B5EF4-FFF2-40B4-BE49-F238E27FC236}">
                <a16:creationId xmlns:a16="http://schemas.microsoft.com/office/drawing/2014/main" id="{9AB025A3-ED53-1486-71FD-556FB805B68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07AA25F0-ED27-94ED-BA2C-3AA0E51D417C}"/>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E09B473-5571-512D-8CDE-BBF4AE858E9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661C4970-3CF7-6A56-0967-CA2B67A76617}"/>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B30C66F-6F0C-6416-3378-91B69AD517F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0DB73D97-CB2D-87E4-F3CC-BDE2C53FCFE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41431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norama photos 4">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6"/>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6"/>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266319" y="845436"/>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266321" y="1228842"/>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2" name="Espace réservé pour une image  19">
            <a:extLst>
              <a:ext uri="{FF2B5EF4-FFF2-40B4-BE49-F238E27FC236}">
                <a16:creationId xmlns:a16="http://schemas.microsoft.com/office/drawing/2014/main" id="{C7EFD244-1229-09E9-5488-FB3A5C3345DD}"/>
              </a:ext>
            </a:extLst>
          </p:cNvPr>
          <p:cNvSpPr>
            <a:spLocks noGrp="1"/>
          </p:cNvSpPr>
          <p:nvPr>
            <p:ph type="pic" sz="quarter" idx="27"/>
          </p:nvPr>
        </p:nvSpPr>
        <p:spPr>
          <a:xfrm>
            <a:off x="7205341" y="3599665"/>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6" name="Espace réservé pour une image  19">
            <a:extLst>
              <a:ext uri="{FF2B5EF4-FFF2-40B4-BE49-F238E27FC236}">
                <a16:creationId xmlns:a16="http://schemas.microsoft.com/office/drawing/2014/main" id="{63115025-E73A-AB84-536C-D0BD8D128B56}"/>
              </a:ext>
            </a:extLst>
          </p:cNvPr>
          <p:cNvSpPr>
            <a:spLocks noGrp="1"/>
          </p:cNvSpPr>
          <p:nvPr>
            <p:ph type="pic" sz="quarter" idx="28"/>
          </p:nvPr>
        </p:nvSpPr>
        <p:spPr>
          <a:xfrm>
            <a:off x="537575" y="3599665"/>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7" name="Espace réservé du texte 48">
            <a:extLst>
              <a:ext uri="{FF2B5EF4-FFF2-40B4-BE49-F238E27FC236}">
                <a16:creationId xmlns:a16="http://schemas.microsoft.com/office/drawing/2014/main" id="{6C97D450-1D6D-1676-9C6D-79A6C1C336E0}"/>
              </a:ext>
            </a:extLst>
          </p:cNvPr>
          <p:cNvSpPr>
            <a:spLocks noGrp="1"/>
          </p:cNvSpPr>
          <p:nvPr>
            <p:ph type="body" sz="quarter" idx="29" hasCustomPrompt="1"/>
          </p:nvPr>
        </p:nvSpPr>
        <p:spPr>
          <a:xfrm>
            <a:off x="5065513" y="2494044"/>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0" name="Espace réservé du texte 48">
            <a:extLst>
              <a:ext uri="{FF2B5EF4-FFF2-40B4-BE49-F238E27FC236}">
                <a16:creationId xmlns:a16="http://schemas.microsoft.com/office/drawing/2014/main" id="{EF7A45AC-4C50-A949-39E8-873847E96DCE}"/>
              </a:ext>
            </a:extLst>
          </p:cNvPr>
          <p:cNvSpPr>
            <a:spLocks noGrp="1"/>
          </p:cNvSpPr>
          <p:nvPr>
            <p:ph type="body" sz="quarter" idx="30" hasCustomPrompt="1"/>
          </p:nvPr>
        </p:nvSpPr>
        <p:spPr>
          <a:xfrm>
            <a:off x="5065514" y="2872993"/>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3" name="Espace réservé du texte 48">
            <a:extLst>
              <a:ext uri="{FF2B5EF4-FFF2-40B4-BE49-F238E27FC236}">
                <a16:creationId xmlns:a16="http://schemas.microsoft.com/office/drawing/2014/main" id="{96ADFD56-2322-711C-0104-EE7F2ABD6CB2}"/>
              </a:ext>
            </a:extLst>
          </p:cNvPr>
          <p:cNvSpPr>
            <a:spLocks noGrp="1"/>
          </p:cNvSpPr>
          <p:nvPr>
            <p:ph type="body" sz="quarter" idx="31" hasCustomPrompt="1"/>
          </p:nvPr>
        </p:nvSpPr>
        <p:spPr>
          <a:xfrm>
            <a:off x="5266316" y="3599665"/>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6" name="Espace réservé du texte 48">
            <a:extLst>
              <a:ext uri="{FF2B5EF4-FFF2-40B4-BE49-F238E27FC236}">
                <a16:creationId xmlns:a16="http://schemas.microsoft.com/office/drawing/2014/main" id="{E3CFFFDD-74FF-BCD1-0260-E5910F373A78}"/>
              </a:ext>
            </a:extLst>
          </p:cNvPr>
          <p:cNvSpPr>
            <a:spLocks noGrp="1"/>
          </p:cNvSpPr>
          <p:nvPr>
            <p:ph type="body" sz="quarter" idx="32" hasCustomPrompt="1"/>
          </p:nvPr>
        </p:nvSpPr>
        <p:spPr>
          <a:xfrm>
            <a:off x="5266318" y="3983071"/>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7" name="Espace réservé du texte 48">
            <a:extLst>
              <a:ext uri="{FF2B5EF4-FFF2-40B4-BE49-F238E27FC236}">
                <a16:creationId xmlns:a16="http://schemas.microsoft.com/office/drawing/2014/main" id="{80E1196D-E168-0237-AC44-1C35EC19BF08}"/>
              </a:ext>
            </a:extLst>
          </p:cNvPr>
          <p:cNvSpPr>
            <a:spLocks noGrp="1"/>
          </p:cNvSpPr>
          <p:nvPr>
            <p:ph type="body" sz="quarter" idx="33" hasCustomPrompt="1"/>
          </p:nvPr>
        </p:nvSpPr>
        <p:spPr>
          <a:xfrm>
            <a:off x="5065510" y="5248273"/>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8" name="Espace réservé du texte 48">
            <a:extLst>
              <a:ext uri="{FF2B5EF4-FFF2-40B4-BE49-F238E27FC236}">
                <a16:creationId xmlns:a16="http://schemas.microsoft.com/office/drawing/2014/main" id="{ABA1E221-1503-37AA-C1C8-830F077014F6}"/>
              </a:ext>
            </a:extLst>
          </p:cNvPr>
          <p:cNvSpPr>
            <a:spLocks noGrp="1"/>
          </p:cNvSpPr>
          <p:nvPr>
            <p:ph type="body" sz="quarter" idx="34" hasCustomPrompt="1"/>
          </p:nvPr>
        </p:nvSpPr>
        <p:spPr>
          <a:xfrm>
            <a:off x="5065511" y="5627222"/>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1" name="Forme libre 12">
            <a:extLst>
              <a:ext uri="{FF2B5EF4-FFF2-40B4-BE49-F238E27FC236}">
                <a16:creationId xmlns:a16="http://schemas.microsoft.com/office/drawing/2014/main" id="{B7B84159-C81F-C8F6-8D32-E2FAA205AFC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4B59F8E-EC1C-EDAF-B249-C4C31E75DFD9}"/>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19" name="Espace réservé du pied de page 3">
            <a:extLst>
              <a:ext uri="{FF2B5EF4-FFF2-40B4-BE49-F238E27FC236}">
                <a16:creationId xmlns:a16="http://schemas.microsoft.com/office/drawing/2014/main" id="{55CA570D-1E39-0725-E218-373C741BA9F6}"/>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20AC2A3A-872F-D9FA-E98E-5566A6E4B19C}"/>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2DD0FE4-9728-B7E6-038B-75373227BE28}"/>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0FB486BE-BE23-67E6-0C2B-3D871573532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806DB196-18DF-9397-D3B1-012EC6A56CA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3C6D3F5E-CEB4-6402-B9C8-4FE94615AE1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B14288E1-A952-5620-9F23-EB5A5F8C2414}"/>
              </a:ext>
            </a:extLst>
          </p:cNvPr>
          <p:cNvSpPr>
            <a:spLocks noGrp="1"/>
          </p:cNvSpPr>
          <p:nvPr>
            <p:ph type="body" sz="quarter" idx="35"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84845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au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B07B07-AA03-5ACC-6FFB-C9A1B250FE81}"/>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6" name="Forme libre 12">
            <a:extLst>
              <a:ext uri="{FF2B5EF4-FFF2-40B4-BE49-F238E27FC236}">
                <a16:creationId xmlns:a16="http://schemas.microsoft.com/office/drawing/2014/main" id="{4A47F340-C55C-E5D5-9ADC-A1263F47A60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3ACE736-F452-C03A-925C-4AB874D2ED6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8" name="Espace réservé du pied de page 3">
            <a:extLst>
              <a:ext uri="{FF2B5EF4-FFF2-40B4-BE49-F238E27FC236}">
                <a16:creationId xmlns:a16="http://schemas.microsoft.com/office/drawing/2014/main" id="{BA8B7FC6-42A8-51CF-47A8-6657E9B2CE5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021BEE63-1EAF-5199-3849-5B180E1973A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0255193-0062-527E-4F3E-4AF72082E97E}"/>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367C29C6-8DC2-47FD-971B-45861B35992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A74675DC-97EF-FAE8-35EA-E41DE4449851}"/>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C1E5B70B-B604-13BF-31BE-92B67B50955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D5C09ADD-FA01-2C94-428C-E2B56D7B8080}"/>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4390279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ableau 02">
    <p:bg>
      <p:bgPr>
        <a:blipFill dpi="0" rotWithShape="1">
          <a:blip r:embed="rId2">
            <a:lum/>
          </a:blip>
          <a:srcRect/>
          <a:stretch>
            <a:fillRect l="40000" t="-8000" r="-40000" b="-8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A1B1A827-745B-51EA-96B5-7C38D1920B57}"/>
              </a:ext>
            </a:extLst>
          </p:cNvPr>
          <p:cNvSpPr/>
          <p:nvPr userDrawn="1"/>
        </p:nvSpPr>
        <p:spPr>
          <a:xfrm>
            <a:off x="0" y="-20971"/>
            <a:ext cx="12192000"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4DC5CE7E-D269-A260-6353-D23A6A4B0732}"/>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12" name="Forme libre 12">
            <a:extLst>
              <a:ext uri="{FF2B5EF4-FFF2-40B4-BE49-F238E27FC236}">
                <a16:creationId xmlns:a16="http://schemas.microsoft.com/office/drawing/2014/main" id="{92C2C3C5-4DAF-F9C8-0CB2-0ED74826B324}"/>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3" name="Espace réservé de la date 2">
            <a:extLst>
              <a:ext uri="{FF2B5EF4-FFF2-40B4-BE49-F238E27FC236}">
                <a16:creationId xmlns:a16="http://schemas.microsoft.com/office/drawing/2014/main" id="{3FE7F6B4-60B5-9531-5D30-8C2E9AFE122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14" name="Espace réservé du pied de page 3">
            <a:extLst>
              <a:ext uri="{FF2B5EF4-FFF2-40B4-BE49-F238E27FC236}">
                <a16:creationId xmlns:a16="http://schemas.microsoft.com/office/drawing/2014/main" id="{238222B4-E515-DA71-77A3-F490DF5EA0E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5" name="Espace réservé du numéro de diapositive 4">
            <a:extLst>
              <a:ext uri="{FF2B5EF4-FFF2-40B4-BE49-F238E27FC236}">
                <a16:creationId xmlns:a16="http://schemas.microsoft.com/office/drawing/2014/main" id="{C477C887-B94B-8D8A-15AB-7A003DD3DEE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9" name="Groupe 18">
            <a:extLst>
              <a:ext uri="{FF2B5EF4-FFF2-40B4-BE49-F238E27FC236}">
                <a16:creationId xmlns:a16="http://schemas.microsoft.com/office/drawing/2014/main" id="{F3D3BD22-EDD0-FFB5-CBB6-7E10557833FA}"/>
              </a:ext>
            </a:extLst>
          </p:cNvPr>
          <p:cNvGrpSpPr/>
          <p:nvPr userDrawn="1"/>
        </p:nvGrpSpPr>
        <p:grpSpPr>
          <a:xfrm>
            <a:off x="-1" y="263015"/>
            <a:ext cx="5860125" cy="375126"/>
            <a:chOff x="-5557295" y="172402"/>
            <a:chExt cx="5860125" cy="375126"/>
          </a:xfrm>
        </p:grpSpPr>
        <p:sp>
          <p:nvSpPr>
            <p:cNvPr id="20" name="Forme libre 11">
              <a:extLst>
                <a:ext uri="{FF2B5EF4-FFF2-40B4-BE49-F238E27FC236}">
                  <a16:creationId xmlns:a16="http://schemas.microsoft.com/office/drawing/2014/main" id="{DCE06520-3AF5-C562-F50E-95BC5A523A4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12">
              <a:extLst>
                <a:ext uri="{FF2B5EF4-FFF2-40B4-BE49-F238E27FC236}">
                  <a16:creationId xmlns:a16="http://schemas.microsoft.com/office/drawing/2014/main" id="{2FB780CF-88A1-4CDE-6AE9-58E9E0BD1F2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761CD43D-5C48-6E79-9132-7809BB8861D6}"/>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CB81CF82-8CE3-D660-D350-7AA11C132C1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750427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lendrier">
    <p:bg>
      <p:bgPr>
        <a:blipFill dpi="0" rotWithShape="1">
          <a:blip r:embed="rId2">
            <a:lum/>
          </a:blip>
          <a:srcRect/>
          <a:stretch>
            <a:fillRect l="30000" t="-7000" r="-30000" b="-7000"/>
          </a:stretch>
        </a:blipFill>
        <a:effectLst/>
      </p:bgPr>
    </p:bg>
    <p:spTree>
      <p:nvGrpSpPr>
        <p:cNvPr id="1" name=""/>
        <p:cNvGrpSpPr/>
        <p:nvPr/>
      </p:nvGrpSpPr>
      <p:grpSpPr>
        <a:xfrm>
          <a:off x="0" y="0"/>
          <a:ext cx="0" cy="0"/>
          <a:chOff x="0" y="0"/>
          <a:chExt cx="0" cy="0"/>
        </a:xfrm>
      </p:grpSpPr>
      <p:sp>
        <p:nvSpPr>
          <p:cNvPr id="17" name="Forme libre 9">
            <a:extLst>
              <a:ext uri="{FF2B5EF4-FFF2-40B4-BE49-F238E27FC236}">
                <a16:creationId xmlns:a16="http://schemas.microsoft.com/office/drawing/2014/main" id="{C52C6C69-F242-7427-226C-8EB4BE0E3417}"/>
              </a:ext>
            </a:extLst>
          </p:cNvPr>
          <p:cNvSpPr/>
          <p:nvPr userDrawn="1"/>
        </p:nvSpPr>
        <p:spPr>
          <a:xfrm>
            <a:off x="-1" y="-20971"/>
            <a:ext cx="12192001"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solidFill>
                <a:schemeClr val="accent3"/>
              </a:solidFill>
            </a:endParaRPr>
          </a:p>
        </p:txBody>
      </p:sp>
      <p:sp>
        <p:nvSpPr>
          <p:cNvPr id="2" name="Titre 1">
            <a:extLst>
              <a:ext uri="{FF2B5EF4-FFF2-40B4-BE49-F238E27FC236}">
                <a16:creationId xmlns:a16="http://schemas.microsoft.com/office/drawing/2014/main" id="{256ACFC7-BEAD-6583-D73B-A62DF40C60C3}"/>
              </a:ext>
            </a:extLst>
          </p:cNvPr>
          <p:cNvSpPr>
            <a:spLocks noGrp="1"/>
          </p:cNvSpPr>
          <p:nvPr>
            <p:ph type="title"/>
          </p:nvPr>
        </p:nvSpPr>
        <p:spPr/>
        <p:txBody>
          <a:bodyPr/>
          <a:lstStyle>
            <a:lvl1pPr>
              <a:defRPr>
                <a:solidFill>
                  <a:schemeClr val="accent3"/>
                </a:solidFill>
              </a:defRPr>
            </a:lvl1pPr>
          </a:lstStyle>
          <a:p>
            <a:r>
              <a:rPr lang="fr-FR"/>
              <a:t>Modifiez le style du titre</a:t>
            </a:r>
          </a:p>
        </p:txBody>
      </p:sp>
      <p:grpSp>
        <p:nvGrpSpPr>
          <p:cNvPr id="6" name="Groupe 5">
            <a:extLst>
              <a:ext uri="{FF2B5EF4-FFF2-40B4-BE49-F238E27FC236}">
                <a16:creationId xmlns:a16="http://schemas.microsoft.com/office/drawing/2014/main" id="{A3A49CD3-9CA8-6BA3-9416-B1440A8500FA}"/>
              </a:ext>
            </a:extLst>
          </p:cNvPr>
          <p:cNvGrpSpPr/>
          <p:nvPr userDrawn="1"/>
        </p:nvGrpSpPr>
        <p:grpSpPr>
          <a:xfrm>
            <a:off x="-1" y="263015"/>
            <a:ext cx="5860125" cy="375126"/>
            <a:chOff x="-5557295" y="172402"/>
            <a:chExt cx="5860125" cy="375126"/>
          </a:xfrm>
        </p:grpSpPr>
        <p:sp>
          <p:nvSpPr>
            <p:cNvPr id="7" name="Forme libre 11">
              <a:extLst>
                <a:ext uri="{FF2B5EF4-FFF2-40B4-BE49-F238E27FC236}">
                  <a16:creationId xmlns:a16="http://schemas.microsoft.com/office/drawing/2014/main" id="{90189B4B-2A6B-AFA0-E96E-C404176E297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Forme libre 12">
              <a:extLst>
                <a:ext uri="{FF2B5EF4-FFF2-40B4-BE49-F238E27FC236}">
                  <a16:creationId xmlns:a16="http://schemas.microsoft.com/office/drawing/2014/main" id="{ED5AA2D0-B4D0-3148-3067-D98BA52A184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F1EFDC2A-6314-5FB2-AED0-470C3D22A87F}"/>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10" name="Espace réservé du texte 45">
            <a:extLst>
              <a:ext uri="{FF2B5EF4-FFF2-40B4-BE49-F238E27FC236}">
                <a16:creationId xmlns:a16="http://schemas.microsoft.com/office/drawing/2014/main" id="{F464529F-E5DD-BF02-1454-549F2336130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11" name="Forme libre 12">
            <a:extLst>
              <a:ext uri="{FF2B5EF4-FFF2-40B4-BE49-F238E27FC236}">
                <a16:creationId xmlns:a16="http://schemas.microsoft.com/office/drawing/2014/main" id="{E83EEC7D-948F-1B30-3BEF-2A0351851E7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FA06006-CE4E-F648-04E3-101DEAFAFE4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13" name="Espace réservé du pied de page 3">
            <a:extLst>
              <a:ext uri="{FF2B5EF4-FFF2-40B4-BE49-F238E27FC236}">
                <a16:creationId xmlns:a16="http://schemas.microsoft.com/office/drawing/2014/main" id="{9AED4FB6-EB25-DF41-7CBD-219A23020C7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4" name="Espace réservé du numéro de diapositive 4">
            <a:extLst>
              <a:ext uri="{FF2B5EF4-FFF2-40B4-BE49-F238E27FC236}">
                <a16:creationId xmlns:a16="http://schemas.microsoft.com/office/drawing/2014/main" id="{E1FC0C53-6EAD-D079-AAEB-8A5EBAA7CBF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0826983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hiffres clés">
    <p:bg>
      <p:bgPr>
        <a:blipFill dpi="0" rotWithShape="1">
          <a:blip r:embed="rId2">
            <a:lum/>
          </a:blip>
          <a:srcRect/>
          <a:stretch>
            <a:fillRect l="-35000" t="-9000" r="40000" b="-9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0"/>
            <a:ext cx="12192000" cy="6853042"/>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1" name="Espace réservé du texte 48">
            <a:extLst>
              <a:ext uri="{FF2B5EF4-FFF2-40B4-BE49-F238E27FC236}">
                <a16:creationId xmlns:a16="http://schemas.microsoft.com/office/drawing/2014/main" id="{699774F8-2CAC-4281-C7BD-6B3E8220C090}"/>
              </a:ext>
            </a:extLst>
          </p:cNvPr>
          <p:cNvSpPr>
            <a:spLocks noGrp="1"/>
          </p:cNvSpPr>
          <p:nvPr>
            <p:ph type="body" sz="quarter" idx="20" hasCustomPrompt="1"/>
          </p:nvPr>
        </p:nvSpPr>
        <p:spPr>
          <a:xfrm>
            <a:off x="5214421"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6E0B3D2C-0628-2036-3FFB-D3D59C30A9C0}"/>
              </a:ext>
            </a:extLst>
          </p:cNvPr>
          <p:cNvSpPr>
            <a:spLocks noGrp="1"/>
          </p:cNvSpPr>
          <p:nvPr>
            <p:ph type="body" sz="quarter" idx="21" hasCustomPrompt="1"/>
          </p:nvPr>
        </p:nvSpPr>
        <p:spPr>
          <a:xfrm>
            <a:off x="5214421"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3" name="Espace réservé du texte 48">
            <a:extLst>
              <a:ext uri="{FF2B5EF4-FFF2-40B4-BE49-F238E27FC236}">
                <a16:creationId xmlns:a16="http://schemas.microsoft.com/office/drawing/2014/main" id="{F22EA189-DC0E-A682-C143-6920742EB54A}"/>
              </a:ext>
            </a:extLst>
          </p:cNvPr>
          <p:cNvSpPr>
            <a:spLocks noGrp="1"/>
          </p:cNvSpPr>
          <p:nvPr>
            <p:ph type="body" sz="quarter" idx="22" hasCustomPrompt="1"/>
          </p:nvPr>
        </p:nvSpPr>
        <p:spPr>
          <a:xfrm>
            <a:off x="5214421"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4" name="Espace réservé du texte 48">
            <a:extLst>
              <a:ext uri="{FF2B5EF4-FFF2-40B4-BE49-F238E27FC236}">
                <a16:creationId xmlns:a16="http://schemas.microsoft.com/office/drawing/2014/main" id="{3E287203-AF51-2846-74AF-179373468403}"/>
              </a:ext>
            </a:extLst>
          </p:cNvPr>
          <p:cNvSpPr>
            <a:spLocks noGrp="1"/>
          </p:cNvSpPr>
          <p:nvPr>
            <p:ph type="body" sz="quarter" idx="23" hasCustomPrompt="1"/>
          </p:nvPr>
        </p:nvSpPr>
        <p:spPr>
          <a:xfrm>
            <a:off x="5214421"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5" name="Espace réservé du texte 48">
            <a:extLst>
              <a:ext uri="{FF2B5EF4-FFF2-40B4-BE49-F238E27FC236}">
                <a16:creationId xmlns:a16="http://schemas.microsoft.com/office/drawing/2014/main" id="{E45B0185-8CEC-2879-18A9-21224282C417}"/>
              </a:ext>
            </a:extLst>
          </p:cNvPr>
          <p:cNvSpPr>
            <a:spLocks noGrp="1"/>
          </p:cNvSpPr>
          <p:nvPr>
            <p:ph type="body" sz="quarter" idx="24" hasCustomPrompt="1"/>
          </p:nvPr>
        </p:nvSpPr>
        <p:spPr>
          <a:xfrm>
            <a:off x="8361659"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6" name="Espace réservé du texte 48">
            <a:extLst>
              <a:ext uri="{FF2B5EF4-FFF2-40B4-BE49-F238E27FC236}">
                <a16:creationId xmlns:a16="http://schemas.microsoft.com/office/drawing/2014/main" id="{845819A9-0C72-D550-AF7E-3F38CB6B2B94}"/>
              </a:ext>
            </a:extLst>
          </p:cNvPr>
          <p:cNvSpPr>
            <a:spLocks noGrp="1"/>
          </p:cNvSpPr>
          <p:nvPr>
            <p:ph type="body" sz="quarter" idx="25" hasCustomPrompt="1"/>
          </p:nvPr>
        </p:nvSpPr>
        <p:spPr>
          <a:xfrm>
            <a:off x="8361659"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7" name="Espace réservé du texte 48">
            <a:extLst>
              <a:ext uri="{FF2B5EF4-FFF2-40B4-BE49-F238E27FC236}">
                <a16:creationId xmlns:a16="http://schemas.microsoft.com/office/drawing/2014/main" id="{5EE413F4-2838-BD96-29BA-281685C7DE17}"/>
              </a:ext>
            </a:extLst>
          </p:cNvPr>
          <p:cNvSpPr>
            <a:spLocks noGrp="1"/>
          </p:cNvSpPr>
          <p:nvPr>
            <p:ph type="body" sz="quarter" idx="26" hasCustomPrompt="1"/>
          </p:nvPr>
        </p:nvSpPr>
        <p:spPr>
          <a:xfrm>
            <a:off x="8361659"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8" name="Espace réservé du texte 48">
            <a:extLst>
              <a:ext uri="{FF2B5EF4-FFF2-40B4-BE49-F238E27FC236}">
                <a16:creationId xmlns:a16="http://schemas.microsoft.com/office/drawing/2014/main" id="{99C98D80-09BB-D004-46B8-42890F525B4F}"/>
              </a:ext>
            </a:extLst>
          </p:cNvPr>
          <p:cNvSpPr>
            <a:spLocks noGrp="1"/>
          </p:cNvSpPr>
          <p:nvPr>
            <p:ph type="body" sz="quarter" idx="27" hasCustomPrompt="1"/>
          </p:nvPr>
        </p:nvSpPr>
        <p:spPr>
          <a:xfrm>
            <a:off x="8361659"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6" name="Forme libre 12">
            <a:extLst>
              <a:ext uri="{FF2B5EF4-FFF2-40B4-BE49-F238E27FC236}">
                <a16:creationId xmlns:a16="http://schemas.microsoft.com/office/drawing/2014/main" id="{FC8420EF-069A-2B15-BE80-0E449C19B507}"/>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524FC760-8A19-1AE5-D439-AC2C4115F107}"/>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22" name="Espace réservé du pied de page 3">
            <a:extLst>
              <a:ext uri="{FF2B5EF4-FFF2-40B4-BE49-F238E27FC236}">
                <a16:creationId xmlns:a16="http://schemas.microsoft.com/office/drawing/2014/main" id="{16FC95EE-8CB8-7BF0-3950-E38B8BF9D5F0}"/>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A87983A0-01CB-40C9-C094-C725E723143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76E6F55D-DAF6-9444-E256-AE3946A6AD13}"/>
              </a:ext>
            </a:extLst>
          </p:cNvPr>
          <p:cNvGrpSpPr/>
          <p:nvPr userDrawn="1"/>
        </p:nvGrpSpPr>
        <p:grpSpPr>
          <a:xfrm>
            <a:off x="-1" y="263015"/>
            <a:ext cx="5860125" cy="375126"/>
            <a:chOff x="-5557295" y="172402"/>
            <a:chExt cx="5860125" cy="375126"/>
          </a:xfrm>
        </p:grpSpPr>
        <p:sp>
          <p:nvSpPr>
            <p:cNvPr id="19" name="Forme libre 11">
              <a:extLst>
                <a:ext uri="{FF2B5EF4-FFF2-40B4-BE49-F238E27FC236}">
                  <a16:creationId xmlns:a16="http://schemas.microsoft.com/office/drawing/2014/main" id="{794ABA5F-8B9F-CE60-46A5-09ACBA47D4C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A9E04064-EE12-F787-45A6-52031ACD53F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6DC714C1-A15C-0D21-464C-435A129B09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54311D5A-4260-6FE7-A1BF-41EE87B142FA}"/>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127552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exte">
    <p:bg>
      <p:bgPr>
        <a:solidFill>
          <a:schemeClr val="accent3"/>
        </a:solid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51672"/>
            <a:ext cx="11006420" cy="6961343"/>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Rectangle 1">
            <a:extLst>
              <a:ext uri="{FF2B5EF4-FFF2-40B4-BE49-F238E27FC236}">
                <a16:creationId xmlns:a16="http://schemas.microsoft.com/office/drawing/2014/main" id="{94F67C30-AE14-6D8D-3292-BB90707759D0}"/>
              </a:ext>
            </a:extLst>
          </p:cNvPr>
          <p:cNvSpPr/>
          <p:nvPr userDrawn="1"/>
        </p:nvSpPr>
        <p:spPr>
          <a:xfrm>
            <a:off x="10613985" y="-51672"/>
            <a:ext cx="1578016" cy="6961342"/>
          </a:xfrm>
          <a:prstGeom prst="rect">
            <a:avLst/>
          </a:pr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Espace réservé du texte 48">
            <a:extLst>
              <a:ext uri="{FF2B5EF4-FFF2-40B4-BE49-F238E27FC236}">
                <a16:creationId xmlns:a16="http://schemas.microsoft.com/office/drawing/2014/main" id="{9EABB81E-7E9E-580A-364D-42E2F06CA21C}"/>
              </a:ext>
            </a:extLst>
          </p:cNvPr>
          <p:cNvSpPr>
            <a:spLocks noGrp="1"/>
          </p:cNvSpPr>
          <p:nvPr>
            <p:ph type="body" sz="quarter" idx="22" hasCustomPrompt="1"/>
          </p:nvPr>
        </p:nvSpPr>
        <p:spPr>
          <a:xfrm>
            <a:off x="4508204" y="2262295"/>
            <a:ext cx="6904371" cy="2749471"/>
          </a:xfrm>
        </p:spPr>
        <p:txBody>
          <a:bodyPr wrap="square" lIns="0" tIns="0" rIns="0" bIns="0" anchor="t" anchorCtr="0">
            <a:spAutoFit/>
          </a:bodyPr>
          <a:lstStyle>
            <a:lvl1pPr algn="l">
              <a:lnSpc>
                <a:spcPct val="100000"/>
              </a:lnSpc>
              <a:spcBef>
                <a:spcPts val="1000"/>
              </a:spcBef>
              <a:defRPr sz="1800">
                <a:solidFill>
                  <a:schemeClr val="tx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a:p>
            <a:pPr lvl="0"/>
            <a:r>
              <a:rPr lang="fr-FR" err="1"/>
              <a:t>Lam</a:t>
            </a:r>
            <a:r>
              <a:rPr lang="fr-FR"/>
              <a:t> in </a:t>
            </a:r>
            <a:r>
              <a:rPr lang="fr-FR" err="1"/>
              <a:t>numqui</a:t>
            </a:r>
            <a:r>
              <a:rPr lang="fr-FR"/>
              <a:t> </a:t>
            </a:r>
            <a:r>
              <a:rPr lang="fr-FR" err="1"/>
              <a:t>quiatus</a:t>
            </a:r>
            <a:r>
              <a:rPr lang="fr-FR"/>
              <a:t> ape </a:t>
            </a:r>
            <a:r>
              <a:rPr lang="fr-FR" err="1"/>
              <a:t>eatis</a:t>
            </a:r>
            <a:r>
              <a:rPr lang="fr-FR"/>
              <a:t> </a:t>
            </a:r>
            <a:r>
              <a:rPr lang="fr-FR" err="1"/>
              <a:t>volut</a:t>
            </a:r>
            <a:r>
              <a:rPr lang="fr-FR"/>
              <a:t> </a:t>
            </a:r>
            <a:r>
              <a:rPr lang="fr-FR" err="1"/>
              <a:t>eleste</a:t>
            </a:r>
            <a:r>
              <a:rPr lang="fr-FR"/>
              <a:t> </a:t>
            </a:r>
            <a:r>
              <a:rPr lang="fr-FR" err="1"/>
              <a:t>vendi</a:t>
            </a:r>
            <a:r>
              <a:rPr lang="fr-FR"/>
              <a:t> con </a:t>
            </a:r>
            <a:r>
              <a:rPr lang="fr-FR" err="1"/>
              <a:t>ped</a:t>
            </a:r>
            <a:r>
              <a:rPr lang="fr-FR"/>
              <a:t> </a:t>
            </a:r>
            <a:r>
              <a:rPr lang="fr-FR" err="1"/>
              <a:t>quam</a:t>
            </a:r>
            <a:r>
              <a:rPr lang="fr-FR"/>
              <a:t> quia </a:t>
            </a:r>
            <a:r>
              <a:rPr lang="fr-FR" err="1"/>
              <a:t>im</a:t>
            </a:r>
            <a:r>
              <a:rPr lang="fr-FR"/>
              <a:t> et </a:t>
            </a:r>
            <a:r>
              <a:rPr lang="fr-FR" err="1"/>
              <a:t>prorepe</a:t>
            </a:r>
            <a:r>
              <a:rPr lang="fr-FR"/>
              <a:t> </a:t>
            </a:r>
            <a:r>
              <a:rPr lang="fr-FR" err="1"/>
              <a:t>llorum</a:t>
            </a:r>
            <a:r>
              <a:rPr lang="fr-FR"/>
              <a:t> </a:t>
            </a:r>
            <a:r>
              <a:rPr lang="fr-FR" err="1"/>
              <a:t>num</a:t>
            </a:r>
            <a:r>
              <a:rPr lang="fr-FR"/>
              <a:t> </a:t>
            </a:r>
            <a:r>
              <a:rPr lang="fr-FR" err="1"/>
              <a:t>laboribus</a:t>
            </a:r>
            <a:r>
              <a:rPr lang="fr-FR"/>
              <a:t> </a:t>
            </a:r>
            <a:r>
              <a:rPr lang="fr-FR" err="1"/>
              <a:t>consectet</a:t>
            </a:r>
            <a:r>
              <a:rPr lang="fr-FR"/>
              <a:t> </a:t>
            </a:r>
            <a:r>
              <a:rPr lang="fr-FR" err="1"/>
              <a:t>everspi</a:t>
            </a:r>
            <a:r>
              <a:rPr lang="fr-FR"/>
              <a:t> </a:t>
            </a:r>
            <a:r>
              <a:rPr lang="fr-FR" err="1"/>
              <a:t>enistiisit</a:t>
            </a:r>
            <a:r>
              <a:rPr lang="fr-FR"/>
              <a:t> </a:t>
            </a:r>
            <a:r>
              <a:rPr lang="fr-FR" err="1"/>
              <a:t>repedit</a:t>
            </a:r>
            <a:r>
              <a:rPr lang="fr-FR"/>
              <a:t> </a:t>
            </a:r>
            <a:r>
              <a:rPr lang="fr-FR" err="1"/>
              <a:t>iberemperunt</a:t>
            </a:r>
            <a:r>
              <a:rPr lang="fr-FR"/>
              <a:t> </a:t>
            </a:r>
            <a:r>
              <a:rPr lang="fr-FR" err="1"/>
              <a:t>rectibus</a:t>
            </a:r>
            <a:r>
              <a:rPr lang="fr-FR"/>
              <a:t>, </a:t>
            </a:r>
            <a:r>
              <a:rPr lang="fr-FR" err="1"/>
              <a:t>am</a:t>
            </a:r>
            <a:r>
              <a:rPr lang="fr-FR"/>
              <a:t> </a:t>
            </a:r>
            <a:r>
              <a:rPr lang="fr-FR" err="1"/>
              <a:t>etum</a:t>
            </a:r>
            <a:r>
              <a:rPr lang="fr-FR"/>
              <a:t> </a:t>
            </a:r>
            <a:r>
              <a:rPr lang="fr-FR" err="1"/>
              <a:t>autem</a:t>
            </a:r>
            <a:r>
              <a:rPr lang="fr-FR"/>
              <a:t> </a:t>
            </a:r>
            <a:r>
              <a:rPr lang="fr-FR" err="1"/>
              <a:t>velent</a:t>
            </a:r>
            <a:r>
              <a:rPr lang="fr-FR"/>
              <a:t> </a:t>
            </a:r>
            <a:r>
              <a:rPr lang="fr-FR" err="1"/>
              <a:t>lam</a:t>
            </a:r>
            <a:r>
              <a:rPr lang="fr-FR"/>
              <a:t> </a:t>
            </a:r>
            <a:r>
              <a:rPr lang="fr-FR" err="1"/>
              <a:t>estibus</a:t>
            </a:r>
            <a:r>
              <a:rPr lang="fr-FR"/>
              <a:t> </a:t>
            </a:r>
            <a:r>
              <a:rPr lang="fr-FR" err="1"/>
              <a:t>ium</a:t>
            </a:r>
            <a:r>
              <a:rPr lang="fr-FR"/>
              <a:t>, </a:t>
            </a:r>
            <a:r>
              <a:rPr lang="fr-FR" err="1"/>
              <a:t>nimagniant</a:t>
            </a:r>
            <a:r>
              <a:rPr lang="fr-FR"/>
              <a:t> </a:t>
            </a:r>
            <a:r>
              <a:rPr lang="fr-FR" err="1"/>
              <a:t>aligendandit</a:t>
            </a:r>
            <a:r>
              <a:rPr lang="fr-FR"/>
              <a:t> quat.</a:t>
            </a:r>
          </a:p>
          <a:p>
            <a:pPr lvl="0"/>
            <a:r>
              <a:rPr lang="fr-FR"/>
              <a:t>Met, </a:t>
            </a:r>
            <a:r>
              <a:rPr lang="fr-FR" err="1"/>
              <a:t>cus</a:t>
            </a:r>
            <a:r>
              <a:rPr lang="fr-FR"/>
              <a:t> </a:t>
            </a:r>
            <a:r>
              <a:rPr lang="fr-FR" err="1"/>
              <a:t>explita</a:t>
            </a:r>
            <a:r>
              <a:rPr lang="fr-FR"/>
              <a:t> </a:t>
            </a:r>
            <a:r>
              <a:rPr lang="fr-FR" err="1"/>
              <a:t>alibus</a:t>
            </a:r>
            <a:r>
              <a:rPr lang="fr-FR"/>
              <a:t>, tem </a:t>
            </a:r>
            <a:r>
              <a:rPr lang="fr-FR" err="1"/>
              <a:t>ernat</a:t>
            </a:r>
            <a:r>
              <a:rPr lang="fr-FR"/>
              <a:t> </a:t>
            </a:r>
            <a:r>
              <a:rPr lang="fr-FR" err="1"/>
              <a:t>lab</a:t>
            </a:r>
            <a:r>
              <a:rPr lang="fr-FR"/>
              <a:t> </a:t>
            </a:r>
            <a:r>
              <a:rPr lang="fr-FR" err="1"/>
              <a:t>ius</a:t>
            </a:r>
            <a:r>
              <a:rPr lang="fr-FR"/>
              <a:t> </a:t>
            </a:r>
            <a:r>
              <a:rPr lang="fr-FR" err="1"/>
              <a:t>doluptia</a:t>
            </a:r>
            <a:r>
              <a:rPr lang="fr-FR"/>
              <a:t> sent.</a:t>
            </a:r>
          </a:p>
        </p:txBody>
      </p:sp>
      <p:sp>
        <p:nvSpPr>
          <p:cNvPr id="6" name="Forme libre 12">
            <a:extLst>
              <a:ext uri="{FF2B5EF4-FFF2-40B4-BE49-F238E27FC236}">
                <a16:creationId xmlns:a16="http://schemas.microsoft.com/office/drawing/2014/main" id="{6DC0F0FC-FFD3-7D9E-830A-27CEB221553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7645F1A-B175-EEF0-6ED5-6069E0379E85}"/>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15" name="Espace réservé du pied de page 3">
            <a:extLst>
              <a:ext uri="{FF2B5EF4-FFF2-40B4-BE49-F238E27FC236}">
                <a16:creationId xmlns:a16="http://schemas.microsoft.com/office/drawing/2014/main" id="{E066496C-5158-0784-4D3E-D5079F8881E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6" name="Espace réservé du numéro de diapositive 4">
            <a:extLst>
              <a:ext uri="{FF2B5EF4-FFF2-40B4-BE49-F238E27FC236}">
                <a16:creationId xmlns:a16="http://schemas.microsoft.com/office/drawing/2014/main" id="{B196FC4F-9710-7045-0A19-CEB042228B6A}"/>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67563D9F-BE47-9E68-E9D5-3B69F0880677}"/>
              </a:ext>
            </a:extLst>
          </p:cNvPr>
          <p:cNvGrpSpPr/>
          <p:nvPr userDrawn="1"/>
        </p:nvGrpSpPr>
        <p:grpSpPr>
          <a:xfrm>
            <a:off x="-1" y="263015"/>
            <a:ext cx="5860125" cy="375126"/>
            <a:chOff x="-5557295" y="172402"/>
            <a:chExt cx="5860125" cy="375126"/>
          </a:xfrm>
        </p:grpSpPr>
        <p:sp>
          <p:nvSpPr>
            <p:cNvPr id="17" name="Forme libre 11">
              <a:extLst>
                <a:ext uri="{FF2B5EF4-FFF2-40B4-BE49-F238E27FC236}">
                  <a16:creationId xmlns:a16="http://schemas.microsoft.com/office/drawing/2014/main" id="{1E42A965-C1F3-FB2E-2D8A-2ED70CE758B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8" name="Forme libre 12">
              <a:extLst>
                <a:ext uri="{FF2B5EF4-FFF2-40B4-BE49-F238E27FC236}">
                  <a16:creationId xmlns:a16="http://schemas.microsoft.com/office/drawing/2014/main" id="{8896A24F-D167-B901-2D93-51A3D0D4E48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805DF22-3EC7-C4F0-9800-B16E3F0645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10C9D8D0-524E-525C-7531-AA400BD65923}"/>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4437595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itation">
    <p:bg>
      <p:bgPr>
        <a:solidFill>
          <a:schemeClr val="bg1"/>
        </a:solidFill>
        <a:effectLst/>
      </p:bgPr>
    </p:bg>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3C9FFE14-2DF7-9F62-EEB3-4BF2080F013B}"/>
              </a:ext>
            </a:extLst>
          </p:cNvPr>
          <p:cNvGrpSpPr/>
          <p:nvPr userDrawn="1"/>
        </p:nvGrpSpPr>
        <p:grpSpPr>
          <a:xfrm>
            <a:off x="1190579" y="1119172"/>
            <a:ext cx="9810841" cy="4742801"/>
            <a:chOff x="1190579" y="1119172"/>
            <a:chExt cx="9810841" cy="4742801"/>
          </a:xfrm>
          <a:solidFill>
            <a:schemeClr val="tx1"/>
          </a:solidFill>
        </p:grpSpPr>
        <p:sp>
          <p:nvSpPr>
            <p:cNvPr id="23" name="Forme libre 22">
              <a:extLst>
                <a:ext uri="{FF2B5EF4-FFF2-40B4-BE49-F238E27FC236}">
                  <a16:creationId xmlns:a16="http://schemas.microsoft.com/office/drawing/2014/main" id="{D937D84E-67AB-0017-8651-5C04553CED3D}"/>
                </a:ext>
              </a:extLst>
            </p:cNvPr>
            <p:cNvSpPr/>
            <p:nvPr userDrawn="1"/>
          </p:nvSpPr>
          <p:spPr>
            <a:xfrm>
              <a:off x="4424886" y="1119172"/>
              <a:ext cx="3311865" cy="4742801"/>
            </a:xfrm>
            <a:custGeom>
              <a:avLst/>
              <a:gdLst>
                <a:gd name="connsiteX0" fmla="*/ 0 w 5613991"/>
                <a:gd name="connsiteY0" fmla="*/ 0 h 4742801"/>
                <a:gd name="connsiteX1" fmla="*/ 5613991 w 5613991"/>
                <a:gd name="connsiteY1" fmla="*/ 0 h 4742801"/>
                <a:gd name="connsiteX2" fmla="*/ 5613991 w 5613991"/>
                <a:gd name="connsiteY2" fmla="*/ 4742801 h 4742801"/>
                <a:gd name="connsiteX3" fmla="*/ 0 w 5613991"/>
                <a:gd name="connsiteY3" fmla="*/ 4742801 h 4742801"/>
                <a:gd name="connsiteX4" fmla="*/ 0 w 5613991"/>
                <a:gd name="connsiteY4" fmla="*/ 0 h 4742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991" h="4742801">
                  <a:moveTo>
                    <a:pt x="0" y="0"/>
                  </a:moveTo>
                  <a:lnTo>
                    <a:pt x="5613991" y="0"/>
                  </a:lnTo>
                  <a:lnTo>
                    <a:pt x="5613991" y="4742801"/>
                  </a:lnTo>
                  <a:lnTo>
                    <a:pt x="0" y="4742801"/>
                  </a:lnTo>
                  <a:lnTo>
                    <a:pt x="0" y="0"/>
                  </a:lnTo>
                  <a:close/>
                </a:path>
              </a:pathLst>
            </a:custGeom>
            <a:grpFill/>
            <a:ln w="6325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7C1764D6-3405-9CF1-356E-B8C51B8E0340}"/>
                </a:ext>
              </a:extLst>
            </p:cNvPr>
            <p:cNvSpPr/>
            <p:nvPr userDrawn="1"/>
          </p:nvSpPr>
          <p:spPr>
            <a:xfrm>
              <a:off x="1190579" y="1119172"/>
              <a:ext cx="3234307" cy="4742801"/>
            </a:xfrm>
            <a:custGeom>
              <a:avLst/>
              <a:gdLst>
                <a:gd name="connsiteX0" fmla="*/ 2402603 w 3234307"/>
                <a:gd name="connsiteY0" fmla="*/ 0 h 4742801"/>
                <a:gd name="connsiteX1" fmla="*/ 3234307 w 3234307"/>
                <a:gd name="connsiteY1" fmla="*/ 0 h 4742801"/>
                <a:gd name="connsiteX2" fmla="*/ 3234307 w 3234307"/>
                <a:gd name="connsiteY2" fmla="*/ 4742801 h 4742801"/>
                <a:gd name="connsiteX3" fmla="*/ 2402603 w 3234307"/>
                <a:gd name="connsiteY3" fmla="*/ 4742801 h 4742801"/>
                <a:gd name="connsiteX4" fmla="*/ 0 w 3234307"/>
                <a:gd name="connsiteY4" fmla="*/ 2371400 h 4742801"/>
                <a:gd name="connsiteX5" fmla="*/ 2402603 w 3234307"/>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307" h="4742801">
                  <a:moveTo>
                    <a:pt x="2402603" y="0"/>
                  </a:moveTo>
                  <a:lnTo>
                    <a:pt x="3234307" y="0"/>
                  </a:lnTo>
                  <a:lnTo>
                    <a:pt x="3234307" y="4742801"/>
                  </a:lnTo>
                  <a:lnTo>
                    <a:pt x="2402603" y="4742801"/>
                  </a:lnTo>
                  <a:cubicBezTo>
                    <a:pt x="1075415" y="4742801"/>
                    <a:pt x="0" y="3681352"/>
                    <a:pt x="0" y="2371400"/>
                  </a:cubicBezTo>
                  <a:cubicBezTo>
                    <a:pt x="0" y="1061448"/>
                    <a:pt x="1076048" y="0"/>
                    <a:pt x="2402603" y="0"/>
                  </a:cubicBezTo>
                  <a:close/>
                </a:path>
              </a:pathLst>
            </a:custGeom>
            <a:grpFill/>
            <a:ln w="6325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D9ED5DDD-9145-5C8E-4362-EF6AC50BFB72}"/>
                </a:ext>
              </a:extLst>
            </p:cNvPr>
            <p:cNvSpPr/>
            <p:nvPr userDrawn="1"/>
          </p:nvSpPr>
          <p:spPr>
            <a:xfrm>
              <a:off x="7736751" y="1119172"/>
              <a:ext cx="3264669" cy="4742801"/>
            </a:xfrm>
            <a:custGeom>
              <a:avLst/>
              <a:gdLst>
                <a:gd name="connsiteX0" fmla="*/ 0 w 3264669"/>
                <a:gd name="connsiteY0" fmla="*/ 0 h 4742801"/>
                <a:gd name="connsiteX1" fmla="*/ 862066 w 3264669"/>
                <a:gd name="connsiteY1" fmla="*/ 0 h 4742801"/>
                <a:gd name="connsiteX2" fmla="*/ 3264669 w 3264669"/>
                <a:gd name="connsiteY2" fmla="*/ 2371400 h 4742801"/>
                <a:gd name="connsiteX3" fmla="*/ 862066 w 3264669"/>
                <a:gd name="connsiteY3" fmla="*/ 4742801 h 4742801"/>
                <a:gd name="connsiteX4" fmla="*/ 0 w 3264669"/>
                <a:gd name="connsiteY4" fmla="*/ 4742801 h 4742801"/>
                <a:gd name="connsiteX5" fmla="*/ 0 w 3264669"/>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4669" h="4742801">
                  <a:moveTo>
                    <a:pt x="0" y="0"/>
                  </a:moveTo>
                  <a:lnTo>
                    <a:pt x="862066" y="0"/>
                  </a:lnTo>
                  <a:cubicBezTo>
                    <a:pt x="2189254" y="0"/>
                    <a:pt x="3264669" y="1061448"/>
                    <a:pt x="3264669" y="2371400"/>
                  </a:cubicBezTo>
                  <a:cubicBezTo>
                    <a:pt x="3264669" y="3681352"/>
                    <a:pt x="2189254" y="4742801"/>
                    <a:pt x="862066" y="4742801"/>
                  </a:cubicBezTo>
                  <a:lnTo>
                    <a:pt x="0" y="4742801"/>
                  </a:lnTo>
                  <a:lnTo>
                    <a:pt x="0" y="0"/>
                  </a:lnTo>
                  <a:close/>
                </a:path>
              </a:pathLst>
            </a:custGeom>
            <a:grpFill/>
            <a:ln w="63252" cap="flat">
              <a:noFill/>
              <a:prstDash val="solid"/>
              <a:miter/>
            </a:ln>
          </p:spPr>
          <p:txBody>
            <a:bodyPr rtlCol="0" anchor="ctr"/>
            <a:lstStyle/>
            <a:p>
              <a:endParaRPr lang="fr-FR"/>
            </a:p>
          </p:txBody>
        </p:sp>
      </p:grpSp>
      <p:sp>
        <p:nvSpPr>
          <p:cNvPr id="25" name="Espace réservé du texte 48">
            <a:extLst>
              <a:ext uri="{FF2B5EF4-FFF2-40B4-BE49-F238E27FC236}">
                <a16:creationId xmlns:a16="http://schemas.microsoft.com/office/drawing/2014/main" id="{0EFE8AAB-B51C-C471-9DDF-DC61F9FE03D1}"/>
              </a:ext>
            </a:extLst>
          </p:cNvPr>
          <p:cNvSpPr>
            <a:spLocks noGrp="1"/>
          </p:cNvSpPr>
          <p:nvPr>
            <p:ph type="body" sz="quarter" idx="25" hasCustomPrompt="1"/>
          </p:nvPr>
        </p:nvSpPr>
        <p:spPr>
          <a:xfrm>
            <a:off x="2643814" y="1005703"/>
            <a:ext cx="6904371" cy="2646878"/>
          </a:xfrm>
        </p:spPr>
        <p:txBody>
          <a:bodyPr wrap="square" lIns="0" tIns="0" rIns="0" bIns="0" anchor="t" anchorCtr="0">
            <a:spAutoFit/>
          </a:bodyPr>
          <a:lstStyle>
            <a:lvl1pPr algn="ctr">
              <a:lnSpc>
                <a:spcPct val="100000"/>
              </a:lnSpc>
              <a:spcBef>
                <a:spcPts val="1000"/>
              </a:spcBef>
              <a:defRPr sz="17200" b="0" i="0">
                <a:solidFill>
                  <a:schemeClr val="accent3"/>
                </a:solidFill>
                <a:latin typeface="+mj-lt"/>
              </a:defRPr>
            </a:lvl1pPr>
          </a:lstStyle>
          <a:p>
            <a:pPr lvl="0"/>
            <a:r>
              <a:rPr lang="fr-FR"/>
              <a:t>“</a:t>
            </a:r>
          </a:p>
        </p:txBody>
      </p:sp>
      <p:sp>
        <p:nvSpPr>
          <p:cNvPr id="8" name="Espace réservé du texte 48">
            <a:extLst>
              <a:ext uri="{FF2B5EF4-FFF2-40B4-BE49-F238E27FC236}">
                <a16:creationId xmlns:a16="http://schemas.microsoft.com/office/drawing/2014/main" id="{BC4AA433-F54F-BC08-CD50-0663CC786B6E}"/>
              </a:ext>
            </a:extLst>
          </p:cNvPr>
          <p:cNvSpPr>
            <a:spLocks noGrp="1"/>
          </p:cNvSpPr>
          <p:nvPr>
            <p:ph type="body" sz="quarter" idx="22" hasCustomPrompt="1"/>
          </p:nvPr>
        </p:nvSpPr>
        <p:spPr>
          <a:xfrm>
            <a:off x="2643814" y="2751891"/>
            <a:ext cx="6904371" cy="1354217"/>
          </a:xfrm>
        </p:spPr>
        <p:txBody>
          <a:bodyPr wrap="square" lIns="0" tIns="0" rIns="0" bIns="0" anchor="t" anchorCtr="0">
            <a:spAutoFit/>
          </a:bodyPr>
          <a:lstStyle>
            <a:lvl1pPr algn="ctr">
              <a:lnSpc>
                <a:spcPct val="100000"/>
              </a:lnSpc>
              <a:spcBef>
                <a:spcPts val="1000"/>
              </a:spcBef>
              <a:defRPr sz="2200" b="0" i="1">
                <a:solidFill>
                  <a:schemeClr val="bg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p>
        </p:txBody>
      </p:sp>
      <p:sp>
        <p:nvSpPr>
          <p:cNvPr id="9" name="Espace réservé du texte 48">
            <a:extLst>
              <a:ext uri="{FF2B5EF4-FFF2-40B4-BE49-F238E27FC236}">
                <a16:creationId xmlns:a16="http://schemas.microsoft.com/office/drawing/2014/main" id="{636FDDBB-AB97-875A-E106-BF286ECB89F8}"/>
              </a:ext>
            </a:extLst>
          </p:cNvPr>
          <p:cNvSpPr>
            <a:spLocks noGrp="1"/>
          </p:cNvSpPr>
          <p:nvPr>
            <p:ph type="body" sz="quarter" idx="23" hasCustomPrompt="1"/>
          </p:nvPr>
        </p:nvSpPr>
        <p:spPr>
          <a:xfrm>
            <a:off x="2643814" y="4357407"/>
            <a:ext cx="6904371" cy="276999"/>
          </a:xfrm>
        </p:spPr>
        <p:txBody>
          <a:bodyPr wrap="square" lIns="0" tIns="0" rIns="0" bIns="0" anchor="t" anchorCtr="0">
            <a:spAutoFit/>
          </a:bodyPr>
          <a:lstStyle>
            <a:lvl1pPr algn="ctr">
              <a:lnSpc>
                <a:spcPct val="100000"/>
              </a:lnSpc>
              <a:spcBef>
                <a:spcPts val="1000"/>
              </a:spcBef>
              <a:defRPr sz="1800" b="0" i="0">
                <a:solidFill>
                  <a:schemeClr val="accent3"/>
                </a:solidFill>
                <a:latin typeface="+mj-lt"/>
              </a:defRPr>
            </a:lvl1pPr>
          </a:lstStyle>
          <a:p>
            <a:pPr lvl="0"/>
            <a:r>
              <a:rPr lang="fr-FR"/>
              <a:t>Nom Prénom</a:t>
            </a:r>
          </a:p>
        </p:txBody>
      </p:sp>
      <p:sp>
        <p:nvSpPr>
          <p:cNvPr id="10" name="Espace réservé du texte 48">
            <a:extLst>
              <a:ext uri="{FF2B5EF4-FFF2-40B4-BE49-F238E27FC236}">
                <a16:creationId xmlns:a16="http://schemas.microsoft.com/office/drawing/2014/main" id="{84181594-36D7-3EB7-7687-0D7A32C3C4A4}"/>
              </a:ext>
            </a:extLst>
          </p:cNvPr>
          <p:cNvSpPr>
            <a:spLocks noGrp="1"/>
          </p:cNvSpPr>
          <p:nvPr>
            <p:ph type="body" sz="quarter" idx="24" hasCustomPrompt="1"/>
          </p:nvPr>
        </p:nvSpPr>
        <p:spPr>
          <a:xfrm>
            <a:off x="2643814" y="4665751"/>
            <a:ext cx="6904371" cy="246221"/>
          </a:xfrm>
        </p:spPr>
        <p:txBody>
          <a:bodyPr wrap="square" lIns="0" tIns="0" rIns="0" bIns="0" anchor="t" anchorCtr="0">
            <a:spAutoFit/>
          </a:bodyPr>
          <a:lstStyle>
            <a:lvl1pPr algn="ctr">
              <a:lnSpc>
                <a:spcPct val="100000"/>
              </a:lnSpc>
              <a:spcBef>
                <a:spcPts val="1000"/>
              </a:spcBef>
              <a:defRPr sz="1600" b="0" i="0">
                <a:solidFill>
                  <a:schemeClr val="bg1"/>
                </a:solidFill>
                <a:latin typeface="+mn-lt"/>
              </a:defRPr>
            </a:lvl1pPr>
          </a:lstStyle>
          <a:p>
            <a:pPr lvl="0"/>
            <a:r>
              <a:rPr lang="fr-FR"/>
              <a:t>Poste</a:t>
            </a:r>
          </a:p>
        </p:txBody>
      </p:sp>
      <p:sp>
        <p:nvSpPr>
          <p:cNvPr id="2" name="Forme libre 12">
            <a:extLst>
              <a:ext uri="{FF2B5EF4-FFF2-40B4-BE49-F238E27FC236}">
                <a16:creationId xmlns:a16="http://schemas.microsoft.com/office/drawing/2014/main" id="{0DB4B38E-3080-9723-9FC4-2437D08FF2E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9D0263E7-D889-A1EA-0142-E9F7D9472B9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7" name="Espace réservé du pied de page 3">
            <a:extLst>
              <a:ext uri="{FF2B5EF4-FFF2-40B4-BE49-F238E27FC236}">
                <a16:creationId xmlns:a16="http://schemas.microsoft.com/office/drawing/2014/main" id="{37640864-98B1-B1CE-3AD6-872A651A5C1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CEFA2276-829F-E8D6-7240-7BD7F6C25E0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89410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rte">
    <p:bg>
      <p:bgPr>
        <a:solidFill>
          <a:schemeClr val="bg1"/>
        </a:solidFill>
        <a:effectLst/>
      </p:bgPr>
    </p:bg>
    <p:spTree>
      <p:nvGrpSpPr>
        <p:cNvPr id="1" name=""/>
        <p:cNvGrpSpPr/>
        <p:nvPr/>
      </p:nvGrpSpPr>
      <p:grpSpPr>
        <a:xfrm>
          <a:off x="0" y="0"/>
          <a:ext cx="0" cy="0"/>
          <a:chOff x="0" y="0"/>
          <a:chExt cx="0" cy="0"/>
        </a:xfrm>
      </p:grpSpPr>
      <p:pic>
        <p:nvPicPr>
          <p:cNvPr id="2" name="Graphique 8">
            <a:extLst>
              <a:ext uri="{FF2B5EF4-FFF2-40B4-BE49-F238E27FC236}">
                <a16:creationId xmlns:a16="http://schemas.microsoft.com/office/drawing/2014/main" id="{374206C1-0B91-C87D-C62F-76048A5F16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07591" y="1014544"/>
            <a:ext cx="9369052" cy="5411565"/>
          </a:xfrm>
          <a:prstGeom prst="rect">
            <a:avLst/>
          </a:prstGeom>
        </p:spPr>
      </p:pic>
      <p:sp>
        <p:nvSpPr>
          <p:cNvPr id="6" name="Forme libre 12">
            <a:extLst>
              <a:ext uri="{FF2B5EF4-FFF2-40B4-BE49-F238E27FC236}">
                <a16:creationId xmlns:a16="http://schemas.microsoft.com/office/drawing/2014/main" id="{E5CD8813-FC29-69A2-BA3D-6C712CB242A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D888471-FFA0-7364-D9FB-DDE97D7E721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8" name="Espace réservé du pied de page 3">
            <a:extLst>
              <a:ext uri="{FF2B5EF4-FFF2-40B4-BE49-F238E27FC236}">
                <a16:creationId xmlns:a16="http://schemas.microsoft.com/office/drawing/2014/main" id="{B9F35397-620D-FE08-E548-B11019FC3F21}"/>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4410963C-D78E-4F85-7C13-121A4DE221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4326CFB-5EA5-F025-40A2-D1707A8694F9}"/>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AC4B9993-EE4B-7D3F-E1A0-73F4DF1FBB04}"/>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0D76191F-D9FE-9D78-9A39-6946965228B6}"/>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7336683-2302-48C3-C35F-93F7910813B4}"/>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7336BC76-E506-AE1C-B37C-AC87DAE02192}"/>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30466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Remerciements">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0" name="Forme libre 19">
            <a:extLst>
              <a:ext uri="{FF2B5EF4-FFF2-40B4-BE49-F238E27FC236}">
                <a16:creationId xmlns:a16="http://schemas.microsoft.com/office/drawing/2014/main" id="{9B8C6DA8-3FF8-9373-6B64-64F362294DF2}"/>
              </a:ext>
            </a:extLst>
          </p:cNvPr>
          <p:cNvSpPr/>
          <p:nvPr userDrawn="1"/>
        </p:nvSpPr>
        <p:spPr>
          <a:xfrm>
            <a:off x="0" y="-19990"/>
            <a:ext cx="6319777" cy="6877990"/>
          </a:xfrm>
          <a:custGeom>
            <a:avLst/>
            <a:gdLst>
              <a:gd name="connsiteX0" fmla="*/ 0 w 6301409"/>
              <a:gd name="connsiteY0" fmla="*/ 0 h 6858000"/>
              <a:gd name="connsiteX1" fmla="*/ 6301409 w 6301409"/>
              <a:gd name="connsiteY1" fmla="*/ 0 h 6858000"/>
              <a:gd name="connsiteX2" fmla="*/ 6301409 w 6301409"/>
              <a:gd name="connsiteY2" fmla="*/ 4958 h 6858000"/>
              <a:gd name="connsiteX3" fmla="*/ 5573767 w 6301409"/>
              <a:gd name="connsiteY3" fmla="*/ 4958 h 6858000"/>
              <a:gd name="connsiteX4" fmla="*/ 5657530 w 6301409"/>
              <a:gd name="connsiteY4" fmla="*/ 211263 h 6858000"/>
              <a:gd name="connsiteX5" fmla="*/ 5938263 w 6301409"/>
              <a:gd name="connsiteY5" fmla="*/ 1756569 h 6858000"/>
              <a:gd name="connsiteX6" fmla="*/ 5938263 w 6301409"/>
              <a:gd name="connsiteY6" fmla="*/ 1761519 h 6858000"/>
              <a:gd name="connsiteX7" fmla="*/ 4656115 w 6301409"/>
              <a:gd name="connsiteY7" fmla="*/ 4858644 h 6858000"/>
              <a:gd name="connsiteX8" fmla="*/ 2664521 w 6301409"/>
              <a:gd name="connsiteY8" fmla="*/ 6853042 h 6858000"/>
              <a:gd name="connsiteX9" fmla="*/ 6301409 w 6301409"/>
              <a:gd name="connsiteY9" fmla="*/ 6853042 h 6858000"/>
              <a:gd name="connsiteX10" fmla="*/ 6301409 w 6301409"/>
              <a:gd name="connsiteY10" fmla="*/ 6858000 h 6858000"/>
              <a:gd name="connsiteX11" fmla="*/ 0 w 6301409"/>
              <a:gd name="connsiteY11" fmla="*/ 6858000 h 6858000"/>
              <a:gd name="connsiteX12" fmla="*/ 0 w 6301409"/>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01409" h="6858000">
                <a:moveTo>
                  <a:pt x="0" y="0"/>
                </a:moveTo>
                <a:lnTo>
                  <a:pt x="6301409" y="0"/>
                </a:lnTo>
                <a:lnTo>
                  <a:pt x="6301409" y="4958"/>
                </a:lnTo>
                <a:lnTo>
                  <a:pt x="5573767" y="4958"/>
                </a:lnTo>
                <a:lnTo>
                  <a:pt x="5657530" y="211263"/>
                </a:lnTo>
                <a:cubicBezTo>
                  <a:pt x="5844352" y="708260"/>
                  <a:pt x="5937930" y="1232317"/>
                  <a:pt x="5938263" y="1756569"/>
                </a:cubicBezTo>
                <a:lnTo>
                  <a:pt x="5938263" y="1761519"/>
                </a:lnTo>
                <a:cubicBezTo>
                  <a:pt x="5937629" y="2882646"/>
                  <a:pt x="5510289" y="4003394"/>
                  <a:pt x="4656115" y="4858644"/>
                </a:cubicBezTo>
                <a:lnTo>
                  <a:pt x="2664521" y="6853042"/>
                </a:lnTo>
                <a:lnTo>
                  <a:pt x="6301409" y="6853042"/>
                </a:lnTo>
                <a:lnTo>
                  <a:pt x="6301409" y="6858000"/>
                </a:lnTo>
                <a:lnTo>
                  <a:pt x="0" y="6858000"/>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0913EE61-17AB-0468-84AC-06D83F476E47}"/>
              </a:ext>
            </a:extLst>
          </p:cNvPr>
          <p:cNvSpPr>
            <a:spLocks noGrp="1"/>
          </p:cNvSpPr>
          <p:nvPr>
            <p:ph type="title" hasCustomPrompt="1"/>
          </p:nvPr>
        </p:nvSpPr>
        <p:spPr>
          <a:xfrm>
            <a:off x="537575" y="709225"/>
            <a:ext cx="4440825" cy="830997"/>
          </a:xfrm>
        </p:spPr>
        <p:txBody>
          <a:bodyPr lIns="0" tIns="0" rIns="0" bIns="0"/>
          <a:lstStyle>
            <a:lvl1pPr>
              <a:defRPr sz="6000" b="1">
                <a:solidFill>
                  <a:schemeClr val="bg1"/>
                </a:solidFill>
              </a:defRPr>
            </a:lvl1pPr>
          </a:lstStyle>
          <a:p>
            <a:r>
              <a:rPr lang="fr-FR"/>
              <a:t>Merci</a:t>
            </a:r>
          </a:p>
        </p:txBody>
      </p:sp>
      <p:sp>
        <p:nvSpPr>
          <p:cNvPr id="23" name="Espace réservé du texte 48">
            <a:extLst>
              <a:ext uri="{FF2B5EF4-FFF2-40B4-BE49-F238E27FC236}">
                <a16:creationId xmlns:a16="http://schemas.microsoft.com/office/drawing/2014/main" id="{F2A86746-C112-CF3C-C315-3E1350718FC8}"/>
              </a:ext>
            </a:extLst>
          </p:cNvPr>
          <p:cNvSpPr>
            <a:spLocks noGrp="1"/>
          </p:cNvSpPr>
          <p:nvPr>
            <p:ph type="body" sz="quarter" idx="23" hasCustomPrompt="1"/>
          </p:nvPr>
        </p:nvSpPr>
        <p:spPr>
          <a:xfrm>
            <a:off x="537573" y="2573919"/>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Prénom NOM</a:t>
            </a:r>
          </a:p>
        </p:txBody>
      </p:sp>
      <p:pic>
        <p:nvPicPr>
          <p:cNvPr id="5" name="Image 4">
            <a:extLst>
              <a:ext uri="{FF2B5EF4-FFF2-40B4-BE49-F238E27FC236}">
                <a16:creationId xmlns:a16="http://schemas.microsoft.com/office/drawing/2014/main" id="{4D1F9F0E-6B68-F3EA-E15C-7DDA99FED52F}"/>
              </a:ext>
            </a:extLst>
          </p:cNvPr>
          <p:cNvPicPr>
            <a:picLocks noChangeAspect="1"/>
          </p:cNvPicPr>
          <p:nvPr userDrawn="1"/>
        </p:nvPicPr>
        <p:blipFill>
          <a:blip r:embed="rId3"/>
          <a:stretch>
            <a:fillRect/>
          </a:stretch>
        </p:blipFill>
        <p:spPr>
          <a:xfrm>
            <a:off x="1477745" y="5448402"/>
            <a:ext cx="360000" cy="360000"/>
          </a:xfrm>
          <a:prstGeom prst="rect">
            <a:avLst/>
          </a:prstGeom>
        </p:spPr>
      </p:pic>
      <p:pic>
        <p:nvPicPr>
          <p:cNvPr id="7" name="Image 6">
            <a:extLst>
              <a:ext uri="{FF2B5EF4-FFF2-40B4-BE49-F238E27FC236}">
                <a16:creationId xmlns:a16="http://schemas.microsoft.com/office/drawing/2014/main" id="{9680C985-85E9-988C-D0B6-19C144FB68D6}"/>
              </a:ext>
            </a:extLst>
          </p:cNvPr>
          <p:cNvPicPr>
            <a:picLocks noChangeAspect="1"/>
          </p:cNvPicPr>
          <p:nvPr userDrawn="1"/>
        </p:nvPicPr>
        <p:blipFill>
          <a:blip r:embed="rId4"/>
          <a:stretch>
            <a:fillRect/>
          </a:stretch>
        </p:blipFill>
        <p:spPr>
          <a:xfrm>
            <a:off x="1007660" y="5448402"/>
            <a:ext cx="360000" cy="360000"/>
          </a:xfrm>
          <a:prstGeom prst="rect">
            <a:avLst/>
          </a:prstGeom>
        </p:spPr>
      </p:pic>
      <p:pic>
        <p:nvPicPr>
          <p:cNvPr id="9" name="Image 8">
            <a:extLst>
              <a:ext uri="{FF2B5EF4-FFF2-40B4-BE49-F238E27FC236}">
                <a16:creationId xmlns:a16="http://schemas.microsoft.com/office/drawing/2014/main" id="{5B6A29D2-E715-5EF8-1C6A-63F304254A6A}"/>
              </a:ext>
            </a:extLst>
          </p:cNvPr>
          <p:cNvPicPr>
            <a:picLocks noChangeAspect="1"/>
          </p:cNvPicPr>
          <p:nvPr userDrawn="1"/>
        </p:nvPicPr>
        <p:blipFill>
          <a:blip r:embed="rId5"/>
          <a:stretch>
            <a:fillRect/>
          </a:stretch>
        </p:blipFill>
        <p:spPr>
          <a:xfrm>
            <a:off x="537575" y="5448468"/>
            <a:ext cx="360000" cy="360000"/>
          </a:xfrm>
          <a:prstGeom prst="rect">
            <a:avLst/>
          </a:prstGeom>
        </p:spPr>
      </p:pic>
      <p:pic>
        <p:nvPicPr>
          <p:cNvPr id="10" name="Graphique 9">
            <a:extLst>
              <a:ext uri="{FF2B5EF4-FFF2-40B4-BE49-F238E27FC236}">
                <a16:creationId xmlns:a16="http://schemas.microsoft.com/office/drawing/2014/main" id="{8633A241-0227-B87A-140A-5C5A57F3797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7575" y="6042302"/>
            <a:ext cx="1054283" cy="540000"/>
          </a:xfrm>
          <a:prstGeom prst="rect">
            <a:avLst/>
          </a:prstGeom>
        </p:spPr>
      </p:pic>
      <p:sp>
        <p:nvSpPr>
          <p:cNvPr id="17" name="Espace réservé du texte 48">
            <a:extLst>
              <a:ext uri="{FF2B5EF4-FFF2-40B4-BE49-F238E27FC236}">
                <a16:creationId xmlns:a16="http://schemas.microsoft.com/office/drawing/2014/main" id="{2ADCC2CA-006E-2254-D2F2-C280E6666786}"/>
              </a:ext>
            </a:extLst>
          </p:cNvPr>
          <p:cNvSpPr>
            <a:spLocks noGrp="1"/>
          </p:cNvSpPr>
          <p:nvPr>
            <p:ph type="body" sz="quarter" idx="24" hasCustomPrompt="1"/>
          </p:nvPr>
        </p:nvSpPr>
        <p:spPr>
          <a:xfrm>
            <a:off x="537573" y="3003506"/>
            <a:ext cx="4440825" cy="830997"/>
          </a:xfrm>
        </p:spPr>
        <p:txBody>
          <a:bodyPr wrap="square" lIns="0" tIns="0" rIns="0" bIns="0" anchor="t" anchorCtr="0">
            <a:spAutoFit/>
          </a:bodyPr>
          <a:lstStyle>
            <a:lvl1pPr algn="l">
              <a:lnSpc>
                <a:spcPct val="100000"/>
              </a:lnSpc>
              <a:spcBef>
                <a:spcPts val="0"/>
              </a:spcBef>
              <a:defRPr sz="1800" b="0" i="1">
                <a:solidFill>
                  <a:schemeClr val="bg1"/>
                </a:solidFill>
                <a:latin typeface="+mj-lt"/>
              </a:defRPr>
            </a:lvl1pPr>
          </a:lstStyle>
          <a:p>
            <a:pPr lvl="0"/>
            <a:r>
              <a:rPr lang="fr-FR"/>
              <a:t>Fonction</a:t>
            </a:r>
          </a:p>
          <a:p>
            <a:pPr lvl="0"/>
            <a:r>
              <a:rPr lang="fr-FR"/>
              <a:t>Email</a:t>
            </a:r>
          </a:p>
          <a:p>
            <a:pPr lvl="0"/>
            <a:r>
              <a:rPr lang="fr-FR"/>
              <a:t>Téléphone </a:t>
            </a:r>
          </a:p>
        </p:txBody>
      </p:sp>
      <p:sp>
        <p:nvSpPr>
          <p:cNvPr id="18" name="Espace réservé du texte 48">
            <a:extLst>
              <a:ext uri="{FF2B5EF4-FFF2-40B4-BE49-F238E27FC236}">
                <a16:creationId xmlns:a16="http://schemas.microsoft.com/office/drawing/2014/main" id="{5693FC0E-0802-F0EB-4BCE-1051DA822E68}"/>
              </a:ext>
            </a:extLst>
          </p:cNvPr>
          <p:cNvSpPr>
            <a:spLocks noGrp="1"/>
          </p:cNvSpPr>
          <p:nvPr>
            <p:ph type="body" sz="quarter" idx="25" hasCustomPrompt="1"/>
          </p:nvPr>
        </p:nvSpPr>
        <p:spPr>
          <a:xfrm>
            <a:off x="537573" y="2144332"/>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CONTACT</a:t>
            </a:r>
          </a:p>
        </p:txBody>
      </p:sp>
    </p:spTree>
    <p:extLst>
      <p:ext uri="{BB962C8B-B14F-4D97-AF65-F5344CB8AC3E}">
        <p14:creationId xmlns:p14="http://schemas.microsoft.com/office/powerpoint/2010/main" val="1730127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ctogrammes 01">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3DAFB4DF-6577-C5CC-FEF8-ADE6C1124775}"/>
              </a:ext>
            </a:extLst>
          </p:cNvPr>
          <p:cNvSpPr>
            <a:spLocks noGrp="1"/>
          </p:cNvSpPr>
          <p:nvPr>
            <p:ph type="title" hasCustomPrompt="1"/>
          </p:nvPr>
        </p:nvSpPr>
        <p:spPr>
          <a:xfrm>
            <a:off x="537575" y="849535"/>
            <a:ext cx="11086578" cy="369332"/>
          </a:xfrm>
        </p:spPr>
        <p:txBody>
          <a:bodyPr/>
          <a:lstStyle>
            <a:lvl1pPr>
              <a:defRPr sz="2000"/>
            </a:lvl1pPr>
          </a:lstStyle>
          <a:p>
            <a:r>
              <a:rPr lang="fr-FR"/>
              <a:t>Pictogrammes à copier-coller (couleur modifiable &gt; contour)</a:t>
            </a:r>
          </a:p>
        </p:txBody>
      </p:sp>
    </p:spTree>
    <p:extLst>
      <p:ext uri="{BB962C8B-B14F-4D97-AF65-F5344CB8AC3E}">
        <p14:creationId xmlns:p14="http://schemas.microsoft.com/office/powerpoint/2010/main" val="27912900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
        <p:nvSpPr>
          <p:cNvPr id="4" name="Forme libre 25">
            <a:extLst>
              <a:ext uri="{FF2B5EF4-FFF2-40B4-BE49-F238E27FC236}">
                <a16:creationId xmlns:a16="http://schemas.microsoft.com/office/drawing/2014/main" id="{78E7F50A-B738-C988-F41F-5ECC585067E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numéro de diapositive 29">
            <a:extLst>
              <a:ext uri="{FF2B5EF4-FFF2-40B4-BE49-F238E27FC236}">
                <a16:creationId xmlns:a16="http://schemas.microsoft.com/office/drawing/2014/main" id="{59F7C265-0D7C-932B-41B9-7D12EA7AE250}"/>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3" name="Espace réservé de la date 2">
            <a:extLst>
              <a:ext uri="{FF2B5EF4-FFF2-40B4-BE49-F238E27FC236}">
                <a16:creationId xmlns:a16="http://schemas.microsoft.com/office/drawing/2014/main" id="{816F8419-BA6B-8490-1224-921BA666620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5" name="Espace réservé du pied de page 3">
            <a:extLst>
              <a:ext uri="{FF2B5EF4-FFF2-40B4-BE49-F238E27FC236}">
                <a16:creationId xmlns:a16="http://schemas.microsoft.com/office/drawing/2014/main" id="{D90D4573-381C-58A2-E512-7A628CC6423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Tree>
    <p:extLst>
      <p:ext uri="{BB962C8B-B14F-4D97-AF65-F5344CB8AC3E}">
        <p14:creationId xmlns:p14="http://schemas.microsoft.com/office/powerpoint/2010/main" val="1047365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 name="Forme libre 25">
            <a:extLst>
              <a:ext uri="{FF2B5EF4-FFF2-40B4-BE49-F238E27FC236}">
                <a16:creationId xmlns:a16="http://schemas.microsoft.com/office/drawing/2014/main" id="{1F86ED98-ECB6-B545-B96D-487DB096D68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titre 1">
            <a:extLst>
              <a:ext uri="{FF2B5EF4-FFF2-40B4-BE49-F238E27FC236}">
                <a16:creationId xmlns:a16="http://schemas.microsoft.com/office/drawing/2014/main" id="{A54A61B3-8DF8-A1A6-BC1C-0E727CB26CA1}"/>
              </a:ext>
            </a:extLst>
          </p:cNvPr>
          <p:cNvSpPr>
            <a:spLocks noGrp="1"/>
          </p:cNvSpPr>
          <p:nvPr>
            <p:ph type="title"/>
          </p:nvPr>
        </p:nvSpPr>
        <p:spPr>
          <a:xfrm>
            <a:off x="537575" y="849535"/>
            <a:ext cx="11086578" cy="590931"/>
          </a:xfrm>
          <a:prstGeom prst="rect">
            <a:avLst/>
          </a:prstGeom>
        </p:spPr>
        <p:txBody>
          <a:bodyPr vert="horz" wrap="square" lIns="91440" tIns="45720" rIns="91440" bIns="45720" rtlCol="0" anchor="t" anchorCtr="0">
            <a:spAutoFit/>
          </a:bodyPr>
          <a:lstStyle/>
          <a:p>
            <a:r>
              <a:rPr lang="fr-FR"/>
              <a:t>Titre de la slide</a:t>
            </a:r>
          </a:p>
        </p:txBody>
      </p:sp>
      <p:sp>
        <p:nvSpPr>
          <p:cNvPr id="3" name="Espace réservé du texte 2">
            <a:extLst>
              <a:ext uri="{FF2B5EF4-FFF2-40B4-BE49-F238E27FC236}">
                <a16:creationId xmlns:a16="http://schemas.microsoft.com/office/drawing/2014/main" id="{1F692DB4-FE59-0C09-79A5-C9DD1B631E18}"/>
              </a:ext>
            </a:extLst>
          </p:cNvPr>
          <p:cNvSpPr>
            <a:spLocks noGrp="1"/>
          </p:cNvSpPr>
          <p:nvPr>
            <p:ph type="body" idx="1"/>
          </p:nvPr>
        </p:nvSpPr>
        <p:spPr>
          <a:xfrm>
            <a:off x="537575" y="2175048"/>
            <a:ext cx="11086578" cy="3820891"/>
          </a:xfrm>
          <a:prstGeom prst="rect">
            <a:avLst/>
          </a:prstGeom>
        </p:spPr>
        <p:txBody>
          <a:bodyPr vert="horz" lIns="91440" tIns="45720" rIns="91440" bIns="45720" rtlCol="0">
            <a:normAutofit/>
          </a:body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4" name="Espace réservé de la date 3">
            <a:extLst>
              <a:ext uri="{FF2B5EF4-FFF2-40B4-BE49-F238E27FC236}">
                <a16:creationId xmlns:a16="http://schemas.microsoft.com/office/drawing/2014/main" id="{99399531-832D-5914-A0E6-C1277C081489}"/>
              </a:ext>
            </a:extLst>
          </p:cNvPr>
          <p:cNvSpPr>
            <a:spLocks noGrp="1"/>
          </p:cNvSpPr>
          <p:nvPr>
            <p:ph type="dt" sz="half" idx="2"/>
          </p:nvPr>
        </p:nvSpPr>
        <p:spPr>
          <a:xfrm>
            <a:off x="10748077" y="6426109"/>
            <a:ext cx="835015" cy="215444"/>
          </a:xfrm>
          <a:prstGeom prst="rect">
            <a:avLst/>
          </a:prstGeom>
        </p:spPr>
        <p:txBody>
          <a:bodyPr vert="horz" wrap="square" lIns="0" tIns="45720" rIns="0" bIns="45720" rtlCol="0" anchor="ctr">
            <a:spAutoFit/>
          </a:bodyPr>
          <a:lstStyle>
            <a:lvl1pPr algn="l">
              <a:defRPr sz="800">
                <a:solidFill>
                  <a:schemeClr val="tx1"/>
                </a:solidFill>
              </a:defRPr>
            </a:lvl1pPr>
          </a:lstStyle>
          <a:p>
            <a:r>
              <a:rPr lang="fr-FR"/>
              <a:t>MOIS ANNÉE</a:t>
            </a:r>
          </a:p>
        </p:txBody>
      </p:sp>
      <p:sp>
        <p:nvSpPr>
          <p:cNvPr id="5" name="Espace réservé du pied de page 4">
            <a:extLst>
              <a:ext uri="{FF2B5EF4-FFF2-40B4-BE49-F238E27FC236}">
                <a16:creationId xmlns:a16="http://schemas.microsoft.com/office/drawing/2014/main" id="{D4E7768A-5EBE-0A78-FD15-72356CDE7A1E}"/>
              </a:ext>
            </a:extLst>
          </p:cNvPr>
          <p:cNvSpPr>
            <a:spLocks noGrp="1"/>
          </p:cNvSpPr>
          <p:nvPr>
            <p:ph type="ftr" sz="quarter" idx="3"/>
          </p:nvPr>
        </p:nvSpPr>
        <p:spPr>
          <a:xfrm>
            <a:off x="8255632" y="6426110"/>
            <a:ext cx="2492445" cy="215444"/>
          </a:xfrm>
          <a:prstGeom prst="rect">
            <a:avLst/>
          </a:prstGeom>
        </p:spPr>
        <p:txBody>
          <a:bodyPr vert="horz" wrap="square" lIns="91440" tIns="45720" rIns="91440" bIns="45720" rtlCol="0" anchor="ctr">
            <a:spAutoFit/>
          </a:bodyPr>
          <a:lstStyle>
            <a:lvl1pPr algn="r">
              <a:defRPr sz="800">
                <a:solidFill>
                  <a:schemeClr val="tx1"/>
                </a:solidFill>
                <a:latin typeface="+mj-lt"/>
              </a:defRPr>
            </a:lvl1pPr>
          </a:lstStyle>
          <a:p>
            <a:r>
              <a:rPr lang="fr-FR"/>
              <a:t>BOUYGUES CONSTRUCTION | </a:t>
            </a:r>
          </a:p>
        </p:txBody>
      </p:sp>
      <p:sp>
        <p:nvSpPr>
          <p:cNvPr id="30" name="Espace réservé du numéro de diapositive 29">
            <a:extLst>
              <a:ext uri="{FF2B5EF4-FFF2-40B4-BE49-F238E27FC236}">
                <a16:creationId xmlns:a16="http://schemas.microsoft.com/office/drawing/2014/main" id="{6980B1DF-90E7-C3FD-93C1-9975E2A0EF5B}"/>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374980956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 id="2147483744" r:id="rId21"/>
    <p:sldLayoutId id="2147483745" r:id="rId22"/>
    <p:sldLayoutId id="2147483746" r:id="rId23"/>
    <p:sldLayoutId id="2147483747" r:id="rId24"/>
    <p:sldLayoutId id="2147483748" r:id="rId25"/>
  </p:sldLayoutIdLst>
  <p:hf hd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bouyguesconstruction.sharepoint.com/:p:/r/sites/BYCN_IT/_layouts/15/Doc.aspx?sourcedoc=%7B94336CFA-1741-4F75-97ED-FE536208AEC4%7D&amp;file=202405%20-%20BYCN%20DIGITAL%20synth%25u00e8se%20Strat%25u00e9gies%20Digital.ppsx&amp;action=edit&amp;mobileredirect=true" TargetMode="Externa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0.emf"/><Relationship Id="rId2" Type="http://schemas.microsoft.com/office/2018/10/relationships/comments" Target="../comments/modernComment_7FF64BE0_8EEDC238.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1.emf"/><Relationship Id="rId2" Type="http://schemas.microsoft.com/office/2018/10/relationships/comments" Target="../comments/modernComment_7FF64BE1_5A799B4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18/10/relationships/comments" Target="../comments/modernComment_7FF64BE4_9F9FFB50.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hyperlink" Target="https://bouyguesconstruction.sharepoint.com/:u:/r/sites/bycnitbycnitdacdsarchitecture/Shared%20Documents/General/Projets/026%20-%20MOM%20(expertise)/02%20-%20Production/MDM%20-%20Secure%20Agent%20-%20AZ%20Service%20Bus.vsdx?d=w76ce969cc84147218793948881982f07&amp;csf=1&amp;web=1&amp;e=k9Je9g"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C123C7-5594-6067-0C85-586BB8389691}"/>
              </a:ext>
            </a:extLst>
          </p:cNvPr>
          <p:cNvSpPr>
            <a:spLocks noGrp="1"/>
          </p:cNvSpPr>
          <p:nvPr>
            <p:ph type="title"/>
          </p:nvPr>
        </p:nvSpPr>
        <p:spPr>
          <a:xfrm>
            <a:off x="6096001" y="1725457"/>
            <a:ext cx="5867400" cy="2336024"/>
          </a:xfrm>
        </p:spPr>
        <p:txBody>
          <a:bodyPr/>
          <a:lstStyle/>
          <a:p>
            <a:r>
              <a:rPr lang="fr-FR" sz="5400"/>
              <a:t>Synthèse de l’étude d’architecture</a:t>
            </a:r>
            <a:endParaRPr lang="fr-FR"/>
          </a:p>
        </p:txBody>
      </p:sp>
      <p:sp>
        <p:nvSpPr>
          <p:cNvPr id="3" name="Espace réservé du texte 2">
            <a:extLst>
              <a:ext uri="{FF2B5EF4-FFF2-40B4-BE49-F238E27FC236}">
                <a16:creationId xmlns:a16="http://schemas.microsoft.com/office/drawing/2014/main" id="{0166EC33-8E82-53FA-0D48-60D66550F139}"/>
              </a:ext>
            </a:extLst>
          </p:cNvPr>
          <p:cNvSpPr>
            <a:spLocks noGrp="1"/>
          </p:cNvSpPr>
          <p:nvPr>
            <p:ph type="body" sz="quarter" idx="13"/>
          </p:nvPr>
        </p:nvSpPr>
        <p:spPr>
          <a:xfrm>
            <a:off x="6391204" y="4120914"/>
            <a:ext cx="5572195" cy="1255728"/>
          </a:xfrm>
        </p:spPr>
        <p:txBody>
          <a:bodyPr/>
          <a:lstStyle/>
          <a:p>
            <a:r>
              <a:rPr lang="fr-FR" sz="2800" dirty="0"/>
              <a:t>Usage de Azure Service Bus pour l’apport de l’évènementiel dans la médiation</a:t>
            </a:r>
          </a:p>
        </p:txBody>
      </p:sp>
      <p:sp>
        <p:nvSpPr>
          <p:cNvPr id="4" name="Espace réservé de la date 3">
            <a:extLst>
              <a:ext uri="{FF2B5EF4-FFF2-40B4-BE49-F238E27FC236}">
                <a16:creationId xmlns:a16="http://schemas.microsoft.com/office/drawing/2014/main" id="{52935FAE-A38C-1997-2ED1-57B1CE76F0E7}"/>
              </a:ext>
            </a:extLst>
          </p:cNvPr>
          <p:cNvSpPr>
            <a:spLocks noGrp="1"/>
          </p:cNvSpPr>
          <p:nvPr>
            <p:ph type="dt" sz="half" idx="10"/>
          </p:nvPr>
        </p:nvSpPr>
        <p:spPr>
          <a:xfrm>
            <a:off x="6391204" y="5905998"/>
            <a:ext cx="2008008" cy="246221"/>
          </a:xfrm>
        </p:spPr>
        <p:txBody>
          <a:bodyPr/>
          <a:lstStyle/>
          <a:p>
            <a:r>
              <a:rPr lang="fr-FR" dirty="0"/>
              <a:t>24/10/2024</a:t>
            </a:r>
          </a:p>
        </p:txBody>
      </p:sp>
      <p:sp>
        <p:nvSpPr>
          <p:cNvPr id="5" name="Espace réservé pour une image  4">
            <a:extLst>
              <a:ext uri="{FF2B5EF4-FFF2-40B4-BE49-F238E27FC236}">
                <a16:creationId xmlns:a16="http://schemas.microsoft.com/office/drawing/2014/main" id="{AE619BCE-365E-341F-D4CB-840A285F11A6}"/>
              </a:ext>
            </a:extLst>
          </p:cNvPr>
          <p:cNvSpPr>
            <a:spLocks noGrp="1"/>
          </p:cNvSpPr>
          <p:nvPr>
            <p:ph type="pic" sz="quarter" idx="14"/>
          </p:nvPr>
        </p:nvSpPr>
        <p:spPr/>
        <p:txBody>
          <a:bodyPr/>
          <a:lstStyle/>
          <a:p>
            <a:endParaRPr lang="fr-FR"/>
          </a:p>
        </p:txBody>
      </p:sp>
    </p:spTree>
    <p:extLst>
      <p:ext uri="{BB962C8B-B14F-4D97-AF65-F5344CB8AC3E}">
        <p14:creationId xmlns:p14="http://schemas.microsoft.com/office/powerpoint/2010/main" val="2021688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E785C4-E6D1-6532-DF3D-089F8B852C45}"/>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C426D15B-40C8-B3D8-3916-59AD19CAB97D}"/>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12"/>
          </p:nvPr>
        </p:nvSpPr>
        <p:spPr/>
        <p:txBody>
          <a:bodyPr/>
          <a:lstStyle/>
          <a:p>
            <a:fld id="{CD166EB1-B284-8541-B839-321F682B6B05}" type="slidenum">
              <a:rPr lang="fr-FR" smtClean="0"/>
              <a:pPr/>
              <a:t>2</a:t>
            </a:fld>
            <a:endParaRPr lang="fr-FR"/>
          </a:p>
        </p:txBody>
      </p:sp>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sz="3600" dirty="0"/>
              <a:t>Introduction &amp; objectifs</a:t>
            </a:r>
            <a:endParaRPr lang="fr-FR" dirty="0"/>
          </a:p>
        </p:txBody>
      </p:sp>
      <p:sp>
        <p:nvSpPr>
          <p:cNvPr id="6" name="Espace réservé du texte 5">
            <a:extLst>
              <a:ext uri="{FF2B5EF4-FFF2-40B4-BE49-F238E27FC236}">
                <a16:creationId xmlns:a16="http://schemas.microsoft.com/office/drawing/2014/main" id="{BE224C2A-42FC-34C5-1084-194E74C19D88}"/>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0069ABFA-1EF0-2DB2-B007-FB044331B9DD}"/>
              </a:ext>
            </a:extLst>
          </p:cNvPr>
          <p:cNvSpPr>
            <a:spLocks noGrp="1"/>
          </p:cNvSpPr>
          <p:nvPr>
            <p:ph type="body" sz="quarter" idx="30"/>
          </p:nvPr>
        </p:nvSpPr>
        <p:spPr/>
        <p:txBody>
          <a:bodyPr/>
          <a:lstStyle/>
          <a:p>
            <a:endParaRPr lang="fr-FR"/>
          </a:p>
        </p:txBody>
      </p:sp>
      <p:sp>
        <p:nvSpPr>
          <p:cNvPr id="8" name="Espace réservé du texte 2">
            <a:extLst>
              <a:ext uri="{FF2B5EF4-FFF2-40B4-BE49-F238E27FC236}">
                <a16:creationId xmlns:a16="http://schemas.microsoft.com/office/drawing/2014/main" id="{B175A0BF-6A7B-E586-CC7D-569872214755}"/>
              </a:ext>
            </a:extLst>
          </p:cNvPr>
          <p:cNvSpPr txBox="1">
            <a:spLocks/>
          </p:cNvSpPr>
          <p:nvPr/>
        </p:nvSpPr>
        <p:spPr>
          <a:xfrm>
            <a:off x="538163" y="1651862"/>
            <a:ext cx="11085990" cy="4853713"/>
          </a:xfrm>
          <a:prstGeom prst="rect">
            <a:avLst/>
          </a:prstGeom>
        </p:spPr>
        <p:txBody>
          <a:bodyPr>
            <a:normAutofit/>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dirty="0">
                <a:latin typeface="Verdana (Corps)"/>
              </a:rPr>
              <a:t>Éléments clés du contexte</a:t>
            </a:r>
          </a:p>
          <a:p>
            <a:pPr>
              <a:lnSpc>
                <a:spcPct val="100000"/>
              </a:lnSpc>
              <a:spcBef>
                <a:spcPts val="0"/>
              </a:spcBef>
            </a:pPr>
            <a:r>
              <a:rPr lang="fr-FR" sz="1400" dirty="0">
                <a:solidFill>
                  <a:schemeClr val="tx1"/>
                </a:solidFill>
                <a:latin typeface="Verdana (Corps)"/>
              </a:rPr>
              <a:t>L’arrivé du MOM doit nous permettre de répondre à deux problématiques :</a:t>
            </a:r>
          </a:p>
          <a:p>
            <a:pPr marL="285750" indent="-285750">
              <a:lnSpc>
                <a:spcPct val="100000"/>
              </a:lnSpc>
              <a:spcBef>
                <a:spcPts val="0"/>
              </a:spcBef>
              <a:buFont typeface="Arial" panose="020B0604020202020204" pitchFamily="34" charset="0"/>
              <a:buChar char="•"/>
            </a:pPr>
            <a:r>
              <a:rPr lang="fr-FR" sz="1400" dirty="0">
                <a:solidFill>
                  <a:schemeClr val="tx1"/>
                </a:solidFill>
                <a:latin typeface="Verdana (Corps)"/>
              </a:rPr>
              <a:t>Diffusion des éléments de référentiels dans le système d’information.</a:t>
            </a:r>
          </a:p>
          <a:p>
            <a:pPr marL="285750" indent="-285750">
              <a:lnSpc>
                <a:spcPct val="100000"/>
              </a:lnSpc>
              <a:spcBef>
                <a:spcPts val="0"/>
              </a:spcBef>
              <a:buFont typeface="Arial" panose="020B0604020202020204" pitchFamily="34" charset="0"/>
              <a:buChar char="•"/>
            </a:pPr>
            <a:r>
              <a:rPr lang="fr-FR" sz="1400" dirty="0">
                <a:solidFill>
                  <a:schemeClr val="tx1"/>
                </a:solidFill>
                <a:latin typeface="Verdana (Corps)"/>
              </a:rPr>
              <a:t>Mode </a:t>
            </a:r>
            <a:r>
              <a:rPr lang="fr-FR" sz="1400" dirty="0" err="1">
                <a:solidFill>
                  <a:schemeClr val="tx1"/>
                </a:solidFill>
                <a:latin typeface="Verdana (Corps)"/>
              </a:rPr>
              <a:t>Publish</a:t>
            </a:r>
            <a:r>
              <a:rPr lang="fr-FR" sz="1400" dirty="0">
                <a:solidFill>
                  <a:schemeClr val="tx1"/>
                </a:solidFill>
                <a:latin typeface="Verdana (Corps)"/>
              </a:rPr>
              <a:t>/</a:t>
            </a:r>
            <a:r>
              <a:rPr lang="fr-FR" sz="1400" dirty="0" err="1">
                <a:solidFill>
                  <a:schemeClr val="tx1"/>
                </a:solidFill>
                <a:latin typeface="Verdana (Corps)"/>
              </a:rPr>
              <a:t>Subscribe</a:t>
            </a:r>
            <a:r>
              <a:rPr lang="fr-FR" sz="1400" dirty="0">
                <a:solidFill>
                  <a:schemeClr val="tx1"/>
                </a:solidFill>
                <a:latin typeface="Verdana (Corps)"/>
              </a:rPr>
              <a:t> sur la gestion évènementielle dans le Système d’Information.</a:t>
            </a:r>
          </a:p>
          <a:p>
            <a:pPr>
              <a:lnSpc>
                <a:spcPct val="100000"/>
              </a:lnSpc>
              <a:spcBef>
                <a:spcPts val="0"/>
              </a:spcBef>
            </a:pPr>
            <a:endParaRPr lang="fr-FR" sz="1400" dirty="0">
              <a:latin typeface="Verdana (Corps)"/>
            </a:endParaRPr>
          </a:p>
          <a:p>
            <a:pPr>
              <a:lnSpc>
                <a:spcPct val="100000"/>
              </a:lnSpc>
              <a:spcBef>
                <a:spcPts val="0"/>
              </a:spcBef>
            </a:pPr>
            <a:r>
              <a:rPr lang="fr-FR" sz="1400" b="1" dirty="0">
                <a:latin typeface="Verdana (Corps)"/>
              </a:rPr>
              <a:t>Quel est le problème et quelles sont les questions connexes ?</a:t>
            </a:r>
          </a:p>
          <a:p>
            <a:pPr>
              <a:lnSpc>
                <a:spcPct val="100000"/>
              </a:lnSpc>
              <a:spcBef>
                <a:spcPts val="0"/>
              </a:spcBef>
            </a:pPr>
            <a:r>
              <a:rPr lang="fr-FR" sz="1400" dirty="0">
                <a:solidFill>
                  <a:schemeClr val="tx1"/>
                </a:solidFill>
                <a:latin typeface="Verdana (Corps)"/>
              </a:rPr>
              <a:t>Comment prévoyons nous d’utiliser le MOM</a:t>
            </a:r>
          </a:p>
          <a:p>
            <a:pPr marL="171450" indent="-171450">
              <a:lnSpc>
                <a:spcPct val="100000"/>
              </a:lnSpc>
              <a:spcBef>
                <a:spcPts val="0"/>
              </a:spcBef>
              <a:buFont typeface="Arial" panose="020B0604020202020204" pitchFamily="34" charset="0"/>
              <a:buChar char="•"/>
            </a:pPr>
            <a:r>
              <a:rPr lang="fr-FR" sz="1400" dirty="0">
                <a:solidFill>
                  <a:schemeClr val="tx1"/>
                </a:solidFill>
                <a:latin typeface="Verdana (Corps)"/>
              </a:rPr>
              <a:t>Intégration avec le modèle SOA</a:t>
            </a:r>
          </a:p>
          <a:p>
            <a:pPr marL="171450" indent="-171450">
              <a:lnSpc>
                <a:spcPct val="100000"/>
              </a:lnSpc>
              <a:spcBef>
                <a:spcPts val="0"/>
              </a:spcBef>
              <a:buFont typeface="Arial" panose="020B0604020202020204" pitchFamily="34" charset="0"/>
              <a:buChar char="•"/>
            </a:pPr>
            <a:r>
              <a:rPr lang="fr-FR" sz="1400" dirty="0">
                <a:solidFill>
                  <a:schemeClr val="tx1"/>
                </a:solidFill>
                <a:latin typeface="Verdana (Corps)"/>
              </a:rPr>
              <a:t>Granularité fonctionnelle des objets qui vont transiter dans les TOPICS</a:t>
            </a:r>
          </a:p>
          <a:p>
            <a:pPr marL="171450" indent="-171450">
              <a:lnSpc>
                <a:spcPct val="100000"/>
              </a:lnSpc>
              <a:spcBef>
                <a:spcPts val="0"/>
              </a:spcBef>
              <a:buFont typeface="Arial" panose="020B0604020202020204" pitchFamily="34" charset="0"/>
              <a:buChar char="•"/>
            </a:pPr>
            <a:r>
              <a:rPr lang="fr-FR" sz="1400" dirty="0">
                <a:solidFill>
                  <a:schemeClr val="tx1"/>
                </a:solidFill>
                <a:latin typeface="Verdana (Corps)"/>
              </a:rPr>
              <a:t>Granularité des topics</a:t>
            </a:r>
          </a:p>
          <a:p>
            <a:pPr>
              <a:lnSpc>
                <a:spcPct val="100000"/>
              </a:lnSpc>
              <a:spcBef>
                <a:spcPts val="0"/>
              </a:spcBef>
            </a:pPr>
            <a:endParaRPr lang="fr-FR" sz="1400" dirty="0">
              <a:latin typeface="Verdana (Corps)"/>
            </a:endParaRPr>
          </a:p>
          <a:p>
            <a:pPr>
              <a:lnSpc>
                <a:spcPct val="100000"/>
              </a:lnSpc>
              <a:spcBef>
                <a:spcPts val="0"/>
              </a:spcBef>
            </a:pPr>
            <a:r>
              <a:rPr lang="fr-FR" sz="1400" b="1" dirty="0">
                <a:latin typeface="Verdana (Corps)"/>
              </a:rPr>
              <a:t>Quels sont les scénarios examinés, avec les éléments clés de l'analyse ?</a:t>
            </a:r>
          </a:p>
          <a:p>
            <a:pPr>
              <a:lnSpc>
                <a:spcPct val="100000"/>
              </a:lnSpc>
              <a:spcBef>
                <a:spcPts val="0"/>
              </a:spcBef>
            </a:pPr>
            <a:r>
              <a:rPr lang="fr-FR" sz="1400" dirty="0">
                <a:solidFill>
                  <a:schemeClr val="tx1"/>
                </a:solidFill>
                <a:latin typeface="Verdana (Corps)"/>
              </a:rPr>
              <a:t>Ils sont multiples sur les 3 critères</a:t>
            </a:r>
          </a:p>
          <a:p>
            <a:pPr>
              <a:lnSpc>
                <a:spcPct val="100000"/>
              </a:lnSpc>
              <a:spcBef>
                <a:spcPts val="0"/>
              </a:spcBef>
            </a:pPr>
            <a:r>
              <a:rPr lang="fr-FR" sz="1400" dirty="0">
                <a:solidFill>
                  <a:schemeClr val="tx1"/>
                </a:solidFill>
                <a:latin typeface="Verdana (Corps)"/>
              </a:rPr>
              <a:t>Chacun des critères doit être évalué sur les différentes options</a:t>
            </a:r>
          </a:p>
          <a:p>
            <a:pPr marL="171450" indent="-171450">
              <a:lnSpc>
                <a:spcPct val="100000"/>
              </a:lnSpc>
              <a:spcBef>
                <a:spcPts val="0"/>
              </a:spcBef>
              <a:buFont typeface="Arial" panose="020B0604020202020204" pitchFamily="34" charset="0"/>
              <a:buChar char="•"/>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p:txBody>
      </p:sp>
    </p:spTree>
    <p:extLst>
      <p:ext uri="{BB962C8B-B14F-4D97-AF65-F5344CB8AC3E}">
        <p14:creationId xmlns:p14="http://schemas.microsoft.com/office/powerpoint/2010/main" val="3397072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D5AC43D-DF37-31DD-CAE3-4C836B946BBB}"/>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061B6DC1-CB31-A060-747E-AD2A20FA5067}"/>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EB040CCF-E603-018E-3F2F-450278630960}"/>
              </a:ext>
            </a:extLst>
          </p:cNvPr>
          <p:cNvSpPr>
            <a:spLocks noGrp="1"/>
          </p:cNvSpPr>
          <p:nvPr>
            <p:ph type="sldNum" sz="quarter" idx="12"/>
          </p:nvPr>
        </p:nvSpPr>
        <p:spPr/>
        <p:txBody>
          <a:bodyPr/>
          <a:lstStyle/>
          <a:p>
            <a:fld id="{CD166EB1-B284-8541-B839-321F682B6B05}" type="slidenum">
              <a:rPr lang="fr-FR" smtClean="0"/>
              <a:pPr/>
              <a:t>3</a:t>
            </a:fld>
            <a:endParaRPr lang="fr-FR"/>
          </a:p>
        </p:txBody>
      </p:sp>
      <p:sp>
        <p:nvSpPr>
          <p:cNvPr id="5" name="Titre 4">
            <a:extLst>
              <a:ext uri="{FF2B5EF4-FFF2-40B4-BE49-F238E27FC236}">
                <a16:creationId xmlns:a16="http://schemas.microsoft.com/office/drawing/2014/main" id="{A01956FB-DF47-2160-8669-3B9236CA4374}"/>
              </a:ext>
            </a:extLst>
          </p:cNvPr>
          <p:cNvSpPr>
            <a:spLocks noGrp="1"/>
          </p:cNvSpPr>
          <p:nvPr>
            <p:ph type="title"/>
          </p:nvPr>
        </p:nvSpPr>
        <p:spPr/>
        <p:txBody>
          <a:bodyPr/>
          <a:lstStyle/>
          <a:p>
            <a:r>
              <a:rPr lang="fr-FR" dirty="0"/>
              <a:t>Intégration EDA dans SOA</a:t>
            </a:r>
          </a:p>
        </p:txBody>
      </p:sp>
      <p:sp>
        <p:nvSpPr>
          <p:cNvPr id="6" name="Espace réservé du texte 5">
            <a:extLst>
              <a:ext uri="{FF2B5EF4-FFF2-40B4-BE49-F238E27FC236}">
                <a16:creationId xmlns:a16="http://schemas.microsoft.com/office/drawing/2014/main" id="{F8F987A8-0F53-075B-1260-04FC00C53774}"/>
              </a:ext>
            </a:extLst>
          </p:cNvPr>
          <p:cNvSpPr>
            <a:spLocks noGrp="1"/>
          </p:cNvSpPr>
          <p:nvPr>
            <p:ph type="body" sz="quarter" idx="19"/>
          </p:nvPr>
        </p:nvSpPr>
        <p:spPr/>
        <p:txBody>
          <a:bodyPr/>
          <a:lstStyle/>
          <a:p>
            <a:endParaRPr lang="fr-FR" dirty="0"/>
          </a:p>
        </p:txBody>
      </p:sp>
      <p:sp>
        <p:nvSpPr>
          <p:cNvPr id="7" name="Espace réservé du texte 6">
            <a:extLst>
              <a:ext uri="{FF2B5EF4-FFF2-40B4-BE49-F238E27FC236}">
                <a16:creationId xmlns:a16="http://schemas.microsoft.com/office/drawing/2014/main" id="{869E17C0-7917-E518-1FF9-672B5098C3E1}"/>
              </a:ext>
            </a:extLst>
          </p:cNvPr>
          <p:cNvSpPr>
            <a:spLocks noGrp="1"/>
          </p:cNvSpPr>
          <p:nvPr>
            <p:ph type="body" sz="quarter" idx="30"/>
          </p:nvPr>
        </p:nvSpPr>
        <p:spPr/>
        <p:txBody>
          <a:bodyPr/>
          <a:lstStyle/>
          <a:p>
            <a:endParaRPr lang="fr-FR"/>
          </a:p>
        </p:txBody>
      </p:sp>
      <p:sp>
        <p:nvSpPr>
          <p:cNvPr id="8" name="Espace réservé du texte 2">
            <a:extLst>
              <a:ext uri="{FF2B5EF4-FFF2-40B4-BE49-F238E27FC236}">
                <a16:creationId xmlns:a16="http://schemas.microsoft.com/office/drawing/2014/main" id="{8573BAF2-D734-3EF7-6DB2-60DD0322677A}"/>
              </a:ext>
            </a:extLst>
          </p:cNvPr>
          <p:cNvSpPr txBox="1">
            <a:spLocks/>
          </p:cNvSpPr>
          <p:nvPr/>
        </p:nvSpPr>
        <p:spPr>
          <a:xfrm>
            <a:off x="538163" y="1651862"/>
            <a:ext cx="11085990" cy="4853713"/>
          </a:xfrm>
          <a:prstGeom prst="rect">
            <a:avLst/>
          </a:prstGeom>
        </p:spPr>
        <p:txBody>
          <a:bodyPr>
            <a:normAutofit/>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dirty="0">
                <a:solidFill>
                  <a:schemeClr val="tx1"/>
                </a:solidFill>
                <a:latin typeface="Verdana (Corps)"/>
              </a:rPr>
              <a:t>L’intégration du modèle évènementiel dans le Système d’Information BYCN ne doit pas remettre en cause les premières injonctions exposées dans la Stratégie Digitale BYCN</a:t>
            </a:r>
          </a:p>
          <a:p>
            <a:pPr>
              <a:lnSpc>
                <a:spcPct val="100000"/>
              </a:lnSpc>
              <a:spcBef>
                <a:spcPts val="0"/>
              </a:spcBef>
            </a:pPr>
            <a:endParaRPr lang="fr-FR" sz="1400" dirty="0">
              <a:solidFill>
                <a:schemeClr val="tx1"/>
              </a:solidFill>
              <a:latin typeface="Verdana (Corps)"/>
            </a:endParaRPr>
          </a:p>
          <a:p>
            <a:pPr>
              <a:lnSpc>
                <a:spcPct val="100000"/>
              </a:lnSpc>
              <a:spcBef>
                <a:spcPts val="0"/>
              </a:spcBef>
            </a:pPr>
            <a:r>
              <a:rPr lang="fr-FR" sz="1400" dirty="0">
                <a:solidFill>
                  <a:schemeClr val="tx1"/>
                </a:solidFill>
                <a:latin typeface="Verdana (Corps)"/>
                <a:hlinkClick r:id="rId2"/>
              </a:rPr>
              <a:t>Stratégies Digitales</a:t>
            </a: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p:txBody>
      </p:sp>
      <p:pic>
        <p:nvPicPr>
          <p:cNvPr id="14" name="Image 13">
            <a:extLst>
              <a:ext uri="{FF2B5EF4-FFF2-40B4-BE49-F238E27FC236}">
                <a16:creationId xmlns:a16="http://schemas.microsoft.com/office/drawing/2014/main" id="{5DDBC5AF-0863-57F1-BB60-D54530ED1207}"/>
              </a:ext>
            </a:extLst>
          </p:cNvPr>
          <p:cNvPicPr>
            <a:picLocks noChangeAspect="1"/>
          </p:cNvPicPr>
          <p:nvPr/>
        </p:nvPicPr>
        <p:blipFill>
          <a:blip r:embed="rId3"/>
          <a:stretch>
            <a:fillRect/>
          </a:stretch>
        </p:blipFill>
        <p:spPr>
          <a:xfrm>
            <a:off x="3537528" y="2173066"/>
            <a:ext cx="7847318" cy="4041647"/>
          </a:xfrm>
          <a:prstGeom prst="rect">
            <a:avLst/>
          </a:prstGeom>
        </p:spPr>
      </p:pic>
    </p:spTree>
    <p:extLst>
      <p:ext uri="{BB962C8B-B14F-4D97-AF65-F5344CB8AC3E}">
        <p14:creationId xmlns:p14="http://schemas.microsoft.com/office/powerpoint/2010/main" val="554387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FECAC9E-20EE-84F7-FF9A-9BCFE2D6E120}"/>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18F637A5-2BD4-1314-D43D-5D0D93FEB43E}"/>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6F8446CB-66BF-3021-2F3C-D54BE7B3AEF6}"/>
              </a:ext>
            </a:extLst>
          </p:cNvPr>
          <p:cNvSpPr>
            <a:spLocks noGrp="1"/>
          </p:cNvSpPr>
          <p:nvPr>
            <p:ph type="sldNum" sz="quarter" idx="12"/>
          </p:nvPr>
        </p:nvSpPr>
        <p:spPr/>
        <p:txBody>
          <a:bodyPr/>
          <a:lstStyle/>
          <a:p>
            <a:fld id="{CD166EB1-B284-8541-B839-321F682B6B05}" type="slidenum">
              <a:rPr lang="fr-FR" smtClean="0"/>
              <a:pPr/>
              <a:t>4</a:t>
            </a:fld>
            <a:endParaRPr lang="fr-FR"/>
          </a:p>
        </p:txBody>
      </p:sp>
      <p:sp>
        <p:nvSpPr>
          <p:cNvPr id="5" name="Titre 4">
            <a:extLst>
              <a:ext uri="{FF2B5EF4-FFF2-40B4-BE49-F238E27FC236}">
                <a16:creationId xmlns:a16="http://schemas.microsoft.com/office/drawing/2014/main" id="{A95B891A-E766-2C48-4E9D-AF2AED305F36}"/>
              </a:ext>
            </a:extLst>
          </p:cNvPr>
          <p:cNvSpPr>
            <a:spLocks noGrp="1"/>
          </p:cNvSpPr>
          <p:nvPr>
            <p:ph type="title"/>
          </p:nvPr>
        </p:nvSpPr>
        <p:spPr/>
        <p:txBody>
          <a:bodyPr/>
          <a:lstStyle/>
          <a:p>
            <a:r>
              <a:rPr lang="fr-FR" dirty="0"/>
              <a:t>Configuration SOA du SI BYCN</a:t>
            </a:r>
          </a:p>
        </p:txBody>
      </p:sp>
      <p:sp>
        <p:nvSpPr>
          <p:cNvPr id="6" name="Espace réservé du texte 5">
            <a:extLst>
              <a:ext uri="{FF2B5EF4-FFF2-40B4-BE49-F238E27FC236}">
                <a16:creationId xmlns:a16="http://schemas.microsoft.com/office/drawing/2014/main" id="{6371CADD-DF9E-43C7-D470-E9C9E4D759E9}"/>
              </a:ext>
            </a:extLst>
          </p:cNvPr>
          <p:cNvSpPr>
            <a:spLocks noGrp="1"/>
          </p:cNvSpPr>
          <p:nvPr>
            <p:ph type="body" sz="quarter" idx="19"/>
          </p:nvPr>
        </p:nvSpPr>
        <p:spPr/>
        <p:txBody>
          <a:bodyPr/>
          <a:lstStyle/>
          <a:p>
            <a:endParaRPr lang="fr-FR" dirty="0"/>
          </a:p>
        </p:txBody>
      </p:sp>
      <p:sp>
        <p:nvSpPr>
          <p:cNvPr id="7" name="Espace réservé du texte 6">
            <a:extLst>
              <a:ext uri="{FF2B5EF4-FFF2-40B4-BE49-F238E27FC236}">
                <a16:creationId xmlns:a16="http://schemas.microsoft.com/office/drawing/2014/main" id="{B073384A-BB29-51E5-EC4D-3BD9FA127605}"/>
              </a:ext>
            </a:extLst>
          </p:cNvPr>
          <p:cNvSpPr>
            <a:spLocks noGrp="1"/>
          </p:cNvSpPr>
          <p:nvPr>
            <p:ph type="body" sz="quarter" idx="30"/>
          </p:nvPr>
        </p:nvSpPr>
        <p:spPr/>
        <p:txBody>
          <a:bodyPr/>
          <a:lstStyle/>
          <a:p>
            <a:endParaRPr lang="fr-FR"/>
          </a:p>
        </p:txBody>
      </p:sp>
      <p:sp>
        <p:nvSpPr>
          <p:cNvPr id="10" name="Espace réservé du texte 2">
            <a:extLst>
              <a:ext uri="{FF2B5EF4-FFF2-40B4-BE49-F238E27FC236}">
                <a16:creationId xmlns:a16="http://schemas.microsoft.com/office/drawing/2014/main" id="{0AB2F34F-8884-2394-2149-08261D12A792}"/>
              </a:ext>
            </a:extLst>
          </p:cNvPr>
          <p:cNvSpPr txBox="1">
            <a:spLocks/>
          </p:cNvSpPr>
          <p:nvPr/>
        </p:nvSpPr>
        <p:spPr>
          <a:xfrm>
            <a:off x="7148945" y="1510841"/>
            <a:ext cx="4723110" cy="4853713"/>
          </a:xfrm>
          <a:prstGeom prst="rect">
            <a:avLst/>
          </a:prstGeom>
        </p:spPr>
        <p:txBody>
          <a:bodyPr lIns="91440" tIns="45720" rIns="91440" bIns="45720" anchor="t">
            <a:normAutofit/>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dirty="0">
                <a:solidFill>
                  <a:schemeClr val="tx1"/>
                </a:solidFill>
                <a:latin typeface="Verdana (Corps)"/>
              </a:rPr>
              <a:t>Une ou plusieurs API Produit par domaine</a:t>
            </a:r>
          </a:p>
          <a:p>
            <a:pPr marL="285750" indent="-285750">
              <a:lnSpc>
                <a:spcPct val="100000"/>
              </a:lnSpc>
              <a:spcBef>
                <a:spcPts val="0"/>
              </a:spcBef>
              <a:buFont typeface="Arial" panose="020B0604020202020204" pitchFamily="34" charset="0"/>
              <a:buChar char="•"/>
            </a:pPr>
            <a:r>
              <a:rPr lang="fr-FR" sz="1200" dirty="0">
                <a:solidFill>
                  <a:schemeClr val="tx1"/>
                </a:solidFill>
                <a:latin typeface="Verdana (Corps)"/>
              </a:rPr>
              <a:t>Conversation sur la base d’objets urbanisés</a:t>
            </a:r>
          </a:p>
          <a:p>
            <a:pPr marL="285750" indent="-285750">
              <a:lnSpc>
                <a:spcPct val="100000"/>
              </a:lnSpc>
              <a:spcBef>
                <a:spcPts val="0"/>
              </a:spcBef>
              <a:buFont typeface="Arial" panose="020B0604020202020204" pitchFamily="34" charset="0"/>
              <a:buChar char="•"/>
            </a:pPr>
            <a:r>
              <a:rPr lang="fr-FR" sz="1200" dirty="0">
                <a:solidFill>
                  <a:schemeClr val="tx1"/>
                </a:solidFill>
                <a:latin typeface="Verdana (Corps)"/>
              </a:rPr>
              <a:t>Exposition de service faisant abstraction des applications</a:t>
            </a:r>
          </a:p>
          <a:p>
            <a:pPr marL="285750" indent="-285750">
              <a:lnSpc>
                <a:spcPct val="100000"/>
              </a:lnSpc>
              <a:spcBef>
                <a:spcPts val="0"/>
              </a:spcBef>
              <a:buFont typeface="Arial" panose="020B0604020202020204" pitchFamily="34" charset="0"/>
              <a:buChar char="•"/>
            </a:pPr>
            <a:r>
              <a:rPr lang="fr-FR" sz="1200" dirty="0">
                <a:solidFill>
                  <a:schemeClr val="tx1"/>
                </a:solidFill>
                <a:latin typeface="Verdana (Corps)"/>
              </a:rPr>
              <a:t>Exposition de service faisant abstraction de la complexité pour le réaliser</a:t>
            </a:r>
          </a:p>
          <a:p>
            <a:pPr marL="285750" indent="-285750">
              <a:lnSpc>
                <a:spcPct val="100000"/>
              </a:lnSpc>
              <a:spcBef>
                <a:spcPts val="0"/>
              </a:spcBef>
              <a:buFont typeface="Arial" panose="020B0604020202020204" pitchFamily="34" charset="0"/>
              <a:buChar char="•"/>
            </a:pPr>
            <a:endParaRPr lang="fr-FR" sz="1200" dirty="0">
              <a:solidFill>
                <a:schemeClr val="tx1"/>
              </a:solidFill>
              <a:latin typeface="Verdana (Corps)"/>
            </a:endParaRPr>
          </a:p>
          <a:p>
            <a:pPr marL="285750" indent="-285750">
              <a:lnSpc>
                <a:spcPct val="100000"/>
              </a:lnSpc>
              <a:spcBef>
                <a:spcPts val="0"/>
              </a:spcBef>
              <a:buFont typeface="Arial" panose="020B0604020202020204" pitchFamily="34" charset="0"/>
              <a:buChar char="•"/>
            </a:pPr>
            <a:endParaRPr lang="fr-FR" sz="1200" dirty="0">
              <a:solidFill>
                <a:schemeClr val="tx1"/>
              </a:solidFill>
              <a:latin typeface="Verdana (Corps)"/>
            </a:endParaRPr>
          </a:p>
          <a:p>
            <a:pPr marL="285750" indent="-285750">
              <a:lnSpc>
                <a:spcPct val="100000"/>
              </a:lnSpc>
              <a:spcBef>
                <a:spcPts val="0"/>
              </a:spcBef>
              <a:buFont typeface="Arial" panose="020B0604020202020204" pitchFamily="34" charset="0"/>
              <a:buChar char="•"/>
            </a:pPr>
            <a:endParaRPr lang="fr-FR" sz="1200" dirty="0">
              <a:solidFill>
                <a:schemeClr val="tx1"/>
              </a:solidFill>
              <a:latin typeface="Verdana (Corps)"/>
            </a:endParaRPr>
          </a:p>
          <a:p>
            <a:pPr>
              <a:lnSpc>
                <a:spcPct val="100000"/>
              </a:lnSpc>
              <a:spcBef>
                <a:spcPts val="0"/>
              </a:spcBef>
            </a:pPr>
            <a:endParaRPr lang="fr-FR" sz="1200" dirty="0">
              <a:solidFill>
                <a:schemeClr val="tx1"/>
              </a:solidFill>
              <a:latin typeface="Verdana (Corps)"/>
            </a:endParaRPr>
          </a:p>
          <a:p>
            <a:pPr>
              <a:lnSpc>
                <a:spcPct val="100000"/>
              </a:lnSpc>
              <a:spcBef>
                <a:spcPts val="0"/>
              </a:spcBef>
            </a:pPr>
            <a:r>
              <a:rPr lang="fr-FR" sz="1200" b="1" dirty="0">
                <a:solidFill>
                  <a:schemeClr val="tx1"/>
                </a:solidFill>
                <a:latin typeface="Verdana (Corps)"/>
              </a:rPr>
              <a:t>Des API de flux pour relier les API produits</a:t>
            </a:r>
          </a:p>
          <a:p>
            <a:pPr>
              <a:lnSpc>
                <a:spcPct val="100000"/>
              </a:lnSpc>
              <a:spcBef>
                <a:spcPts val="0"/>
              </a:spcBef>
            </a:pPr>
            <a:endParaRPr lang="fr-FR" sz="1200" b="1" dirty="0">
              <a:solidFill>
                <a:schemeClr val="tx1"/>
              </a:solidFill>
              <a:latin typeface="Verdana (Corps)"/>
            </a:endParaRPr>
          </a:p>
          <a:p>
            <a:pPr>
              <a:lnSpc>
                <a:spcPct val="100000"/>
              </a:lnSpc>
              <a:spcBef>
                <a:spcPts val="0"/>
              </a:spcBef>
            </a:pPr>
            <a:endParaRPr lang="fr-FR" sz="1200" b="1" dirty="0">
              <a:solidFill>
                <a:schemeClr val="tx1"/>
              </a:solidFill>
              <a:latin typeface="Verdana (Corps)"/>
            </a:endParaRPr>
          </a:p>
          <a:p>
            <a:pPr>
              <a:lnSpc>
                <a:spcPct val="100000"/>
              </a:lnSpc>
              <a:spcBef>
                <a:spcPts val="0"/>
              </a:spcBef>
            </a:pPr>
            <a:endParaRPr lang="fr-FR" sz="1200" dirty="0">
              <a:solidFill>
                <a:schemeClr val="tx1"/>
              </a:solidFill>
              <a:latin typeface="Verdana (Corps)"/>
            </a:endParaRPr>
          </a:p>
          <a:p>
            <a:pPr marL="285750" indent="-285750">
              <a:lnSpc>
                <a:spcPct val="100000"/>
              </a:lnSpc>
              <a:spcBef>
                <a:spcPts val="0"/>
              </a:spcBef>
              <a:buFont typeface="Arial" panose="020B0604020202020204" pitchFamily="34" charset="0"/>
              <a:buChar char="•"/>
            </a:pPr>
            <a:endParaRPr lang="fr-FR" sz="1200" dirty="0">
              <a:solidFill>
                <a:schemeClr val="tx1"/>
              </a:solidFill>
              <a:latin typeface="Verdana (Corps)"/>
            </a:endParaRPr>
          </a:p>
          <a:p>
            <a:pPr marL="285750" indent="-285750">
              <a:lnSpc>
                <a:spcPct val="100000"/>
              </a:lnSpc>
              <a:spcBef>
                <a:spcPts val="0"/>
              </a:spcBef>
              <a:buFont typeface="Arial" panose="020B0604020202020204" pitchFamily="34" charset="0"/>
              <a:buChar char="•"/>
            </a:pPr>
            <a:endParaRPr lang="fr-FR" sz="1200" dirty="0">
              <a:solidFill>
                <a:schemeClr val="tx1"/>
              </a:solidFill>
              <a:latin typeface="Verdana (Corps)"/>
            </a:endParaRPr>
          </a:p>
          <a:p>
            <a:pPr marL="285750" indent="-285750">
              <a:lnSpc>
                <a:spcPct val="100000"/>
              </a:lnSpc>
              <a:spcBef>
                <a:spcPts val="0"/>
              </a:spcBef>
              <a:buFont typeface="Arial" panose="020B0604020202020204" pitchFamily="34" charset="0"/>
              <a:buChar char="•"/>
            </a:pPr>
            <a:endParaRPr lang="fr-FR" sz="1200" dirty="0">
              <a:solidFill>
                <a:schemeClr val="tx1"/>
              </a:solidFill>
              <a:latin typeface="Verdana (Corps)"/>
            </a:endParaRPr>
          </a:p>
          <a:p>
            <a:pPr marL="285750" indent="-285750">
              <a:lnSpc>
                <a:spcPct val="100000"/>
              </a:lnSpc>
              <a:spcBef>
                <a:spcPts val="0"/>
              </a:spcBef>
              <a:buFont typeface="Arial" panose="020B0604020202020204" pitchFamily="34" charset="0"/>
              <a:buChar char="•"/>
            </a:pPr>
            <a:endParaRPr lang="fr-FR" sz="1400" dirty="0">
              <a:solidFill>
                <a:schemeClr val="tx1"/>
              </a:solidFill>
              <a:latin typeface="Verdana (Corps)"/>
            </a:endParaRPr>
          </a:p>
        </p:txBody>
      </p:sp>
      <p:pic>
        <p:nvPicPr>
          <p:cNvPr id="12" name="Image 11">
            <a:extLst>
              <a:ext uri="{FF2B5EF4-FFF2-40B4-BE49-F238E27FC236}">
                <a16:creationId xmlns:a16="http://schemas.microsoft.com/office/drawing/2014/main" id="{5D56EEE7-A449-48CF-5987-0EE9BE261613}"/>
              </a:ext>
            </a:extLst>
          </p:cNvPr>
          <p:cNvPicPr>
            <a:picLocks noChangeAspect="1"/>
          </p:cNvPicPr>
          <p:nvPr/>
        </p:nvPicPr>
        <p:blipFill>
          <a:blip r:embed="rId3"/>
          <a:stretch>
            <a:fillRect/>
          </a:stretch>
        </p:blipFill>
        <p:spPr>
          <a:xfrm>
            <a:off x="319945" y="1735217"/>
            <a:ext cx="6433317" cy="4404959"/>
          </a:xfrm>
          <a:prstGeom prst="rect">
            <a:avLst/>
          </a:prstGeom>
        </p:spPr>
      </p:pic>
    </p:spTree>
    <p:extLst>
      <p:ext uri="{BB962C8B-B14F-4D97-AF65-F5344CB8AC3E}">
        <p14:creationId xmlns:p14="http://schemas.microsoft.com/office/powerpoint/2010/main" val="2397946424"/>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9D5CAB1-35D8-E572-BF16-993B90D5381C}"/>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65975E90-3C74-0FDA-0DDA-2CFB0CB5FF7F}"/>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B10451BB-343D-76DA-C8B1-1C009C44BCE3}"/>
              </a:ext>
            </a:extLst>
          </p:cNvPr>
          <p:cNvSpPr>
            <a:spLocks noGrp="1"/>
          </p:cNvSpPr>
          <p:nvPr>
            <p:ph type="sldNum" sz="quarter" idx="12"/>
          </p:nvPr>
        </p:nvSpPr>
        <p:spPr/>
        <p:txBody>
          <a:bodyPr/>
          <a:lstStyle/>
          <a:p>
            <a:fld id="{CD166EB1-B284-8541-B839-321F682B6B05}" type="slidenum">
              <a:rPr lang="fr-FR" smtClean="0"/>
              <a:pPr/>
              <a:t>5</a:t>
            </a:fld>
            <a:endParaRPr lang="fr-FR"/>
          </a:p>
        </p:txBody>
      </p:sp>
      <p:sp>
        <p:nvSpPr>
          <p:cNvPr id="5" name="Titre 4">
            <a:extLst>
              <a:ext uri="{FF2B5EF4-FFF2-40B4-BE49-F238E27FC236}">
                <a16:creationId xmlns:a16="http://schemas.microsoft.com/office/drawing/2014/main" id="{1A21FA94-3730-34CF-7A4D-7A52BBDE8FC6}"/>
              </a:ext>
            </a:extLst>
          </p:cNvPr>
          <p:cNvSpPr>
            <a:spLocks noGrp="1"/>
          </p:cNvSpPr>
          <p:nvPr>
            <p:ph type="title"/>
          </p:nvPr>
        </p:nvSpPr>
        <p:spPr/>
        <p:txBody>
          <a:bodyPr/>
          <a:lstStyle/>
          <a:p>
            <a:r>
              <a:rPr lang="fr-FR" dirty="0"/>
              <a:t>Injection de l’EDA dans la configuration SAO</a:t>
            </a:r>
          </a:p>
        </p:txBody>
      </p:sp>
      <p:sp>
        <p:nvSpPr>
          <p:cNvPr id="6" name="Espace réservé du texte 5">
            <a:extLst>
              <a:ext uri="{FF2B5EF4-FFF2-40B4-BE49-F238E27FC236}">
                <a16:creationId xmlns:a16="http://schemas.microsoft.com/office/drawing/2014/main" id="{B46A6525-13D7-6B78-B120-9CAAF125303A}"/>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7B56F07D-AE69-5FB4-9069-7AFEF61C9C1C}"/>
              </a:ext>
            </a:extLst>
          </p:cNvPr>
          <p:cNvSpPr>
            <a:spLocks noGrp="1"/>
          </p:cNvSpPr>
          <p:nvPr>
            <p:ph type="body" sz="quarter" idx="30"/>
          </p:nvPr>
        </p:nvSpPr>
        <p:spPr/>
        <p:txBody>
          <a:bodyPr/>
          <a:lstStyle/>
          <a:p>
            <a:endParaRPr lang="fr-FR"/>
          </a:p>
        </p:txBody>
      </p:sp>
      <p:pic>
        <p:nvPicPr>
          <p:cNvPr id="9" name="Image 8">
            <a:extLst>
              <a:ext uri="{FF2B5EF4-FFF2-40B4-BE49-F238E27FC236}">
                <a16:creationId xmlns:a16="http://schemas.microsoft.com/office/drawing/2014/main" id="{5E6630B4-7CA2-17DD-9673-E22B8FCB5350}"/>
              </a:ext>
            </a:extLst>
          </p:cNvPr>
          <p:cNvPicPr>
            <a:picLocks noChangeAspect="1"/>
          </p:cNvPicPr>
          <p:nvPr/>
        </p:nvPicPr>
        <p:blipFill>
          <a:blip r:embed="rId3"/>
          <a:stretch>
            <a:fillRect/>
          </a:stretch>
        </p:blipFill>
        <p:spPr>
          <a:xfrm>
            <a:off x="319945" y="1899236"/>
            <a:ext cx="6611370" cy="4526873"/>
          </a:xfrm>
          <a:prstGeom prst="rect">
            <a:avLst/>
          </a:prstGeom>
        </p:spPr>
      </p:pic>
      <p:sp>
        <p:nvSpPr>
          <p:cNvPr id="10" name="Espace réservé du texte 2">
            <a:extLst>
              <a:ext uri="{FF2B5EF4-FFF2-40B4-BE49-F238E27FC236}">
                <a16:creationId xmlns:a16="http://schemas.microsoft.com/office/drawing/2014/main" id="{5CD7CA77-DCC1-ED0A-CECE-39C1BDC90A83}"/>
              </a:ext>
            </a:extLst>
          </p:cNvPr>
          <p:cNvSpPr txBox="1">
            <a:spLocks/>
          </p:cNvSpPr>
          <p:nvPr/>
        </p:nvSpPr>
        <p:spPr>
          <a:xfrm>
            <a:off x="7148945" y="1510841"/>
            <a:ext cx="4723110" cy="3670759"/>
          </a:xfrm>
          <a:prstGeom prst="rect">
            <a:avLst/>
          </a:prstGeom>
        </p:spPr>
        <p:txBody>
          <a:bodyPr lIns="91440" tIns="45720" rIns="91440" bIns="45720" anchor="t">
            <a:normAutofit/>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dirty="0">
                <a:solidFill>
                  <a:schemeClr val="tx1"/>
                </a:solidFill>
                <a:latin typeface="Verdana (Corps)"/>
              </a:rPr>
              <a:t>Intégration du modèle EDA via du MOM</a:t>
            </a:r>
          </a:p>
          <a:p>
            <a:pPr>
              <a:lnSpc>
                <a:spcPct val="100000"/>
              </a:lnSpc>
              <a:spcBef>
                <a:spcPts val="0"/>
              </a:spcBef>
            </a:pPr>
            <a:endParaRPr lang="fr-FR" sz="1200" dirty="0">
              <a:solidFill>
                <a:schemeClr val="tx1"/>
              </a:solidFill>
              <a:latin typeface="Verdana (Corps)"/>
            </a:endParaRPr>
          </a:p>
          <a:p>
            <a:pPr>
              <a:lnSpc>
                <a:spcPct val="100000"/>
              </a:lnSpc>
              <a:spcBef>
                <a:spcPts val="0"/>
              </a:spcBef>
            </a:pPr>
            <a:r>
              <a:rPr lang="fr-FR" sz="1200" dirty="0">
                <a:solidFill>
                  <a:schemeClr val="tx1"/>
                </a:solidFill>
                <a:latin typeface="Verdana (Corps)"/>
              </a:rPr>
              <a:t>Transport de message en lieu et place de l’API de flux.</a:t>
            </a:r>
            <a:br>
              <a:rPr lang="fr-FR" sz="1200" dirty="0">
                <a:solidFill>
                  <a:schemeClr val="tx1"/>
                </a:solidFill>
                <a:latin typeface="Verdana (Corps)"/>
              </a:rPr>
            </a:br>
            <a:r>
              <a:rPr lang="fr-FR" sz="1200" dirty="0">
                <a:solidFill>
                  <a:schemeClr val="tx1"/>
                </a:solidFill>
                <a:latin typeface="Verdana (Corps)"/>
              </a:rPr>
              <a:t>L’API Produit façade du SI producteur du message urbanise le message, le pousse dans le topic.</a:t>
            </a:r>
          </a:p>
          <a:p>
            <a:pPr>
              <a:lnSpc>
                <a:spcPct val="100000"/>
              </a:lnSpc>
              <a:spcBef>
                <a:spcPts val="0"/>
              </a:spcBef>
            </a:pPr>
            <a:endParaRPr lang="fr-FR" sz="1200" dirty="0">
              <a:solidFill>
                <a:schemeClr val="tx1"/>
              </a:solidFill>
              <a:latin typeface="Verdana (Corps)"/>
            </a:endParaRPr>
          </a:p>
          <a:p>
            <a:pPr>
              <a:lnSpc>
                <a:spcPct val="100000"/>
              </a:lnSpc>
              <a:spcBef>
                <a:spcPts val="0"/>
              </a:spcBef>
            </a:pPr>
            <a:r>
              <a:rPr lang="fr-FR" sz="1200" dirty="0">
                <a:solidFill>
                  <a:schemeClr val="tx1"/>
                </a:solidFill>
                <a:latin typeface="Verdana (Corps)"/>
              </a:rPr>
              <a:t>Les consommateurs s’abonnent au TOPIC pour consommer les messages via l’API produit du domaine.</a:t>
            </a:r>
          </a:p>
          <a:p>
            <a:pPr>
              <a:lnSpc>
                <a:spcPct val="100000"/>
              </a:lnSpc>
              <a:spcBef>
                <a:spcPts val="0"/>
              </a:spcBef>
            </a:pPr>
            <a:endParaRPr lang="fr-FR" sz="1200" dirty="0">
              <a:solidFill>
                <a:schemeClr val="tx1"/>
              </a:solidFill>
              <a:latin typeface="Verdana (Corps)"/>
            </a:endParaRPr>
          </a:p>
          <a:p>
            <a:pPr>
              <a:lnSpc>
                <a:spcPct val="100000"/>
              </a:lnSpc>
              <a:spcBef>
                <a:spcPts val="0"/>
              </a:spcBef>
            </a:pPr>
            <a:r>
              <a:rPr lang="fr-FR" sz="1100" dirty="0">
                <a:solidFill>
                  <a:schemeClr val="tx1"/>
                </a:solidFill>
                <a:latin typeface="Verdana (Corps)"/>
              </a:rPr>
              <a:t>Chaque application dans un domaine intéressée à un évènement, comporte son propre abonnement dans l’API produit pour consommer individuellement le TOPIC </a:t>
            </a:r>
            <a:r>
              <a:rPr lang="fr-FR" sz="1100" dirty="0">
                <a:solidFill>
                  <a:schemeClr val="tx1"/>
                </a:solidFill>
                <a:latin typeface="Verdana (Corps)"/>
                <a:sym typeface="Wingdings" panose="05000000000000000000" pitchFamily="2" charset="2"/>
              </a:rPr>
              <a:t> Facilite le recyclage.</a:t>
            </a:r>
            <a:endParaRPr lang="fr-FR" sz="1100" dirty="0">
              <a:solidFill>
                <a:schemeClr val="tx1"/>
              </a:solidFill>
              <a:latin typeface="Verdana (Corps)"/>
            </a:endParaRPr>
          </a:p>
          <a:p>
            <a:pPr>
              <a:lnSpc>
                <a:spcPct val="100000"/>
              </a:lnSpc>
              <a:spcBef>
                <a:spcPts val="0"/>
              </a:spcBef>
            </a:pPr>
            <a:endParaRPr lang="fr-FR" sz="1100" dirty="0">
              <a:solidFill>
                <a:schemeClr val="tx1"/>
              </a:solidFill>
              <a:latin typeface="Verdana (Corps)"/>
              <a:sym typeface="Wingdings" panose="05000000000000000000" pitchFamily="2" charset="2"/>
            </a:endParaRPr>
          </a:p>
          <a:p>
            <a:pPr>
              <a:lnSpc>
                <a:spcPct val="100000"/>
              </a:lnSpc>
              <a:spcBef>
                <a:spcPts val="0"/>
              </a:spcBef>
            </a:pPr>
            <a:r>
              <a:rPr lang="fr-FR" sz="1100" dirty="0">
                <a:solidFill>
                  <a:schemeClr val="tx1"/>
                </a:solidFill>
                <a:latin typeface="Verdana (Corps)"/>
                <a:sym typeface="Wingdings" panose="05000000000000000000" pitchFamily="2" charset="2"/>
              </a:rPr>
              <a:t>Lorsque l’ </a:t>
            </a:r>
            <a:r>
              <a:rPr lang="fr-FR" sz="1100" dirty="0" err="1">
                <a:solidFill>
                  <a:schemeClr val="tx1"/>
                </a:solidFill>
                <a:latin typeface="Verdana (Corps)"/>
                <a:sym typeface="Wingdings" panose="05000000000000000000" pitchFamily="2" charset="2"/>
              </a:rPr>
              <a:t>event</a:t>
            </a:r>
            <a:r>
              <a:rPr lang="fr-FR" sz="1100" dirty="0">
                <a:solidFill>
                  <a:schemeClr val="tx1"/>
                </a:solidFill>
                <a:latin typeface="Verdana (Corps)"/>
                <a:sym typeface="Wingdings" panose="05000000000000000000" pitchFamily="2" charset="2"/>
              </a:rPr>
              <a:t> qui arrive intéresse un service (et non pas une application), c’est alors l’API Produit qui héberge le service qui porte l’abonnement et qui gère l’enchaînement des appels, le suivi, le recyclage…</a:t>
            </a:r>
          </a:p>
        </p:txBody>
      </p:sp>
    </p:spTree>
    <p:extLst>
      <p:ext uri="{BB962C8B-B14F-4D97-AF65-F5344CB8AC3E}">
        <p14:creationId xmlns:p14="http://schemas.microsoft.com/office/powerpoint/2010/main" val="1517919043"/>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B7114B-9E4D-37A4-61E6-706DA672C6BE}"/>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E4ED0241-8D5F-1A6E-9740-5AC1D2FB3BA1}"/>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DBC6A73D-E5B2-A501-81E0-4DB8063AAFA6}"/>
              </a:ext>
            </a:extLst>
          </p:cNvPr>
          <p:cNvSpPr>
            <a:spLocks noGrp="1"/>
          </p:cNvSpPr>
          <p:nvPr>
            <p:ph type="sldNum" sz="quarter" idx="12"/>
          </p:nvPr>
        </p:nvSpPr>
        <p:spPr/>
        <p:txBody>
          <a:bodyPr/>
          <a:lstStyle/>
          <a:p>
            <a:fld id="{CD166EB1-B284-8541-B839-321F682B6B05}" type="slidenum">
              <a:rPr lang="fr-FR" smtClean="0"/>
              <a:pPr/>
              <a:t>6</a:t>
            </a:fld>
            <a:endParaRPr lang="fr-FR"/>
          </a:p>
        </p:txBody>
      </p:sp>
      <p:sp>
        <p:nvSpPr>
          <p:cNvPr id="5" name="Titre 4">
            <a:extLst>
              <a:ext uri="{FF2B5EF4-FFF2-40B4-BE49-F238E27FC236}">
                <a16:creationId xmlns:a16="http://schemas.microsoft.com/office/drawing/2014/main" id="{01695690-78A3-D354-417F-2D0CB3C27B73}"/>
              </a:ext>
            </a:extLst>
          </p:cNvPr>
          <p:cNvSpPr>
            <a:spLocks noGrp="1"/>
          </p:cNvSpPr>
          <p:nvPr>
            <p:ph type="title"/>
          </p:nvPr>
        </p:nvSpPr>
        <p:spPr/>
        <p:txBody>
          <a:bodyPr/>
          <a:lstStyle/>
          <a:p>
            <a:r>
              <a:rPr lang="fr-FR" dirty="0"/>
              <a:t>Questionnement !</a:t>
            </a:r>
          </a:p>
        </p:txBody>
      </p:sp>
      <p:sp>
        <p:nvSpPr>
          <p:cNvPr id="6" name="Espace réservé du texte 5">
            <a:extLst>
              <a:ext uri="{FF2B5EF4-FFF2-40B4-BE49-F238E27FC236}">
                <a16:creationId xmlns:a16="http://schemas.microsoft.com/office/drawing/2014/main" id="{C69C086F-E0C8-F16E-A5EB-10D9D3B733B0}"/>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7B29A388-FF13-D50C-9578-9095D53CDFF8}"/>
              </a:ext>
            </a:extLst>
          </p:cNvPr>
          <p:cNvSpPr>
            <a:spLocks noGrp="1"/>
          </p:cNvSpPr>
          <p:nvPr>
            <p:ph type="body" sz="quarter" idx="30"/>
          </p:nvPr>
        </p:nvSpPr>
        <p:spPr/>
        <p:txBody>
          <a:bodyPr/>
          <a:lstStyle/>
          <a:p>
            <a:endParaRPr lang="fr-FR"/>
          </a:p>
        </p:txBody>
      </p:sp>
      <p:sp>
        <p:nvSpPr>
          <p:cNvPr id="8" name="Espace réservé du texte 2">
            <a:extLst>
              <a:ext uri="{FF2B5EF4-FFF2-40B4-BE49-F238E27FC236}">
                <a16:creationId xmlns:a16="http://schemas.microsoft.com/office/drawing/2014/main" id="{D67D3105-C8FC-901B-F727-D4DCC057C96A}"/>
              </a:ext>
            </a:extLst>
          </p:cNvPr>
          <p:cNvSpPr txBox="1">
            <a:spLocks/>
          </p:cNvSpPr>
          <p:nvPr/>
        </p:nvSpPr>
        <p:spPr>
          <a:xfrm>
            <a:off x="537574" y="1484620"/>
            <a:ext cx="11034631" cy="3835526"/>
          </a:xfrm>
          <a:prstGeom prst="rect">
            <a:avLst/>
          </a:prstGeom>
        </p:spPr>
        <p:txBody>
          <a:bodyPr>
            <a:normAutofit/>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dirty="0">
                <a:solidFill>
                  <a:schemeClr val="tx1"/>
                </a:solidFill>
                <a:latin typeface="Verdana (Corps)"/>
              </a:rPr>
              <a:t>Qu’est ce qui transite dans un TOPIC ?</a:t>
            </a:r>
          </a:p>
          <a:p>
            <a:pPr>
              <a:lnSpc>
                <a:spcPct val="100000"/>
              </a:lnSpc>
              <a:spcBef>
                <a:spcPts val="0"/>
              </a:spcBef>
            </a:pPr>
            <a:endParaRPr lang="fr-FR" sz="1400" b="1" dirty="0">
              <a:solidFill>
                <a:schemeClr val="tx1"/>
              </a:solidFill>
              <a:latin typeface="Verdana (Corps)"/>
            </a:endParaRPr>
          </a:p>
          <a:p>
            <a:pPr>
              <a:lnSpc>
                <a:spcPct val="100000"/>
              </a:lnSpc>
              <a:spcBef>
                <a:spcPts val="0"/>
              </a:spcBef>
            </a:pPr>
            <a:r>
              <a:rPr lang="fr-FR" sz="1400" dirty="0">
                <a:solidFill>
                  <a:schemeClr val="tx1"/>
                </a:solidFill>
                <a:latin typeface="Verdana (Corps)"/>
              </a:rPr>
              <a:t>* Composition vs Agrégation ou Association</a:t>
            </a:r>
          </a:p>
        </p:txBody>
      </p:sp>
      <p:sp>
        <p:nvSpPr>
          <p:cNvPr id="15" name="Espace réservé du texte 2">
            <a:extLst>
              <a:ext uri="{FF2B5EF4-FFF2-40B4-BE49-F238E27FC236}">
                <a16:creationId xmlns:a16="http://schemas.microsoft.com/office/drawing/2014/main" id="{FA4D6E07-DCDB-4CF9-C5A6-34340C74621E}"/>
              </a:ext>
            </a:extLst>
          </p:cNvPr>
          <p:cNvSpPr txBox="1">
            <a:spLocks/>
          </p:cNvSpPr>
          <p:nvPr/>
        </p:nvSpPr>
        <p:spPr>
          <a:xfrm>
            <a:off x="5727241" y="1002143"/>
            <a:ext cx="5590791" cy="5230706"/>
          </a:xfrm>
          <a:prstGeom prst="rect">
            <a:avLst/>
          </a:prstGeom>
        </p:spPr>
        <p:txBody>
          <a:bodyPr lIns="91440" tIns="45720" rIns="91440" bIns="45720" anchor="t">
            <a:normAutofit/>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dirty="0">
                <a:solidFill>
                  <a:schemeClr val="tx1"/>
                </a:solidFill>
                <a:latin typeface="Verdana (Corps)"/>
              </a:rPr>
              <a:t>Stratégie de transmission:</a:t>
            </a:r>
          </a:p>
          <a:p>
            <a:pPr>
              <a:lnSpc>
                <a:spcPct val="100000"/>
              </a:lnSpc>
              <a:spcBef>
                <a:spcPts val="0"/>
              </a:spcBef>
            </a:pPr>
            <a:endParaRPr lang="fr-FR" sz="1400" b="1" dirty="0">
              <a:solidFill>
                <a:schemeClr val="tx1"/>
              </a:solidFill>
              <a:latin typeface="Verdana (Corps)"/>
            </a:endParaRPr>
          </a:p>
          <a:p>
            <a:pPr marL="285750" indent="-285750">
              <a:lnSpc>
                <a:spcPct val="100000"/>
              </a:lnSpc>
              <a:spcBef>
                <a:spcPts val="0"/>
              </a:spcBef>
              <a:buFont typeface="Arial" panose="020B0604020202020204" pitchFamily="34" charset="0"/>
              <a:buChar char="•"/>
            </a:pPr>
            <a:r>
              <a:rPr lang="fr-FR" sz="1400" dirty="0">
                <a:solidFill>
                  <a:schemeClr val="tx1"/>
                </a:solidFill>
                <a:latin typeface="Verdana (Corps)"/>
              </a:rPr>
              <a:t>Un objet composite peut-il être émis indépendamment de l’objet parent ?</a:t>
            </a:r>
          </a:p>
          <a:p>
            <a:pPr lvl="1">
              <a:lnSpc>
                <a:spcPct val="100000"/>
              </a:lnSpc>
              <a:spcBef>
                <a:spcPts val="0"/>
              </a:spcBef>
            </a:pPr>
            <a:r>
              <a:rPr lang="fr-FR" sz="1400" dirty="0">
                <a:latin typeface="Verdana (Corps)"/>
              </a:rPr>
              <a:t>Exemple : Envoie-t'on un ouvrage indépendamment de la sous-opération ?</a:t>
            </a:r>
            <a:endParaRPr lang="fr-FR" sz="1400" b="1" dirty="0">
              <a:latin typeface="Verdana (Corps)"/>
            </a:endParaRPr>
          </a:p>
          <a:p>
            <a:pPr marL="742950" lvl="1" indent="-285750">
              <a:lnSpc>
                <a:spcPct val="100000"/>
              </a:lnSpc>
              <a:spcBef>
                <a:spcPts val="0"/>
              </a:spcBef>
              <a:buFont typeface="Wingdings" panose="05000000000000000000" pitchFamily="2" charset="2"/>
              <a:buChar char="è"/>
            </a:pPr>
            <a:r>
              <a:rPr lang="fr-FR" sz="1400" dirty="0">
                <a:latin typeface="Verdana (Corps)"/>
                <a:sym typeface="Wingdings" panose="05000000000000000000" pitchFamily="2" charset="2"/>
              </a:rPr>
              <a:t>Oui / </a:t>
            </a:r>
            <a:r>
              <a:rPr lang="fr-FR" sz="1400" b="1" dirty="0">
                <a:latin typeface="Verdana (Corps)"/>
                <a:sym typeface="Wingdings" panose="05000000000000000000" pitchFamily="2" charset="2"/>
              </a:rPr>
              <a:t>Non</a:t>
            </a:r>
            <a:endParaRPr lang="fr-FR" sz="1400" b="1" dirty="0">
              <a:latin typeface="Verdana (Corps)"/>
            </a:endParaRPr>
          </a:p>
          <a:p>
            <a:pPr>
              <a:lnSpc>
                <a:spcPct val="100000"/>
              </a:lnSpc>
              <a:spcBef>
                <a:spcPts val="0"/>
              </a:spcBef>
            </a:pPr>
            <a:endParaRPr lang="fr-FR" sz="1400" dirty="0">
              <a:latin typeface="Verdana (Corps)"/>
              <a:sym typeface="Wingdings" panose="05000000000000000000" pitchFamily="2" charset="2"/>
            </a:endParaRPr>
          </a:p>
          <a:p>
            <a:pPr marL="285750" indent="-285750">
              <a:lnSpc>
                <a:spcPct val="100000"/>
              </a:lnSpc>
              <a:spcBef>
                <a:spcPts val="0"/>
              </a:spcBef>
              <a:buFont typeface="Arial" panose="020B0604020202020204" pitchFamily="34" charset="0"/>
              <a:buChar char="•"/>
            </a:pPr>
            <a:r>
              <a:rPr lang="fr-FR" sz="1400" dirty="0">
                <a:solidFill>
                  <a:schemeClr val="tx1"/>
                </a:solidFill>
                <a:latin typeface="Verdana (Corps)"/>
                <a:sym typeface="Wingdings" panose="05000000000000000000" pitchFamily="2" charset="2"/>
              </a:rPr>
              <a:t>Une part d’un objet dont le cycle de vie est très différent du reste peut-il être émis distinctement de son objet d’appartenance ?</a:t>
            </a:r>
          </a:p>
          <a:p>
            <a:pPr lvl="1">
              <a:lnSpc>
                <a:spcPct val="100000"/>
              </a:lnSpc>
              <a:spcBef>
                <a:spcPts val="0"/>
              </a:spcBef>
            </a:pPr>
            <a:r>
              <a:rPr lang="fr-FR" sz="1400" dirty="0">
                <a:latin typeface="Verdana (Corps)"/>
                <a:sym typeface="Wingdings" panose="05000000000000000000" pitchFamily="2" charset="2"/>
              </a:rPr>
              <a:t>Exemple : La correspondance Projet SAP et sous-opération peut-elle être émise distinctement de la sous-opération dans son ensemble ?</a:t>
            </a:r>
          </a:p>
          <a:p>
            <a:pPr lvl="1">
              <a:lnSpc>
                <a:spcPct val="100000"/>
              </a:lnSpc>
              <a:spcBef>
                <a:spcPts val="0"/>
              </a:spcBef>
            </a:pPr>
            <a:r>
              <a:rPr lang="fr-FR" sz="1400" dirty="0">
                <a:latin typeface="Verdana (Corps)"/>
                <a:sym typeface="Wingdings" panose="05000000000000000000" pitchFamily="2" charset="2"/>
              </a:rPr>
              <a:t> </a:t>
            </a:r>
            <a:r>
              <a:rPr lang="fr-FR" sz="1400" b="1" dirty="0">
                <a:latin typeface="Verdana (Corps)"/>
                <a:sym typeface="Wingdings" panose="05000000000000000000" pitchFamily="2" charset="2"/>
              </a:rPr>
              <a:t>Oui </a:t>
            </a:r>
            <a:r>
              <a:rPr lang="fr-FR" sz="1400" dirty="0">
                <a:latin typeface="Verdana (Corps)"/>
                <a:sym typeface="Wingdings" panose="05000000000000000000" pitchFamily="2" charset="2"/>
              </a:rPr>
              <a:t>/Non</a:t>
            </a:r>
            <a:endParaRPr lang="fr-FR" sz="1400" dirty="0">
              <a:latin typeface="Verdana (Corps)"/>
            </a:endParaRPr>
          </a:p>
          <a:p>
            <a:pPr marL="285750" indent="-285750">
              <a:lnSpc>
                <a:spcPct val="100000"/>
              </a:lnSpc>
              <a:spcBef>
                <a:spcPts val="0"/>
              </a:spcBef>
              <a:buFont typeface="Arial" panose="020B0604020202020204" pitchFamily="34" charset="0"/>
              <a:buChar char="•"/>
            </a:pPr>
            <a:endParaRPr lang="fr-FR" sz="1400" dirty="0">
              <a:latin typeface="Verdana (Corps)"/>
              <a:sym typeface="Wingdings" panose="05000000000000000000" pitchFamily="2" charset="2"/>
            </a:endParaRPr>
          </a:p>
          <a:p>
            <a:pPr>
              <a:lnSpc>
                <a:spcPct val="100000"/>
              </a:lnSpc>
              <a:spcBef>
                <a:spcPts val="0"/>
              </a:spcBef>
            </a:pPr>
            <a:endParaRPr lang="fr-FR" sz="1400" dirty="0">
              <a:latin typeface="Verdana (Corps)"/>
              <a:sym typeface="Wingdings" panose="05000000000000000000" pitchFamily="2" charset="2"/>
            </a:endParaRPr>
          </a:p>
          <a:p>
            <a:pPr>
              <a:lnSpc>
                <a:spcPct val="100000"/>
              </a:lnSpc>
              <a:spcBef>
                <a:spcPts val="0"/>
              </a:spcBef>
            </a:pPr>
            <a:r>
              <a:rPr lang="fr-FR" sz="1400" dirty="0">
                <a:latin typeface="Verdana (Corps)"/>
                <a:sym typeface="Wingdings" panose="05000000000000000000" pitchFamily="2" charset="2"/>
              </a:rPr>
              <a:t>Proposition :</a:t>
            </a:r>
          </a:p>
          <a:p>
            <a:pPr>
              <a:lnSpc>
                <a:spcPct val="100000"/>
              </a:lnSpc>
              <a:spcBef>
                <a:spcPts val="0"/>
              </a:spcBef>
            </a:pPr>
            <a:r>
              <a:rPr lang="fr-FR" sz="1400" dirty="0">
                <a:latin typeface="Verdana (Corps)"/>
                <a:sym typeface="Wingdings" panose="05000000000000000000" pitchFamily="2" charset="2"/>
              </a:rPr>
              <a:t>	Par principe, les objets en associations sont diffusés distinctement.</a:t>
            </a:r>
          </a:p>
          <a:p>
            <a:pPr>
              <a:lnSpc>
                <a:spcPct val="100000"/>
              </a:lnSpc>
              <a:spcBef>
                <a:spcPts val="0"/>
              </a:spcBef>
            </a:pPr>
            <a:r>
              <a:rPr lang="fr-FR" sz="1400" dirty="0">
                <a:latin typeface="Verdana (Corps)"/>
                <a:sym typeface="Wingdings" panose="05000000000000000000" pitchFamily="2" charset="2"/>
              </a:rPr>
              <a:t>	Par principe, les objets en composition sont diffusés sont diffusés d’un seul tenant tant qu’ils apparaissent dans des cycles de vies cohérents</a:t>
            </a:r>
          </a:p>
        </p:txBody>
      </p:sp>
      <p:pic>
        <p:nvPicPr>
          <p:cNvPr id="17" name="Image 16">
            <a:extLst>
              <a:ext uri="{FF2B5EF4-FFF2-40B4-BE49-F238E27FC236}">
                <a16:creationId xmlns:a16="http://schemas.microsoft.com/office/drawing/2014/main" id="{0924149E-2D90-4A6C-2A1D-92BB9B2DB672}"/>
              </a:ext>
            </a:extLst>
          </p:cNvPr>
          <p:cNvPicPr>
            <a:picLocks noChangeAspect="1"/>
          </p:cNvPicPr>
          <p:nvPr/>
        </p:nvPicPr>
        <p:blipFill>
          <a:blip r:embed="rId2"/>
          <a:stretch>
            <a:fillRect/>
          </a:stretch>
        </p:blipFill>
        <p:spPr>
          <a:xfrm>
            <a:off x="449814" y="2286947"/>
            <a:ext cx="4635370" cy="2611364"/>
          </a:xfrm>
          <a:prstGeom prst="rect">
            <a:avLst/>
          </a:prstGeom>
        </p:spPr>
      </p:pic>
    </p:spTree>
    <p:extLst>
      <p:ext uri="{BB962C8B-B14F-4D97-AF65-F5344CB8AC3E}">
        <p14:creationId xmlns:p14="http://schemas.microsoft.com/office/powerpoint/2010/main" val="1578448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DC0E65F-07A1-961D-BB97-D7A310DFC986}"/>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485AA703-96F1-63AC-6233-E2A659316AFB}"/>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7DF05546-095F-9A1B-EC58-1A58737F6842}"/>
              </a:ext>
            </a:extLst>
          </p:cNvPr>
          <p:cNvSpPr>
            <a:spLocks noGrp="1"/>
          </p:cNvSpPr>
          <p:nvPr>
            <p:ph type="sldNum" sz="quarter" idx="12"/>
          </p:nvPr>
        </p:nvSpPr>
        <p:spPr/>
        <p:txBody>
          <a:bodyPr/>
          <a:lstStyle/>
          <a:p>
            <a:fld id="{CD166EB1-B284-8541-B839-321F682B6B05}" type="slidenum">
              <a:rPr lang="fr-FR" smtClean="0"/>
              <a:pPr/>
              <a:t>7</a:t>
            </a:fld>
            <a:endParaRPr lang="fr-FR"/>
          </a:p>
        </p:txBody>
      </p:sp>
      <p:sp>
        <p:nvSpPr>
          <p:cNvPr id="5" name="Titre 4">
            <a:extLst>
              <a:ext uri="{FF2B5EF4-FFF2-40B4-BE49-F238E27FC236}">
                <a16:creationId xmlns:a16="http://schemas.microsoft.com/office/drawing/2014/main" id="{AC791954-1C3C-7817-260B-95799C62C479}"/>
              </a:ext>
            </a:extLst>
          </p:cNvPr>
          <p:cNvSpPr>
            <a:spLocks noGrp="1"/>
          </p:cNvSpPr>
          <p:nvPr>
            <p:ph type="title"/>
          </p:nvPr>
        </p:nvSpPr>
        <p:spPr/>
        <p:txBody>
          <a:bodyPr/>
          <a:lstStyle/>
          <a:p>
            <a:r>
              <a:rPr lang="fr-FR" dirty="0"/>
              <a:t>Structuration du message</a:t>
            </a:r>
          </a:p>
        </p:txBody>
      </p:sp>
      <p:sp>
        <p:nvSpPr>
          <p:cNvPr id="6" name="Espace réservé du texte 5">
            <a:extLst>
              <a:ext uri="{FF2B5EF4-FFF2-40B4-BE49-F238E27FC236}">
                <a16:creationId xmlns:a16="http://schemas.microsoft.com/office/drawing/2014/main" id="{8FADCCAA-DDF4-DDAD-09B4-FFC0CF58C292}"/>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4F74DA84-36D0-2784-F8ED-0035F34E83B0}"/>
              </a:ext>
            </a:extLst>
          </p:cNvPr>
          <p:cNvSpPr>
            <a:spLocks noGrp="1"/>
          </p:cNvSpPr>
          <p:nvPr>
            <p:ph type="body" sz="quarter" idx="30"/>
          </p:nvPr>
        </p:nvSpPr>
        <p:spPr/>
        <p:txBody>
          <a:bodyPr/>
          <a:lstStyle/>
          <a:p>
            <a:endParaRPr lang="fr-FR"/>
          </a:p>
        </p:txBody>
      </p:sp>
      <p:sp>
        <p:nvSpPr>
          <p:cNvPr id="8" name="Espace réservé du texte 2">
            <a:extLst>
              <a:ext uri="{FF2B5EF4-FFF2-40B4-BE49-F238E27FC236}">
                <a16:creationId xmlns:a16="http://schemas.microsoft.com/office/drawing/2014/main" id="{43CE195E-2152-CEB5-0E52-E1CFD07D7A60}"/>
              </a:ext>
            </a:extLst>
          </p:cNvPr>
          <p:cNvSpPr txBox="1">
            <a:spLocks/>
          </p:cNvSpPr>
          <p:nvPr/>
        </p:nvSpPr>
        <p:spPr>
          <a:xfrm>
            <a:off x="5727241" y="1002143"/>
            <a:ext cx="5590791" cy="5230706"/>
          </a:xfrm>
          <a:prstGeom prst="rect">
            <a:avLst/>
          </a:prstGeom>
        </p:spPr>
        <p:txBody>
          <a:bodyPr>
            <a:normAutofit/>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fr-FR" sz="1400" b="1" dirty="0">
                <a:solidFill>
                  <a:schemeClr val="tx1"/>
                </a:solidFill>
                <a:latin typeface="Verdana (Corps)"/>
              </a:rPr>
              <a:t>Structuration du message</a:t>
            </a:r>
          </a:p>
          <a:p>
            <a:pPr>
              <a:lnSpc>
                <a:spcPct val="100000"/>
              </a:lnSpc>
              <a:spcBef>
                <a:spcPts val="0"/>
              </a:spcBef>
            </a:pPr>
            <a:endParaRPr lang="fr-FR" sz="1400" b="1" dirty="0">
              <a:solidFill>
                <a:schemeClr val="tx1"/>
              </a:solidFill>
              <a:latin typeface="Verdana (Corps)"/>
            </a:endParaRPr>
          </a:p>
          <a:p>
            <a:pPr>
              <a:lnSpc>
                <a:spcPct val="100000"/>
              </a:lnSpc>
              <a:spcBef>
                <a:spcPts val="0"/>
              </a:spcBef>
            </a:pPr>
            <a:r>
              <a:rPr lang="fr-FR" sz="1400" dirty="0">
                <a:solidFill>
                  <a:schemeClr val="tx1"/>
                </a:solidFill>
                <a:latin typeface="Verdana (Corps)"/>
              </a:rPr>
              <a:t>Le message doit-il respecter la décomposition en objet ?</a:t>
            </a:r>
          </a:p>
          <a:p>
            <a:pPr>
              <a:lnSpc>
                <a:spcPct val="100000"/>
              </a:lnSpc>
              <a:spcBef>
                <a:spcPts val="0"/>
              </a:spcBef>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a:p>
            <a:pPr>
              <a:lnSpc>
                <a:spcPct val="100000"/>
              </a:lnSpc>
              <a:spcBef>
                <a:spcPts val="0"/>
              </a:spcBef>
            </a:pPr>
            <a:endParaRPr lang="fr-FR" sz="1400" dirty="0">
              <a:solidFill>
                <a:schemeClr val="tx1"/>
              </a:solidFill>
              <a:latin typeface="Verdana (Corps)"/>
            </a:endParaRPr>
          </a:p>
          <a:p>
            <a:pPr>
              <a:lnSpc>
                <a:spcPct val="100000"/>
              </a:lnSpc>
              <a:spcBef>
                <a:spcPts val="0"/>
              </a:spcBef>
            </a:pPr>
            <a:r>
              <a:rPr lang="fr-FR" sz="1400" dirty="0">
                <a:solidFill>
                  <a:schemeClr val="tx1"/>
                </a:solidFill>
                <a:latin typeface="Verdana (Corps)"/>
              </a:rPr>
              <a:t>Le </a:t>
            </a:r>
            <a:r>
              <a:rPr lang="fr-FR" sz="1400" dirty="0" err="1">
                <a:solidFill>
                  <a:schemeClr val="tx1"/>
                </a:solidFill>
                <a:latin typeface="Verdana (Corps)"/>
              </a:rPr>
              <a:t>payload</a:t>
            </a:r>
            <a:r>
              <a:rPr lang="fr-FR" sz="1400" dirty="0">
                <a:solidFill>
                  <a:schemeClr val="tx1"/>
                </a:solidFill>
                <a:latin typeface="Verdana (Corps)"/>
              </a:rPr>
              <a:t> doit il permettre de filtrer sur des clés fonctionnelles ?</a:t>
            </a:r>
          </a:p>
          <a:p>
            <a:pPr>
              <a:lnSpc>
                <a:spcPct val="100000"/>
              </a:lnSpc>
              <a:spcBef>
                <a:spcPts val="0"/>
              </a:spcBef>
            </a:pPr>
            <a:r>
              <a:rPr lang="fr-FR" sz="1100" dirty="0">
                <a:solidFill>
                  <a:schemeClr val="tx1"/>
                </a:solidFill>
                <a:latin typeface="Verdana (Corps)"/>
              </a:rPr>
              <a:t>	Exemple : UO, comment parer le risque d’un changement de valeur sur la propriété ?</a:t>
            </a:r>
          </a:p>
          <a:p>
            <a:pPr>
              <a:lnSpc>
                <a:spcPct val="100000"/>
              </a:lnSpc>
              <a:spcBef>
                <a:spcPts val="0"/>
              </a:spcBef>
            </a:pPr>
            <a:endParaRPr lang="fr-FR" sz="1400" dirty="0">
              <a:solidFill>
                <a:schemeClr val="tx1"/>
              </a:solidFill>
              <a:latin typeface="Verdana (Corps)"/>
            </a:endParaRPr>
          </a:p>
        </p:txBody>
      </p:sp>
      <p:sp>
        <p:nvSpPr>
          <p:cNvPr id="9" name="ZoneTexte 8">
            <a:extLst>
              <a:ext uri="{FF2B5EF4-FFF2-40B4-BE49-F238E27FC236}">
                <a16:creationId xmlns:a16="http://schemas.microsoft.com/office/drawing/2014/main" id="{5C4A0B10-167E-2ACE-6B7C-81BD3B8C2425}"/>
              </a:ext>
            </a:extLst>
          </p:cNvPr>
          <p:cNvSpPr txBox="1"/>
          <p:nvPr/>
        </p:nvSpPr>
        <p:spPr>
          <a:xfrm>
            <a:off x="335902" y="1651518"/>
            <a:ext cx="5318449" cy="5139869"/>
          </a:xfrm>
          <a:prstGeom prst="rect">
            <a:avLst/>
          </a:prstGeom>
          <a:noFill/>
        </p:spPr>
        <p:txBody>
          <a:bodyPr wrap="square" rtlCol="0">
            <a:spAutoFit/>
          </a:bodyPr>
          <a:lstStyle/>
          <a:p>
            <a:r>
              <a:rPr lang="fr-FR" sz="800" dirty="0" err="1"/>
              <a:t>subOperation</a:t>
            </a:r>
            <a:endParaRPr lang="fr-FR" sz="800" dirty="0"/>
          </a:p>
          <a:p>
            <a:r>
              <a:rPr lang="fr-FR" sz="800" dirty="0"/>
              <a:t>{</a:t>
            </a:r>
          </a:p>
          <a:p>
            <a:r>
              <a:rPr lang="fr-FR" sz="800" dirty="0"/>
              <a:t>	</a:t>
            </a:r>
            <a:r>
              <a:rPr lang="fr-FR" sz="800" dirty="0" err="1"/>
              <a:t>uo</a:t>
            </a:r>
            <a:r>
              <a:rPr lang="fr-FR" sz="800" dirty="0"/>
              <a:t> : { &lt;&lt; objet en association</a:t>
            </a:r>
          </a:p>
          <a:p>
            <a:r>
              <a:rPr lang="fr-FR" sz="800" dirty="0"/>
              <a:t>		code : "*****"</a:t>
            </a:r>
          </a:p>
          <a:p>
            <a:r>
              <a:rPr lang="fr-FR" sz="800" dirty="0"/>
              <a:t>	}</a:t>
            </a:r>
          </a:p>
          <a:p>
            <a:endParaRPr lang="fr-FR" sz="800" dirty="0"/>
          </a:p>
          <a:p>
            <a:r>
              <a:rPr lang="fr-FR" sz="800" dirty="0"/>
              <a:t>	</a:t>
            </a:r>
            <a:r>
              <a:rPr lang="fr-FR" sz="800" dirty="0" err="1"/>
              <a:t>stakeHolders</a:t>
            </a:r>
            <a:r>
              <a:rPr lang="fr-FR" sz="800" dirty="0"/>
              <a:t> : [ &lt;&lt; objets composites avec lien vers un objet en association</a:t>
            </a:r>
          </a:p>
          <a:p>
            <a:r>
              <a:rPr lang="fr-FR" sz="800" dirty="0"/>
              <a:t>		{</a:t>
            </a:r>
          </a:p>
          <a:p>
            <a:r>
              <a:rPr lang="fr-FR" sz="800" dirty="0"/>
              <a:t>			id : "   ",</a:t>
            </a:r>
          </a:p>
          <a:p>
            <a:r>
              <a:rPr lang="fr-FR" sz="800" dirty="0"/>
              <a:t>			</a:t>
            </a:r>
            <a:r>
              <a:rPr lang="fr-FR" sz="800" dirty="0" err="1"/>
              <a:t>role</a:t>
            </a:r>
            <a:r>
              <a:rPr lang="fr-FR" sz="800" dirty="0"/>
              <a:t> : "</a:t>
            </a:r>
            <a:r>
              <a:rPr lang="fr-FR" sz="800" dirty="0" err="1"/>
              <a:t>architect</a:t>
            </a:r>
            <a:r>
              <a:rPr lang="fr-FR" sz="800" dirty="0"/>
              <a:t> "  ,</a:t>
            </a:r>
          </a:p>
          <a:p>
            <a:r>
              <a:rPr lang="fr-FR" sz="800" dirty="0"/>
              <a:t>			</a:t>
            </a:r>
            <a:r>
              <a:rPr lang="fr-FR" sz="800" dirty="0" err="1"/>
              <a:t>thirdParty</a:t>
            </a:r>
            <a:r>
              <a:rPr lang="fr-FR" sz="800" dirty="0"/>
              <a:t> : {</a:t>
            </a:r>
          </a:p>
          <a:p>
            <a:r>
              <a:rPr lang="fr-FR" sz="800" dirty="0"/>
              <a:t>				code : ""</a:t>
            </a:r>
          </a:p>
          <a:p>
            <a:r>
              <a:rPr lang="fr-FR" sz="800" dirty="0"/>
              <a:t>			}</a:t>
            </a:r>
          </a:p>
          <a:p>
            <a:r>
              <a:rPr lang="fr-FR" sz="800" dirty="0"/>
              <a:t>		},</a:t>
            </a:r>
          </a:p>
          <a:p>
            <a:r>
              <a:rPr lang="fr-FR" sz="800" dirty="0"/>
              <a:t>		...</a:t>
            </a:r>
          </a:p>
          <a:p>
            <a:r>
              <a:rPr lang="fr-FR" sz="800" dirty="0"/>
              <a:t>	]</a:t>
            </a:r>
          </a:p>
          <a:p>
            <a:endParaRPr lang="fr-FR" sz="800" dirty="0"/>
          </a:p>
          <a:p>
            <a:r>
              <a:rPr lang="fr-FR" sz="800" dirty="0"/>
              <a:t>	</a:t>
            </a:r>
            <a:r>
              <a:rPr lang="fr-FR" sz="800" dirty="0" err="1"/>
              <a:t>products</a:t>
            </a:r>
            <a:r>
              <a:rPr lang="fr-FR" sz="800" dirty="0"/>
              <a:t> : [   &lt;&lt; objets composites</a:t>
            </a:r>
          </a:p>
          <a:p>
            <a:r>
              <a:rPr lang="fr-FR" sz="800" dirty="0"/>
              <a:t>		{</a:t>
            </a:r>
          </a:p>
          <a:p>
            <a:r>
              <a:rPr lang="fr-FR" sz="800" dirty="0"/>
              <a:t>			code : "",</a:t>
            </a:r>
          </a:p>
          <a:p>
            <a:r>
              <a:rPr lang="fr-FR" sz="800" dirty="0"/>
              <a:t>			label : "",</a:t>
            </a:r>
          </a:p>
          <a:p>
            <a:r>
              <a:rPr lang="fr-FR" sz="800" dirty="0"/>
              <a:t>			type : "",</a:t>
            </a:r>
          </a:p>
          <a:p>
            <a:r>
              <a:rPr lang="fr-FR" sz="800" dirty="0"/>
              <a:t>			...</a:t>
            </a:r>
          </a:p>
          <a:p>
            <a:r>
              <a:rPr lang="fr-FR" sz="800" dirty="0"/>
              <a:t>		},</a:t>
            </a:r>
          </a:p>
          <a:p>
            <a:r>
              <a:rPr lang="fr-FR" sz="800" dirty="0"/>
              <a:t>	]</a:t>
            </a:r>
          </a:p>
          <a:p>
            <a:endParaRPr lang="fr-FR" sz="800" dirty="0"/>
          </a:p>
          <a:p>
            <a:r>
              <a:rPr lang="fr-FR" sz="800" dirty="0"/>
              <a:t>	adresses : [ objets composites</a:t>
            </a:r>
          </a:p>
          <a:p>
            <a:r>
              <a:rPr lang="fr-FR" sz="800" dirty="0"/>
              <a:t>		{</a:t>
            </a:r>
          </a:p>
          <a:p>
            <a:r>
              <a:rPr lang="fr-FR" sz="800" dirty="0"/>
              <a:t>			id : "",</a:t>
            </a:r>
          </a:p>
          <a:p>
            <a:r>
              <a:rPr lang="fr-FR" sz="800" dirty="0"/>
              <a:t>			</a:t>
            </a:r>
            <a:r>
              <a:rPr lang="fr-FR" sz="800" dirty="0" err="1"/>
              <a:t>address</a:t>
            </a:r>
            <a:r>
              <a:rPr lang="fr-FR" sz="800" dirty="0"/>
              <a:t> : "",</a:t>
            </a:r>
          </a:p>
          <a:p>
            <a:r>
              <a:rPr lang="fr-FR" sz="800" dirty="0"/>
              <a:t>			</a:t>
            </a:r>
            <a:r>
              <a:rPr lang="fr-FR" sz="800" dirty="0" err="1"/>
              <a:t>postCode</a:t>
            </a:r>
            <a:r>
              <a:rPr lang="fr-FR" sz="800" dirty="0"/>
              <a:t> : "",</a:t>
            </a:r>
          </a:p>
          <a:p>
            <a:r>
              <a:rPr lang="fr-FR" sz="800" dirty="0"/>
              <a:t>			city : "",</a:t>
            </a:r>
          </a:p>
          <a:p>
            <a:r>
              <a:rPr lang="fr-FR" sz="800" dirty="0"/>
              <a:t>			country : ""</a:t>
            </a:r>
          </a:p>
          <a:p>
            <a:r>
              <a:rPr lang="fr-FR" sz="800" dirty="0"/>
              <a:t>		},</a:t>
            </a:r>
          </a:p>
          <a:p>
            <a:r>
              <a:rPr lang="fr-FR" sz="800" dirty="0"/>
              <a:t>	]</a:t>
            </a:r>
          </a:p>
          <a:p>
            <a:endParaRPr lang="fr-FR" sz="800" dirty="0"/>
          </a:p>
          <a:p>
            <a:r>
              <a:rPr lang="fr-FR" sz="800" dirty="0"/>
              <a:t>	</a:t>
            </a:r>
            <a:r>
              <a:rPr lang="fr-FR" sz="800" dirty="0" err="1"/>
              <a:t>operation</a:t>
            </a:r>
            <a:r>
              <a:rPr lang="fr-FR" sz="800" dirty="0"/>
              <a:t> : { id : "" } &lt;&lt; lien vers un objet en association</a:t>
            </a:r>
          </a:p>
          <a:p>
            <a:endParaRPr lang="fr-FR" sz="800" dirty="0"/>
          </a:p>
          <a:p>
            <a:r>
              <a:rPr lang="fr-FR" sz="800" dirty="0"/>
              <a:t>	</a:t>
            </a:r>
            <a:r>
              <a:rPr lang="fr-FR" sz="800" dirty="0" err="1"/>
              <a:t>businessLine</a:t>
            </a:r>
            <a:r>
              <a:rPr lang="fr-FR" sz="800" dirty="0"/>
              <a:t> : { code : "", label : "" }  &lt;&lt; liste de valeur intégrée</a:t>
            </a:r>
          </a:p>
          <a:p>
            <a:endParaRPr lang="fr-FR" sz="800" dirty="0"/>
          </a:p>
          <a:p>
            <a:r>
              <a:rPr lang="fr-FR" sz="800" dirty="0"/>
              <a:t>}</a:t>
            </a:r>
          </a:p>
        </p:txBody>
      </p:sp>
    </p:spTree>
    <p:extLst>
      <p:ext uri="{BB962C8B-B14F-4D97-AF65-F5344CB8AC3E}">
        <p14:creationId xmlns:p14="http://schemas.microsoft.com/office/powerpoint/2010/main" val="3102912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A3710F5-DF45-8F50-9F60-6841CF55CF2E}"/>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264C0F0A-610F-7CF2-986B-7F6322462C97}"/>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AA0951C0-7773-199D-566C-A8BCAA0E421B}"/>
              </a:ext>
            </a:extLst>
          </p:cNvPr>
          <p:cNvSpPr>
            <a:spLocks noGrp="1"/>
          </p:cNvSpPr>
          <p:nvPr>
            <p:ph type="sldNum" sz="quarter" idx="12"/>
          </p:nvPr>
        </p:nvSpPr>
        <p:spPr/>
        <p:txBody>
          <a:bodyPr/>
          <a:lstStyle/>
          <a:p>
            <a:fld id="{CD166EB1-B284-8541-B839-321F682B6B05}" type="slidenum">
              <a:rPr lang="fr-FR" smtClean="0"/>
              <a:pPr/>
              <a:t>8</a:t>
            </a:fld>
            <a:endParaRPr lang="fr-FR"/>
          </a:p>
        </p:txBody>
      </p:sp>
      <p:sp>
        <p:nvSpPr>
          <p:cNvPr id="5" name="Titre 4">
            <a:extLst>
              <a:ext uri="{FF2B5EF4-FFF2-40B4-BE49-F238E27FC236}">
                <a16:creationId xmlns:a16="http://schemas.microsoft.com/office/drawing/2014/main" id="{36CDB019-2EF1-239F-4303-E28531D2E2C4}"/>
              </a:ext>
            </a:extLst>
          </p:cNvPr>
          <p:cNvSpPr>
            <a:spLocks noGrp="1"/>
          </p:cNvSpPr>
          <p:nvPr>
            <p:ph type="title"/>
          </p:nvPr>
        </p:nvSpPr>
        <p:spPr>
          <a:xfrm>
            <a:off x="552711" y="812213"/>
            <a:ext cx="11086578" cy="590931"/>
          </a:xfrm>
        </p:spPr>
        <p:txBody>
          <a:bodyPr/>
          <a:lstStyle/>
          <a:p>
            <a:r>
              <a:rPr lang="fr-FR" dirty="0"/>
              <a:t>Granularité des topics</a:t>
            </a:r>
          </a:p>
        </p:txBody>
      </p:sp>
      <p:sp>
        <p:nvSpPr>
          <p:cNvPr id="6" name="Espace réservé du texte 5">
            <a:extLst>
              <a:ext uri="{FF2B5EF4-FFF2-40B4-BE49-F238E27FC236}">
                <a16:creationId xmlns:a16="http://schemas.microsoft.com/office/drawing/2014/main" id="{6D04003D-0F86-6849-9911-10600BD355AD}"/>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CCAC4329-91F7-316C-0557-99C32DC2499F}"/>
              </a:ext>
            </a:extLst>
          </p:cNvPr>
          <p:cNvSpPr>
            <a:spLocks noGrp="1"/>
          </p:cNvSpPr>
          <p:nvPr>
            <p:ph type="body" sz="quarter" idx="30"/>
          </p:nvPr>
        </p:nvSpPr>
        <p:spPr/>
        <p:txBody>
          <a:bodyPr/>
          <a:lstStyle/>
          <a:p>
            <a:endParaRPr lang="fr-FR"/>
          </a:p>
        </p:txBody>
      </p:sp>
      <p:graphicFrame>
        <p:nvGraphicFramePr>
          <p:cNvPr id="8" name="Tableau 3">
            <a:extLst>
              <a:ext uri="{FF2B5EF4-FFF2-40B4-BE49-F238E27FC236}">
                <a16:creationId xmlns:a16="http://schemas.microsoft.com/office/drawing/2014/main" id="{B0DC9264-42F0-80ED-1E90-C28E0D22B1CC}"/>
              </a:ext>
            </a:extLst>
          </p:cNvPr>
          <p:cNvGraphicFramePr>
            <a:graphicFrameLocks noGrp="1"/>
          </p:cNvGraphicFramePr>
          <p:nvPr>
            <p:custDataLst>
              <p:tags r:id="rId1"/>
            </p:custDataLst>
            <p:extLst>
              <p:ext uri="{D42A27DB-BD31-4B8C-83A1-F6EECF244321}">
                <p14:modId xmlns:p14="http://schemas.microsoft.com/office/powerpoint/2010/main" val="3335823767"/>
              </p:ext>
            </p:extLst>
          </p:nvPr>
        </p:nvGraphicFramePr>
        <p:xfrm>
          <a:off x="354563" y="1743075"/>
          <a:ext cx="11330413" cy="3799886"/>
        </p:xfrm>
        <a:graphic>
          <a:graphicData uri="http://schemas.openxmlformats.org/drawingml/2006/table">
            <a:tbl>
              <a:tblPr firstRow="1" firstCol="1" bandRow="1">
                <a:tableStyleId>{5C22544A-7EE6-4342-B048-85BDC9FD1C3A}</a:tableStyleId>
              </a:tblPr>
              <a:tblGrid>
                <a:gridCol w="1371600">
                  <a:extLst>
                    <a:ext uri="{9D8B030D-6E8A-4147-A177-3AD203B41FA5}">
                      <a16:colId xmlns:a16="http://schemas.microsoft.com/office/drawing/2014/main" val="1701024074"/>
                    </a:ext>
                  </a:extLst>
                </a:gridCol>
                <a:gridCol w="3025393">
                  <a:extLst>
                    <a:ext uri="{9D8B030D-6E8A-4147-A177-3AD203B41FA5}">
                      <a16:colId xmlns:a16="http://schemas.microsoft.com/office/drawing/2014/main" val="1224835592"/>
                    </a:ext>
                  </a:extLst>
                </a:gridCol>
                <a:gridCol w="3466710">
                  <a:extLst>
                    <a:ext uri="{9D8B030D-6E8A-4147-A177-3AD203B41FA5}">
                      <a16:colId xmlns:a16="http://schemas.microsoft.com/office/drawing/2014/main" val="3006677995"/>
                    </a:ext>
                  </a:extLst>
                </a:gridCol>
                <a:gridCol w="3466710">
                  <a:extLst>
                    <a:ext uri="{9D8B030D-6E8A-4147-A177-3AD203B41FA5}">
                      <a16:colId xmlns:a16="http://schemas.microsoft.com/office/drawing/2014/main" val="2900948006"/>
                    </a:ext>
                  </a:extLst>
                </a:gridCol>
              </a:tblGrid>
              <a:tr h="696629">
                <a:tc>
                  <a:txBody>
                    <a:bodyPr/>
                    <a:lstStyle/>
                    <a:p>
                      <a:endParaRPr lang="fr-FR" sz="1200"/>
                    </a:p>
                  </a:txBody>
                  <a:tcPr vert="vert270"/>
                </a:tc>
                <a:tc>
                  <a:txBody>
                    <a:bodyPr/>
                    <a:lstStyle/>
                    <a:p>
                      <a:pPr algn="ctr"/>
                      <a:r>
                        <a:rPr lang="fr-FR" sz="1400" dirty="0"/>
                        <a:t>Scénario 1</a:t>
                      </a:r>
                    </a:p>
                    <a:p>
                      <a:pPr algn="ctr"/>
                      <a:r>
                        <a:rPr lang="fr-FR" sz="1400" b="0" dirty="0">
                          <a:latin typeface="Arial" pitchFamily="34" charset="0"/>
                        </a:rPr>
                        <a:t>1 Topic global</a:t>
                      </a:r>
                      <a:endParaRPr lang="fr-FR" sz="1400" b="0" dirty="0"/>
                    </a:p>
                  </a:txBody>
                  <a:tcPr anchor="ctr"/>
                </a:tc>
                <a:tc>
                  <a:txBody>
                    <a:bodyPr/>
                    <a:lstStyle/>
                    <a:p>
                      <a:pPr algn="ctr"/>
                      <a:r>
                        <a:rPr lang="fr-FR" sz="1400" dirty="0"/>
                        <a:t>Scénario 2</a:t>
                      </a:r>
                    </a:p>
                    <a:p>
                      <a:pPr marL="0" marR="0" lvl="0" indent="0" algn="ctr" defTabSz="914355" rtl="0" eaLnBrk="1" fontAlgn="auto" latinLnBrk="0" hangingPunct="1">
                        <a:lnSpc>
                          <a:spcPct val="100000"/>
                        </a:lnSpc>
                        <a:spcBef>
                          <a:spcPts val="0"/>
                        </a:spcBef>
                        <a:spcAft>
                          <a:spcPts val="0"/>
                        </a:spcAft>
                        <a:buClrTx/>
                        <a:buSzTx/>
                        <a:buFontTx/>
                        <a:buNone/>
                        <a:tabLst/>
                        <a:defRPr/>
                      </a:pPr>
                      <a:r>
                        <a:rPr lang="fr-FR" sz="1400" b="0" dirty="0">
                          <a:latin typeface="Arial" pitchFamily="34" charset="0"/>
                        </a:rPr>
                        <a:t>1 Topic par objet</a:t>
                      </a:r>
                      <a:endParaRPr lang="fr-FR" sz="1400" b="0" dirty="0"/>
                    </a:p>
                  </a:txBody>
                  <a:tcPr anchor="ctr"/>
                </a:tc>
                <a:tc>
                  <a:txBody>
                    <a:bodyPr/>
                    <a:lstStyle/>
                    <a:p>
                      <a:pPr algn="ctr"/>
                      <a:r>
                        <a:rPr lang="fr-FR" sz="1400" dirty="0"/>
                        <a:t>Scénario 3</a:t>
                      </a:r>
                    </a:p>
                    <a:p>
                      <a:pPr algn="ctr"/>
                      <a:r>
                        <a:rPr lang="fr-FR" sz="1400" dirty="0"/>
                        <a:t>1 Topic par thématique</a:t>
                      </a:r>
                    </a:p>
                  </a:txBody>
                  <a:tcPr anchor="ctr"/>
                </a:tc>
                <a:extLst>
                  <a:ext uri="{0D108BD9-81ED-4DB2-BD59-A6C34878D82A}">
                    <a16:rowId xmlns:a16="http://schemas.microsoft.com/office/drawing/2014/main" val="57534750"/>
                  </a:ext>
                </a:extLst>
              </a:tr>
              <a:tr h="429808">
                <a:tc>
                  <a:txBody>
                    <a:bodyPr/>
                    <a:lstStyle/>
                    <a:p>
                      <a:pPr algn="ctr"/>
                      <a:r>
                        <a:rPr lang="fr-FR" sz="1200" dirty="0"/>
                        <a:t>Coûts</a:t>
                      </a:r>
                    </a:p>
                  </a:txBody>
                  <a:tcPr anchor="ctr"/>
                </a:tc>
                <a:tc gridSpan="3">
                  <a:txBody>
                    <a:bodyPr/>
                    <a:lstStyle/>
                    <a:p>
                      <a:pPr algn="ctr"/>
                      <a:r>
                        <a:rPr lang="fr-FR" sz="1000" i="0" dirty="0"/>
                        <a:t>Non impactant</a:t>
                      </a:r>
                    </a:p>
                  </a:txBody>
                  <a:tcPr anchor="ctr"/>
                </a:tc>
                <a:tc hMerge="1">
                  <a:txBody>
                    <a:bodyPr/>
                    <a:lstStyle/>
                    <a:p>
                      <a:pPr algn="l"/>
                      <a:endParaRPr lang="fr-FR" i="0" dirty="0"/>
                    </a:p>
                  </a:txBody>
                  <a:tcPr anchor="ctr"/>
                </a:tc>
                <a:tc hMerge="1">
                  <a:txBody>
                    <a:bodyPr/>
                    <a:lstStyle/>
                    <a:p>
                      <a:pPr algn="l"/>
                      <a:endParaRPr lang="fr-FR" i="0" dirty="0"/>
                    </a:p>
                  </a:txBody>
                  <a:tcPr anchor="ctr"/>
                </a:tc>
                <a:extLst>
                  <a:ext uri="{0D108BD9-81ED-4DB2-BD59-A6C34878D82A}">
                    <a16:rowId xmlns:a16="http://schemas.microsoft.com/office/drawing/2014/main" val="3560918172"/>
                  </a:ext>
                </a:extLst>
              </a:tr>
              <a:tr h="1084913">
                <a:tc>
                  <a:txBody>
                    <a:bodyPr/>
                    <a:lstStyle/>
                    <a:p>
                      <a:pPr algn="ctr"/>
                      <a:endParaRPr lang="fr-FR" sz="1200" dirty="0"/>
                    </a:p>
                  </a:txBody>
                  <a:tcPr anchor="ctr"/>
                </a:tc>
                <a:tc>
                  <a:txBody>
                    <a:bodyPr/>
                    <a:lstStyle/>
                    <a:p>
                      <a:pPr algn="l"/>
                      <a:r>
                        <a:rPr lang="fr-FR" sz="1000" i="0" dirty="0"/>
                        <a:t>Un seul abonnement pour tout le monde</a:t>
                      </a:r>
                    </a:p>
                    <a:p>
                      <a:pPr algn="l"/>
                      <a:r>
                        <a:rPr lang="fr-FR" sz="1000" i="0" dirty="0"/>
                        <a:t>La séquentialité des évènements est respectée sur l’intégralité de l’entreprise (pour les évènements gérés)</a:t>
                      </a:r>
                    </a:p>
                  </a:txBody>
                  <a:tcPr anchor="ctr"/>
                </a:tc>
                <a:tc>
                  <a:txBody>
                    <a:bodyPr/>
                    <a:lstStyle/>
                    <a:p>
                      <a:pPr algn="l"/>
                      <a:r>
                        <a:rPr lang="fr-FR" sz="1000" i="0" kern="1200" dirty="0">
                          <a:solidFill>
                            <a:schemeClr val="dk1"/>
                          </a:solidFill>
                          <a:latin typeface="+mn-lt"/>
                          <a:ea typeface="+mn-ea"/>
                          <a:cs typeface="+mn-cs"/>
                        </a:rPr>
                        <a:t>Possible de contraindre le schéma, améliore la qualité du message.</a:t>
                      </a:r>
                      <a:br>
                        <a:rPr lang="fr-FR" sz="1000" i="0" kern="1200" dirty="0">
                          <a:solidFill>
                            <a:schemeClr val="dk1"/>
                          </a:solidFill>
                          <a:latin typeface="+mn-lt"/>
                          <a:ea typeface="+mn-ea"/>
                          <a:cs typeface="+mn-cs"/>
                        </a:rPr>
                      </a:br>
                      <a:r>
                        <a:rPr lang="fr-FR" sz="1000" i="0" kern="1200" dirty="0">
                          <a:solidFill>
                            <a:schemeClr val="dk1"/>
                          </a:solidFill>
                          <a:latin typeface="+mn-lt"/>
                          <a:ea typeface="+mn-ea"/>
                          <a:cs typeface="+mn-cs"/>
                        </a:rPr>
                        <a:t>Header et </a:t>
                      </a:r>
                      <a:r>
                        <a:rPr lang="fr-FR" sz="1000" i="0" kern="1200" dirty="0" err="1">
                          <a:solidFill>
                            <a:schemeClr val="dk1"/>
                          </a:solidFill>
                          <a:latin typeface="+mn-lt"/>
                          <a:ea typeface="+mn-ea"/>
                          <a:cs typeface="+mn-cs"/>
                        </a:rPr>
                        <a:t>Payload</a:t>
                      </a:r>
                      <a:r>
                        <a:rPr lang="fr-FR" sz="1000" i="0" kern="1200" dirty="0">
                          <a:solidFill>
                            <a:schemeClr val="dk1"/>
                          </a:solidFill>
                          <a:latin typeface="+mn-lt"/>
                          <a:ea typeface="+mn-ea"/>
                          <a:cs typeface="+mn-cs"/>
                        </a:rPr>
                        <a:t> ajustables au plus près du message.</a:t>
                      </a:r>
                    </a:p>
                  </a:txBody>
                  <a:tcPr anchor="ctr"/>
                </a:tc>
                <a:tc>
                  <a:txBody>
                    <a:bodyPr/>
                    <a:lstStyle/>
                    <a:p>
                      <a:pPr algn="l"/>
                      <a:r>
                        <a:rPr lang="fr-FR" sz="1000" i="0" kern="1200" dirty="0">
                          <a:solidFill>
                            <a:schemeClr val="dk1"/>
                          </a:solidFill>
                          <a:latin typeface="+mn-lt"/>
                          <a:ea typeface="+mn-ea"/>
                          <a:cs typeface="+mn-cs"/>
                        </a:rPr>
                        <a:t>Un seul abonnement pour capter des messages sur un même thème : Référentiel des projets, Référentiel des collaborateurs, circuit achats, Référentiel des tiers, Référentiel Contrôle Budgétaire, ….</a:t>
                      </a:r>
                    </a:p>
                    <a:p>
                      <a:pPr algn="l"/>
                      <a:r>
                        <a:rPr lang="fr-FR" sz="1000" i="0" kern="1200" dirty="0">
                          <a:solidFill>
                            <a:schemeClr val="dk1"/>
                          </a:solidFill>
                          <a:latin typeface="+mn-lt"/>
                          <a:ea typeface="+mn-ea"/>
                          <a:cs typeface="+mn-cs"/>
                        </a:rPr>
                        <a:t>Séquentialité respectée au sein d’un même TOPIC</a:t>
                      </a:r>
                    </a:p>
                  </a:txBody>
                  <a:tcPr anchor="ctr"/>
                </a:tc>
                <a:extLst>
                  <a:ext uri="{0D108BD9-81ED-4DB2-BD59-A6C34878D82A}">
                    <a16:rowId xmlns:a16="http://schemas.microsoft.com/office/drawing/2014/main" val="1204684916"/>
                  </a:ext>
                </a:extLst>
              </a:tr>
              <a:tr h="1588536">
                <a:tc>
                  <a:txBody>
                    <a:bodyPr/>
                    <a:lstStyle/>
                    <a:p>
                      <a:pPr algn="ctr"/>
                      <a:endParaRPr lang="fr-FR" sz="1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i="0" dirty="0"/>
                        <a:t>Chaque application ne sera intéressée que par un volant faible des messages contenus dans le Topic</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è"/>
                        <a:tabLst/>
                        <a:defRPr/>
                      </a:pPr>
                      <a:r>
                        <a:rPr lang="fr-FR" sz="1000" i="0" dirty="0">
                          <a:sym typeface="Wingdings" panose="05000000000000000000" pitchFamily="2" charset="2"/>
                        </a:rPr>
                        <a:t>Beaucoup de CPU pour du filtrage et pas vraiment pour traiter le fond du message</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sz="1000" i="0" dirty="0">
                          <a:sym typeface="Wingdings" panose="05000000000000000000" pitchFamily="2" charset="2"/>
                        </a:rPr>
                        <a:t>Impossible de contraindre le message par un schéma</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sz="1000" i="0" dirty="0">
                          <a:sym typeface="Wingdings" panose="05000000000000000000" pitchFamily="2" charset="2"/>
                        </a:rPr>
                        <a:t>Le header est forcément général et ne pourra contenir probablement que des données type « type du message, source de l’évènement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fr-FR" sz="1000" i="0" dirty="0"/>
                    </a:p>
                  </a:txBody>
                  <a:tcPr anchor="ctr"/>
                </a:tc>
                <a:tc>
                  <a:txBody>
                    <a:bodyPr/>
                    <a:lstStyle/>
                    <a:p>
                      <a:pPr algn="l"/>
                      <a:r>
                        <a:rPr lang="fr-FR" sz="1000" i="0" kern="1200" dirty="0">
                          <a:solidFill>
                            <a:schemeClr val="dk1"/>
                          </a:solidFill>
                          <a:latin typeface="+mn-lt"/>
                          <a:ea typeface="+mn-ea"/>
                          <a:cs typeface="+mn-cs"/>
                        </a:rPr>
                        <a:t>Nécessité de s’abonner à de très nombreux topic.</a:t>
                      </a:r>
                    </a:p>
                    <a:p>
                      <a:pPr algn="l"/>
                      <a:r>
                        <a:rPr lang="fr-FR" sz="1000" i="0" kern="1200" dirty="0">
                          <a:solidFill>
                            <a:schemeClr val="dk1"/>
                          </a:solidFill>
                          <a:latin typeface="+mn-lt"/>
                          <a:ea typeface="+mn-ea"/>
                          <a:cs typeface="+mn-cs"/>
                        </a:rPr>
                        <a:t>Séquentialité rend compliquée la consommation, en particulier dans les relations maîtres détails.</a:t>
                      </a:r>
                    </a:p>
                    <a:p>
                      <a:pPr algn="l"/>
                      <a:endParaRPr lang="fr-FR" sz="1000" i="0" kern="1200" dirty="0">
                        <a:solidFill>
                          <a:schemeClr val="dk1"/>
                        </a:solidFill>
                        <a:latin typeface="+mn-lt"/>
                        <a:ea typeface="+mn-ea"/>
                        <a:cs typeface="+mn-cs"/>
                      </a:endParaRPr>
                    </a:p>
                    <a:p>
                      <a:pPr algn="l"/>
                      <a:r>
                        <a:rPr lang="fr-FR" sz="1000" i="0" kern="1200" dirty="0">
                          <a:solidFill>
                            <a:schemeClr val="dk1"/>
                          </a:solidFill>
                          <a:latin typeface="+mn-lt"/>
                          <a:ea typeface="+mn-ea"/>
                          <a:cs typeface="+mn-cs"/>
                        </a:rPr>
                        <a:t>En partie contradictoire avec l’approche « objet composite émis d’un seul tenant »</a:t>
                      </a:r>
                    </a:p>
                  </a:txBody>
                  <a:tcPr anchor="ctr"/>
                </a:tc>
                <a:tc>
                  <a:txBody>
                    <a:bodyPr/>
                    <a:lstStyle/>
                    <a:p>
                      <a:pPr algn="l"/>
                      <a:r>
                        <a:rPr lang="fr-FR" sz="1000" i="0" kern="1200" dirty="0">
                          <a:solidFill>
                            <a:schemeClr val="dk1"/>
                          </a:solidFill>
                          <a:latin typeface="+mn-lt"/>
                          <a:ea typeface="+mn-ea"/>
                          <a:cs typeface="+mn-cs"/>
                        </a:rPr>
                        <a:t>Nécessité de multi abonnements pour une application intéressée par plusieurs domaines</a:t>
                      </a:r>
                    </a:p>
                    <a:p>
                      <a:pPr algn="l"/>
                      <a:r>
                        <a:rPr lang="fr-FR" sz="1000" i="0" kern="1200" dirty="0">
                          <a:solidFill>
                            <a:schemeClr val="dk1"/>
                          </a:solidFill>
                          <a:latin typeface="+mn-lt"/>
                          <a:ea typeface="+mn-ea"/>
                          <a:cs typeface="+mn-cs"/>
                        </a:rPr>
                        <a:t>Difficulté de savoir où s’arrête un domaine et où commence un autre.</a:t>
                      </a:r>
                    </a:p>
                    <a:p>
                      <a:pPr algn="l"/>
                      <a:r>
                        <a:rPr lang="fr-FR" sz="1000" i="0" kern="1200" dirty="0">
                          <a:solidFill>
                            <a:schemeClr val="dk1"/>
                          </a:solidFill>
                          <a:latin typeface="+mn-lt"/>
                          <a:ea typeface="+mn-ea"/>
                          <a:cs typeface="+mn-cs"/>
                        </a:rPr>
                        <a:t>Possibilité de recevoir plusieurs fois le même message par différents canaux (à résoudre par des filtres)</a:t>
                      </a:r>
                    </a:p>
                  </a:txBody>
                  <a:tcPr anchor="ctr"/>
                </a:tc>
                <a:extLst>
                  <a:ext uri="{0D108BD9-81ED-4DB2-BD59-A6C34878D82A}">
                    <a16:rowId xmlns:a16="http://schemas.microsoft.com/office/drawing/2014/main" val="3287069577"/>
                  </a:ext>
                </a:extLst>
              </a:tr>
            </a:tbl>
          </a:graphicData>
        </a:graphic>
      </p:graphicFrame>
      <p:sp>
        <p:nvSpPr>
          <p:cNvPr id="9" name="Croix 8">
            <a:extLst>
              <a:ext uri="{FF2B5EF4-FFF2-40B4-BE49-F238E27FC236}">
                <a16:creationId xmlns:a16="http://schemas.microsoft.com/office/drawing/2014/main" id="{9B020E8D-3CB1-750B-DFDB-848F8B69FE2C}"/>
              </a:ext>
            </a:extLst>
          </p:cNvPr>
          <p:cNvSpPr/>
          <p:nvPr/>
        </p:nvSpPr>
        <p:spPr>
          <a:xfrm>
            <a:off x="706938" y="3088203"/>
            <a:ext cx="692653" cy="681593"/>
          </a:xfrm>
          <a:prstGeom prst="plus">
            <a:avLst>
              <a:gd name="adj" fmla="val 37632"/>
            </a:avLst>
          </a:prstGeom>
          <a:solidFill>
            <a:srgbClr val="92D050"/>
          </a:solidFill>
          <a:ln w="12660" cap="flat">
            <a:noFill/>
            <a:prstDash val="solid"/>
            <a:miter/>
          </a:ln>
        </p:spPr>
        <p:txBody>
          <a:bodyPr rtlCol="0" anchor="ctr"/>
          <a:lstStyle/>
          <a:p>
            <a:pPr algn="l"/>
            <a:endParaRPr lang="fr-FR"/>
          </a:p>
        </p:txBody>
      </p:sp>
      <p:sp>
        <p:nvSpPr>
          <p:cNvPr id="11" name="Signe Moins 10">
            <a:extLst>
              <a:ext uri="{FF2B5EF4-FFF2-40B4-BE49-F238E27FC236}">
                <a16:creationId xmlns:a16="http://schemas.microsoft.com/office/drawing/2014/main" id="{93EB0FA7-7C2E-328C-E6D4-6F815C9E32E7}"/>
              </a:ext>
            </a:extLst>
          </p:cNvPr>
          <p:cNvSpPr/>
          <p:nvPr/>
        </p:nvSpPr>
        <p:spPr>
          <a:xfrm>
            <a:off x="706939" y="4435319"/>
            <a:ext cx="692653" cy="542828"/>
          </a:xfrm>
          <a:prstGeom prst="mathMinus">
            <a:avLst/>
          </a:prstGeom>
          <a:solidFill>
            <a:schemeClr val="accent3"/>
          </a:solidFill>
          <a:ln w="12660" cap="flat">
            <a:noFill/>
            <a:prstDash val="solid"/>
            <a:miter/>
          </a:ln>
        </p:spPr>
        <p:txBody>
          <a:bodyPr rtlCol="0" anchor="ctr"/>
          <a:lstStyle/>
          <a:p>
            <a:pPr algn="l"/>
            <a:endParaRPr lang="fr-FR"/>
          </a:p>
        </p:txBody>
      </p:sp>
    </p:spTree>
    <p:extLst>
      <p:ext uri="{BB962C8B-B14F-4D97-AF65-F5344CB8AC3E}">
        <p14:creationId xmlns:p14="http://schemas.microsoft.com/office/powerpoint/2010/main" val="2678061904"/>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5306001-6F4E-A0E8-8D66-142CA5C22470}"/>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4B04E738-CC9E-E8FC-0203-3182AE9CCAA0}"/>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4A0F2D64-83BF-758E-01BE-956D64C55DF8}"/>
              </a:ext>
            </a:extLst>
          </p:cNvPr>
          <p:cNvSpPr>
            <a:spLocks noGrp="1"/>
          </p:cNvSpPr>
          <p:nvPr>
            <p:ph type="sldNum" sz="quarter" idx="12"/>
          </p:nvPr>
        </p:nvSpPr>
        <p:spPr/>
        <p:txBody>
          <a:bodyPr/>
          <a:lstStyle/>
          <a:p>
            <a:fld id="{CD166EB1-B284-8541-B839-321F682B6B05}" type="slidenum">
              <a:rPr lang="fr-FR" smtClean="0"/>
              <a:pPr/>
              <a:t>9</a:t>
            </a:fld>
            <a:endParaRPr lang="fr-FR"/>
          </a:p>
        </p:txBody>
      </p:sp>
      <p:sp>
        <p:nvSpPr>
          <p:cNvPr id="5" name="Titre 4">
            <a:extLst>
              <a:ext uri="{FF2B5EF4-FFF2-40B4-BE49-F238E27FC236}">
                <a16:creationId xmlns:a16="http://schemas.microsoft.com/office/drawing/2014/main" id="{35ED841A-CCFF-2FC4-A2FD-7D382ABE0166}"/>
              </a:ext>
            </a:extLst>
          </p:cNvPr>
          <p:cNvSpPr>
            <a:spLocks noGrp="1"/>
          </p:cNvSpPr>
          <p:nvPr>
            <p:ph type="title"/>
          </p:nvPr>
        </p:nvSpPr>
        <p:spPr/>
        <p:txBody>
          <a:bodyPr/>
          <a:lstStyle/>
          <a:p>
            <a:r>
              <a:rPr lang="fr-FR" dirty="0"/>
              <a:t>Notre choix, proposé, sur chaque critère</a:t>
            </a:r>
          </a:p>
        </p:txBody>
      </p:sp>
      <p:sp>
        <p:nvSpPr>
          <p:cNvPr id="6" name="Espace réservé du texte 5">
            <a:extLst>
              <a:ext uri="{FF2B5EF4-FFF2-40B4-BE49-F238E27FC236}">
                <a16:creationId xmlns:a16="http://schemas.microsoft.com/office/drawing/2014/main" id="{305AF201-3579-42AD-1A9D-F0B4682CA246}"/>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49B08ED6-F436-EC7E-1D68-533DDC03DFE9}"/>
              </a:ext>
            </a:extLst>
          </p:cNvPr>
          <p:cNvSpPr>
            <a:spLocks noGrp="1"/>
          </p:cNvSpPr>
          <p:nvPr>
            <p:ph type="body" sz="quarter" idx="30"/>
          </p:nvPr>
        </p:nvSpPr>
        <p:spPr/>
        <p:txBody>
          <a:bodyPr/>
          <a:lstStyle/>
          <a:p>
            <a:endParaRPr lang="fr-FR"/>
          </a:p>
        </p:txBody>
      </p:sp>
      <p:graphicFrame>
        <p:nvGraphicFramePr>
          <p:cNvPr id="8" name="Tableau 7">
            <a:extLst>
              <a:ext uri="{FF2B5EF4-FFF2-40B4-BE49-F238E27FC236}">
                <a16:creationId xmlns:a16="http://schemas.microsoft.com/office/drawing/2014/main" id="{85CA0325-054E-17AD-D2F8-F9A1FF984EC1}"/>
              </a:ext>
            </a:extLst>
          </p:cNvPr>
          <p:cNvGraphicFramePr>
            <a:graphicFrameLocks noGrp="1"/>
          </p:cNvGraphicFramePr>
          <p:nvPr>
            <p:extLst>
              <p:ext uri="{D42A27DB-BD31-4B8C-83A1-F6EECF244321}">
                <p14:modId xmlns:p14="http://schemas.microsoft.com/office/powerpoint/2010/main" val="1567399240"/>
              </p:ext>
            </p:extLst>
          </p:nvPr>
        </p:nvGraphicFramePr>
        <p:xfrm>
          <a:off x="706939" y="1529057"/>
          <a:ext cx="10264342" cy="4834305"/>
        </p:xfrm>
        <a:graphic>
          <a:graphicData uri="http://schemas.openxmlformats.org/drawingml/2006/table">
            <a:tbl>
              <a:tblPr firstRow="1" firstCol="1" bandRow="1">
                <a:tableStyleId>{5C22544A-7EE6-4342-B048-85BDC9FD1C3A}</a:tableStyleId>
              </a:tblPr>
              <a:tblGrid>
                <a:gridCol w="1714844">
                  <a:extLst>
                    <a:ext uri="{9D8B030D-6E8A-4147-A177-3AD203B41FA5}">
                      <a16:colId xmlns:a16="http://schemas.microsoft.com/office/drawing/2014/main" val="2886921691"/>
                    </a:ext>
                  </a:extLst>
                </a:gridCol>
                <a:gridCol w="8549498">
                  <a:extLst>
                    <a:ext uri="{9D8B030D-6E8A-4147-A177-3AD203B41FA5}">
                      <a16:colId xmlns:a16="http://schemas.microsoft.com/office/drawing/2014/main" val="2939180936"/>
                    </a:ext>
                  </a:extLst>
                </a:gridCol>
              </a:tblGrid>
              <a:tr h="696629">
                <a:tc>
                  <a:txBody>
                    <a:bodyPr/>
                    <a:lstStyle/>
                    <a:p>
                      <a:pPr algn="ctr"/>
                      <a:r>
                        <a:rPr lang="fr-FR" sz="1800" dirty="0"/>
                        <a:t>Critère</a:t>
                      </a:r>
                    </a:p>
                  </a:txBody>
                  <a:tcPr anchor="ctr"/>
                </a:tc>
                <a:tc>
                  <a:txBody>
                    <a:bodyPr/>
                    <a:lstStyle/>
                    <a:p>
                      <a:pPr algn="ctr"/>
                      <a:r>
                        <a:rPr lang="fr-FR" sz="1800" dirty="0"/>
                        <a:t>Choix</a:t>
                      </a:r>
                    </a:p>
                  </a:txBody>
                  <a:tcPr anchor="ctr"/>
                </a:tc>
                <a:extLst>
                  <a:ext uri="{0D108BD9-81ED-4DB2-BD59-A6C34878D82A}">
                    <a16:rowId xmlns:a16="http://schemas.microsoft.com/office/drawing/2014/main" val="2251132610"/>
                  </a:ext>
                </a:extLst>
              </a:tr>
              <a:tr h="1034419">
                <a:tc>
                  <a:txBody>
                    <a:bodyPr/>
                    <a:lstStyle/>
                    <a:p>
                      <a:pPr algn="ctr"/>
                      <a:r>
                        <a:rPr lang="fr-FR" sz="1200" dirty="0"/>
                        <a:t>Granularité des objets émis dans les messages</a:t>
                      </a:r>
                    </a:p>
                  </a:txBody>
                  <a:tcPr anchor="ctr"/>
                </a:tc>
                <a:tc>
                  <a:txBody>
                    <a:bodyPr/>
                    <a:lstStyle/>
                    <a:p>
                      <a:pPr algn="l"/>
                      <a:r>
                        <a:rPr lang="fr-FR" sz="1200" dirty="0"/>
                        <a:t>La structuration des objets est respectée à hauteur de leur composition et de la granularité des cycles de vie.</a:t>
                      </a:r>
                    </a:p>
                    <a:p>
                      <a:pPr algn="l"/>
                      <a:r>
                        <a:rPr lang="fr-FR" sz="1200" dirty="0"/>
                        <a:t>Un objet composite est donc émis avec son objet parent, dans la mesure où son cycle de vie est cohérent avec le celui de son parent.</a:t>
                      </a:r>
                      <a:br>
                        <a:rPr lang="fr-FR" sz="1200" dirty="0"/>
                      </a:br>
                      <a:r>
                        <a:rPr lang="fr-FR" sz="1200" dirty="0"/>
                        <a:t>Des objets associés sont diffusés distinctement.</a:t>
                      </a:r>
                    </a:p>
                  </a:txBody>
                  <a:tcPr anchor="ctr"/>
                </a:tc>
                <a:extLst>
                  <a:ext uri="{0D108BD9-81ED-4DB2-BD59-A6C34878D82A}">
                    <a16:rowId xmlns:a16="http://schemas.microsoft.com/office/drawing/2014/main" val="3001501097"/>
                  </a:ext>
                </a:extLst>
              </a:tr>
              <a:tr h="1034419">
                <a:tc>
                  <a:txBody>
                    <a:bodyPr/>
                    <a:lstStyle/>
                    <a:p>
                      <a:pPr algn="ctr"/>
                      <a:r>
                        <a:rPr lang="fr-FR" sz="1200" dirty="0"/>
                        <a:t>Structuration du message</a:t>
                      </a:r>
                    </a:p>
                  </a:txBody>
                  <a:tcPr anchor="ctr"/>
                </a:tc>
                <a:tc>
                  <a:txBody>
                    <a:bodyPr/>
                    <a:lstStyle/>
                    <a:p>
                      <a:pPr algn="l"/>
                      <a:r>
                        <a:rPr lang="fr-FR" sz="1200" dirty="0"/>
                        <a:t>Le message doit être respectueux du message en matérialisant les objets composites par des sous-objets.</a:t>
                      </a:r>
                      <a:br>
                        <a:rPr lang="fr-FR" sz="1200" dirty="0"/>
                      </a:br>
                      <a:r>
                        <a:rPr lang="fr-FR" sz="1200" dirty="0"/>
                        <a:t>Si des objets sont en association, la part de l’association se limite à l’identifiant de l’objet associé dans l’objet émis.</a:t>
                      </a:r>
                    </a:p>
                  </a:txBody>
                  <a:tcPr anchor="ctr"/>
                </a:tc>
                <a:extLst>
                  <a:ext uri="{0D108BD9-81ED-4DB2-BD59-A6C34878D82A}">
                    <a16:rowId xmlns:a16="http://schemas.microsoft.com/office/drawing/2014/main" val="665749292"/>
                  </a:ext>
                </a:extLst>
              </a:tr>
              <a:tr h="1034419">
                <a:tc>
                  <a:txBody>
                    <a:bodyPr/>
                    <a:lstStyle/>
                    <a:p>
                      <a:pPr algn="ctr"/>
                      <a:r>
                        <a:rPr lang="fr-FR" sz="1200" dirty="0"/>
                        <a:t>Clé fonctionnelle dans le </a:t>
                      </a:r>
                      <a:r>
                        <a:rPr lang="fr-FR" sz="1200" dirty="0" err="1"/>
                        <a:t>Payload</a:t>
                      </a:r>
                      <a:endParaRPr lang="fr-FR" sz="1200" dirty="0"/>
                    </a:p>
                  </a:txBody>
                  <a:tcPr anchor="ctr"/>
                </a:tc>
                <a:tc>
                  <a:txBody>
                    <a:bodyPr/>
                    <a:lstStyle/>
                    <a:p>
                      <a:pPr algn="l"/>
                      <a:r>
                        <a:rPr lang="fr-FR" sz="1200" dirty="0"/>
                        <a:t>L’utilisation de clé fonctionnelle dans le </a:t>
                      </a:r>
                      <a:r>
                        <a:rPr lang="fr-FR" sz="1200" dirty="0" err="1"/>
                        <a:t>Payload</a:t>
                      </a:r>
                      <a:r>
                        <a:rPr lang="fr-FR" sz="1200" dirty="0"/>
                        <a:t> doit tenir compte du fait des risques pris sur sa variabilité en face de son usage dans un filtre. Si la clé fonctionnelle change de valeur, l’application qui l’a reçue un jour, n’aura plus jamais de mise à jour, ni même le fait que celui-ci a changé de valeur ! La recommandation est donc de se limiter sur les clés fonctionnelles valorisées de manière immuable.</a:t>
                      </a:r>
                    </a:p>
                  </a:txBody>
                  <a:tcPr anchor="ctr"/>
                </a:tc>
                <a:extLst>
                  <a:ext uri="{0D108BD9-81ED-4DB2-BD59-A6C34878D82A}">
                    <a16:rowId xmlns:a16="http://schemas.microsoft.com/office/drawing/2014/main" val="26947196"/>
                  </a:ext>
                </a:extLst>
              </a:tr>
              <a:tr h="1034419">
                <a:tc>
                  <a:txBody>
                    <a:bodyPr/>
                    <a:lstStyle/>
                    <a:p>
                      <a:pPr algn="ctr"/>
                      <a:r>
                        <a:rPr lang="fr-FR" sz="1200" dirty="0"/>
                        <a:t>Granularité des Topics</a:t>
                      </a:r>
                    </a:p>
                  </a:txBody>
                  <a:tcPr anchor="ctr"/>
                </a:tc>
                <a:tc>
                  <a:txBody>
                    <a:bodyPr/>
                    <a:lstStyle/>
                    <a:p>
                      <a:pPr algn="l"/>
                      <a:r>
                        <a:rPr lang="fr-FR" sz="1200" dirty="0"/>
                        <a:t>La granularité thématique permet de répondre à un bon niveau de séquentialité et de robustesse du message.</a:t>
                      </a:r>
                    </a:p>
                    <a:p>
                      <a:pPr algn="l"/>
                      <a:r>
                        <a:rPr lang="fr-FR" sz="1200" dirty="0"/>
                        <a:t>Les limites Azure Service Bus sont cohérente avec le modèle préconisé.</a:t>
                      </a:r>
                    </a:p>
                  </a:txBody>
                  <a:tcPr anchor="ctr"/>
                </a:tc>
                <a:extLst>
                  <a:ext uri="{0D108BD9-81ED-4DB2-BD59-A6C34878D82A}">
                    <a16:rowId xmlns:a16="http://schemas.microsoft.com/office/drawing/2014/main" val="2453805817"/>
                  </a:ext>
                </a:extLst>
              </a:tr>
            </a:tbl>
          </a:graphicData>
        </a:graphic>
      </p:graphicFrame>
    </p:spTree>
    <p:extLst>
      <p:ext uri="{BB962C8B-B14F-4D97-AF65-F5344CB8AC3E}">
        <p14:creationId xmlns:p14="http://schemas.microsoft.com/office/powerpoint/2010/main" val="638981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7F93988-02AC-5EBC-FDEA-CF09D48B3919}"/>
              </a:ext>
            </a:extLst>
          </p:cNvPr>
          <p:cNvSpPr>
            <a:spLocks noGrp="1"/>
          </p:cNvSpPr>
          <p:nvPr>
            <p:ph type="dt" sz="half" idx="10"/>
          </p:nvPr>
        </p:nvSpPr>
        <p:spPr/>
        <p:txBody>
          <a:bodyPr/>
          <a:lstStyle/>
          <a:p>
            <a:r>
              <a:rPr lang="fr-FR"/>
              <a:t>MOIS ANNÉE</a:t>
            </a:r>
          </a:p>
        </p:txBody>
      </p:sp>
      <p:sp>
        <p:nvSpPr>
          <p:cNvPr id="3" name="Espace réservé du pied de page 2">
            <a:extLst>
              <a:ext uri="{FF2B5EF4-FFF2-40B4-BE49-F238E27FC236}">
                <a16:creationId xmlns:a16="http://schemas.microsoft.com/office/drawing/2014/main" id="{4799B266-E530-B0FA-D70A-2352FA576BFB}"/>
              </a:ext>
            </a:extLst>
          </p:cNvPr>
          <p:cNvSpPr>
            <a:spLocks noGrp="1"/>
          </p:cNvSpPr>
          <p:nvPr>
            <p:ph type="ftr" sz="quarter" idx="11"/>
          </p:nvPr>
        </p:nvSpPr>
        <p:spPr/>
        <p:txBody>
          <a:bodyPr/>
          <a:lstStyle/>
          <a:p>
            <a:r>
              <a:rPr lang="fr-FR"/>
              <a:t>BOUYGUES CONSTRUCTION | </a:t>
            </a:r>
          </a:p>
        </p:txBody>
      </p:sp>
      <p:sp>
        <p:nvSpPr>
          <p:cNvPr id="4" name="Espace réservé du numéro de diapositive 3">
            <a:extLst>
              <a:ext uri="{FF2B5EF4-FFF2-40B4-BE49-F238E27FC236}">
                <a16:creationId xmlns:a16="http://schemas.microsoft.com/office/drawing/2014/main" id="{FE0AD0AF-CE16-0BB8-5D95-27B23E90DE5C}"/>
              </a:ext>
            </a:extLst>
          </p:cNvPr>
          <p:cNvSpPr>
            <a:spLocks noGrp="1"/>
          </p:cNvSpPr>
          <p:nvPr>
            <p:ph type="sldNum" sz="quarter" idx="12"/>
          </p:nvPr>
        </p:nvSpPr>
        <p:spPr/>
        <p:txBody>
          <a:bodyPr/>
          <a:lstStyle/>
          <a:p>
            <a:fld id="{CD166EB1-B284-8541-B839-321F682B6B05}" type="slidenum">
              <a:rPr lang="fr-FR" smtClean="0"/>
              <a:pPr/>
              <a:t>10</a:t>
            </a:fld>
            <a:endParaRPr lang="fr-FR"/>
          </a:p>
        </p:txBody>
      </p:sp>
      <p:sp>
        <p:nvSpPr>
          <p:cNvPr id="5" name="Titre 4">
            <a:extLst>
              <a:ext uri="{FF2B5EF4-FFF2-40B4-BE49-F238E27FC236}">
                <a16:creationId xmlns:a16="http://schemas.microsoft.com/office/drawing/2014/main" id="{8E4511CF-CA08-EF95-2CDF-AF219306ADFD}"/>
              </a:ext>
            </a:extLst>
          </p:cNvPr>
          <p:cNvSpPr>
            <a:spLocks noGrp="1"/>
          </p:cNvSpPr>
          <p:nvPr>
            <p:ph type="title"/>
          </p:nvPr>
        </p:nvSpPr>
        <p:spPr/>
        <p:txBody>
          <a:bodyPr/>
          <a:lstStyle/>
          <a:p>
            <a:r>
              <a:rPr lang="fr-FR" dirty="0"/>
              <a:t>Pattern d’intégration avec </a:t>
            </a:r>
            <a:r>
              <a:rPr lang="fr-FR" dirty="0" err="1"/>
              <a:t>MuleSoft</a:t>
            </a:r>
            <a:endParaRPr lang="fr-FR" dirty="0"/>
          </a:p>
        </p:txBody>
      </p:sp>
      <p:sp>
        <p:nvSpPr>
          <p:cNvPr id="6" name="Espace réservé du texte 5">
            <a:extLst>
              <a:ext uri="{FF2B5EF4-FFF2-40B4-BE49-F238E27FC236}">
                <a16:creationId xmlns:a16="http://schemas.microsoft.com/office/drawing/2014/main" id="{85A5388C-4CB9-9775-C0F8-510EEF721357}"/>
              </a:ext>
            </a:extLst>
          </p:cNvPr>
          <p:cNvSpPr>
            <a:spLocks noGrp="1"/>
          </p:cNvSpPr>
          <p:nvPr>
            <p:ph type="body" sz="quarter" idx="19"/>
          </p:nvPr>
        </p:nvSpPr>
        <p:spPr/>
        <p:txBody>
          <a:bodyPr/>
          <a:lstStyle/>
          <a:p>
            <a:endParaRPr lang="fr-FR"/>
          </a:p>
        </p:txBody>
      </p:sp>
      <p:sp>
        <p:nvSpPr>
          <p:cNvPr id="7" name="Espace réservé du texte 6">
            <a:extLst>
              <a:ext uri="{FF2B5EF4-FFF2-40B4-BE49-F238E27FC236}">
                <a16:creationId xmlns:a16="http://schemas.microsoft.com/office/drawing/2014/main" id="{6B22DA35-BD5B-AD40-FF15-8BACB9D9D013}"/>
              </a:ext>
            </a:extLst>
          </p:cNvPr>
          <p:cNvSpPr>
            <a:spLocks noGrp="1"/>
          </p:cNvSpPr>
          <p:nvPr>
            <p:ph type="body" sz="quarter" idx="30"/>
          </p:nvPr>
        </p:nvSpPr>
        <p:spPr/>
        <p:txBody>
          <a:bodyPr/>
          <a:lstStyle/>
          <a:p>
            <a:endParaRPr lang="fr-FR"/>
          </a:p>
        </p:txBody>
      </p:sp>
      <p:sp>
        <p:nvSpPr>
          <p:cNvPr id="10" name="Rectangle 2">
            <a:extLst>
              <a:ext uri="{FF2B5EF4-FFF2-40B4-BE49-F238E27FC236}">
                <a16:creationId xmlns:a16="http://schemas.microsoft.com/office/drawing/2014/main" id="{BD158398-00DA-FC32-165C-E10F31C6EA64}"/>
              </a:ext>
            </a:extLst>
          </p:cNvPr>
          <p:cNvSpPr>
            <a:spLocks noChangeArrowheads="1"/>
          </p:cNvSpPr>
          <p:nvPr/>
        </p:nvSpPr>
        <p:spPr bwMode="auto">
          <a:xfrm>
            <a:off x="314325" y="22193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hlinkClick r:id="rId2"/>
              </a:rPr>
              <a:t>MDM - Secure Agent - AZ Service </a:t>
            </a:r>
            <a:r>
              <a:rPr kumimoji="0" lang="fr-FR" altLang="fr-FR" sz="1800" b="0" i="0" u="none" strike="noStrike" cap="none" normalizeH="0" baseline="0" dirty="0" err="1">
                <a:ln>
                  <a:noFill/>
                </a:ln>
                <a:solidFill>
                  <a:schemeClr val="tx1"/>
                </a:solidFill>
                <a:effectLst/>
                <a:latin typeface="Arial" panose="020B0604020202020204" pitchFamily="34" charset="0"/>
                <a:hlinkClick r:id="rId2"/>
              </a:rPr>
              <a:t>Bus.vsdx</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2" name="ZoneTexte 11">
            <a:extLst>
              <a:ext uri="{FF2B5EF4-FFF2-40B4-BE49-F238E27FC236}">
                <a16:creationId xmlns:a16="http://schemas.microsoft.com/office/drawing/2014/main" id="{52AA6616-54D9-95DE-0FBD-F4AE601626E1}"/>
              </a:ext>
            </a:extLst>
          </p:cNvPr>
          <p:cNvSpPr txBox="1"/>
          <p:nvPr/>
        </p:nvSpPr>
        <p:spPr>
          <a:xfrm>
            <a:off x="609599" y="2447925"/>
            <a:ext cx="9801225" cy="646331"/>
          </a:xfrm>
          <a:prstGeom prst="rect">
            <a:avLst/>
          </a:prstGeom>
          <a:noFill/>
        </p:spPr>
        <p:txBody>
          <a:bodyPr wrap="square" rtlCol="0">
            <a:spAutoFit/>
          </a:bodyPr>
          <a:lstStyle/>
          <a:p>
            <a:r>
              <a:rPr lang="fr-FR" dirty="0"/>
              <a:t>Page 7 : Version n°1 </a:t>
            </a:r>
            <a:r>
              <a:rPr lang="fr-FR" dirty="0">
                <a:sym typeface="Wingdings" panose="05000000000000000000" pitchFamily="2" charset="2"/>
              </a:rPr>
              <a:t> Cette solution n’est pas réalisable. Conflit de zone publique et privée autour de la résolution DNS par l’Application Gateway pour accéder au service</a:t>
            </a:r>
            <a:endParaRPr lang="fr-FR" dirty="0"/>
          </a:p>
        </p:txBody>
      </p:sp>
      <p:sp>
        <p:nvSpPr>
          <p:cNvPr id="13" name="ZoneTexte 12">
            <a:extLst>
              <a:ext uri="{FF2B5EF4-FFF2-40B4-BE49-F238E27FC236}">
                <a16:creationId xmlns:a16="http://schemas.microsoft.com/office/drawing/2014/main" id="{99AEAAF1-A3F7-5081-2786-B518B4032C66}"/>
              </a:ext>
            </a:extLst>
          </p:cNvPr>
          <p:cNvSpPr txBox="1"/>
          <p:nvPr/>
        </p:nvSpPr>
        <p:spPr>
          <a:xfrm>
            <a:off x="609599" y="3555921"/>
            <a:ext cx="9801225" cy="646331"/>
          </a:xfrm>
          <a:prstGeom prst="rect">
            <a:avLst/>
          </a:prstGeom>
          <a:noFill/>
        </p:spPr>
        <p:txBody>
          <a:bodyPr wrap="square" rtlCol="0">
            <a:spAutoFit/>
          </a:bodyPr>
          <a:lstStyle/>
          <a:p>
            <a:r>
              <a:rPr lang="fr-FR" dirty="0"/>
              <a:t>MOM PROTO Public : Version transitoire </a:t>
            </a:r>
            <a:r>
              <a:rPr lang="fr-FR" dirty="0">
                <a:sym typeface="Wingdings" panose="05000000000000000000" pitchFamily="2" charset="2"/>
              </a:rPr>
              <a:t> Azure Service Bus ouvert avec une patte publique + filtrage IP entre Cloud Hub et Azure Service Bus via le FW intégré à Service Bus</a:t>
            </a:r>
            <a:endParaRPr lang="fr-FR" dirty="0"/>
          </a:p>
        </p:txBody>
      </p:sp>
      <p:sp>
        <p:nvSpPr>
          <p:cNvPr id="14" name="ZoneTexte 13">
            <a:extLst>
              <a:ext uri="{FF2B5EF4-FFF2-40B4-BE49-F238E27FC236}">
                <a16:creationId xmlns:a16="http://schemas.microsoft.com/office/drawing/2014/main" id="{D747736D-9E63-6F42-3FB7-70B9BBE9E5D9}"/>
              </a:ext>
            </a:extLst>
          </p:cNvPr>
          <p:cNvSpPr txBox="1"/>
          <p:nvPr/>
        </p:nvSpPr>
        <p:spPr>
          <a:xfrm>
            <a:off x="3600450" y="3094256"/>
            <a:ext cx="4171950" cy="461665"/>
          </a:xfrm>
          <a:prstGeom prst="rect">
            <a:avLst/>
          </a:prstGeom>
          <a:noFill/>
        </p:spPr>
        <p:txBody>
          <a:bodyPr wrap="square" rtlCol="0">
            <a:spAutoFit/>
          </a:bodyPr>
          <a:lstStyle/>
          <a:p>
            <a:pPr algn="ctr"/>
            <a:r>
              <a:rPr lang="fr-FR" sz="2400" dirty="0">
                <a:latin typeface="ADLaM Display" panose="02010000000000000000" pitchFamily="2" charset="0"/>
                <a:ea typeface="ADLaM Display" panose="02010000000000000000" pitchFamily="2" charset="0"/>
                <a:cs typeface="ADLaM Display" panose="02010000000000000000" pitchFamily="2" charset="0"/>
              </a:rPr>
              <a:t>Solution</a:t>
            </a:r>
            <a:endParaRPr lang="fr-FR"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5" name="ZoneTexte 14">
            <a:extLst>
              <a:ext uri="{FF2B5EF4-FFF2-40B4-BE49-F238E27FC236}">
                <a16:creationId xmlns:a16="http://schemas.microsoft.com/office/drawing/2014/main" id="{597B4FB3-C979-7335-6B38-1D737C892C95}"/>
              </a:ext>
            </a:extLst>
          </p:cNvPr>
          <p:cNvSpPr txBox="1"/>
          <p:nvPr/>
        </p:nvSpPr>
        <p:spPr>
          <a:xfrm>
            <a:off x="609598" y="4170982"/>
            <a:ext cx="9801225" cy="369332"/>
          </a:xfrm>
          <a:prstGeom prst="rect">
            <a:avLst/>
          </a:prstGeom>
          <a:noFill/>
        </p:spPr>
        <p:txBody>
          <a:bodyPr wrap="square" rtlCol="0">
            <a:spAutoFit/>
          </a:bodyPr>
          <a:lstStyle/>
          <a:p>
            <a:r>
              <a:rPr lang="fr-FR" dirty="0"/>
              <a:t>MOM PROTO </a:t>
            </a:r>
            <a:r>
              <a:rPr lang="fr-FR" dirty="0" err="1"/>
              <a:t>FlexGateway</a:t>
            </a:r>
            <a:r>
              <a:rPr lang="fr-FR" dirty="0"/>
              <a:t> : Version proche cible </a:t>
            </a:r>
            <a:r>
              <a:rPr lang="fr-FR" dirty="0">
                <a:sym typeface="Wingdings" panose="05000000000000000000" pitchFamily="2" charset="2"/>
              </a:rPr>
              <a:t> Implantation d’une </a:t>
            </a:r>
            <a:r>
              <a:rPr lang="fr-FR" dirty="0" err="1">
                <a:sym typeface="Wingdings" panose="05000000000000000000" pitchFamily="2" charset="2"/>
              </a:rPr>
              <a:t>FlexGateway</a:t>
            </a:r>
            <a:r>
              <a:rPr lang="fr-FR" dirty="0">
                <a:sym typeface="Wingdings" panose="05000000000000000000" pitchFamily="2" charset="2"/>
              </a:rPr>
              <a:t> dans la partie LZA</a:t>
            </a:r>
            <a:endParaRPr lang="fr-FR" dirty="0"/>
          </a:p>
        </p:txBody>
      </p:sp>
    </p:spTree>
    <p:extLst>
      <p:ext uri="{BB962C8B-B14F-4D97-AF65-F5344CB8AC3E}">
        <p14:creationId xmlns:p14="http://schemas.microsoft.com/office/powerpoint/2010/main" val="29817783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Présentation bureautique">
  <a:themeElements>
    <a:clrScheme name="Bouygues_colors">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Calibri">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C2959"/>
        </a:solidFill>
        <a:ln w="12660"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Présentation1" id="{0A38A2D6-6E90-4A21-8F80-28C6C580E71B}" vid="{D4FBEBBA-6767-4A20-BFF9-9EB14473DDF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3.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fd14c3e0d22c58c23ac04c57ff2f82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3244a9b4a5729db8bab5b77e93dd427c"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5.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5</Value>
      <Value>4</Value>
      <Value>3</Value>
      <Value>2</Value>
      <Value>1</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Projects</TermName>
          <TermId xmlns="http://schemas.microsoft.com/office/infopath/2007/PartnerControls">b7cc1373-d160-4aa3-bf26-3372b93dfcbf</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BYCNIT</TermName>
          <TermId xmlns="http://schemas.microsoft.com/office/infopath/2007/PartnerControls">5d3357b4-3368-461d-bd54-7eef5bc1db4c</TermId>
        </TermInfo>
      </Terms>
    </bc25f8494e694b549ba275b5de656855>
    <_dlc_DocId xmlns="55b30ecb-2f58-4ebc-8d15-16073e63dc56">CWKSP-501984039-25156</_dlc_DocId>
    <_dlc_DocIdUrl xmlns="55b30ecb-2f58-4ebc-8d15-16073e63dc56">
      <Url>https://bouyguesconstruction.sharepoint.com/sites/bycnitarchitecture/_layouts/15/DocIdRedir.aspx?ID=CWKSP-501984039-25156</Url>
      <Description>CWKSP-501984039-25156</Description>
    </_dlc_DocIdUrl>
  </documentManagement>
</p:properties>
</file>

<file path=customXml/item6.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7.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B94D24F-5CAD-425E-BED8-874C8780952A}">
  <ds:schemaRefs>
    <ds:schemaRef ds:uri="http://schemas.microsoft.com/sharepoint/v3/contenttype/forms"/>
  </ds:schemaRefs>
</ds:datastoreItem>
</file>

<file path=customXml/itemProps2.xml><?xml version="1.0" encoding="utf-8"?>
<ds:datastoreItem xmlns:ds="http://schemas.openxmlformats.org/officeDocument/2006/customXml" ds:itemID="{D3EE52D4-F0FD-4B4A-AA97-317A15709034}">
  <ds:schemaRefs>
    <ds:schemaRef ds:uri="Microsoft.SharePoint.Taxonomy.ContentTypeSync"/>
  </ds:schemaRefs>
</ds:datastoreItem>
</file>

<file path=customXml/itemProps3.xml><?xml version="1.0" encoding="utf-8"?>
<ds:datastoreItem xmlns:ds="http://schemas.openxmlformats.org/officeDocument/2006/customXml" ds:itemID="{FC993ED7-9437-4B2F-82A8-A4C88E413F17}"/>
</file>

<file path=customXml/itemProps4.xml><?xml version="1.0" encoding="utf-8"?>
<ds:datastoreItem xmlns:ds="http://schemas.openxmlformats.org/officeDocument/2006/customXml" ds:itemID="{EF6FC6D5-AC6C-4BF4-A93A-747029FF754C}">
  <ds:schemaRefs>
    <ds:schemaRef ds:uri="http://schemas.microsoft.com/sharepoint/events"/>
  </ds:schemaRefs>
</ds:datastoreItem>
</file>

<file path=customXml/itemProps5.xml><?xml version="1.0" encoding="utf-8"?>
<ds:datastoreItem xmlns:ds="http://schemas.openxmlformats.org/officeDocument/2006/customXml" ds:itemID="{5A26F58D-9022-4CC1-86B8-F3575418F088}">
  <ds:schemaRefs>
    <ds:schemaRef ds:uri="http://purl.org/dc/dcmitype/"/>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f6329d8e-d2fd-45b3-959d-40cdcd9012bf"/>
    <ds:schemaRef ds:uri="95235cfd-2d18-42eb-8ffc-01f090d3b392"/>
    <ds:schemaRef ds:uri="http://www.w3.org/XML/1998/namespace"/>
    <ds:schemaRef ds:uri="http://purl.org/dc/terms/"/>
  </ds:schemaRefs>
</ds:datastoreItem>
</file>

<file path=customXml/itemProps6.xml><?xml version="1.0" encoding="utf-8"?>
<ds:datastoreItem xmlns:ds="http://schemas.openxmlformats.org/officeDocument/2006/customXml" ds:itemID="{726ABE4C-EE5C-4F82-8E5C-CA5C53A8A14B}"/>
</file>

<file path=customXml/itemProps7.xml><?xml version="1.0" encoding="utf-8"?>
<ds:datastoreItem xmlns:ds="http://schemas.openxmlformats.org/officeDocument/2006/customXml" ds:itemID="{55CB8A73-7326-4237-BBEA-1F70EF050BFD}"/>
</file>

<file path=docMetadata/LabelInfo.xml><?xml version="1.0" encoding="utf-8"?>
<clbl:labelList xmlns:clbl="http://schemas.microsoft.com/office/2020/mipLabelMetadata">
  <clbl:label id="{30bf8dd8-0e1a-4c8f-b6c1-bc28bc4c2a10}" enabled="0" method="" siteId="{30bf8dd8-0e1a-4c8f-b6c1-bc28bc4c2a10}" removed="1"/>
  <clbl:label id="{4a3d9983-e936-4837-9552-9d9126a92eb0}" enabled="0" method="" siteId="{4a3d9983-e936-4837-9552-9d9126a92eb0}" removed="1"/>
  <clbl:label id="{e8b88f3d-222b-4ce5-b9d1-46b0ff9466a0}" enabled="0" method="" siteId="{e8b88f3d-222b-4ce5-b9d1-46b0ff9466a0}" removed="1"/>
</clbl:labelList>
</file>

<file path=docProps/app.xml><?xml version="1.0" encoding="utf-8"?>
<Properties xmlns="http://schemas.openxmlformats.org/officeDocument/2006/extended-properties" xmlns:vt="http://schemas.openxmlformats.org/officeDocument/2006/docPropsVTypes">
  <Template/>
  <TotalTime>411</TotalTime>
  <Words>1312</Words>
  <Application>Microsoft Office PowerPoint</Application>
  <PresentationFormat>Grand écran</PresentationFormat>
  <Paragraphs>191</Paragraphs>
  <Slides>10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10</vt:i4>
      </vt:variant>
    </vt:vector>
  </HeadingPairs>
  <TitlesOfParts>
    <vt:vector size="17" baseType="lpstr">
      <vt:lpstr>Arial</vt:lpstr>
      <vt:lpstr>ADLaM Display</vt:lpstr>
      <vt:lpstr>Calibri</vt:lpstr>
      <vt:lpstr>Verdana (Corps)</vt:lpstr>
      <vt:lpstr>Wingdings</vt:lpstr>
      <vt:lpstr>Calibri Light</vt:lpstr>
      <vt:lpstr>Présentation bureautique</vt:lpstr>
      <vt:lpstr>Synthèse de l’étude d’architecture</vt:lpstr>
      <vt:lpstr>Introduction &amp; objectifs</vt:lpstr>
      <vt:lpstr>Intégration EDA dans SOA</vt:lpstr>
      <vt:lpstr>Configuration SOA du SI BYCN</vt:lpstr>
      <vt:lpstr>Injection de l’EDA dans la configuration SAO</vt:lpstr>
      <vt:lpstr>Questionnement !</vt:lpstr>
      <vt:lpstr>Structuration du message</vt:lpstr>
      <vt:lpstr>Granularité des topics</vt:lpstr>
      <vt:lpstr>Notre choix, proposé, sur chaque critère</vt:lpstr>
      <vt:lpstr>Pattern d’intégration avec MuleSoft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thibaut willemant</dc:creator>
  <cp:lastModifiedBy>MERCIER, Valerie</cp:lastModifiedBy>
  <cp:revision>20</cp:revision>
  <dcterms:created xsi:type="dcterms:W3CDTF">2023-02-07T08:31:07Z</dcterms:created>
  <dcterms:modified xsi:type="dcterms:W3CDTF">2024-10-30T07:48:20Z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0x01010004BBCBFDEBB3864BA0EFED7044CA4B2801004C8FE6902124594285FC1C1285DCF30B</vt:lpwstr>
  </property>
  <property fmtid="{D5CDD505-2E9C-101B-9397-08002B2CF9AE}" pid="4" name="ClassificationLevel">
    <vt:lpwstr>5;#Internal|86d58d27-cc8e-4bfd-a785-ea3ef4347509</vt:lpwstr>
  </property>
  <property fmtid="{D5CDD505-2E9C-101B-9397-08002B2CF9AE}" pid="5" name="SupportServices">
    <vt:lpwstr>4;#Information system|8b8e0a5c-68c6-49a0-9a87-082189b363f2</vt:lpwstr>
  </property>
  <property fmtid="{D5CDD505-2E9C-101B-9397-08002B2CF9AE}" pid="6" name="Organisation">
    <vt:lpwstr>3;#BYCNIT|5d3357b4-3368-461d-bd54-7eef5bc1db4c</vt:lpwstr>
  </property>
  <property fmtid="{D5CDD505-2E9C-101B-9397-08002B2CF9AE}" pid="7" name="_dlc_DocIdItemGuid">
    <vt:lpwstr>a97c3c94-9090-47a0-8f76-8b6efdd57202</vt:lpwstr>
  </property>
  <property fmtid="{D5CDD505-2E9C-101B-9397-08002B2CF9AE}" pid="8" name="WorkspaceClassification">
    <vt:lpwstr>2;#Projects|b7cc1373-d160-4aa3-bf26-3372b93dfcbf</vt:lpwstr>
  </property>
  <property fmtid="{D5CDD505-2E9C-101B-9397-08002B2CF9AE}" pid="9" name="ArchiveClassificationPlan">
    <vt:lpwstr>1;#00 00 A classer|06ef1ee2-e7bf-4474-9d1e-c5fbf4f3b42b</vt:lpwstr>
  </property>
  <property fmtid="{D5CDD505-2E9C-101B-9397-08002B2CF9AE}" pid="10" name="lcf76f155ced4ddcb4097134ff3c332f">
    <vt:lpwstr/>
  </property>
  <property fmtid="{D5CDD505-2E9C-101B-9397-08002B2CF9AE}" pid="11" name="aa574486944c4b4183531de588537b4d">
    <vt:lpwstr>Internal|86d58d27-cc8e-4bfd-a785-ea3ef4347509</vt:lpwstr>
  </property>
  <property fmtid="{D5CDD505-2E9C-101B-9397-08002B2CF9AE}" pid="12" name="xd_ProgID">
    <vt:lpwstr/>
  </property>
  <property fmtid="{D5CDD505-2E9C-101B-9397-08002B2CF9AE}" pid="13" name="_dlc_DocId">
    <vt:lpwstr>CWKSP-1572697757-1259</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_ExtendedDescription">
    <vt:lpwstr/>
  </property>
  <property fmtid="{D5CDD505-2E9C-101B-9397-08002B2CF9AE}" pid="19" name="_dlc_DocIdUrl">
    <vt:lpwstr>https://bouyguesconstruction.sharepoint.com/sites/bycnitbycnitdacdsarchitecture/_layouts/15/DocIdRedir.aspx?ID=CWKSP-1572697757-1259, CWKSP-1572697757-1259</vt:lpwstr>
  </property>
  <property fmtid="{D5CDD505-2E9C-101B-9397-08002B2CF9AE}" pid="20" name="ComUnityFolder">
    <vt:lpwstr>, </vt:lpwstr>
  </property>
  <property fmtid="{D5CDD505-2E9C-101B-9397-08002B2CF9AE}" pid="21" name="b1c94e71d43e47329629adb2299a7407">
    <vt:lpwstr>Projects|b7cc1373-d160-4aa3-bf26-3372b93dfcbf</vt:lpwstr>
  </property>
  <property fmtid="{D5CDD505-2E9C-101B-9397-08002B2CF9AE}" pid="22" name="xd_Signature">
    <vt:lpwstr/>
  </property>
  <property fmtid="{D5CDD505-2E9C-101B-9397-08002B2CF9AE}" pid="23" name="n052ae6ce5fe48d585b4ce219bb73d0e">
    <vt:lpwstr>Information system|8b8e0a5c-68c6-49a0-9a87-082189b363f2</vt:lpwstr>
  </property>
  <property fmtid="{D5CDD505-2E9C-101B-9397-08002B2CF9AE}" pid="24" name="b7665f99c0fe44919cb3218cc8e5302c">
    <vt:lpwstr>00 00 A classer|06ef1ee2-e7bf-4474-9d1e-c5fbf4f3b42b</vt:lpwstr>
  </property>
  <property fmtid="{D5CDD505-2E9C-101B-9397-08002B2CF9AE}" pid="25" name="bc25f8494e694b549ba275b5de656855">
    <vt:lpwstr>BYCNIT|5d3357b4-3368-461d-bd54-7eef5bc1db4c</vt:lpwstr>
  </property>
  <property fmtid="{D5CDD505-2E9C-101B-9397-08002B2CF9AE}" pid="26" name="TriggerFlowInfo">
    <vt:lpwstr/>
  </property>
</Properties>
</file>