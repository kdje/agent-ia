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revisionInfo.xml" ContentType="application/vnd.ms-powerpoint.revisioninfo+xml"/>
  <Override PartName="/docProps/app.xml" ContentType="application/vnd.openxmlformats-officedocument.extended-properties+xml"/>
  <Override PartName="/docMetadata/LabelInfo.xml" ContentType="application/vnd.ms-office.classificationlabel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docProps/core.xml" ContentType="application/vnd.openxmlformats-package.core-properties+xml"/>
  <Override PartName="/docProps/custom.xml" ContentType="application/vnd.openxmlformats-officedocument.custom-properties+xml"/>
  <Override PartName="/customXml/itemProps6.xml" ContentType="application/vnd.openxmlformats-officedocument.customXmlProperties+xml"/>
  <Override PartName="/customXml/itemProps7.xml" ContentType="application/vnd.openxmlformats-officedocument.customXml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openxmlformats.org/officeDocument/2006/relationships/custom-properties" Target="docProps/custom.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 id="2147483680" r:id="rId2"/>
  </p:sldMasterIdLst>
  <p:notesMasterIdLst>
    <p:notesMasterId r:id="rId7"/>
  </p:notesMasterIdLst>
  <p:sldIdLst>
    <p:sldId id="257" r:id="rId3"/>
    <p:sldId id="258" r:id="rId4"/>
    <p:sldId id="260" r:id="rId5"/>
    <p:sldId id="259" r:id="rId6"/>
  </p:sldIdLst>
  <p:sldSz cx="12192000" cy="6858000"/>
  <p:notesSz cx="6858000" cy="9144000"/>
  <p:defaultTextStyle>
    <a:defPPr>
      <a:defRPr lang="fr-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C5BFCD9-8817-F64A-8484-743FF559832F}" v="1" dt="2024-11-13T14:16:46.01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9760"/>
    <p:restoredTop sz="94618"/>
  </p:normalViewPr>
  <p:slideViewPr>
    <p:cSldViewPr snapToGrid="0">
      <p:cViewPr>
        <p:scale>
          <a:sx n="123" d="100"/>
          <a:sy n="123" d="100"/>
        </p:scale>
        <p:origin x="3352" y="19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13" Type="http://schemas.openxmlformats.org/officeDocument/2006/relationships/customXml" Target="../customXml/item1.xml"/><Relationship Id="rId18" Type="http://schemas.openxmlformats.org/officeDocument/2006/relationships/customXml" Target="../customXml/item6.xml"/><Relationship Id="rId3" Type="http://schemas.openxmlformats.org/officeDocument/2006/relationships/slide" Target="slides/slide1.xml"/><Relationship Id="rId7" Type="http://schemas.openxmlformats.org/officeDocument/2006/relationships/notesMaster" Target="notesMasters/notesMaster1.xml"/><Relationship Id="rId12" Type="http://schemas.microsoft.com/office/2015/10/relationships/revisionInfo" Target="revisionInfo.xml"/><Relationship Id="rId17" Type="http://schemas.openxmlformats.org/officeDocument/2006/relationships/customXml" Target="../customXml/item5.xml"/><Relationship Id="rId2" Type="http://schemas.openxmlformats.org/officeDocument/2006/relationships/slideMaster" Target="slideMasters/slideMaster2.xml"/><Relationship Id="rId16" Type="http://schemas.openxmlformats.org/officeDocument/2006/relationships/customXml" Target="../customXml/item4.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tableStyles" Target="tableStyles.xml"/><Relationship Id="rId5" Type="http://schemas.openxmlformats.org/officeDocument/2006/relationships/slide" Target="slides/slide3.xml"/><Relationship Id="rId10" Type="http://schemas.openxmlformats.org/officeDocument/2006/relationships/theme" Target="theme/theme1.xml"/><Relationship Id="rId19" Type="http://schemas.openxmlformats.org/officeDocument/2006/relationships/customXml" Target="../customXml/item7.xml"/><Relationship Id="rId4" Type="http://schemas.openxmlformats.org/officeDocument/2006/relationships/slide" Target="slides/slide2.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A189A5D-1D55-634C-BA0B-3A8B40158B3C}" type="datetimeFigureOut">
              <a:rPr lang="fr-FR" smtClean="0"/>
              <a:t>13/11/2024</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F92ECDB-6453-D34C-B16E-40505E9D57E3}" type="slidenum">
              <a:rPr lang="fr-FR" smtClean="0"/>
              <a:t>‹N°›</a:t>
            </a:fld>
            <a:endParaRPr lang="fr-FR"/>
          </a:p>
        </p:txBody>
      </p:sp>
    </p:spTree>
    <p:extLst>
      <p:ext uri="{BB962C8B-B14F-4D97-AF65-F5344CB8AC3E}">
        <p14:creationId xmlns:p14="http://schemas.microsoft.com/office/powerpoint/2010/main" val="15025265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9F92ECDB-6453-D34C-B16E-40505E9D57E3}" type="slidenum">
              <a:rPr lang="fr-FR" smtClean="0"/>
              <a:t>1</a:t>
            </a:fld>
            <a:endParaRPr lang="fr-FR"/>
          </a:p>
        </p:txBody>
      </p:sp>
    </p:spTree>
    <p:extLst>
      <p:ext uri="{BB962C8B-B14F-4D97-AF65-F5344CB8AC3E}">
        <p14:creationId xmlns:p14="http://schemas.microsoft.com/office/powerpoint/2010/main" val="262249270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9F92ECDB-6453-D34C-B16E-40505E9D57E3}" type="slidenum">
              <a:rPr lang="fr-FR" smtClean="0"/>
              <a:t>4</a:t>
            </a:fld>
            <a:endParaRPr lang="fr-FR"/>
          </a:p>
        </p:txBody>
      </p:sp>
    </p:spTree>
    <p:extLst>
      <p:ext uri="{BB962C8B-B14F-4D97-AF65-F5344CB8AC3E}">
        <p14:creationId xmlns:p14="http://schemas.microsoft.com/office/powerpoint/2010/main" val="368608425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Layouts/_rels/slideLayout13.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10.svg"/><Relationship Id="rId7" Type="http://schemas.openxmlformats.org/officeDocument/2006/relationships/image" Target="../media/image4.png"/><Relationship Id="rId2" Type="http://schemas.openxmlformats.org/officeDocument/2006/relationships/image" Target="../media/image9.png"/><Relationship Id="rId1" Type="http://schemas.openxmlformats.org/officeDocument/2006/relationships/slideMaster" Target="../slideMasters/slideMaster1.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image" Target="../media/image1.png"/><Relationship Id="rId9" Type="http://schemas.openxmlformats.org/officeDocument/2006/relationships/image" Target="../media/image11.png"/></Relationships>
</file>

<file path=ppt/slideLayouts/_rels/slideLayout14.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10.svg"/><Relationship Id="rId7" Type="http://schemas.openxmlformats.org/officeDocument/2006/relationships/image" Target="../media/image4.png"/><Relationship Id="rId2" Type="http://schemas.openxmlformats.org/officeDocument/2006/relationships/image" Target="../media/image9.png"/><Relationship Id="rId1" Type="http://schemas.openxmlformats.org/officeDocument/2006/relationships/slideMaster" Target="../slideMasters/slideMaster1.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image" Target="../media/image1.png"/><Relationship Id="rId9" Type="http://schemas.openxmlformats.org/officeDocument/2006/relationships/image" Target="../media/image11.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3.jpg"/><Relationship Id="rId1" Type="http://schemas.openxmlformats.org/officeDocument/2006/relationships/slideMaster" Target="../slideMasters/slideMaster1.xml"/><Relationship Id="rId4" Type="http://schemas.openxmlformats.org/officeDocument/2006/relationships/image" Target="../media/image10.sv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3.jpg"/><Relationship Id="rId1" Type="http://schemas.openxmlformats.org/officeDocument/2006/relationships/slideMaster" Target="../slideMasters/slideMaster2.xml"/><Relationship Id="rId4" Type="http://schemas.openxmlformats.org/officeDocument/2006/relationships/image" Target="../media/image10.svg"/></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4.jpg"/><Relationship Id="rId1" Type="http://schemas.openxmlformats.org/officeDocument/2006/relationships/slideMaster" Target="../slideMasters/slideMaster2.xml"/><Relationship Id="rId4" Type="http://schemas.openxmlformats.org/officeDocument/2006/relationships/image" Target="../media/image10.svg"/></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5.jpg"/><Relationship Id="rId1" Type="http://schemas.openxmlformats.org/officeDocument/2006/relationships/slideMaster" Target="../slideMasters/slideMaster2.xml"/><Relationship Id="rId4" Type="http://schemas.openxmlformats.org/officeDocument/2006/relationships/image" Target="../media/image10.svg"/></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6.jpg"/><Relationship Id="rId1" Type="http://schemas.openxmlformats.org/officeDocument/2006/relationships/slideMaster" Target="../slideMasters/slideMaster2.xml"/><Relationship Id="rId4" Type="http://schemas.openxmlformats.org/officeDocument/2006/relationships/image" Target="../media/image10.svg"/></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7.jpg"/><Relationship Id="rId1" Type="http://schemas.openxmlformats.org/officeDocument/2006/relationships/slideMaster" Target="../slideMasters/slideMaster2.xml"/><Relationship Id="rId4" Type="http://schemas.openxmlformats.org/officeDocument/2006/relationships/image" Target="../media/image10.svg"/></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8.jpg"/><Relationship Id="rId1" Type="http://schemas.openxmlformats.org/officeDocument/2006/relationships/slideMaster" Target="../slideMasters/slideMaster2.xml"/><Relationship Id="rId4" Type="http://schemas.openxmlformats.org/officeDocument/2006/relationships/image" Target="../media/image10.svg"/></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9.jpg"/><Relationship Id="rId1" Type="http://schemas.openxmlformats.org/officeDocument/2006/relationships/slideMaster" Target="../slideMasters/slideMaster2.xml"/><Relationship Id="rId4" Type="http://schemas.openxmlformats.org/officeDocument/2006/relationships/image" Target="../media/image10.svg"/></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20.jpg"/><Relationship Id="rId1" Type="http://schemas.openxmlformats.org/officeDocument/2006/relationships/slideMaster" Target="../slideMasters/slideMaster2.xml"/><Relationship Id="rId4" Type="http://schemas.openxmlformats.org/officeDocument/2006/relationships/image" Target="../media/image10.svg"/></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21.jpg"/><Relationship Id="rId1" Type="http://schemas.openxmlformats.org/officeDocument/2006/relationships/slideMaster" Target="../slideMasters/slideMaster2.xml"/><Relationship Id="rId4" Type="http://schemas.openxmlformats.org/officeDocument/2006/relationships/image" Target="../media/image10.svg"/></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22.jpg"/><Relationship Id="rId1" Type="http://schemas.openxmlformats.org/officeDocument/2006/relationships/slideMaster" Target="../slideMasters/slideMaster2.xml"/><Relationship Id="rId4" Type="http://schemas.openxmlformats.org/officeDocument/2006/relationships/image" Target="../media/image10.svg"/></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23.jpg"/><Relationship Id="rId1" Type="http://schemas.openxmlformats.org/officeDocument/2006/relationships/slideMaster" Target="../slideMasters/slideMaster2.xml"/><Relationship Id="rId4" Type="http://schemas.openxmlformats.org/officeDocument/2006/relationships/image" Target="../media/image10.svg"/></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24.jpg"/><Relationship Id="rId1" Type="http://schemas.openxmlformats.org/officeDocument/2006/relationships/slideMaster" Target="../slideMasters/slideMaster2.xml"/><Relationship Id="rId4" Type="http://schemas.openxmlformats.org/officeDocument/2006/relationships/image" Target="../media/image10.svg"/></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25.jpg"/><Relationship Id="rId1" Type="http://schemas.openxmlformats.org/officeDocument/2006/relationships/slideMaster" Target="../slideMasters/slideMaster2.xml"/><Relationship Id="rId4" Type="http://schemas.openxmlformats.org/officeDocument/2006/relationships/image" Target="../media/image10.svg"/></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26.jpg"/><Relationship Id="rId1" Type="http://schemas.openxmlformats.org/officeDocument/2006/relationships/slideMaster" Target="../slideMasters/slideMaster2.xml"/><Relationship Id="rId4" Type="http://schemas.openxmlformats.org/officeDocument/2006/relationships/image" Target="../media/image10.svg"/></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27.jpg"/><Relationship Id="rId1" Type="http://schemas.openxmlformats.org/officeDocument/2006/relationships/slideMaster" Target="../slideMasters/slideMaster2.xml"/><Relationship Id="rId4" Type="http://schemas.openxmlformats.org/officeDocument/2006/relationships/image" Target="../media/image10.svg"/></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28.jpg"/><Relationship Id="rId1" Type="http://schemas.openxmlformats.org/officeDocument/2006/relationships/slideMaster" Target="../slideMasters/slideMaster2.xml"/><Relationship Id="rId4" Type="http://schemas.openxmlformats.org/officeDocument/2006/relationships/image" Target="../media/image10.svg"/></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29.jpg"/><Relationship Id="rId1" Type="http://schemas.openxmlformats.org/officeDocument/2006/relationships/slideMaster" Target="../slideMasters/slideMaster2.xml"/><Relationship Id="rId4" Type="http://schemas.openxmlformats.org/officeDocument/2006/relationships/image" Target="../media/image10.svg"/></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30.jpg"/><Relationship Id="rId1" Type="http://schemas.openxmlformats.org/officeDocument/2006/relationships/slideMaster" Target="../slideMasters/slideMaster2.xml"/><Relationship Id="rId4" Type="http://schemas.openxmlformats.org/officeDocument/2006/relationships/image" Target="../media/image10.svg"/></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31.jpg"/><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32.jpg"/><Relationship Id="rId1" Type="http://schemas.openxmlformats.org/officeDocument/2006/relationships/slideMaster" Target="../slideMasters/slideMaster2.xml"/><Relationship Id="rId4" Type="http://schemas.openxmlformats.org/officeDocument/2006/relationships/image" Target="../media/image10.svg"/></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33.jpg"/><Relationship Id="rId1" Type="http://schemas.openxmlformats.org/officeDocument/2006/relationships/slideMaster" Target="../slideMasters/slideMaster2.xml"/><Relationship Id="rId4" Type="http://schemas.openxmlformats.org/officeDocument/2006/relationships/image" Target="../media/image10.svg"/></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34.jpg"/><Relationship Id="rId1" Type="http://schemas.openxmlformats.org/officeDocument/2006/relationships/slideMaster" Target="../slideMasters/slideMaster2.xml"/><Relationship Id="rId4" Type="http://schemas.openxmlformats.org/officeDocument/2006/relationships/image" Target="../media/image10.svg"/></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35.jpg"/><Relationship Id="rId1" Type="http://schemas.openxmlformats.org/officeDocument/2006/relationships/slideMaster" Target="../slideMasters/slideMaster2.xml"/><Relationship Id="rId4" Type="http://schemas.openxmlformats.org/officeDocument/2006/relationships/image" Target="../media/image10.svg"/></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36.jpg"/><Relationship Id="rId1" Type="http://schemas.openxmlformats.org/officeDocument/2006/relationships/slideMaster" Target="../slideMasters/slideMaster2.xml"/><Relationship Id="rId4" Type="http://schemas.openxmlformats.org/officeDocument/2006/relationships/image" Target="../media/image10.svg"/></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37.jpg"/><Relationship Id="rId1" Type="http://schemas.openxmlformats.org/officeDocument/2006/relationships/slideMaster" Target="../slideMasters/slideMaster2.xml"/><Relationship Id="rId4" Type="http://schemas.openxmlformats.org/officeDocument/2006/relationships/image" Target="../media/image10.svg"/></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38.jpg"/><Relationship Id="rId1" Type="http://schemas.openxmlformats.org/officeDocument/2006/relationships/slideMaster" Target="../slideMasters/slideMaster2.xml"/><Relationship Id="rId4" Type="http://schemas.openxmlformats.org/officeDocument/2006/relationships/image" Target="../media/image10.svg"/></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39.jpg"/><Relationship Id="rId1" Type="http://schemas.openxmlformats.org/officeDocument/2006/relationships/slideMaster" Target="../slideMasters/slideMaster2.xml"/><Relationship Id="rId4" Type="http://schemas.openxmlformats.org/officeDocument/2006/relationships/image" Target="../media/image10.svg"/></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40.jpg"/><Relationship Id="rId1" Type="http://schemas.openxmlformats.org/officeDocument/2006/relationships/slideMaster" Target="../slideMasters/slideMaster2.xml"/><Relationship Id="rId4" Type="http://schemas.openxmlformats.org/officeDocument/2006/relationships/image" Target="../media/image10.svg"/></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41.jpg"/><Relationship Id="rId1" Type="http://schemas.openxmlformats.org/officeDocument/2006/relationships/slideMaster" Target="../slideMasters/slideMaster2.xml"/><Relationship Id="rId4" Type="http://schemas.openxmlformats.org/officeDocument/2006/relationships/image" Target="../media/image10.svg"/></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42.jpg"/><Relationship Id="rId1" Type="http://schemas.openxmlformats.org/officeDocument/2006/relationships/slideMaster" Target="../slideMasters/slideMaster2.xml"/><Relationship Id="rId4" Type="http://schemas.openxmlformats.org/officeDocument/2006/relationships/image" Target="../media/image10.svg"/></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43.jpg"/><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44.jpg"/><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45.jpg"/><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46.jpg"/><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47.jpg"/><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48.jpg"/><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49.jpg"/><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50.jpg"/><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51.jpg"/><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52.jpg"/><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53.jpg"/><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54.jpg"/><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55.jpg"/><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56.jp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5_Contenu_Page blanche">
    <p:spTree>
      <p:nvGrpSpPr>
        <p:cNvPr id="1" name=""/>
        <p:cNvGrpSpPr/>
        <p:nvPr/>
      </p:nvGrpSpPr>
      <p:grpSpPr>
        <a:xfrm>
          <a:off x="0" y="0"/>
          <a:ext cx="0" cy="0"/>
          <a:chOff x="0" y="0"/>
          <a:chExt cx="0" cy="0"/>
        </a:xfrm>
      </p:grpSpPr>
      <p:sp>
        <p:nvSpPr>
          <p:cNvPr id="4" name="object 11">
            <a:extLst>
              <a:ext uri="{FF2B5EF4-FFF2-40B4-BE49-F238E27FC236}">
                <a16:creationId xmlns:a16="http://schemas.microsoft.com/office/drawing/2014/main" id="{10D34413-DA51-D9D8-29E8-6DE8F8A5EFCE}"/>
              </a:ext>
            </a:extLst>
          </p:cNvPr>
          <p:cNvSpPr/>
          <p:nvPr/>
        </p:nvSpPr>
        <p:spPr>
          <a:xfrm>
            <a:off x="11397941" y="0"/>
            <a:ext cx="794059" cy="6857615"/>
          </a:xfrm>
          <a:custGeom>
            <a:avLst/>
            <a:gdLst/>
            <a:ahLst/>
            <a:cxnLst/>
            <a:rect l="l" t="t" r="r" b="b"/>
            <a:pathLst>
              <a:path w="1309369" h="11308715">
                <a:moveTo>
                  <a:pt x="1308860" y="0"/>
                </a:moveTo>
                <a:lnTo>
                  <a:pt x="0" y="0"/>
                </a:lnTo>
                <a:lnTo>
                  <a:pt x="0" y="11308556"/>
                </a:lnTo>
                <a:lnTo>
                  <a:pt x="1308860" y="11308556"/>
                </a:lnTo>
                <a:lnTo>
                  <a:pt x="1308860" y="0"/>
                </a:lnTo>
                <a:close/>
              </a:path>
            </a:pathLst>
          </a:custGeom>
          <a:solidFill>
            <a:schemeClr val="tx1"/>
          </a:solidFill>
          <a:ln>
            <a:noFill/>
          </a:ln>
        </p:spPr>
        <p:txBody>
          <a:bodyPr wrap="square" lIns="0" tIns="0" rIns="0" bIns="0" rtlCol="0"/>
          <a:lstStyle/>
          <a:p>
            <a:endParaRPr sz="1092"/>
          </a:p>
        </p:txBody>
      </p:sp>
      <p:sp>
        <p:nvSpPr>
          <p:cNvPr id="2" name="Espace réservé du pied de page 4">
            <a:extLst>
              <a:ext uri="{FF2B5EF4-FFF2-40B4-BE49-F238E27FC236}">
                <a16:creationId xmlns:a16="http://schemas.microsoft.com/office/drawing/2014/main" id="{97ADE9E6-DC8A-B79F-0E6A-9D6F3EC57782}"/>
              </a:ext>
            </a:extLst>
          </p:cNvPr>
          <p:cNvSpPr>
            <a:spLocks noGrp="1"/>
          </p:cNvSpPr>
          <p:nvPr>
            <p:ph type="ftr" sz="quarter" idx="3"/>
          </p:nvPr>
        </p:nvSpPr>
        <p:spPr>
          <a:xfrm rot="16200000">
            <a:off x="9737570" y="2572960"/>
            <a:ext cx="4114800" cy="365125"/>
          </a:xfrm>
          <a:prstGeom prst="rect">
            <a:avLst/>
          </a:prstGeom>
        </p:spPr>
        <p:txBody>
          <a:bodyPr vert="horz" lIns="91440" tIns="45720" rIns="91440" bIns="45720" rtlCol="0" anchor="ctr"/>
          <a:lstStyle>
            <a:lvl1pPr>
              <a:defRPr lang="en-US" sz="728" dirty="0">
                <a:solidFill>
                  <a:schemeClr val="bg1"/>
                </a:solidFill>
                <a:latin typeface="Poppins" pitchFamily="2" charset="77"/>
                <a:cs typeface="Poppins" pitchFamily="2" charset="77"/>
              </a:defRPr>
            </a:lvl1pPr>
          </a:lstStyle>
          <a:p>
            <a:endParaRPr lang="fr-FR"/>
          </a:p>
        </p:txBody>
      </p:sp>
      <p:sp>
        <p:nvSpPr>
          <p:cNvPr id="3" name="Espace réservé du numéro de diapositive 18">
            <a:extLst>
              <a:ext uri="{FF2B5EF4-FFF2-40B4-BE49-F238E27FC236}">
                <a16:creationId xmlns:a16="http://schemas.microsoft.com/office/drawing/2014/main" id="{40599553-1744-B948-F679-B18C359A2A19}"/>
              </a:ext>
            </a:extLst>
          </p:cNvPr>
          <p:cNvSpPr>
            <a:spLocks noGrp="1"/>
          </p:cNvSpPr>
          <p:nvPr>
            <p:ph type="sldNum" sz="quarter" idx="4"/>
          </p:nvPr>
        </p:nvSpPr>
        <p:spPr>
          <a:xfrm>
            <a:off x="11588253" y="165403"/>
            <a:ext cx="420073" cy="365125"/>
          </a:xfrm>
          <a:prstGeom prst="rect">
            <a:avLst/>
          </a:prstGeom>
        </p:spPr>
        <p:txBody>
          <a:bodyPr/>
          <a:lstStyle>
            <a:lvl1pPr algn="ctr">
              <a:defRPr lang="en-US" sz="800" b="1" smtClean="0">
                <a:solidFill>
                  <a:schemeClr val="bg1"/>
                </a:solidFill>
                <a:latin typeface="Poppins" pitchFamily="2" charset="77"/>
                <a:cs typeface="Poppins" pitchFamily="2" charset="77"/>
              </a:defRPr>
            </a:lvl1pPr>
          </a:lstStyle>
          <a:p>
            <a:fld id="{DB34802F-08A5-CF4A-8AFE-09DC492A8170}" type="slidenum">
              <a:rPr lang="fr-FR" smtClean="0"/>
              <a:t>‹N°›</a:t>
            </a:fld>
            <a:endParaRPr lang="fr-FR"/>
          </a:p>
        </p:txBody>
      </p:sp>
      <p:sp>
        <p:nvSpPr>
          <p:cNvPr id="5" name="object 14">
            <a:extLst>
              <a:ext uri="{FF2B5EF4-FFF2-40B4-BE49-F238E27FC236}">
                <a16:creationId xmlns:a16="http://schemas.microsoft.com/office/drawing/2014/main" id="{0BEBFB05-8DE3-A267-9D37-864C2BE599F7}"/>
              </a:ext>
            </a:extLst>
          </p:cNvPr>
          <p:cNvSpPr/>
          <p:nvPr/>
        </p:nvSpPr>
        <p:spPr>
          <a:xfrm>
            <a:off x="11397456" y="6063824"/>
            <a:ext cx="794059" cy="0"/>
          </a:xfrm>
          <a:custGeom>
            <a:avLst/>
            <a:gdLst/>
            <a:ahLst/>
            <a:cxnLst/>
            <a:rect l="l" t="t" r="r" b="b"/>
            <a:pathLst>
              <a:path w="1309369">
                <a:moveTo>
                  <a:pt x="0" y="0"/>
                </a:moveTo>
                <a:lnTo>
                  <a:pt x="1308860" y="0"/>
                </a:lnTo>
              </a:path>
            </a:pathLst>
          </a:custGeom>
          <a:ln w="7853">
            <a:solidFill>
              <a:schemeClr val="bg1"/>
            </a:solidFill>
          </a:ln>
        </p:spPr>
        <p:txBody>
          <a:bodyPr wrap="square" lIns="0" tIns="0" rIns="0" bIns="0" rtlCol="0"/>
          <a:lstStyle/>
          <a:p>
            <a:endParaRPr sz="1092"/>
          </a:p>
        </p:txBody>
      </p:sp>
      <p:grpSp>
        <p:nvGrpSpPr>
          <p:cNvPr id="6" name="Graphique 21">
            <a:extLst>
              <a:ext uri="{FF2B5EF4-FFF2-40B4-BE49-F238E27FC236}">
                <a16:creationId xmlns:a16="http://schemas.microsoft.com/office/drawing/2014/main" id="{53708514-84A2-1B09-3C16-DCBB1DDB6761}"/>
              </a:ext>
            </a:extLst>
          </p:cNvPr>
          <p:cNvGrpSpPr/>
          <p:nvPr/>
        </p:nvGrpSpPr>
        <p:grpSpPr>
          <a:xfrm>
            <a:off x="11646607" y="6340088"/>
            <a:ext cx="329427" cy="214383"/>
            <a:chOff x="19204770" y="10455275"/>
            <a:chExt cx="543212" cy="353534"/>
          </a:xfrm>
        </p:grpSpPr>
        <p:sp>
          <p:nvSpPr>
            <p:cNvPr id="7" name="Forme libre : forme 3">
              <a:extLst>
                <a:ext uri="{FF2B5EF4-FFF2-40B4-BE49-F238E27FC236}">
                  <a16:creationId xmlns:a16="http://schemas.microsoft.com/office/drawing/2014/main" id="{31C42F6D-7A13-B8E3-17A5-85FE87D2A64D}"/>
                </a:ext>
              </a:extLst>
            </p:cNvPr>
            <p:cNvSpPr/>
            <p:nvPr/>
          </p:nvSpPr>
          <p:spPr>
            <a:xfrm>
              <a:off x="19204770" y="10455275"/>
              <a:ext cx="373208" cy="353534"/>
            </a:xfrm>
            <a:custGeom>
              <a:avLst/>
              <a:gdLst>
                <a:gd name="connsiteX0" fmla="*/ 187219 w 373208"/>
                <a:gd name="connsiteY0" fmla="*/ 0 h 353534"/>
                <a:gd name="connsiteX1" fmla="*/ 0 w 373208"/>
                <a:gd name="connsiteY1" fmla="*/ 177228 h 353534"/>
                <a:gd name="connsiteX2" fmla="*/ 185990 w 373208"/>
                <a:gd name="connsiteY2" fmla="*/ 353534 h 353534"/>
                <a:gd name="connsiteX3" fmla="*/ 373209 w 373208"/>
                <a:gd name="connsiteY3" fmla="*/ 175998 h 353534"/>
                <a:gd name="connsiteX4" fmla="*/ 187219 w 373208"/>
                <a:gd name="connsiteY4" fmla="*/ 0 h 353534"/>
                <a:gd name="connsiteX5" fmla="*/ 187219 w 373208"/>
                <a:gd name="connsiteY5" fmla="*/ 252777 h 353534"/>
                <a:gd name="connsiteX6" fmla="*/ 115437 w 373208"/>
                <a:gd name="connsiteY6" fmla="*/ 175922 h 353534"/>
                <a:gd name="connsiteX7" fmla="*/ 185990 w 373208"/>
                <a:gd name="connsiteY7" fmla="*/ 100373 h 353534"/>
                <a:gd name="connsiteX8" fmla="*/ 257772 w 373208"/>
                <a:gd name="connsiteY8" fmla="*/ 177228 h 353534"/>
                <a:gd name="connsiteX9" fmla="*/ 187219 w 373208"/>
                <a:gd name="connsiteY9" fmla="*/ 252777 h 353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73208" h="353534">
                  <a:moveTo>
                    <a:pt x="187219" y="0"/>
                  </a:moveTo>
                  <a:cubicBezTo>
                    <a:pt x="78623" y="0"/>
                    <a:pt x="0" y="81159"/>
                    <a:pt x="0" y="177228"/>
                  </a:cubicBezTo>
                  <a:cubicBezTo>
                    <a:pt x="0" y="273297"/>
                    <a:pt x="78008" y="353534"/>
                    <a:pt x="185990" y="353534"/>
                  </a:cubicBezTo>
                  <a:cubicBezTo>
                    <a:pt x="293971" y="353534"/>
                    <a:pt x="373209" y="272144"/>
                    <a:pt x="373209" y="175998"/>
                  </a:cubicBezTo>
                  <a:cubicBezTo>
                    <a:pt x="373209" y="79853"/>
                    <a:pt x="295201" y="0"/>
                    <a:pt x="187219" y="0"/>
                  </a:cubicBezTo>
                  <a:moveTo>
                    <a:pt x="187219" y="252777"/>
                  </a:moveTo>
                  <a:cubicBezTo>
                    <a:pt x="145410" y="252777"/>
                    <a:pt x="115437" y="217193"/>
                    <a:pt x="115437" y="175922"/>
                  </a:cubicBezTo>
                  <a:cubicBezTo>
                    <a:pt x="115437" y="134650"/>
                    <a:pt x="142951" y="100373"/>
                    <a:pt x="185990" y="100373"/>
                  </a:cubicBezTo>
                  <a:cubicBezTo>
                    <a:pt x="227799" y="100373"/>
                    <a:pt x="257772" y="135957"/>
                    <a:pt x="257772" y="177228"/>
                  </a:cubicBezTo>
                  <a:cubicBezTo>
                    <a:pt x="257772" y="218499"/>
                    <a:pt x="230566" y="252777"/>
                    <a:pt x="187219" y="252777"/>
                  </a:cubicBezTo>
                </a:path>
              </a:pathLst>
            </a:custGeom>
            <a:solidFill>
              <a:schemeClr val="bg1"/>
            </a:solidFill>
            <a:ln w="7647" cap="flat">
              <a:noFill/>
              <a:prstDash val="solid"/>
              <a:miter/>
            </a:ln>
          </p:spPr>
          <p:txBody>
            <a:bodyPr rtlCol="0" anchor="ctr"/>
            <a:lstStyle/>
            <a:p>
              <a:endParaRPr lang="fr-FR" sz="1092"/>
            </a:p>
          </p:txBody>
        </p:sp>
        <p:sp>
          <p:nvSpPr>
            <p:cNvPr id="8" name="Forme libre : forme 4">
              <a:extLst>
                <a:ext uri="{FF2B5EF4-FFF2-40B4-BE49-F238E27FC236}">
                  <a16:creationId xmlns:a16="http://schemas.microsoft.com/office/drawing/2014/main" id="{47A73EB0-AB80-9491-022A-C1D2B9AF734E}"/>
                </a:ext>
              </a:extLst>
            </p:cNvPr>
            <p:cNvSpPr/>
            <p:nvPr/>
          </p:nvSpPr>
          <p:spPr>
            <a:xfrm>
              <a:off x="19603033" y="10663629"/>
              <a:ext cx="144948" cy="144948"/>
            </a:xfrm>
            <a:custGeom>
              <a:avLst/>
              <a:gdLst>
                <a:gd name="connsiteX0" fmla="*/ 144949 w 144948"/>
                <a:gd name="connsiteY0" fmla="*/ 72474 h 144948"/>
                <a:gd name="connsiteX1" fmla="*/ 72474 w 144948"/>
                <a:gd name="connsiteY1" fmla="*/ 144949 h 144948"/>
                <a:gd name="connsiteX2" fmla="*/ 0 w 144948"/>
                <a:gd name="connsiteY2" fmla="*/ 72474 h 144948"/>
                <a:gd name="connsiteX3" fmla="*/ 72474 w 144948"/>
                <a:gd name="connsiteY3" fmla="*/ 0 h 144948"/>
                <a:gd name="connsiteX4" fmla="*/ 144949 w 144948"/>
                <a:gd name="connsiteY4" fmla="*/ 72474 h 1449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4948" h="144948">
                  <a:moveTo>
                    <a:pt x="144949" y="72474"/>
                  </a:moveTo>
                  <a:cubicBezTo>
                    <a:pt x="144949" y="112501"/>
                    <a:pt x="112501" y="144949"/>
                    <a:pt x="72474" y="144949"/>
                  </a:cubicBezTo>
                  <a:cubicBezTo>
                    <a:pt x="32448" y="144949"/>
                    <a:pt x="0" y="112501"/>
                    <a:pt x="0" y="72474"/>
                  </a:cubicBezTo>
                  <a:cubicBezTo>
                    <a:pt x="0" y="32448"/>
                    <a:pt x="32448" y="0"/>
                    <a:pt x="72474" y="0"/>
                  </a:cubicBezTo>
                  <a:cubicBezTo>
                    <a:pt x="112501" y="0"/>
                    <a:pt x="144949" y="32448"/>
                    <a:pt x="144949" y="72474"/>
                  </a:cubicBezTo>
                </a:path>
              </a:pathLst>
            </a:custGeom>
            <a:solidFill>
              <a:srgbClr val="0099D9"/>
            </a:solidFill>
            <a:ln w="7647" cap="flat">
              <a:noFill/>
              <a:prstDash val="solid"/>
              <a:miter/>
            </a:ln>
          </p:spPr>
          <p:txBody>
            <a:bodyPr rtlCol="0" anchor="ctr"/>
            <a:lstStyle/>
            <a:p>
              <a:endParaRPr lang="fr-FR" sz="1092"/>
            </a:p>
          </p:txBody>
        </p:sp>
      </p:grpSp>
      <p:sp>
        <p:nvSpPr>
          <p:cNvPr id="33" name="Espace réservé du texte 22">
            <a:extLst>
              <a:ext uri="{FF2B5EF4-FFF2-40B4-BE49-F238E27FC236}">
                <a16:creationId xmlns:a16="http://schemas.microsoft.com/office/drawing/2014/main" id="{BB29914D-DB8C-F424-E43A-F312FA1FD647}"/>
              </a:ext>
            </a:extLst>
          </p:cNvPr>
          <p:cNvSpPr>
            <a:spLocks noGrp="1"/>
          </p:cNvSpPr>
          <p:nvPr>
            <p:ph type="body" sz="quarter" idx="16" hasCustomPrompt="1"/>
          </p:nvPr>
        </p:nvSpPr>
        <p:spPr>
          <a:xfrm>
            <a:off x="539867" y="329955"/>
            <a:ext cx="10344080" cy="263149"/>
          </a:xfrm>
          <a:noFill/>
        </p:spPr>
        <p:txBody>
          <a:bodyPr wrap="square" anchor="b">
            <a:noAutofit/>
          </a:bodyPr>
          <a:lstStyle>
            <a:lvl1pPr marL="0" indent="0">
              <a:lnSpc>
                <a:spcPct val="120000"/>
              </a:lnSpc>
              <a:spcBef>
                <a:spcPts val="0"/>
              </a:spcBef>
              <a:spcAft>
                <a:spcPts val="600"/>
              </a:spcAft>
              <a:buNone/>
              <a:defRPr sz="1400" b="0">
                <a:solidFill>
                  <a:schemeClr val="tx2"/>
                </a:solidFill>
              </a:defRPr>
            </a:lvl1pPr>
          </a:lstStyle>
          <a:p>
            <a:pPr lvl="0"/>
            <a:r>
              <a:rPr lang="fr-FR" dirty="0"/>
              <a:t>Reprendre le titre de la partie ou le numéro du lot</a:t>
            </a:r>
          </a:p>
        </p:txBody>
      </p:sp>
      <p:sp>
        <p:nvSpPr>
          <p:cNvPr id="34" name="Espace réservé du titre 1">
            <a:extLst>
              <a:ext uri="{FF2B5EF4-FFF2-40B4-BE49-F238E27FC236}">
                <a16:creationId xmlns:a16="http://schemas.microsoft.com/office/drawing/2014/main" id="{3BC1ED1B-12AF-8D97-E87C-1C51174D319E}"/>
              </a:ext>
            </a:extLst>
          </p:cNvPr>
          <p:cNvSpPr>
            <a:spLocks noGrp="1"/>
          </p:cNvSpPr>
          <p:nvPr>
            <p:ph type="title"/>
          </p:nvPr>
        </p:nvSpPr>
        <p:spPr>
          <a:xfrm>
            <a:off x="539866" y="598891"/>
            <a:ext cx="10344079" cy="481670"/>
          </a:xfrm>
          <a:prstGeom prst="rect">
            <a:avLst/>
          </a:prstGeom>
          <a:noFill/>
        </p:spPr>
        <p:txBody>
          <a:bodyPr vert="horz" wrap="square" lIns="91440" tIns="45720" rIns="91440" bIns="45720" rtlCol="0" anchor="ctr" anchorCtr="0">
            <a:spAutoFit/>
          </a:bodyPr>
          <a:lstStyle>
            <a:lvl1pPr>
              <a:defRPr sz="2200"/>
            </a:lvl1pPr>
          </a:lstStyle>
          <a:p>
            <a:pPr lvl="0" defTabSz="554492"/>
            <a:r>
              <a:rPr lang="fr-FR"/>
              <a:t>Modifiez le style du titre</a:t>
            </a:r>
            <a:endParaRPr lang="en-US" dirty="0"/>
          </a:p>
        </p:txBody>
      </p:sp>
    </p:spTree>
    <p:extLst>
      <p:ext uri="{BB962C8B-B14F-4D97-AF65-F5344CB8AC3E}">
        <p14:creationId xmlns:p14="http://schemas.microsoft.com/office/powerpoint/2010/main" val="20299747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1_Page de garde_Light">
    <p:bg>
      <p:bgPr>
        <a:solidFill>
          <a:schemeClr val="bg2"/>
        </a:solidFill>
        <a:effectLst/>
      </p:bgPr>
    </p:bg>
    <p:spTree>
      <p:nvGrpSpPr>
        <p:cNvPr id="1" name=""/>
        <p:cNvGrpSpPr/>
        <p:nvPr/>
      </p:nvGrpSpPr>
      <p:grpSpPr>
        <a:xfrm>
          <a:off x="0" y="0"/>
          <a:ext cx="0" cy="0"/>
          <a:chOff x="0" y="0"/>
          <a:chExt cx="0" cy="0"/>
        </a:xfrm>
      </p:grpSpPr>
      <p:sp>
        <p:nvSpPr>
          <p:cNvPr id="4" name="Espace réservé de la date 3">
            <a:extLst>
              <a:ext uri="{FF2B5EF4-FFF2-40B4-BE49-F238E27FC236}">
                <a16:creationId xmlns:a16="http://schemas.microsoft.com/office/drawing/2014/main" id="{5000D094-9E8F-DDC9-4F91-0C0CE1530341}"/>
              </a:ext>
            </a:extLst>
          </p:cNvPr>
          <p:cNvSpPr>
            <a:spLocks noGrp="1"/>
          </p:cNvSpPr>
          <p:nvPr>
            <p:ph type="dt" sz="half" idx="10"/>
          </p:nvPr>
        </p:nvSpPr>
        <p:spPr>
          <a:xfrm>
            <a:off x="1305902" y="6013056"/>
            <a:ext cx="2743200" cy="365125"/>
          </a:xfrm>
          <a:prstGeom prst="rect">
            <a:avLst/>
          </a:prstGeom>
        </p:spPr>
        <p:txBody>
          <a:bodyPr vert="horz" lIns="91440" tIns="45720" rIns="91440" bIns="45720" rtlCol="0" anchor="ctr"/>
          <a:lstStyle>
            <a:lvl1pPr>
              <a:defRPr lang="fr-FR" sz="1200" smtClean="0">
                <a:solidFill>
                  <a:schemeClr val="tx2"/>
                </a:solidFill>
                <a:cs typeface="Poppins Light" panose="00000400000000000000" pitchFamily="2" charset="0"/>
              </a:defRPr>
            </a:lvl1pPr>
          </a:lstStyle>
          <a:p>
            <a:fld id="{359F3E10-F6E5-0247-A419-1A8ECEBBDEE4}" type="datetimeFigureOut">
              <a:rPr lang="fr-FR" smtClean="0"/>
              <a:t>13/11/2024</a:t>
            </a:fld>
            <a:endParaRPr lang="fr-FR"/>
          </a:p>
        </p:txBody>
      </p:sp>
      <p:cxnSp>
        <p:nvCxnSpPr>
          <p:cNvPr id="17" name="Connecteur droit 16">
            <a:extLst>
              <a:ext uri="{FF2B5EF4-FFF2-40B4-BE49-F238E27FC236}">
                <a16:creationId xmlns:a16="http://schemas.microsoft.com/office/drawing/2014/main" id="{B97B924F-D85E-2D6E-E661-31D7D9F47C9B}"/>
              </a:ext>
            </a:extLst>
          </p:cNvPr>
          <p:cNvCxnSpPr/>
          <p:nvPr/>
        </p:nvCxnSpPr>
        <p:spPr>
          <a:xfrm>
            <a:off x="793287" y="0"/>
            <a:ext cx="0" cy="685463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18" name="Graphique 17">
            <a:extLst>
              <a:ext uri="{FF2B5EF4-FFF2-40B4-BE49-F238E27FC236}">
                <a16:creationId xmlns:a16="http://schemas.microsoft.com/office/drawing/2014/main" id="{2D30F4C2-FCF6-747B-7F95-514350204400}"/>
              </a:ext>
            </a:extLst>
          </p:cNvPr>
          <p:cNvPicPr>
            <a:picLocks noChangeAspect="1"/>
          </p:cNvPicPr>
          <p:nvPr/>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t="72752"/>
          <a:stretch/>
        </p:blipFill>
        <p:spPr>
          <a:xfrm>
            <a:off x="10079062" y="5970426"/>
            <a:ext cx="1867078" cy="488238"/>
          </a:xfrm>
          <a:prstGeom prst="rect">
            <a:avLst/>
          </a:prstGeom>
        </p:spPr>
      </p:pic>
      <p:sp>
        <p:nvSpPr>
          <p:cNvPr id="19" name="Espace réservé pour une image  69">
            <a:extLst>
              <a:ext uri="{FF2B5EF4-FFF2-40B4-BE49-F238E27FC236}">
                <a16:creationId xmlns:a16="http://schemas.microsoft.com/office/drawing/2014/main" id="{A272E9EC-E735-FF12-0BAE-C767286C0D09}"/>
              </a:ext>
            </a:extLst>
          </p:cNvPr>
          <p:cNvSpPr>
            <a:spLocks noGrp="1"/>
          </p:cNvSpPr>
          <p:nvPr>
            <p:ph type="pic" sz="quarter" idx="11" hasCustomPrompt="1"/>
          </p:nvPr>
        </p:nvSpPr>
        <p:spPr>
          <a:xfrm>
            <a:off x="4615117" y="-1"/>
            <a:ext cx="7576884" cy="6886446"/>
          </a:xfrm>
          <a:custGeom>
            <a:avLst/>
            <a:gdLst>
              <a:gd name="connsiteX0" fmla="*/ 6443473 w 12435371"/>
              <a:gd name="connsiteY0" fmla="*/ 9866103 h 11303001"/>
              <a:gd name="connsiteX1" fmla="*/ 6648987 w 12435371"/>
              <a:gd name="connsiteY1" fmla="*/ 9876479 h 11303001"/>
              <a:gd name="connsiteX2" fmla="*/ 8562603 w 12435371"/>
              <a:gd name="connsiteY2" fmla="*/ 11194758 h 11303001"/>
              <a:gd name="connsiteX3" fmla="*/ 8598366 w 12435371"/>
              <a:gd name="connsiteY3" fmla="*/ 11274528 h 11303001"/>
              <a:gd name="connsiteX4" fmla="*/ 6443473 w 12435371"/>
              <a:gd name="connsiteY4" fmla="*/ 11274528 h 11303001"/>
              <a:gd name="connsiteX5" fmla="*/ 6443473 w 12435371"/>
              <a:gd name="connsiteY5" fmla="*/ 5723600 h 11303001"/>
              <a:gd name="connsiteX6" fmla="*/ 6443473 w 12435371"/>
              <a:gd name="connsiteY6" fmla="*/ 9863572 h 11303001"/>
              <a:gd name="connsiteX7" fmla="*/ 6237959 w 12435371"/>
              <a:gd name="connsiteY7" fmla="*/ 9873949 h 11303001"/>
              <a:gd name="connsiteX8" fmla="*/ 4324343 w 12435371"/>
              <a:gd name="connsiteY8" fmla="*/ 11192227 h 11303001"/>
              <a:gd name="connsiteX9" fmla="*/ 4274679 w 12435371"/>
              <a:gd name="connsiteY9" fmla="*/ 11303001 h 11303001"/>
              <a:gd name="connsiteX10" fmla="*/ 0 w 12435371"/>
              <a:gd name="connsiteY10" fmla="*/ 11303001 h 11303001"/>
              <a:gd name="connsiteX11" fmla="*/ 52599 w 12435371"/>
              <a:gd name="connsiteY11" fmla="*/ 10998818 h 11303001"/>
              <a:gd name="connsiteX12" fmla="*/ 6147815 w 12435371"/>
              <a:gd name="connsiteY12" fmla="*/ 5731076 h 11303001"/>
              <a:gd name="connsiteX13" fmla="*/ 6443473 w 12435371"/>
              <a:gd name="connsiteY13" fmla="*/ 0 h 11303001"/>
              <a:gd name="connsiteX14" fmla="*/ 12435371 w 12435371"/>
              <a:gd name="connsiteY14" fmla="*/ 0 h 11303001"/>
              <a:gd name="connsiteX15" fmla="*/ 12435371 w 12435371"/>
              <a:gd name="connsiteY15" fmla="*/ 9704627 h 11303001"/>
              <a:gd name="connsiteX16" fmla="*/ 12429977 w 12435371"/>
              <a:gd name="connsiteY16" fmla="*/ 9691313 h 11303001"/>
              <a:gd name="connsiteX17" fmla="*/ 6739131 w 12435371"/>
              <a:gd name="connsiteY17" fmla="*/ 5727892 h 11303001"/>
              <a:gd name="connsiteX18" fmla="*/ 6443473 w 12435371"/>
              <a:gd name="connsiteY18" fmla="*/ 5720417 h 11303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2435371" h="11303001">
                <a:moveTo>
                  <a:pt x="6443473" y="9866103"/>
                </a:moveTo>
                <a:lnTo>
                  <a:pt x="6648987" y="9876479"/>
                </a:lnTo>
                <a:cubicBezTo>
                  <a:pt x="7487570" y="9961642"/>
                  <a:pt x="8199524" y="10475151"/>
                  <a:pt x="8562603" y="11194758"/>
                </a:cubicBezTo>
                <a:lnTo>
                  <a:pt x="8598366" y="11274528"/>
                </a:lnTo>
                <a:lnTo>
                  <a:pt x="6443473" y="11274528"/>
                </a:lnTo>
                <a:close/>
                <a:moveTo>
                  <a:pt x="6443473" y="5723600"/>
                </a:moveTo>
                <a:lnTo>
                  <a:pt x="6443473" y="9863572"/>
                </a:lnTo>
                <a:lnTo>
                  <a:pt x="6237959" y="9873949"/>
                </a:lnTo>
                <a:cubicBezTo>
                  <a:pt x="5399375" y="9959111"/>
                  <a:pt x="4687421" y="10472620"/>
                  <a:pt x="4324343" y="11192227"/>
                </a:cubicBezTo>
                <a:lnTo>
                  <a:pt x="4274679" y="11303001"/>
                </a:lnTo>
                <a:lnTo>
                  <a:pt x="0" y="11303001"/>
                </a:lnTo>
                <a:lnTo>
                  <a:pt x="52599" y="10998818"/>
                </a:lnTo>
                <a:cubicBezTo>
                  <a:pt x="627375" y="8097529"/>
                  <a:pt x="3115968" y="5884761"/>
                  <a:pt x="6147815" y="5731076"/>
                </a:cubicBezTo>
                <a:close/>
                <a:moveTo>
                  <a:pt x="6443473" y="0"/>
                </a:moveTo>
                <a:lnTo>
                  <a:pt x="12435371" y="0"/>
                </a:lnTo>
                <a:lnTo>
                  <a:pt x="12435371" y="9704627"/>
                </a:lnTo>
                <a:lnTo>
                  <a:pt x="12429977" y="9691313"/>
                </a:lnTo>
                <a:cubicBezTo>
                  <a:pt x="11468623" y="7453126"/>
                  <a:pt x="9297251" y="5857565"/>
                  <a:pt x="6739131" y="5727892"/>
                </a:cubicBezTo>
                <a:lnTo>
                  <a:pt x="6443473" y="5720417"/>
                </a:lnTo>
                <a:close/>
              </a:path>
            </a:pathLst>
          </a:custGeom>
          <a:solidFill>
            <a:schemeClr val="bg1"/>
          </a:solidFill>
        </p:spPr>
        <p:txBody>
          <a:bodyPr wrap="square">
            <a:noAutofit/>
          </a:bodyPr>
          <a:lstStyle>
            <a:lvl1pPr>
              <a:defRPr/>
            </a:lvl1pPr>
          </a:lstStyle>
          <a:p>
            <a:r>
              <a:rPr lang="fr-FR" dirty="0"/>
              <a:t>Insérer image ici</a:t>
            </a:r>
          </a:p>
        </p:txBody>
      </p:sp>
      <p:sp>
        <p:nvSpPr>
          <p:cNvPr id="21" name="Titre 1">
            <a:extLst>
              <a:ext uri="{FF2B5EF4-FFF2-40B4-BE49-F238E27FC236}">
                <a16:creationId xmlns:a16="http://schemas.microsoft.com/office/drawing/2014/main" id="{7EA52919-D820-B5FD-1E29-089007F142B8}"/>
              </a:ext>
            </a:extLst>
          </p:cNvPr>
          <p:cNvSpPr>
            <a:spLocks noGrp="1"/>
          </p:cNvSpPr>
          <p:nvPr>
            <p:ph type="ctrTitle" hasCustomPrompt="1"/>
          </p:nvPr>
        </p:nvSpPr>
        <p:spPr>
          <a:xfrm>
            <a:off x="1143001" y="1805806"/>
            <a:ext cx="6972299" cy="1328056"/>
          </a:xfrm>
        </p:spPr>
        <p:txBody>
          <a:bodyPr anchor="b"/>
          <a:lstStyle>
            <a:lvl1pPr algn="l">
              <a:defRPr sz="4400"/>
            </a:lvl1pPr>
          </a:lstStyle>
          <a:p>
            <a:r>
              <a:rPr lang="fr-FR" dirty="0"/>
              <a:t>Titre de la présentation</a:t>
            </a:r>
            <a:endParaRPr lang="en-US" dirty="0"/>
          </a:p>
        </p:txBody>
      </p:sp>
      <p:grpSp>
        <p:nvGrpSpPr>
          <p:cNvPr id="22" name="Groupe 21">
            <a:extLst>
              <a:ext uri="{FF2B5EF4-FFF2-40B4-BE49-F238E27FC236}">
                <a16:creationId xmlns:a16="http://schemas.microsoft.com/office/drawing/2014/main" id="{B22CC00F-F6F4-5B5B-1108-04AC1130B448}"/>
              </a:ext>
            </a:extLst>
          </p:cNvPr>
          <p:cNvGrpSpPr/>
          <p:nvPr/>
        </p:nvGrpSpPr>
        <p:grpSpPr>
          <a:xfrm>
            <a:off x="1163939" y="6162477"/>
            <a:ext cx="122197" cy="71097"/>
            <a:chOff x="1916906" y="10164763"/>
            <a:chExt cx="201498" cy="117244"/>
          </a:xfrm>
        </p:grpSpPr>
        <p:cxnSp>
          <p:nvCxnSpPr>
            <p:cNvPr id="23" name="Connecteur droit 22">
              <a:extLst>
                <a:ext uri="{FF2B5EF4-FFF2-40B4-BE49-F238E27FC236}">
                  <a16:creationId xmlns:a16="http://schemas.microsoft.com/office/drawing/2014/main" id="{78F90B1A-8401-4EE6-D6C1-CB2E7CB8E581}"/>
                </a:ext>
              </a:extLst>
            </p:cNvPr>
            <p:cNvCxnSpPr>
              <a:cxnSpLocks/>
            </p:cNvCxnSpPr>
            <p:nvPr/>
          </p:nvCxnSpPr>
          <p:spPr>
            <a:xfrm>
              <a:off x="1916906" y="10222174"/>
              <a:ext cx="191972" cy="0"/>
            </a:xfrm>
            <a:prstGeom prst="line">
              <a:avLst/>
            </a:prstGeom>
            <a:ln w="1651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4" name="Connecteur droit 23">
              <a:extLst>
                <a:ext uri="{FF2B5EF4-FFF2-40B4-BE49-F238E27FC236}">
                  <a16:creationId xmlns:a16="http://schemas.microsoft.com/office/drawing/2014/main" id="{C167820E-6877-CCF4-C769-3CE397576847}"/>
                </a:ext>
              </a:extLst>
            </p:cNvPr>
            <p:cNvCxnSpPr/>
            <p:nvPr/>
          </p:nvCxnSpPr>
          <p:spPr>
            <a:xfrm>
              <a:off x="2055813" y="10164763"/>
              <a:ext cx="62591" cy="62591"/>
            </a:xfrm>
            <a:prstGeom prst="line">
              <a:avLst/>
            </a:prstGeom>
            <a:ln w="1651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5" name="Connecteur droit 24">
              <a:extLst>
                <a:ext uri="{FF2B5EF4-FFF2-40B4-BE49-F238E27FC236}">
                  <a16:creationId xmlns:a16="http://schemas.microsoft.com/office/drawing/2014/main" id="{9F8F9700-9268-7AED-E103-D16DF0DB9E7C}"/>
                </a:ext>
              </a:extLst>
            </p:cNvPr>
            <p:cNvCxnSpPr>
              <a:cxnSpLocks/>
            </p:cNvCxnSpPr>
            <p:nvPr/>
          </p:nvCxnSpPr>
          <p:spPr>
            <a:xfrm flipV="1">
              <a:off x="2051050" y="10219416"/>
              <a:ext cx="62591" cy="62591"/>
            </a:xfrm>
            <a:prstGeom prst="line">
              <a:avLst/>
            </a:prstGeom>
            <a:ln w="16510">
              <a:solidFill>
                <a:schemeClr val="tx2"/>
              </a:solidFill>
            </a:ln>
          </p:spPr>
          <p:style>
            <a:lnRef idx="1">
              <a:schemeClr val="accent1"/>
            </a:lnRef>
            <a:fillRef idx="0">
              <a:schemeClr val="accent1"/>
            </a:fillRef>
            <a:effectRef idx="0">
              <a:schemeClr val="accent1"/>
            </a:effectRef>
            <a:fontRef idx="minor">
              <a:schemeClr val="tx1"/>
            </a:fontRef>
          </p:style>
        </p:cxnSp>
      </p:grpSp>
      <p:sp>
        <p:nvSpPr>
          <p:cNvPr id="26" name="Sous-titre 2">
            <a:extLst>
              <a:ext uri="{FF2B5EF4-FFF2-40B4-BE49-F238E27FC236}">
                <a16:creationId xmlns:a16="http://schemas.microsoft.com/office/drawing/2014/main" id="{80AD531B-5745-60A1-33E1-952545B82747}"/>
              </a:ext>
            </a:extLst>
          </p:cNvPr>
          <p:cNvSpPr>
            <a:spLocks noGrp="1"/>
          </p:cNvSpPr>
          <p:nvPr>
            <p:ph type="subTitle" idx="1" hasCustomPrompt="1"/>
          </p:nvPr>
        </p:nvSpPr>
        <p:spPr>
          <a:xfrm>
            <a:off x="1143001" y="3171817"/>
            <a:ext cx="5333999" cy="1552438"/>
          </a:xfrm>
        </p:spPr>
        <p:txBody>
          <a:bodyPr>
            <a:normAutofit/>
          </a:bodyPr>
          <a:lstStyle>
            <a:lvl1pPr marL="0" indent="0" algn="l">
              <a:spcBef>
                <a:spcPts val="0"/>
              </a:spcBef>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dirty="0"/>
              <a:t>Description de la présentation</a:t>
            </a:r>
            <a:endParaRPr lang="en-US" dirty="0"/>
          </a:p>
        </p:txBody>
      </p:sp>
    </p:spTree>
    <p:extLst>
      <p:ext uri="{BB962C8B-B14F-4D97-AF65-F5344CB8AC3E}">
        <p14:creationId xmlns:p14="http://schemas.microsoft.com/office/powerpoint/2010/main" val="845006089"/>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1_Page de garde_Dark">
    <p:bg>
      <p:bgPr>
        <a:solidFill>
          <a:schemeClr val="tx1"/>
        </a:solidFill>
        <a:effectLst/>
      </p:bgPr>
    </p:bg>
    <p:spTree>
      <p:nvGrpSpPr>
        <p:cNvPr id="1" name=""/>
        <p:cNvGrpSpPr/>
        <p:nvPr/>
      </p:nvGrpSpPr>
      <p:grpSpPr>
        <a:xfrm>
          <a:off x="0" y="0"/>
          <a:ext cx="0" cy="0"/>
          <a:chOff x="0" y="0"/>
          <a:chExt cx="0" cy="0"/>
        </a:xfrm>
      </p:grpSpPr>
      <p:sp>
        <p:nvSpPr>
          <p:cNvPr id="3" name="Sous-titre 2">
            <a:extLst>
              <a:ext uri="{FF2B5EF4-FFF2-40B4-BE49-F238E27FC236}">
                <a16:creationId xmlns:a16="http://schemas.microsoft.com/office/drawing/2014/main" id="{79D030CD-46F8-BC14-F7C7-90C949AAA34B}"/>
              </a:ext>
            </a:extLst>
          </p:cNvPr>
          <p:cNvSpPr>
            <a:spLocks noGrp="1"/>
          </p:cNvSpPr>
          <p:nvPr>
            <p:ph type="subTitle" idx="1" hasCustomPrompt="1"/>
          </p:nvPr>
        </p:nvSpPr>
        <p:spPr>
          <a:xfrm>
            <a:off x="1143001" y="3171817"/>
            <a:ext cx="5333999" cy="1552438"/>
          </a:xfrm>
        </p:spPr>
        <p:txBody>
          <a:bodyPr>
            <a:norm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dirty="0"/>
              <a:t>Description de la présentation</a:t>
            </a:r>
            <a:endParaRPr lang="en-US" dirty="0"/>
          </a:p>
        </p:txBody>
      </p:sp>
      <p:sp>
        <p:nvSpPr>
          <p:cNvPr id="4" name="Espace réservé de la date 3">
            <a:extLst>
              <a:ext uri="{FF2B5EF4-FFF2-40B4-BE49-F238E27FC236}">
                <a16:creationId xmlns:a16="http://schemas.microsoft.com/office/drawing/2014/main" id="{5000D094-9E8F-DDC9-4F91-0C0CE1530341}"/>
              </a:ext>
            </a:extLst>
          </p:cNvPr>
          <p:cNvSpPr>
            <a:spLocks noGrp="1"/>
          </p:cNvSpPr>
          <p:nvPr>
            <p:ph type="dt" sz="half" idx="10"/>
          </p:nvPr>
        </p:nvSpPr>
        <p:spPr>
          <a:xfrm>
            <a:off x="1305902" y="6013056"/>
            <a:ext cx="2743200" cy="365125"/>
          </a:xfrm>
          <a:prstGeom prst="rect">
            <a:avLst/>
          </a:prstGeom>
        </p:spPr>
        <p:txBody>
          <a:bodyPr vert="horz" lIns="91440" tIns="45720" rIns="91440" bIns="45720" rtlCol="0" anchor="ctr"/>
          <a:lstStyle>
            <a:lvl1pPr>
              <a:defRPr lang="fr-FR" sz="1200" smtClean="0">
                <a:solidFill>
                  <a:schemeClr val="tx2"/>
                </a:solidFill>
                <a:cs typeface="Poppins Light" panose="00000400000000000000" pitchFamily="2" charset="0"/>
              </a:defRPr>
            </a:lvl1pPr>
          </a:lstStyle>
          <a:p>
            <a:fld id="{359F3E10-F6E5-0247-A419-1A8ECEBBDEE4}" type="datetimeFigureOut">
              <a:rPr lang="fr-FR" smtClean="0"/>
              <a:t>13/11/2024</a:t>
            </a:fld>
            <a:endParaRPr lang="fr-FR"/>
          </a:p>
        </p:txBody>
      </p:sp>
      <p:cxnSp>
        <p:nvCxnSpPr>
          <p:cNvPr id="17" name="Connecteur droit 16">
            <a:extLst>
              <a:ext uri="{FF2B5EF4-FFF2-40B4-BE49-F238E27FC236}">
                <a16:creationId xmlns:a16="http://schemas.microsoft.com/office/drawing/2014/main" id="{B97B924F-D85E-2D6E-E661-31D7D9F47C9B}"/>
              </a:ext>
            </a:extLst>
          </p:cNvPr>
          <p:cNvCxnSpPr/>
          <p:nvPr/>
        </p:nvCxnSpPr>
        <p:spPr>
          <a:xfrm>
            <a:off x="793287" y="0"/>
            <a:ext cx="0" cy="6854631"/>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sp>
        <p:nvSpPr>
          <p:cNvPr id="19" name="Espace réservé pour une image  69">
            <a:extLst>
              <a:ext uri="{FF2B5EF4-FFF2-40B4-BE49-F238E27FC236}">
                <a16:creationId xmlns:a16="http://schemas.microsoft.com/office/drawing/2014/main" id="{A272E9EC-E735-FF12-0BAE-C767286C0D09}"/>
              </a:ext>
            </a:extLst>
          </p:cNvPr>
          <p:cNvSpPr>
            <a:spLocks noGrp="1"/>
          </p:cNvSpPr>
          <p:nvPr>
            <p:ph type="pic" sz="quarter" idx="11" hasCustomPrompt="1"/>
          </p:nvPr>
        </p:nvSpPr>
        <p:spPr>
          <a:xfrm>
            <a:off x="4615117" y="-1"/>
            <a:ext cx="7576884" cy="6886446"/>
          </a:xfrm>
          <a:custGeom>
            <a:avLst/>
            <a:gdLst>
              <a:gd name="connsiteX0" fmla="*/ 6443473 w 12435371"/>
              <a:gd name="connsiteY0" fmla="*/ 9866103 h 11303001"/>
              <a:gd name="connsiteX1" fmla="*/ 6648987 w 12435371"/>
              <a:gd name="connsiteY1" fmla="*/ 9876479 h 11303001"/>
              <a:gd name="connsiteX2" fmla="*/ 8562603 w 12435371"/>
              <a:gd name="connsiteY2" fmla="*/ 11194758 h 11303001"/>
              <a:gd name="connsiteX3" fmla="*/ 8598366 w 12435371"/>
              <a:gd name="connsiteY3" fmla="*/ 11274528 h 11303001"/>
              <a:gd name="connsiteX4" fmla="*/ 6443473 w 12435371"/>
              <a:gd name="connsiteY4" fmla="*/ 11274528 h 11303001"/>
              <a:gd name="connsiteX5" fmla="*/ 6443473 w 12435371"/>
              <a:gd name="connsiteY5" fmla="*/ 5723600 h 11303001"/>
              <a:gd name="connsiteX6" fmla="*/ 6443473 w 12435371"/>
              <a:gd name="connsiteY6" fmla="*/ 9863572 h 11303001"/>
              <a:gd name="connsiteX7" fmla="*/ 6237959 w 12435371"/>
              <a:gd name="connsiteY7" fmla="*/ 9873949 h 11303001"/>
              <a:gd name="connsiteX8" fmla="*/ 4324343 w 12435371"/>
              <a:gd name="connsiteY8" fmla="*/ 11192227 h 11303001"/>
              <a:gd name="connsiteX9" fmla="*/ 4274679 w 12435371"/>
              <a:gd name="connsiteY9" fmla="*/ 11303001 h 11303001"/>
              <a:gd name="connsiteX10" fmla="*/ 0 w 12435371"/>
              <a:gd name="connsiteY10" fmla="*/ 11303001 h 11303001"/>
              <a:gd name="connsiteX11" fmla="*/ 52599 w 12435371"/>
              <a:gd name="connsiteY11" fmla="*/ 10998818 h 11303001"/>
              <a:gd name="connsiteX12" fmla="*/ 6147815 w 12435371"/>
              <a:gd name="connsiteY12" fmla="*/ 5731076 h 11303001"/>
              <a:gd name="connsiteX13" fmla="*/ 6443473 w 12435371"/>
              <a:gd name="connsiteY13" fmla="*/ 0 h 11303001"/>
              <a:gd name="connsiteX14" fmla="*/ 12435371 w 12435371"/>
              <a:gd name="connsiteY14" fmla="*/ 0 h 11303001"/>
              <a:gd name="connsiteX15" fmla="*/ 12435371 w 12435371"/>
              <a:gd name="connsiteY15" fmla="*/ 9704627 h 11303001"/>
              <a:gd name="connsiteX16" fmla="*/ 12429977 w 12435371"/>
              <a:gd name="connsiteY16" fmla="*/ 9691313 h 11303001"/>
              <a:gd name="connsiteX17" fmla="*/ 6739131 w 12435371"/>
              <a:gd name="connsiteY17" fmla="*/ 5727892 h 11303001"/>
              <a:gd name="connsiteX18" fmla="*/ 6443473 w 12435371"/>
              <a:gd name="connsiteY18" fmla="*/ 5720417 h 11303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2435371" h="11303001">
                <a:moveTo>
                  <a:pt x="6443473" y="9866103"/>
                </a:moveTo>
                <a:lnTo>
                  <a:pt x="6648987" y="9876479"/>
                </a:lnTo>
                <a:cubicBezTo>
                  <a:pt x="7487570" y="9961642"/>
                  <a:pt x="8199524" y="10475151"/>
                  <a:pt x="8562603" y="11194758"/>
                </a:cubicBezTo>
                <a:lnTo>
                  <a:pt x="8598366" y="11274528"/>
                </a:lnTo>
                <a:lnTo>
                  <a:pt x="6443473" y="11274528"/>
                </a:lnTo>
                <a:close/>
                <a:moveTo>
                  <a:pt x="6443473" y="5723600"/>
                </a:moveTo>
                <a:lnTo>
                  <a:pt x="6443473" y="9863572"/>
                </a:lnTo>
                <a:lnTo>
                  <a:pt x="6237959" y="9873949"/>
                </a:lnTo>
                <a:cubicBezTo>
                  <a:pt x="5399375" y="9959111"/>
                  <a:pt x="4687421" y="10472620"/>
                  <a:pt x="4324343" y="11192227"/>
                </a:cubicBezTo>
                <a:lnTo>
                  <a:pt x="4274679" y="11303001"/>
                </a:lnTo>
                <a:lnTo>
                  <a:pt x="0" y="11303001"/>
                </a:lnTo>
                <a:lnTo>
                  <a:pt x="52599" y="10998818"/>
                </a:lnTo>
                <a:cubicBezTo>
                  <a:pt x="627375" y="8097529"/>
                  <a:pt x="3115968" y="5884761"/>
                  <a:pt x="6147815" y="5731076"/>
                </a:cubicBezTo>
                <a:close/>
                <a:moveTo>
                  <a:pt x="6443473" y="0"/>
                </a:moveTo>
                <a:lnTo>
                  <a:pt x="12435371" y="0"/>
                </a:lnTo>
                <a:lnTo>
                  <a:pt x="12435371" y="9704627"/>
                </a:lnTo>
                <a:lnTo>
                  <a:pt x="12429977" y="9691313"/>
                </a:lnTo>
                <a:cubicBezTo>
                  <a:pt x="11468623" y="7453126"/>
                  <a:pt x="9297251" y="5857565"/>
                  <a:pt x="6739131" y="5727892"/>
                </a:cubicBezTo>
                <a:lnTo>
                  <a:pt x="6443473" y="5720417"/>
                </a:lnTo>
                <a:close/>
              </a:path>
            </a:pathLst>
          </a:custGeom>
          <a:solidFill>
            <a:schemeClr val="bg1"/>
          </a:solidFill>
        </p:spPr>
        <p:txBody>
          <a:bodyPr wrap="square">
            <a:noAutofit/>
          </a:bodyPr>
          <a:lstStyle>
            <a:lvl1pPr>
              <a:defRPr/>
            </a:lvl1pPr>
          </a:lstStyle>
          <a:p>
            <a:r>
              <a:rPr lang="fr-FR" dirty="0"/>
              <a:t>Insérer image ici</a:t>
            </a:r>
          </a:p>
        </p:txBody>
      </p:sp>
      <p:sp>
        <p:nvSpPr>
          <p:cNvPr id="21" name="Titre 1">
            <a:extLst>
              <a:ext uri="{FF2B5EF4-FFF2-40B4-BE49-F238E27FC236}">
                <a16:creationId xmlns:a16="http://schemas.microsoft.com/office/drawing/2014/main" id="{7EA52919-D820-B5FD-1E29-089007F142B8}"/>
              </a:ext>
            </a:extLst>
          </p:cNvPr>
          <p:cNvSpPr>
            <a:spLocks noGrp="1"/>
          </p:cNvSpPr>
          <p:nvPr>
            <p:ph type="ctrTitle" hasCustomPrompt="1"/>
          </p:nvPr>
        </p:nvSpPr>
        <p:spPr>
          <a:xfrm>
            <a:off x="1143001" y="1805806"/>
            <a:ext cx="6972299" cy="1328056"/>
          </a:xfrm>
        </p:spPr>
        <p:txBody>
          <a:bodyPr anchor="b"/>
          <a:lstStyle>
            <a:lvl1pPr algn="l">
              <a:defRPr sz="4400">
                <a:solidFill>
                  <a:schemeClr val="bg1"/>
                </a:solidFill>
              </a:defRPr>
            </a:lvl1pPr>
          </a:lstStyle>
          <a:p>
            <a:r>
              <a:rPr lang="fr-FR" dirty="0"/>
              <a:t>Titre de la présentation</a:t>
            </a:r>
            <a:endParaRPr lang="en-US" dirty="0"/>
          </a:p>
        </p:txBody>
      </p:sp>
      <p:grpSp>
        <p:nvGrpSpPr>
          <p:cNvPr id="22" name="Groupe 21">
            <a:extLst>
              <a:ext uri="{FF2B5EF4-FFF2-40B4-BE49-F238E27FC236}">
                <a16:creationId xmlns:a16="http://schemas.microsoft.com/office/drawing/2014/main" id="{B22CC00F-F6F4-5B5B-1108-04AC1130B448}"/>
              </a:ext>
            </a:extLst>
          </p:cNvPr>
          <p:cNvGrpSpPr/>
          <p:nvPr/>
        </p:nvGrpSpPr>
        <p:grpSpPr>
          <a:xfrm>
            <a:off x="1163939" y="6162477"/>
            <a:ext cx="122197" cy="71097"/>
            <a:chOff x="1916906" y="10164763"/>
            <a:chExt cx="201498" cy="117244"/>
          </a:xfrm>
        </p:grpSpPr>
        <p:cxnSp>
          <p:nvCxnSpPr>
            <p:cNvPr id="23" name="Connecteur droit 22">
              <a:extLst>
                <a:ext uri="{FF2B5EF4-FFF2-40B4-BE49-F238E27FC236}">
                  <a16:creationId xmlns:a16="http://schemas.microsoft.com/office/drawing/2014/main" id="{78F90B1A-8401-4EE6-D6C1-CB2E7CB8E581}"/>
                </a:ext>
              </a:extLst>
            </p:cNvPr>
            <p:cNvCxnSpPr>
              <a:cxnSpLocks/>
            </p:cNvCxnSpPr>
            <p:nvPr/>
          </p:nvCxnSpPr>
          <p:spPr>
            <a:xfrm>
              <a:off x="1916906" y="10222174"/>
              <a:ext cx="191972" cy="0"/>
            </a:xfrm>
            <a:prstGeom prst="line">
              <a:avLst/>
            </a:prstGeom>
            <a:ln w="1651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4" name="Connecteur droit 23">
              <a:extLst>
                <a:ext uri="{FF2B5EF4-FFF2-40B4-BE49-F238E27FC236}">
                  <a16:creationId xmlns:a16="http://schemas.microsoft.com/office/drawing/2014/main" id="{C167820E-6877-CCF4-C769-3CE397576847}"/>
                </a:ext>
              </a:extLst>
            </p:cNvPr>
            <p:cNvCxnSpPr/>
            <p:nvPr/>
          </p:nvCxnSpPr>
          <p:spPr>
            <a:xfrm>
              <a:off x="2055813" y="10164763"/>
              <a:ext cx="62591" cy="62591"/>
            </a:xfrm>
            <a:prstGeom prst="line">
              <a:avLst/>
            </a:prstGeom>
            <a:ln w="1651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5" name="Connecteur droit 24">
              <a:extLst>
                <a:ext uri="{FF2B5EF4-FFF2-40B4-BE49-F238E27FC236}">
                  <a16:creationId xmlns:a16="http://schemas.microsoft.com/office/drawing/2014/main" id="{9F8F9700-9268-7AED-E103-D16DF0DB9E7C}"/>
                </a:ext>
              </a:extLst>
            </p:cNvPr>
            <p:cNvCxnSpPr>
              <a:cxnSpLocks/>
            </p:cNvCxnSpPr>
            <p:nvPr/>
          </p:nvCxnSpPr>
          <p:spPr>
            <a:xfrm flipV="1">
              <a:off x="2051050" y="10219416"/>
              <a:ext cx="62591" cy="62591"/>
            </a:xfrm>
            <a:prstGeom prst="line">
              <a:avLst/>
            </a:prstGeom>
            <a:ln w="16510">
              <a:solidFill>
                <a:schemeClr val="tx2"/>
              </a:solidFill>
            </a:ln>
          </p:spPr>
          <p:style>
            <a:lnRef idx="1">
              <a:schemeClr val="accent1"/>
            </a:lnRef>
            <a:fillRef idx="0">
              <a:schemeClr val="accent1"/>
            </a:fillRef>
            <a:effectRef idx="0">
              <a:schemeClr val="accent1"/>
            </a:effectRef>
            <a:fontRef idx="minor">
              <a:schemeClr val="tx1"/>
            </a:fontRef>
          </p:style>
        </p:cxnSp>
      </p:grpSp>
      <p:grpSp>
        <p:nvGrpSpPr>
          <p:cNvPr id="2" name="Groupe 1">
            <a:extLst>
              <a:ext uri="{FF2B5EF4-FFF2-40B4-BE49-F238E27FC236}">
                <a16:creationId xmlns:a16="http://schemas.microsoft.com/office/drawing/2014/main" id="{538762C9-121A-7A8C-751A-D3BE23758E27}"/>
              </a:ext>
            </a:extLst>
          </p:cNvPr>
          <p:cNvGrpSpPr/>
          <p:nvPr/>
        </p:nvGrpSpPr>
        <p:grpSpPr>
          <a:xfrm>
            <a:off x="10154033" y="6030625"/>
            <a:ext cx="1666786" cy="429172"/>
            <a:chOff x="16741197" y="12092322"/>
            <a:chExt cx="2748460" cy="707737"/>
          </a:xfrm>
        </p:grpSpPr>
        <p:sp>
          <p:nvSpPr>
            <p:cNvPr id="5" name="Forme libre : forme 42">
              <a:extLst>
                <a:ext uri="{FF2B5EF4-FFF2-40B4-BE49-F238E27FC236}">
                  <a16:creationId xmlns:a16="http://schemas.microsoft.com/office/drawing/2014/main" id="{FF497CA8-9D89-E12C-56BF-83B292D6F4F5}"/>
                </a:ext>
              </a:extLst>
            </p:cNvPr>
            <p:cNvSpPr/>
            <p:nvPr/>
          </p:nvSpPr>
          <p:spPr>
            <a:xfrm>
              <a:off x="16741197" y="12156471"/>
              <a:ext cx="306824" cy="290434"/>
            </a:xfrm>
            <a:custGeom>
              <a:avLst/>
              <a:gdLst>
                <a:gd name="connsiteX0" fmla="*/ 153937 w 306824"/>
                <a:gd name="connsiteY0" fmla="*/ 0 h 290434"/>
                <a:gd name="connsiteX1" fmla="*/ 0 w 306824"/>
                <a:gd name="connsiteY1" fmla="*/ 145742 h 290434"/>
                <a:gd name="connsiteX2" fmla="*/ 152888 w 306824"/>
                <a:gd name="connsiteY2" fmla="*/ 290434 h 290434"/>
                <a:gd name="connsiteX3" fmla="*/ 306825 w 306824"/>
                <a:gd name="connsiteY3" fmla="*/ 144693 h 290434"/>
                <a:gd name="connsiteX4" fmla="*/ 153937 w 306824"/>
                <a:gd name="connsiteY4" fmla="*/ 0 h 290434"/>
                <a:gd name="connsiteX5" fmla="*/ 153937 w 306824"/>
                <a:gd name="connsiteY5" fmla="*/ 207794 h 290434"/>
                <a:gd name="connsiteX6" fmla="*/ 94936 w 306824"/>
                <a:gd name="connsiteY6" fmla="*/ 144693 h 290434"/>
                <a:gd name="connsiteX7" fmla="*/ 152888 w 306824"/>
                <a:gd name="connsiteY7" fmla="*/ 82641 h 290434"/>
                <a:gd name="connsiteX8" fmla="*/ 211889 w 306824"/>
                <a:gd name="connsiteY8" fmla="*/ 145742 h 290434"/>
                <a:gd name="connsiteX9" fmla="*/ 153937 w 306824"/>
                <a:gd name="connsiteY9" fmla="*/ 207794 h 290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06824" h="290434">
                  <a:moveTo>
                    <a:pt x="153937" y="0"/>
                  </a:moveTo>
                  <a:cubicBezTo>
                    <a:pt x="64625" y="0"/>
                    <a:pt x="0" y="66723"/>
                    <a:pt x="0" y="145742"/>
                  </a:cubicBezTo>
                  <a:cubicBezTo>
                    <a:pt x="0" y="224760"/>
                    <a:pt x="64148" y="290434"/>
                    <a:pt x="152888" y="290434"/>
                  </a:cubicBezTo>
                  <a:cubicBezTo>
                    <a:pt x="241628" y="290434"/>
                    <a:pt x="306825" y="223712"/>
                    <a:pt x="306825" y="144693"/>
                  </a:cubicBezTo>
                  <a:cubicBezTo>
                    <a:pt x="306825" y="65674"/>
                    <a:pt x="242677" y="0"/>
                    <a:pt x="153937" y="0"/>
                  </a:cubicBezTo>
                  <a:moveTo>
                    <a:pt x="153937" y="207794"/>
                  </a:moveTo>
                  <a:cubicBezTo>
                    <a:pt x="119527" y="207794"/>
                    <a:pt x="94936" y="178531"/>
                    <a:pt x="94936" y="144693"/>
                  </a:cubicBezTo>
                  <a:cubicBezTo>
                    <a:pt x="94936" y="110855"/>
                    <a:pt x="117526" y="82641"/>
                    <a:pt x="152888" y="82641"/>
                  </a:cubicBezTo>
                  <a:cubicBezTo>
                    <a:pt x="188251" y="82641"/>
                    <a:pt x="211889" y="111904"/>
                    <a:pt x="211889" y="145742"/>
                  </a:cubicBezTo>
                  <a:cubicBezTo>
                    <a:pt x="211889" y="179579"/>
                    <a:pt x="189299" y="207794"/>
                    <a:pt x="153937" y="207794"/>
                  </a:cubicBezTo>
                </a:path>
              </a:pathLst>
            </a:custGeom>
            <a:solidFill>
              <a:schemeClr val="bg1"/>
            </a:solidFill>
            <a:ln w="9525" cap="flat">
              <a:noFill/>
              <a:prstDash val="solid"/>
              <a:miter/>
            </a:ln>
          </p:spPr>
          <p:txBody>
            <a:bodyPr rtlCol="0" anchor="ctr"/>
            <a:lstStyle/>
            <a:p>
              <a:endParaRPr lang="fr-FR" sz="1092">
                <a:solidFill>
                  <a:schemeClr val="bg1"/>
                </a:solidFill>
              </a:endParaRPr>
            </a:p>
          </p:txBody>
        </p:sp>
        <p:sp>
          <p:nvSpPr>
            <p:cNvPr id="6" name="Forme libre : forme 43">
              <a:extLst>
                <a:ext uri="{FF2B5EF4-FFF2-40B4-BE49-F238E27FC236}">
                  <a16:creationId xmlns:a16="http://schemas.microsoft.com/office/drawing/2014/main" id="{6146DEC7-BF52-2162-15BF-AD609C6182B5}"/>
                </a:ext>
              </a:extLst>
            </p:cNvPr>
            <p:cNvSpPr/>
            <p:nvPr/>
          </p:nvSpPr>
          <p:spPr>
            <a:xfrm>
              <a:off x="17978314" y="12156471"/>
              <a:ext cx="306824" cy="290434"/>
            </a:xfrm>
            <a:custGeom>
              <a:avLst/>
              <a:gdLst>
                <a:gd name="connsiteX0" fmla="*/ 153937 w 306824"/>
                <a:gd name="connsiteY0" fmla="*/ 0 h 290434"/>
                <a:gd name="connsiteX1" fmla="*/ 0 w 306824"/>
                <a:gd name="connsiteY1" fmla="*/ 145742 h 290434"/>
                <a:gd name="connsiteX2" fmla="*/ 152888 w 306824"/>
                <a:gd name="connsiteY2" fmla="*/ 290434 h 290434"/>
                <a:gd name="connsiteX3" fmla="*/ 306825 w 306824"/>
                <a:gd name="connsiteY3" fmla="*/ 144693 h 290434"/>
                <a:gd name="connsiteX4" fmla="*/ 153937 w 306824"/>
                <a:gd name="connsiteY4" fmla="*/ 0 h 290434"/>
                <a:gd name="connsiteX5" fmla="*/ 153937 w 306824"/>
                <a:gd name="connsiteY5" fmla="*/ 207794 h 290434"/>
                <a:gd name="connsiteX6" fmla="*/ 94936 w 306824"/>
                <a:gd name="connsiteY6" fmla="*/ 144693 h 290434"/>
                <a:gd name="connsiteX7" fmla="*/ 152888 w 306824"/>
                <a:gd name="connsiteY7" fmla="*/ 82641 h 290434"/>
                <a:gd name="connsiteX8" fmla="*/ 211889 w 306824"/>
                <a:gd name="connsiteY8" fmla="*/ 145742 h 290434"/>
                <a:gd name="connsiteX9" fmla="*/ 153937 w 306824"/>
                <a:gd name="connsiteY9" fmla="*/ 207794 h 290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06824" h="290434">
                  <a:moveTo>
                    <a:pt x="153937" y="0"/>
                  </a:moveTo>
                  <a:cubicBezTo>
                    <a:pt x="64625" y="0"/>
                    <a:pt x="0" y="66723"/>
                    <a:pt x="0" y="145742"/>
                  </a:cubicBezTo>
                  <a:cubicBezTo>
                    <a:pt x="0" y="224760"/>
                    <a:pt x="64148" y="290434"/>
                    <a:pt x="152888" y="290434"/>
                  </a:cubicBezTo>
                  <a:cubicBezTo>
                    <a:pt x="241628" y="290434"/>
                    <a:pt x="306825" y="223712"/>
                    <a:pt x="306825" y="144693"/>
                  </a:cubicBezTo>
                  <a:cubicBezTo>
                    <a:pt x="306825" y="65674"/>
                    <a:pt x="242677" y="0"/>
                    <a:pt x="153937" y="0"/>
                  </a:cubicBezTo>
                  <a:moveTo>
                    <a:pt x="153937" y="207794"/>
                  </a:moveTo>
                  <a:cubicBezTo>
                    <a:pt x="119527" y="207794"/>
                    <a:pt x="94936" y="178531"/>
                    <a:pt x="94936" y="144693"/>
                  </a:cubicBezTo>
                  <a:cubicBezTo>
                    <a:pt x="94936" y="110855"/>
                    <a:pt x="117526" y="82641"/>
                    <a:pt x="152888" y="82641"/>
                  </a:cubicBezTo>
                  <a:cubicBezTo>
                    <a:pt x="188251" y="82641"/>
                    <a:pt x="211889" y="111904"/>
                    <a:pt x="211889" y="145742"/>
                  </a:cubicBezTo>
                  <a:cubicBezTo>
                    <a:pt x="211889" y="179579"/>
                    <a:pt x="189299" y="207794"/>
                    <a:pt x="153937" y="207794"/>
                  </a:cubicBezTo>
                </a:path>
              </a:pathLst>
            </a:custGeom>
            <a:solidFill>
              <a:schemeClr val="bg1"/>
            </a:solidFill>
            <a:ln w="9525" cap="flat">
              <a:noFill/>
              <a:prstDash val="solid"/>
              <a:miter/>
            </a:ln>
          </p:spPr>
          <p:txBody>
            <a:bodyPr rtlCol="0" anchor="ctr"/>
            <a:lstStyle/>
            <a:p>
              <a:endParaRPr lang="fr-FR" sz="1092">
                <a:solidFill>
                  <a:schemeClr val="bg1"/>
                </a:solidFill>
              </a:endParaRPr>
            </a:p>
          </p:txBody>
        </p:sp>
        <p:sp>
          <p:nvSpPr>
            <p:cNvPr id="7" name="Forme libre : forme 44">
              <a:extLst>
                <a:ext uri="{FF2B5EF4-FFF2-40B4-BE49-F238E27FC236}">
                  <a16:creationId xmlns:a16="http://schemas.microsoft.com/office/drawing/2014/main" id="{9E4172AB-0F84-9D20-5164-BAE0C011E958}"/>
                </a:ext>
              </a:extLst>
            </p:cNvPr>
            <p:cNvSpPr/>
            <p:nvPr/>
          </p:nvSpPr>
          <p:spPr>
            <a:xfrm>
              <a:off x="17068610" y="12156471"/>
              <a:ext cx="275084" cy="283762"/>
            </a:xfrm>
            <a:custGeom>
              <a:avLst/>
              <a:gdLst>
                <a:gd name="connsiteX0" fmla="*/ 0 w 275084"/>
                <a:gd name="connsiteY0" fmla="*/ 6196 h 283762"/>
                <a:gd name="connsiteX1" fmla="*/ 97509 w 275084"/>
                <a:gd name="connsiteY1" fmla="*/ 6196 h 283762"/>
                <a:gd name="connsiteX2" fmla="*/ 97509 w 275084"/>
                <a:gd name="connsiteY2" fmla="*/ 45181 h 283762"/>
                <a:gd name="connsiteX3" fmla="*/ 180625 w 275084"/>
                <a:gd name="connsiteY3" fmla="*/ 0 h 283762"/>
                <a:gd name="connsiteX4" fmla="*/ 275084 w 275084"/>
                <a:gd name="connsiteY4" fmla="*/ 102086 h 283762"/>
                <a:gd name="connsiteX5" fmla="*/ 275084 w 275084"/>
                <a:gd name="connsiteY5" fmla="*/ 283762 h 283762"/>
                <a:gd name="connsiteX6" fmla="*/ 177575 w 275084"/>
                <a:gd name="connsiteY6" fmla="*/ 283762 h 283762"/>
                <a:gd name="connsiteX7" fmla="*/ 177575 w 275084"/>
                <a:gd name="connsiteY7" fmla="*/ 133445 h 283762"/>
                <a:gd name="connsiteX8" fmla="*/ 138591 w 275084"/>
                <a:gd name="connsiteY8" fmla="*/ 86740 h 283762"/>
                <a:gd name="connsiteX9" fmla="*/ 97509 w 275084"/>
                <a:gd name="connsiteY9" fmla="*/ 133445 h 283762"/>
                <a:gd name="connsiteX10" fmla="*/ 97509 w 275084"/>
                <a:gd name="connsiteY10" fmla="*/ 283762 h 283762"/>
                <a:gd name="connsiteX11" fmla="*/ 0 w 275084"/>
                <a:gd name="connsiteY11" fmla="*/ 283762 h 283762"/>
                <a:gd name="connsiteX12" fmla="*/ 0 w 275084"/>
                <a:gd name="connsiteY12" fmla="*/ 6196 h 283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75084" h="283762">
                  <a:moveTo>
                    <a:pt x="0" y="6196"/>
                  </a:moveTo>
                  <a:lnTo>
                    <a:pt x="97509" y="6196"/>
                  </a:lnTo>
                  <a:lnTo>
                    <a:pt x="97509" y="45181"/>
                  </a:lnTo>
                  <a:cubicBezTo>
                    <a:pt x="115429" y="22114"/>
                    <a:pt x="141164" y="0"/>
                    <a:pt x="180625" y="0"/>
                  </a:cubicBezTo>
                  <a:cubicBezTo>
                    <a:pt x="239627" y="0"/>
                    <a:pt x="275084" y="38985"/>
                    <a:pt x="275084" y="102086"/>
                  </a:cubicBezTo>
                  <a:lnTo>
                    <a:pt x="275084" y="283762"/>
                  </a:lnTo>
                  <a:lnTo>
                    <a:pt x="177575" y="283762"/>
                  </a:lnTo>
                  <a:lnTo>
                    <a:pt x="177575" y="133445"/>
                  </a:lnTo>
                  <a:cubicBezTo>
                    <a:pt x="177575" y="103134"/>
                    <a:pt x="161657" y="86740"/>
                    <a:pt x="138591" y="86740"/>
                  </a:cubicBezTo>
                  <a:cubicBezTo>
                    <a:pt x="115524" y="86740"/>
                    <a:pt x="97509" y="103134"/>
                    <a:pt x="97509" y="133445"/>
                  </a:cubicBezTo>
                  <a:lnTo>
                    <a:pt x="97509" y="283762"/>
                  </a:lnTo>
                  <a:lnTo>
                    <a:pt x="0" y="283762"/>
                  </a:lnTo>
                  <a:lnTo>
                    <a:pt x="0" y="6196"/>
                  </a:lnTo>
                  <a:close/>
                </a:path>
              </a:pathLst>
            </a:custGeom>
            <a:solidFill>
              <a:schemeClr val="bg1"/>
            </a:solidFill>
            <a:ln w="9525" cap="flat">
              <a:noFill/>
              <a:prstDash val="solid"/>
              <a:miter/>
            </a:ln>
          </p:spPr>
          <p:txBody>
            <a:bodyPr rtlCol="0" anchor="ctr"/>
            <a:lstStyle/>
            <a:p>
              <a:endParaRPr lang="fr-FR" sz="1092">
                <a:solidFill>
                  <a:schemeClr val="bg1"/>
                </a:solidFill>
              </a:endParaRPr>
            </a:p>
          </p:txBody>
        </p:sp>
        <p:sp>
          <p:nvSpPr>
            <p:cNvPr id="8" name="Forme libre : forme 45">
              <a:extLst>
                <a:ext uri="{FF2B5EF4-FFF2-40B4-BE49-F238E27FC236}">
                  <a16:creationId xmlns:a16="http://schemas.microsoft.com/office/drawing/2014/main" id="{8E7FA4DC-12BE-7138-B9B9-6A5899700ECB}"/>
                </a:ext>
              </a:extLst>
            </p:cNvPr>
            <p:cNvSpPr/>
            <p:nvPr/>
          </p:nvSpPr>
          <p:spPr>
            <a:xfrm>
              <a:off x="17362090" y="12156567"/>
              <a:ext cx="280136" cy="290434"/>
            </a:xfrm>
            <a:custGeom>
              <a:avLst/>
              <a:gdLst>
                <a:gd name="connsiteX0" fmla="*/ 280136 w 280136"/>
                <a:gd name="connsiteY0" fmla="*/ 151842 h 290434"/>
                <a:gd name="connsiteX1" fmla="*/ 140116 w 280136"/>
                <a:gd name="connsiteY1" fmla="*/ 0 h 290434"/>
                <a:gd name="connsiteX2" fmla="*/ 0 w 280136"/>
                <a:gd name="connsiteY2" fmla="*/ 145742 h 290434"/>
                <a:gd name="connsiteX3" fmla="*/ 148790 w 280136"/>
                <a:gd name="connsiteY3" fmla="*/ 290434 h 290434"/>
                <a:gd name="connsiteX4" fmla="*/ 269365 w 280136"/>
                <a:gd name="connsiteY4" fmla="*/ 234006 h 290434"/>
                <a:gd name="connsiteX5" fmla="*/ 215511 w 280136"/>
                <a:gd name="connsiteY5" fmla="*/ 189302 h 290434"/>
                <a:gd name="connsiteX6" fmla="*/ 153937 w 280136"/>
                <a:gd name="connsiteY6" fmla="*/ 217516 h 290434"/>
                <a:gd name="connsiteX7" fmla="*/ 93887 w 280136"/>
                <a:gd name="connsiteY7" fmla="*/ 171859 h 290434"/>
                <a:gd name="connsiteX8" fmla="*/ 279660 w 280136"/>
                <a:gd name="connsiteY8" fmla="*/ 171859 h 290434"/>
                <a:gd name="connsiteX9" fmla="*/ 280136 w 280136"/>
                <a:gd name="connsiteY9" fmla="*/ 151842 h 290434"/>
                <a:gd name="connsiteX10" fmla="*/ 92362 w 280136"/>
                <a:gd name="connsiteY10" fmla="*/ 122103 h 290434"/>
                <a:gd name="connsiteX11" fmla="*/ 140592 w 280136"/>
                <a:gd name="connsiteY11" fmla="*/ 71870 h 290434"/>
                <a:gd name="connsiteX12" fmla="*/ 188823 w 280136"/>
                <a:gd name="connsiteY12" fmla="*/ 122103 h 290434"/>
                <a:gd name="connsiteX13" fmla="*/ 92362 w 280136"/>
                <a:gd name="connsiteY13" fmla="*/ 122103 h 290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80136" h="290434">
                  <a:moveTo>
                    <a:pt x="280136" y="151842"/>
                  </a:moveTo>
                  <a:cubicBezTo>
                    <a:pt x="280136" y="70249"/>
                    <a:pt x="236005" y="0"/>
                    <a:pt x="140116" y="0"/>
                  </a:cubicBezTo>
                  <a:cubicBezTo>
                    <a:pt x="58048" y="0"/>
                    <a:pt x="0" y="64626"/>
                    <a:pt x="0" y="145742"/>
                  </a:cubicBezTo>
                  <a:cubicBezTo>
                    <a:pt x="0" y="231909"/>
                    <a:pt x="61575" y="290434"/>
                    <a:pt x="148790" y="290434"/>
                  </a:cubicBezTo>
                  <a:cubicBezTo>
                    <a:pt x="204169" y="290434"/>
                    <a:pt x="242677" y="267844"/>
                    <a:pt x="269365" y="234006"/>
                  </a:cubicBezTo>
                  <a:lnTo>
                    <a:pt x="215511" y="189302"/>
                  </a:lnTo>
                  <a:cubicBezTo>
                    <a:pt x="195495" y="208842"/>
                    <a:pt x="177003" y="217516"/>
                    <a:pt x="153937" y="217516"/>
                  </a:cubicBezTo>
                  <a:cubicBezTo>
                    <a:pt x="123626" y="217516"/>
                    <a:pt x="101608" y="202170"/>
                    <a:pt x="93887" y="171859"/>
                  </a:cubicBezTo>
                  <a:lnTo>
                    <a:pt x="279660" y="171859"/>
                  </a:lnTo>
                  <a:cubicBezTo>
                    <a:pt x="280136" y="165186"/>
                    <a:pt x="280136" y="158037"/>
                    <a:pt x="280136" y="151842"/>
                  </a:cubicBezTo>
                  <a:moveTo>
                    <a:pt x="92362" y="122103"/>
                  </a:moveTo>
                  <a:cubicBezTo>
                    <a:pt x="97509" y="91791"/>
                    <a:pt x="114952" y="71870"/>
                    <a:pt x="140592" y="71870"/>
                  </a:cubicBezTo>
                  <a:cubicBezTo>
                    <a:pt x="166233" y="71870"/>
                    <a:pt x="185201" y="91315"/>
                    <a:pt x="188823" y="122103"/>
                  </a:cubicBezTo>
                  <a:lnTo>
                    <a:pt x="92362" y="122103"/>
                  </a:lnTo>
                  <a:close/>
                </a:path>
              </a:pathLst>
            </a:custGeom>
            <a:solidFill>
              <a:schemeClr val="bg1"/>
            </a:solidFill>
            <a:ln w="9525" cap="flat">
              <a:noFill/>
              <a:prstDash val="solid"/>
              <a:miter/>
            </a:ln>
          </p:spPr>
          <p:txBody>
            <a:bodyPr rtlCol="0" anchor="ctr"/>
            <a:lstStyle/>
            <a:p>
              <a:endParaRPr lang="fr-FR" sz="1092">
                <a:solidFill>
                  <a:schemeClr val="bg1"/>
                </a:solidFill>
              </a:endParaRPr>
            </a:p>
          </p:txBody>
        </p:sp>
        <p:sp>
          <p:nvSpPr>
            <p:cNvPr id="9" name="Forme libre : forme 46">
              <a:extLst>
                <a:ext uri="{FF2B5EF4-FFF2-40B4-BE49-F238E27FC236}">
                  <a16:creationId xmlns:a16="http://schemas.microsoft.com/office/drawing/2014/main" id="{C84D524E-56EB-E52F-8694-F4D774E59B18}"/>
                </a:ext>
              </a:extLst>
            </p:cNvPr>
            <p:cNvSpPr/>
            <p:nvPr/>
          </p:nvSpPr>
          <p:spPr>
            <a:xfrm>
              <a:off x="17663196" y="12156376"/>
              <a:ext cx="304727" cy="365926"/>
            </a:xfrm>
            <a:custGeom>
              <a:avLst/>
              <a:gdLst>
                <a:gd name="connsiteX0" fmla="*/ 181674 w 304727"/>
                <a:gd name="connsiteY0" fmla="*/ 95 h 365926"/>
                <a:gd name="connsiteX1" fmla="*/ 97509 w 304727"/>
                <a:gd name="connsiteY1" fmla="*/ 43179 h 365926"/>
                <a:gd name="connsiteX2" fmla="*/ 97509 w 304727"/>
                <a:gd name="connsiteY2" fmla="*/ 6196 h 365926"/>
                <a:gd name="connsiteX3" fmla="*/ 0 w 304727"/>
                <a:gd name="connsiteY3" fmla="*/ 6196 h 365926"/>
                <a:gd name="connsiteX4" fmla="*/ 0 w 304727"/>
                <a:gd name="connsiteY4" fmla="*/ 365926 h 365926"/>
                <a:gd name="connsiteX5" fmla="*/ 97509 w 304727"/>
                <a:gd name="connsiteY5" fmla="*/ 365926 h 365926"/>
                <a:gd name="connsiteX6" fmla="*/ 97509 w 304727"/>
                <a:gd name="connsiteY6" fmla="*/ 249924 h 365926"/>
                <a:gd name="connsiteX7" fmla="*/ 182150 w 304727"/>
                <a:gd name="connsiteY7" fmla="*/ 289958 h 365926"/>
                <a:gd name="connsiteX8" fmla="*/ 304728 w 304727"/>
                <a:gd name="connsiteY8" fmla="*/ 144216 h 365926"/>
                <a:gd name="connsiteX9" fmla="*/ 181579 w 304727"/>
                <a:gd name="connsiteY9" fmla="*/ 0 h 365926"/>
                <a:gd name="connsiteX10" fmla="*/ 151840 w 304727"/>
                <a:gd name="connsiteY10" fmla="*/ 208365 h 365926"/>
                <a:gd name="connsiteX11" fmla="*/ 95412 w 304727"/>
                <a:gd name="connsiteY11" fmla="*/ 144693 h 365926"/>
                <a:gd name="connsiteX12" fmla="*/ 151840 w 304727"/>
                <a:gd name="connsiteY12" fmla="*/ 81592 h 365926"/>
                <a:gd name="connsiteX13" fmla="*/ 208839 w 304727"/>
                <a:gd name="connsiteY13" fmla="*/ 144693 h 365926"/>
                <a:gd name="connsiteX14" fmla="*/ 151840 w 304727"/>
                <a:gd name="connsiteY14" fmla="*/ 208365 h 3659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4727" h="365926">
                  <a:moveTo>
                    <a:pt x="181674" y="95"/>
                  </a:moveTo>
                  <a:cubicBezTo>
                    <a:pt x="140116" y="95"/>
                    <a:pt x="116477" y="20112"/>
                    <a:pt x="97509" y="43179"/>
                  </a:cubicBezTo>
                  <a:lnTo>
                    <a:pt x="97509" y="6196"/>
                  </a:lnTo>
                  <a:lnTo>
                    <a:pt x="0" y="6196"/>
                  </a:lnTo>
                  <a:lnTo>
                    <a:pt x="0" y="365926"/>
                  </a:lnTo>
                  <a:lnTo>
                    <a:pt x="97509" y="365926"/>
                  </a:lnTo>
                  <a:lnTo>
                    <a:pt x="97509" y="249924"/>
                  </a:lnTo>
                  <a:cubicBezTo>
                    <a:pt x="115429" y="270990"/>
                    <a:pt x="140116" y="289958"/>
                    <a:pt x="182150" y="289958"/>
                  </a:cubicBezTo>
                  <a:cubicBezTo>
                    <a:pt x="247824" y="289958"/>
                    <a:pt x="304728" y="234578"/>
                    <a:pt x="304728" y="144216"/>
                  </a:cubicBezTo>
                  <a:cubicBezTo>
                    <a:pt x="304728" y="53855"/>
                    <a:pt x="247729" y="0"/>
                    <a:pt x="181579" y="0"/>
                  </a:cubicBezTo>
                  <a:moveTo>
                    <a:pt x="151840" y="208365"/>
                  </a:moveTo>
                  <a:cubicBezTo>
                    <a:pt x="120576" y="208365"/>
                    <a:pt x="95412" y="181677"/>
                    <a:pt x="95412" y="144693"/>
                  </a:cubicBezTo>
                  <a:cubicBezTo>
                    <a:pt x="95412" y="107710"/>
                    <a:pt x="120576" y="81592"/>
                    <a:pt x="151840" y="81592"/>
                  </a:cubicBezTo>
                  <a:cubicBezTo>
                    <a:pt x="183104" y="81592"/>
                    <a:pt x="208839" y="108281"/>
                    <a:pt x="208839" y="144693"/>
                  </a:cubicBezTo>
                  <a:cubicBezTo>
                    <a:pt x="208839" y="181105"/>
                    <a:pt x="183676" y="208365"/>
                    <a:pt x="151840" y="208365"/>
                  </a:cubicBezTo>
                </a:path>
              </a:pathLst>
            </a:custGeom>
            <a:solidFill>
              <a:schemeClr val="bg1"/>
            </a:solidFill>
            <a:ln w="9525" cap="flat">
              <a:noFill/>
              <a:prstDash val="solid"/>
              <a:miter/>
            </a:ln>
          </p:spPr>
          <p:txBody>
            <a:bodyPr rtlCol="0" anchor="ctr"/>
            <a:lstStyle/>
            <a:p>
              <a:endParaRPr lang="fr-FR" sz="1092">
                <a:solidFill>
                  <a:schemeClr val="bg1"/>
                </a:solidFill>
              </a:endParaRPr>
            </a:p>
          </p:txBody>
        </p:sp>
        <p:sp>
          <p:nvSpPr>
            <p:cNvPr id="10" name="Forme libre : forme 47">
              <a:extLst>
                <a:ext uri="{FF2B5EF4-FFF2-40B4-BE49-F238E27FC236}">
                  <a16:creationId xmlns:a16="http://schemas.microsoft.com/office/drawing/2014/main" id="{10457CD9-C1FE-06F7-9D18-B3478BEA3549}"/>
                </a:ext>
              </a:extLst>
            </p:cNvPr>
            <p:cNvSpPr/>
            <p:nvPr/>
          </p:nvSpPr>
          <p:spPr>
            <a:xfrm>
              <a:off x="18307729" y="12162667"/>
              <a:ext cx="97509" cy="277566"/>
            </a:xfrm>
            <a:custGeom>
              <a:avLst/>
              <a:gdLst>
                <a:gd name="connsiteX0" fmla="*/ 0 w 97509"/>
                <a:gd name="connsiteY0" fmla="*/ 0 h 277566"/>
                <a:gd name="connsiteX1" fmla="*/ 97509 w 97509"/>
                <a:gd name="connsiteY1" fmla="*/ 0 h 277566"/>
                <a:gd name="connsiteX2" fmla="*/ 97509 w 97509"/>
                <a:gd name="connsiteY2" fmla="*/ 277567 h 277566"/>
                <a:gd name="connsiteX3" fmla="*/ 0 w 97509"/>
                <a:gd name="connsiteY3" fmla="*/ 277567 h 277566"/>
              </a:gdLst>
              <a:ahLst/>
              <a:cxnLst>
                <a:cxn ang="0">
                  <a:pos x="connsiteX0" y="connsiteY0"/>
                </a:cxn>
                <a:cxn ang="0">
                  <a:pos x="connsiteX1" y="connsiteY1"/>
                </a:cxn>
                <a:cxn ang="0">
                  <a:pos x="connsiteX2" y="connsiteY2"/>
                </a:cxn>
                <a:cxn ang="0">
                  <a:pos x="connsiteX3" y="connsiteY3"/>
                </a:cxn>
              </a:cxnLst>
              <a:rect l="l" t="t" r="r" b="b"/>
              <a:pathLst>
                <a:path w="97509" h="277566">
                  <a:moveTo>
                    <a:pt x="0" y="0"/>
                  </a:moveTo>
                  <a:lnTo>
                    <a:pt x="97509" y="0"/>
                  </a:lnTo>
                  <a:lnTo>
                    <a:pt x="97509" y="277567"/>
                  </a:lnTo>
                  <a:lnTo>
                    <a:pt x="0" y="277567"/>
                  </a:lnTo>
                  <a:close/>
                </a:path>
              </a:pathLst>
            </a:custGeom>
            <a:solidFill>
              <a:schemeClr val="bg1"/>
            </a:solidFill>
            <a:ln w="9525" cap="flat">
              <a:noFill/>
              <a:prstDash val="solid"/>
              <a:miter/>
            </a:ln>
          </p:spPr>
          <p:txBody>
            <a:bodyPr rtlCol="0" anchor="ctr"/>
            <a:lstStyle/>
            <a:p>
              <a:endParaRPr lang="fr-FR" sz="1092">
                <a:solidFill>
                  <a:schemeClr val="bg1"/>
                </a:solidFill>
              </a:endParaRPr>
            </a:p>
          </p:txBody>
        </p:sp>
        <p:sp>
          <p:nvSpPr>
            <p:cNvPr id="11" name="Forme libre : forme 48">
              <a:extLst>
                <a:ext uri="{FF2B5EF4-FFF2-40B4-BE49-F238E27FC236}">
                  <a16:creationId xmlns:a16="http://schemas.microsoft.com/office/drawing/2014/main" id="{B2191646-93C1-B959-1B17-3E023A62CD12}"/>
                </a:ext>
              </a:extLst>
            </p:cNvPr>
            <p:cNvSpPr/>
            <p:nvPr/>
          </p:nvSpPr>
          <p:spPr>
            <a:xfrm>
              <a:off x="18439075" y="12156471"/>
              <a:ext cx="275084" cy="283762"/>
            </a:xfrm>
            <a:custGeom>
              <a:avLst/>
              <a:gdLst>
                <a:gd name="connsiteX0" fmla="*/ 0 w 275084"/>
                <a:gd name="connsiteY0" fmla="*/ 6196 h 283762"/>
                <a:gd name="connsiteX1" fmla="*/ 97509 w 275084"/>
                <a:gd name="connsiteY1" fmla="*/ 6196 h 283762"/>
                <a:gd name="connsiteX2" fmla="*/ 97509 w 275084"/>
                <a:gd name="connsiteY2" fmla="*/ 45181 h 283762"/>
                <a:gd name="connsiteX3" fmla="*/ 180625 w 275084"/>
                <a:gd name="connsiteY3" fmla="*/ 0 h 283762"/>
                <a:gd name="connsiteX4" fmla="*/ 275084 w 275084"/>
                <a:gd name="connsiteY4" fmla="*/ 102086 h 283762"/>
                <a:gd name="connsiteX5" fmla="*/ 275084 w 275084"/>
                <a:gd name="connsiteY5" fmla="*/ 283762 h 283762"/>
                <a:gd name="connsiteX6" fmla="*/ 177575 w 275084"/>
                <a:gd name="connsiteY6" fmla="*/ 283762 h 283762"/>
                <a:gd name="connsiteX7" fmla="*/ 177575 w 275084"/>
                <a:gd name="connsiteY7" fmla="*/ 133445 h 283762"/>
                <a:gd name="connsiteX8" fmla="*/ 138591 w 275084"/>
                <a:gd name="connsiteY8" fmla="*/ 86740 h 283762"/>
                <a:gd name="connsiteX9" fmla="*/ 97509 w 275084"/>
                <a:gd name="connsiteY9" fmla="*/ 133445 h 283762"/>
                <a:gd name="connsiteX10" fmla="*/ 97509 w 275084"/>
                <a:gd name="connsiteY10" fmla="*/ 283762 h 283762"/>
                <a:gd name="connsiteX11" fmla="*/ 0 w 275084"/>
                <a:gd name="connsiteY11" fmla="*/ 283762 h 283762"/>
                <a:gd name="connsiteX12" fmla="*/ 0 w 275084"/>
                <a:gd name="connsiteY12" fmla="*/ 6196 h 283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75084" h="283762">
                  <a:moveTo>
                    <a:pt x="0" y="6196"/>
                  </a:moveTo>
                  <a:lnTo>
                    <a:pt x="97509" y="6196"/>
                  </a:lnTo>
                  <a:lnTo>
                    <a:pt x="97509" y="45181"/>
                  </a:lnTo>
                  <a:cubicBezTo>
                    <a:pt x="115429" y="22114"/>
                    <a:pt x="141164" y="0"/>
                    <a:pt x="180625" y="0"/>
                  </a:cubicBezTo>
                  <a:cubicBezTo>
                    <a:pt x="239627" y="0"/>
                    <a:pt x="275084" y="38985"/>
                    <a:pt x="275084" y="102086"/>
                  </a:cubicBezTo>
                  <a:lnTo>
                    <a:pt x="275084" y="283762"/>
                  </a:lnTo>
                  <a:lnTo>
                    <a:pt x="177575" y="283762"/>
                  </a:lnTo>
                  <a:lnTo>
                    <a:pt x="177575" y="133445"/>
                  </a:lnTo>
                  <a:cubicBezTo>
                    <a:pt x="177575" y="103134"/>
                    <a:pt x="161657" y="86740"/>
                    <a:pt x="138591" y="86740"/>
                  </a:cubicBezTo>
                  <a:cubicBezTo>
                    <a:pt x="115524" y="86740"/>
                    <a:pt x="97509" y="103134"/>
                    <a:pt x="97509" y="133445"/>
                  </a:cubicBezTo>
                  <a:lnTo>
                    <a:pt x="97509" y="283762"/>
                  </a:lnTo>
                  <a:lnTo>
                    <a:pt x="0" y="283762"/>
                  </a:lnTo>
                  <a:lnTo>
                    <a:pt x="0" y="6196"/>
                  </a:lnTo>
                  <a:close/>
                </a:path>
              </a:pathLst>
            </a:custGeom>
            <a:solidFill>
              <a:schemeClr val="bg1"/>
            </a:solidFill>
            <a:ln w="9525" cap="flat">
              <a:noFill/>
              <a:prstDash val="solid"/>
              <a:miter/>
            </a:ln>
          </p:spPr>
          <p:txBody>
            <a:bodyPr rtlCol="0" anchor="ctr"/>
            <a:lstStyle/>
            <a:p>
              <a:endParaRPr lang="fr-FR" sz="1092">
                <a:solidFill>
                  <a:schemeClr val="bg1"/>
                </a:solidFill>
              </a:endParaRPr>
            </a:p>
          </p:txBody>
        </p:sp>
        <p:sp>
          <p:nvSpPr>
            <p:cNvPr id="12" name="Forme libre : forme 49">
              <a:extLst>
                <a:ext uri="{FF2B5EF4-FFF2-40B4-BE49-F238E27FC236}">
                  <a16:creationId xmlns:a16="http://schemas.microsoft.com/office/drawing/2014/main" id="{EE18B504-5E08-069D-E172-45E02CBA5D6B}"/>
                </a:ext>
              </a:extLst>
            </p:cNvPr>
            <p:cNvSpPr/>
            <p:nvPr/>
          </p:nvSpPr>
          <p:spPr>
            <a:xfrm>
              <a:off x="18730268" y="12092322"/>
              <a:ext cx="194923" cy="347911"/>
            </a:xfrm>
            <a:custGeom>
              <a:avLst/>
              <a:gdLst>
                <a:gd name="connsiteX0" fmla="*/ 32789 w 194923"/>
                <a:gd name="connsiteY0" fmla="*/ 347911 h 347911"/>
                <a:gd name="connsiteX1" fmla="*/ 32789 w 194923"/>
                <a:gd name="connsiteY1" fmla="*/ 148887 h 347911"/>
                <a:gd name="connsiteX2" fmla="*/ 0 w 194923"/>
                <a:gd name="connsiteY2" fmla="*/ 148887 h 347911"/>
                <a:gd name="connsiteX3" fmla="*/ 0 w 194923"/>
                <a:gd name="connsiteY3" fmla="*/ 70345 h 347911"/>
                <a:gd name="connsiteX4" fmla="*/ 32789 w 194923"/>
                <a:gd name="connsiteY4" fmla="*/ 70345 h 347911"/>
                <a:gd name="connsiteX5" fmla="*/ 32789 w 194923"/>
                <a:gd name="connsiteY5" fmla="*/ 0 h 347911"/>
                <a:gd name="connsiteX6" fmla="*/ 130298 w 194923"/>
                <a:gd name="connsiteY6" fmla="*/ 0 h 347911"/>
                <a:gd name="connsiteX7" fmla="*/ 130298 w 194923"/>
                <a:gd name="connsiteY7" fmla="*/ 70345 h 347911"/>
                <a:gd name="connsiteX8" fmla="*/ 194923 w 194923"/>
                <a:gd name="connsiteY8" fmla="*/ 70345 h 347911"/>
                <a:gd name="connsiteX9" fmla="*/ 194923 w 194923"/>
                <a:gd name="connsiteY9" fmla="*/ 148887 h 347911"/>
                <a:gd name="connsiteX10" fmla="*/ 130298 w 194923"/>
                <a:gd name="connsiteY10" fmla="*/ 148887 h 347911"/>
                <a:gd name="connsiteX11" fmla="*/ 130298 w 194923"/>
                <a:gd name="connsiteY11" fmla="*/ 347911 h 347911"/>
                <a:gd name="connsiteX12" fmla="*/ 32789 w 194923"/>
                <a:gd name="connsiteY12" fmla="*/ 347911 h 3479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94923" h="347911">
                  <a:moveTo>
                    <a:pt x="32789" y="347911"/>
                  </a:moveTo>
                  <a:lnTo>
                    <a:pt x="32789" y="148887"/>
                  </a:lnTo>
                  <a:lnTo>
                    <a:pt x="0" y="148887"/>
                  </a:lnTo>
                  <a:lnTo>
                    <a:pt x="0" y="70345"/>
                  </a:lnTo>
                  <a:lnTo>
                    <a:pt x="32789" y="70345"/>
                  </a:lnTo>
                  <a:lnTo>
                    <a:pt x="32789" y="0"/>
                  </a:lnTo>
                  <a:lnTo>
                    <a:pt x="130298" y="0"/>
                  </a:lnTo>
                  <a:lnTo>
                    <a:pt x="130298" y="70345"/>
                  </a:lnTo>
                  <a:lnTo>
                    <a:pt x="194923" y="70345"/>
                  </a:lnTo>
                  <a:lnTo>
                    <a:pt x="194923" y="148887"/>
                  </a:lnTo>
                  <a:lnTo>
                    <a:pt x="130298" y="148887"/>
                  </a:lnTo>
                  <a:lnTo>
                    <a:pt x="130298" y="347911"/>
                  </a:lnTo>
                  <a:lnTo>
                    <a:pt x="32789" y="347911"/>
                  </a:lnTo>
                  <a:close/>
                </a:path>
              </a:pathLst>
            </a:custGeom>
            <a:solidFill>
              <a:schemeClr val="bg1"/>
            </a:solidFill>
            <a:ln w="9525" cap="flat">
              <a:noFill/>
              <a:prstDash val="solid"/>
              <a:miter/>
            </a:ln>
          </p:spPr>
          <p:txBody>
            <a:bodyPr rtlCol="0" anchor="ctr"/>
            <a:lstStyle/>
            <a:p>
              <a:endParaRPr lang="fr-FR" sz="1092">
                <a:solidFill>
                  <a:schemeClr val="bg1"/>
                </a:solidFill>
              </a:endParaRPr>
            </a:p>
          </p:txBody>
        </p:sp>
        <p:sp>
          <p:nvSpPr>
            <p:cNvPr id="13" name="Forme libre : forme 50">
              <a:extLst>
                <a:ext uri="{FF2B5EF4-FFF2-40B4-BE49-F238E27FC236}">
                  <a16:creationId xmlns:a16="http://schemas.microsoft.com/office/drawing/2014/main" id="{EEC6D231-EE27-8557-A63B-784D1F7167FB}"/>
                </a:ext>
              </a:extLst>
            </p:cNvPr>
            <p:cNvSpPr/>
            <p:nvPr/>
          </p:nvSpPr>
          <p:spPr>
            <a:xfrm>
              <a:off x="18903173" y="12327758"/>
              <a:ext cx="119146" cy="119147"/>
            </a:xfrm>
            <a:custGeom>
              <a:avLst/>
              <a:gdLst>
                <a:gd name="connsiteX0" fmla="*/ 119146 w 119146"/>
                <a:gd name="connsiteY0" fmla="*/ 59574 h 119147"/>
                <a:gd name="connsiteX1" fmla="*/ 59573 w 119146"/>
                <a:gd name="connsiteY1" fmla="*/ 119148 h 119147"/>
                <a:gd name="connsiteX2" fmla="*/ 0 w 119146"/>
                <a:gd name="connsiteY2" fmla="*/ 59574 h 119147"/>
                <a:gd name="connsiteX3" fmla="*/ 59573 w 119146"/>
                <a:gd name="connsiteY3" fmla="*/ 0 h 119147"/>
                <a:gd name="connsiteX4" fmla="*/ 119146 w 119146"/>
                <a:gd name="connsiteY4" fmla="*/ 59574 h 1191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146" h="119147">
                  <a:moveTo>
                    <a:pt x="119146" y="59574"/>
                  </a:moveTo>
                  <a:cubicBezTo>
                    <a:pt x="119146" y="92459"/>
                    <a:pt x="92457" y="119148"/>
                    <a:pt x="59573" y="119148"/>
                  </a:cubicBezTo>
                  <a:cubicBezTo>
                    <a:pt x="26689" y="119148"/>
                    <a:pt x="0" y="92459"/>
                    <a:pt x="0" y="59574"/>
                  </a:cubicBezTo>
                  <a:cubicBezTo>
                    <a:pt x="0" y="26689"/>
                    <a:pt x="26689" y="0"/>
                    <a:pt x="59573" y="0"/>
                  </a:cubicBezTo>
                  <a:cubicBezTo>
                    <a:pt x="92457" y="0"/>
                    <a:pt x="119146" y="26689"/>
                    <a:pt x="119146" y="59574"/>
                  </a:cubicBezTo>
                </a:path>
              </a:pathLst>
            </a:custGeom>
            <a:solidFill>
              <a:srgbClr val="00A2DF"/>
            </a:solidFill>
            <a:ln w="9525" cap="flat">
              <a:noFill/>
              <a:prstDash val="solid"/>
              <a:miter/>
            </a:ln>
          </p:spPr>
          <p:txBody>
            <a:bodyPr rtlCol="0" anchor="ctr"/>
            <a:lstStyle/>
            <a:p>
              <a:endParaRPr lang="fr-FR" sz="1092"/>
            </a:p>
          </p:txBody>
        </p:sp>
        <p:sp>
          <p:nvSpPr>
            <p:cNvPr id="14" name="Forme libre : forme 51">
              <a:extLst>
                <a:ext uri="{FF2B5EF4-FFF2-40B4-BE49-F238E27FC236}">
                  <a16:creationId xmlns:a16="http://schemas.microsoft.com/office/drawing/2014/main" id="{8936E922-7FFB-3CA0-4416-61461E6FDE0C}"/>
                </a:ext>
              </a:extLst>
            </p:cNvPr>
            <p:cNvSpPr/>
            <p:nvPr/>
          </p:nvSpPr>
          <p:spPr>
            <a:xfrm>
              <a:off x="17661767" y="12603990"/>
              <a:ext cx="110662" cy="146122"/>
            </a:xfrm>
            <a:custGeom>
              <a:avLst/>
              <a:gdLst>
                <a:gd name="connsiteX0" fmla="*/ 87024 w 110662"/>
                <a:gd name="connsiteY0" fmla="*/ 42226 h 146122"/>
                <a:gd name="connsiteX1" fmla="*/ 104372 w 110662"/>
                <a:gd name="connsiteY1" fmla="*/ 61385 h 146122"/>
                <a:gd name="connsiteX2" fmla="*/ 110663 w 110662"/>
                <a:gd name="connsiteY2" fmla="*/ 90743 h 146122"/>
                <a:gd name="connsiteX3" fmla="*/ 104372 w 110662"/>
                <a:gd name="connsiteY3" fmla="*/ 120291 h 146122"/>
                <a:gd name="connsiteX4" fmla="*/ 87024 w 110662"/>
                <a:gd name="connsiteY4" fmla="*/ 139451 h 146122"/>
                <a:gd name="connsiteX5" fmla="*/ 61861 w 110662"/>
                <a:gd name="connsiteY5" fmla="*/ 146123 h 146122"/>
                <a:gd name="connsiteX6" fmla="*/ 36792 w 110662"/>
                <a:gd name="connsiteY6" fmla="*/ 138879 h 146122"/>
                <a:gd name="connsiteX7" fmla="*/ 22304 w 110662"/>
                <a:gd name="connsiteY7" fmla="*/ 119720 h 146122"/>
                <a:gd name="connsiteX8" fmla="*/ 22304 w 110662"/>
                <a:gd name="connsiteY8" fmla="*/ 144788 h 146122"/>
                <a:gd name="connsiteX9" fmla="*/ 0 w 110662"/>
                <a:gd name="connsiteY9" fmla="*/ 144788 h 146122"/>
                <a:gd name="connsiteX10" fmla="*/ 0 w 110662"/>
                <a:gd name="connsiteY10" fmla="*/ 0 h 146122"/>
                <a:gd name="connsiteX11" fmla="*/ 22304 w 110662"/>
                <a:gd name="connsiteY11" fmla="*/ 0 h 146122"/>
                <a:gd name="connsiteX12" fmla="*/ 22304 w 110662"/>
                <a:gd name="connsiteY12" fmla="*/ 62052 h 146122"/>
                <a:gd name="connsiteX13" fmla="*/ 36792 w 110662"/>
                <a:gd name="connsiteY13" fmla="*/ 42893 h 146122"/>
                <a:gd name="connsiteX14" fmla="*/ 61861 w 110662"/>
                <a:gd name="connsiteY14" fmla="*/ 35649 h 146122"/>
                <a:gd name="connsiteX15" fmla="*/ 87024 w 110662"/>
                <a:gd name="connsiteY15" fmla="*/ 42321 h 146122"/>
                <a:gd name="connsiteX16" fmla="*/ 38222 w 110662"/>
                <a:gd name="connsiteY16" fmla="*/ 59574 h 146122"/>
                <a:gd name="connsiteX17" fmla="*/ 26498 w 110662"/>
                <a:gd name="connsiteY17" fmla="*/ 72061 h 146122"/>
                <a:gd name="connsiteX18" fmla="*/ 22209 w 110662"/>
                <a:gd name="connsiteY18" fmla="*/ 90743 h 146122"/>
                <a:gd name="connsiteX19" fmla="*/ 26498 w 110662"/>
                <a:gd name="connsiteY19" fmla="*/ 109520 h 146122"/>
                <a:gd name="connsiteX20" fmla="*/ 38222 w 110662"/>
                <a:gd name="connsiteY20" fmla="*/ 121912 h 146122"/>
                <a:gd name="connsiteX21" fmla="*/ 55093 w 110662"/>
                <a:gd name="connsiteY21" fmla="*/ 126297 h 146122"/>
                <a:gd name="connsiteX22" fmla="*/ 78922 w 110662"/>
                <a:gd name="connsiteY22" fmla="*/ 116765 h 146122"/>
                <a:gd name="connsiteX23" fmla="*/ 87882 w 110662"/>
                <a:gd name="connsiteY23" fmla="*/ 90648 h 146122"/>
                <a:gd name="connsiteX24" fmla="*/ 78922 w 110662"/>
                <a:gd name="connsiteY24" fmla="*/ 64626 h 146122"/>
                <a:gd name="connsiteX25" fmla="*/ 55093 w 110662"/>
                <a:gd name="connsiteY25" fmla="*/ 54998 h 146122"/>
                <a:gd name="connsiteX26" fmla="*/ 38222 w 110662"/>
                <a:gd name="connsiteY26" fmla="*/ 59383 h 1461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10662" h="146122">
                  <a:moveTo>
                    <a:pt x="87024" y="42226"/>
                  </a:moveTo>
                  <a:cubicBezTo>
                    <a:pt x="94364" y="46610"/>
                    <a:pt x="100178" y="53092"/>
                    <a:pt x="104372" y="61385"/>
                  </a:cubicBezTo>
                  <a:cubicBezTo>
                    <a:pt x="108566" y="69678"/>
                    <a:pt x="110663" y="79495"/>
                    <a:pt x="110663" y="90743"/>
                  </a:cubicBezTo>
                  <a:cubicBezTo>
                    <a:pt x="110663" y="101990"/>
                    <a:pt x="108566" y="111903"/>
                    <a:pt x="104372" y="120291"/>
                  </a:cubicBezTo>
                  <a:cubicBezTo>
                    <a:pt x="100178" y="128680"/>
                    <a:pt x="94459" y="135066"/>
                    <a:pt x="87024" y="139451"/>
                  </a:cubicBezTo>
                  <a:cubicBezTo>
                    <a:pt x="79685" y="143930"/>
                    <a:pt x="71297" y="146123"/>
                    <a:pt x="61861" y="146123"/>
                  </a:cubicBezTo>
                  <a:cubicBezTo>
                    <a:pt x="52424" y="146123"/>
                    <a:pt x="43750" y="143740"/>
                    <a:pt x="36792" y="138879"/>
                  </a:cubicBezTo>
                  <a:cubicBezTo>
                    <a:pt x="29834" y="134017"/>
                    <a:pt x="25068" y="127631"/>
                    <a:pt x="22304" y="119720"/>
                  </a:cubicBezTo>
                  <a:lnTo>
                    <a:pt x="22304" y="144788"/>
                  </a:lnTo>
                  <a:lnTo>
                    <a:pt x="0" y="144788"/>
                  </a:lnTo>
                  <a:lnTo>
                    <a:pt x="0" y="0"/>
                  </a:lnTo>
                  <a:lnTo>
                    <a:pt x="22304" y="0"/>
                  </a:lnTo>
                  <a:lnTo>
                    <a:pt x="22304" y="62052"/>
                  </a:lnTo>
                  <a:cubicBezTo>
                    <a:pt x="25068" y="54141"/>
                    <a:pt x="29834" y="47659"/>
                    <a:pt x="36792" y="42893"/>
                  </a:cubicBezTo>
                  <a:cubicBezTo>
                    <a:pt x="43750" y="38032"/>
                    <a:pt x="52043" y="35649"/>
                    <a:pt x="61861" y="35649"/>
                  </a:cubicBezTo>
                  <a:cubicBezTo>
                    <a:pt x="71678" y="35649"/>
                    <a:pt x="79685" y="37841"/>
                    <a:pt x="87024" y="42321"/>
                  </a:cubicBezTo>
                  <a:close/>
                  <a:moveTo>
                    <a:pt x="38222" y="59574"/>
                  </a:moveTo>
                  <a:cubicBezTo>
                    <a:pt x="33266" y="62529"/>
                    <a:pt x="29358" y="66723"/>
                    <a:pt x="26498" y="72061"/>
                  </a:cubicBezTo>
                  <a:cubicBezTo>
                    <a:pt x="23639" y="77494"/>
                    <a:pt x="22209" y="83689"/>
                    <a:pt x="22209" y="90743"/>
                  </a:cubicBezTo>
                  <a:cubicBezTo>
                    <a:pt x="22209" y="97797"/>
                    <a:pt x="23639" y="104183"/>
                    <a:pt x="26498" y="109520"/>
                  </a:cubicBezTo>
                  <a:cubicBezTo>
                    <a:pt x="29358" y="114858"/>
                    <a:pt x="33266" y="119052"/>
                    <a:pt x="38222" y="121912"/>
                  </a:cubicBezTo>
                  <a:cubicBezTo>
                    <a:pt x="43179" y="124867"/>
                    <a:pt x="48802" y="126297"/>
                    <a:pt x="55093" y="126297"/>
                  </a:cubicBezTo>
                  <a:cubicBezTo>
                    <a:pt x="65006" y="126297"/>
                    <a:pt x="73013" y="123151"/>
                    <a:pt x="78922" y="116765"/>
                  </a:cubicBezTo>
                  <a:cubicBezTo>
                    <a:pt x="84832" y="110378"/>
                    <a:pt x="87882" y="101704"/>
                    <a:pt x="87882" y="90648"/>
                  </a:cubicBezTo>
                  <a:cubicBezTo>
                    <a:pt x="87882" y="79591"/>
                    <a:pt x="84927" y="71012"/>
                    <a:pt x="78922" y="64626"/>
                  </a:cubicBezTo>
                  <a:cubicBezTo>
                    <a:pt x="72917" y="58239"/>
                    <a:pt x="65006" y="54998"/>
                    <a:pt x="55093" y="54998"/>
                  </a:cubicBezTo>
                  <a:cubicBezTo>
                    <a:pt x="48802" y="54998"/>
                    <a:pt x="43179" y="56428"/>
                    <a:pt x="38222" y="59383"/>
                  </a:cubicBezTo>
                  <a:close/>
                </a:path>
              </a:pathLst>
            </a:custGeom>
            <a:solidFill>
              <a:schemeClr val="bg1"/>
            </a:solidFill>
            <a:ln w="9525" cap="flat">
              <a:noFill/>
              <a:prstDash val="solid"/>
              <a:miter/>
            </a:ln>
          </p:spPr>
          <p:txBody>
            <a:bodyPr rtlCol="0" anchor="ctr"/>
            <a:lstStyle/>
            <a:p>
              <a:endParaRPr lang="fr-FR" sz="1092"/>
            </a:p>
          </p:txBody>
        </p:sp>
        <p:sp>
          <p:nvSpPr>
            <p:cNvPr id="15" name="Forme libre : forme 52">
              <a:extLst>
                <a:ext uri="{FF2B5EF4-FFF2-40B4-BE49-F238E27FC236}">
                  <a16:creationId xmlns:a16="http://schemas.microsoft.com/office/drawing/2014/main" id="{9C432277-04B1-766B-7AF5-FA0A39A866A3}"/>
                </a:ext>
              </a:extLst>
            </p:cNvPr>
            <p:cNvSpPr/>
            <p:nvPr/>
          </p:nvSpPr>
          <p:spPr>
            <a:xfrm>
              <a:off x="17783391" y="12639639"/>
              <a:ext cx="105706" cy="110569"/>
            </a:xfrm>
            <a:custGeom>
              <a:avLst/>
              <a:gdLst>
                <a:gd name="connsiteX0" fmla="*/ 105039 w 105706"/>
                <a:gd name="connsiteY0" fmla="*/ 59669 h 110569"/>
                <a:gd name="connsiteX1" fmla="*/ 22018 w 105706"/>
                <a:gd name="connsiteY1" fmla="*/ 59669 h 110569"/>
                <a:gd name="connsiteX2" fmla="*/ 31169 w 105706"/>
                <a:gd name="connsiteY2" fmla="*/ 84357 h 110569"/>
                <a:gd name="connsiteX3" fmla="*/ 52520 w 105706"/>
                <a:gd name="connsiteY3" fmla="*/ 92363 h 110569"/>
                <a:gd name="connsiteX4" fmla="*/ 71392 w 105706"/>
                <a:gd name="connsiteY4" fmla="*/ 86644 h 110569"/>
                <a:gd name="connsiteX5" fmla="*/ 80924 w 105706"/>
                <a:gd name="connsiteY5" fmla="*/ 71584 h 110569"/>
                <a:gd name="connsiteX6" fmla="*/ 104753 w 105706"/>
                <a:gd name="connsiteY6" fmla="*/ 71584 h 110569"/>
                <a:gd name="connsiteX7" fmla="*/ 95698 w 105706"/>
                <a:gd name="connsiteY7" fmla="*/ 91791 h 110569"/>
                <a:gd name="connsiteX8" fmla="*/ 77874 w 105706"/>
                <a:gd name="connsiteY8" fmla="*/ 105613 h 110569"/>
                <a:gd name="connsiteX9" fmla="*/ 53377 w 105706"/>
                <a:gd name="connsiteY9" fmla="*/ 110569 h 110569"/>
                <a:gd name="connsiteX10" fmla="*/ 25736 w 105706"/>
                <a:gd name="connsiteY10" fmla="*/ 103897 h 110569"/>
                <a:gd name="connsiteX11" fmla="*/ 6863 w 105706"/>
                <a:gd name="connsiteY11" fmla="*/ 84738 h 110569"/>
                <a:gd name="connsiteX12" fmla="*/ 0 w 105706"/>
                <a:gd name="connsiteY12" fmla="*/ 55189 h 110569"/>
                <a:gd name="connsiteX13" fmla="*/ 6863 w 105706"/>
                <a:gd name="connsiteY13" fmla="*/ 25831 h 110569"/>
                <a:gd name="connsiteX14" fmla="*/ 25736 w 105706"/>
                <a:gd name="connsiteY14" fmla="*/ 6672 h 110569"/>
                <a:gd name="connsiteX15" fmla="*/ 53377 w 105706"/>
                <a:gd name="connsiteY15" fmla="*/ 0 h 110569"/>
                <a:gd name="connsiteX16" fmla="*/ 81115 w 105706"/>
                <a:gd name="connsiteY16" fmla="*/ 6577 h 110569"/>
                <a:gd name="connsiteX17" fmla="*/ 99320 w 105706"/>
                <a:gd name="connsiteY17" fmla="*/ 24592 h 110569"/>
                <a:gd name="connsiteX18" fmla="*/ 105706 w 105706"/>
                <a:gd name="connsiteY18" fmla="*/ 50137 h 110569"/>
                <a:gd name="connsiteX19" fmla="*/ 104944 w 105706"/>
                <a:gd name="connsiteY19" fmla="*/ 59765 h 110569"/>
                <a:gd name="connsiteX20" fmla="*/ 79685 w 105706"/>
                <a:gd name="connsiteY20" fmla="*/ 31741 h 110569"/>
                <a:gd name="connsiteX21" fmla="*/ 68724 w 105706"/>
                <a:gd name="connsiteY21" fmla="*/ 21161 h 110569"/>
                <a:gd name="connsiteX22" fmla="*/ 53568 w 105706"/>
                <a:gd name="connsiteY22" fmla="*/ 17729 h 110569"/>
                <a:gd name="connsiteX23" fmla="*/ 31645 w 105706"/>
                <a:gd name="connsiteY23" fmla="*/ 25736 h 110569"/>
                <a:gd name="connsiteX24" fmla="*/ 22018 w 105706"/>
                <a:gd name="connsiteY24" fmla="*/ 49375 h 110569"/>
                <a:gd name="connsiteX25" fmla="*/ 83307 w 105706"/>
                <a:gd name="connsiteY25" fmla="*/ 49375 h 110569"/>
                <a:gd name="connsiteX26" fmla="*/ 79685 w 105706"/>
                <a:gd name="connsiteY26" fmla="*/ 31646 h 1105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05706" h="110569">
                  <a:moveTo>
                    <a:pt x="105039" y="59669"/>
                  </a:moveTo>
                  <a:lnTo>
                    <a:pt x="22018" y="59669"/>
                  </a:lnTo>
                  <a:cubicBezTo>
                    <a:pt x="22400" y="70726"/>
                    <a:pt x="25450" y="79019"/>
                    <a:pt x="31169" y="84357"/>
                  </a:cubicBezTo>
                  <a:cubicBezTo>
                    <a:pt x="36888" y="89694"/>
                    <a:pt x="44036" y="92363"/>
                    <a:pt x="52520" y="92363"/>
                  </a:cubicBezTo>
                  <a:cubicBezTo>
                    <a:pt x="59954" y="92363"/>
                    <a:pt x="66245" y="90457"/>
                    <a:pt x="71392" y="86644"/>
                  </a:cubicBezTo>
                  <a:cubicBezTo>
                    <a:pt x="76539" y="82832"/>
                    <a:pt x="79685" y="77875"/>
                    <a:pt x="80924" y="71584"/>
                  </a:cubicBezTo>
                  <a:lnTo>
                    <a:pt x="104753" y="71584"/>
                  </a:lnTo>
                  <a:cubicBezTo>
                    <a:pt x="103323" y="79114"/>
                    <a:pt x="100273" y="85882"/>
                    <a:pt x="95698" y="91791"/>
                  </a:cubicBezTo>
                  <a:cubicBezTo>
                    <a:pt x="91123" y="97701"/>
                    <a:pt x="85213" y="102276"/>
                    <a:pt x="77874" y="105613"/>
                  </a:cubicBezTo>
                  <a:cubicBezTo>
                    <a:pt x="70535" y="108949"/>
                    <a:pt x="62433" y="110569"/>
                    <a:pt x="53377" y="110569"/>
                  </a:cubicBezTo>
                  <a:cubicBezTo>
                    <a:pt x="42988" y="110569"/>
                    <a:pt x="33742" y="108377"/>
                    <a:pt x="25736" y="103897"/>
                  </a:cubicBezTo>
                  <a:cubicBezTo>
                    <a:pt x="17729" y="99512"/>
                    <a:pt x="11438" y="93031"/>
                    <a:pt x="6863" y="84738"/>
                  </a:cubicBezTo>
                  <a:cubicBezTo>
                    <a:pt x="2288" y="76350"/>
                    <a:pt x="0" y="66532"/>
                    <a:pt x="0" y="55189"/>
                  </a:cubicBezTo>
                  <a:cubicBezTo>
                    <a:pt x="0" y="43846"/>
                    <a:pt x="2288" y="34219"/>
                    <a:pt x="6863" y="25831"/>
                  </a:cubicBezTo>
                  <a:cubicBezTo>
                    <a:pt x="11438" y="17443"/>
                    <a:pt x="17729" y="11057"/>
                    <a:pt x="25736" y="6672"/>
                  </a:cubicBezTo>
                  <a:cubicBezTo>
                    <a:pt x="33742" y="2192"/>
                    <a:pt x="42988" y="0"/>
                    <a:pt x="53377" y="0"/>
                  </a:cubicBezTo>
                  <a:cubicBezTo>
                    <a:pt x="63767" y="0"/>
                    <a:pt x="73203" y="2192"/>
                    <a:pt x="81115" y="6577"/>
                  </a:cubicBezTo>
                  <a:cubicBezTo>
                    <a:pt x="89026" y="10962"/>
                    <a:pt x="95031" y="16967"/>
                    <a:pt x="99320" y="24592"/>
                  </a:cubicBezTo>
                  <a:cubicBezTo>
                    <a:pt x="103609" y="32218"/>
                    <a:pt x="105706" y="40701"/>
                    <a:pt x="105706" y="50137"/>
                  </a:cubicBezTo>
                  <a:cubicBezTo>
                    <a:pt x="105706" y="53760"/>
                    <a:pt x="105420" y="57000"/>
                    <a:pt x="104944" y="59765"/>
                  </a:cubicBezTo>
                  <a:close/>
                  <a:moveTo>
                    <a:pt x="79685" y="31741"/>
                  </a:moveTo>
                  <a:cubicBezTo>
                    <a:pt x="77016" y="26975"/>
                    <a:pt x="73394" y="23448"/>
                    <a:pt x="68724" y="21161"/>
                  </a:cubicBezTo>
                  <a:cubicBezTo>
                    <a:pt x="64053" y="18873"/>
                    <a:pt x="59001" y="17729"/>
                    <a:pt x="53568" y="17729"/>
                  </a:cubicBezTo>
                  <a:cubicBezTo>
                    <a:pt x="44799" y="17729"/>
                    <a:pt x="37555" y="20398"/>
                    <a:pt x="31645" y="25736"/>
                  </a:cubicBezTo>
                  <a:cubicBezTo>
                    <a:pt x="25736" y="31074"/>
                    <a:pt x="22590" y="38985"/>
                    <a:pt x="22018" y="49375"/>
                  </a:cubicBezTo>
                  <a:lnTo>
                    <a:pt x="83307" y="49375"/>
                  </a:lnTo>
                  <a:cubicBezTo>
                    <a:pt x="83593" y="42321"/>
                    <a:pt x="82354" y="36412"/>
                    <a:pt x="79685" y="31646"/>
                  </a:cubicBezTo>
                  <a:close/>
                </a:path>
              </a:pathLst>
            </a:custGeom>
            <a:solidFill>
              <a:schemeClr val="bg1"/>
            </a:solidFill>
            <a:ln w="9525" cap="flat">
              <a:noFill/>
              <a:prstDash val="solid"/>
              <a:miter/>
            </a:ln>
          </p:spPr>
          <p:txBody>
            <a:bodyPr rtlCol="0" anchor="ctr"/>
            <a:lstStyle/>
            <a:p>
              <a:endParaRPr lang="fr-FR" sz="1092"/>
            </a:p>
          </p:txBody>
        </p:sp>
        <p:sp>
          <p:nvSpPr>
            <p:cNvPr id="16" name="Forme libre : forme 53">
              <a:extLst>
                <a:ext uri="{FF2B5EF4-FFF2-40B4-BE49-F238E27FC236}">
                  <a16:creationId xmlns:a16="http://schemas.microsoft.com/office/drawing/2014/main" id="{238E41F1-FC2A-AF16-DC19-28CBD10967A1}"/>
                </a:ext>
              </a:extLst>
            </p:cNvPr>
            <p:cNvSpPr/>
            <p:nvPr/>
          </p:nvSpPr>
          <p:spPr>
            <a:xfrm>
              <a:off x="17888811" y="12640878"/>
              <a:ext cx="112187" cy="159181"/>
            </a:xfrm>
            <a:custGeom>
              <a:avLst/>
              <a:gdLst>
                <a:gd name="connsiteX0" fmla="*/ 25068 w 112187"/>
                <a:gd name="connsiteY0" fmla="*/ 95 h 159181"/>
                <a:gd name="connsiteX1" fmla="*/ 57381 w 112187"/>
                <a:gd name="connsiteY1" fmla="*/ 79400 h 159181"/>
                <a:gd name="connsiteX2" fmla="*/ 87310 w 112187"/>
                <a:gd name="connsiteY2" fmla="*/ 95 h 159181"/>
                <a:gd name="connsiteX3" fmla="*/ 112188 w 112187"/>
                <a:gd name="connsiteY3" fmla="*/ 95 h 159181"/>
                <a:gd name="connsiteX4" fmla="*/ 46991 w 112187"/>
                <a:gd name="connsiteY4" fmla="*/ 159181 h 159181"/>
                <a:gd name="connsiteX5" fmla="*/ 22114 w 112187"/>
                <a:gd name="connsiteY5" fmla="*/ 159181 h 159181"/>
                <a:gd name="connsiteX6" fmla="*/ 45371 w 112187"/>
                <a:gd name="connsiteY6" fmla="*/ 105326 h 159181"/>
                <a:gd name="connsiteX7" fmla="*/ 0 w 112187"/>
                <a:gd name="connsiteY7" fmla="*/ 0 h 159181"/>
                <a:gd name="connsiteX8" fmla="*/ 25068 w 112187"/>
                <a:gd name="connsiteY8" fmla="*/ 0 h 1591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2187" h="159181">
                  <a:moveTo>
                    <a:pt x="25068" y="95"/>
                  </a:moveTo>
                  <a:lnTo>
                    <a:pt x="57381" y="79400"/>
                  </a:lnTo>
                  <a:lnTo>
                    <a:pt x="87310" y="95"/>
                  </a:lnTo>
                  <a:lnTo>
                    <a:pt x="112188" y="95"/>
                  </a:lnTo>
                  <a:lnTo>
                    <a:pt x="46991" y="159181"/>
                  </a:lnTo>
                  <a:lnTo>
                    <a:pt x="22114" y="159181"/>
                  </a:lnTo>
                  <a:lnTo>
                    <a:pt x="45371" y="105326"/>
                  </a:lnTo>
                  <a:lnTo>
                    <a:pt x="0" y="0"/>
                  </a:lnTo>
                  <a:lnTo>
                    <a:pt x="25068" y="0"/>
                  </a:lnTo>
                  <a:close/>
                </a:path>
              </a:pathLst>
            </a:custGeom>
            <a:solidFill>
              <a:schemeClr val="bg1"/>
            </a:solidFill>
            <a:ln w="9525" cap="flat">
              <a:noFill/>
              <a:prstDash val="solid"/>
              <a:miter/>
            </a:ln>
          </p:spPr>
          <p:txBody>
            <a:bodyPr rtlCol="0" anchor="ctr"/>
            <a:lstStyle/>
            <a:p>
              <a:endParaRPr lang="fr-FR" sz="1092"/>
            </a:p>
          </p:txBody>
        </p:sp>
        <p:sp>
          <p:nvSpPr>
            <p:cNvPr id="20" name="Forme libre : forme 54">
              <a:extLst>
                <a:ext uri="{FF2B5EF4-FFF2-40B4-BE49-F238E27FC236}">
                  <a16:creationId xmlns:a16="http://schemas.microsoft.com/office/drawing/2014/main" id="{3D41F3D3-731B-42AD-2055-83D7305973F3}"/>
                </a:ext>
              </a:extLst>
            </p:cNvPr>
            <p:cNvSpPr/>
            <p:nvPr/>
          </p:nvSpPr>
          <p:spPr>
            <a:xfrm>
              <a:off x="17999379" y="12639544"/>
              <a:ext cx="109614" cy="110569"/>
            </a:xfrm>
            <a:custGeom>
              <a:avLst/>
              <a:gdLst>
                <a:gd name="connsiteX0" fmla="*/ 83021 w 109614"/>
                <a:gd name="connsiteY0" fmla="*/ 6672 h 110569"/>
                <a:gd name="connsiteX1" fmla="*/ 102561 w 109614"/>
                <a:gd name="connsiteY1" fmla="*/ 25831 h 110569"/>
                <a:gd name="connsiteX2" fmla="*/ 109614 w 109614"/>
                <a:gd name="connsiteY2" fmla="*/ 55189 h 110569"/>
                <a:gd name="connsiteX3" fmla="*/ 102561 w 109614"/>
                <a:gd name="connsiteY3" fmla="*/ 84738 h 110569"/>
                <a:gd name="connsiteX4" fmla="*/ 83021 w 109614"/>
                <a:gd name="connsiteY4" fmla="*/ 103897 h 110569"/>
                <a:gd name="connsiteX5" fmla="*/ 54807 w 109614"/>
                <a:gd name="connsiteY5" fmla="*/ 110569 h 110569"/>
                <a:gd name="connsiteX6" fmla="*/ 26689 w 109614"/>
                <a:gd name="connsiteY6" fmla="*/ 103897 h 110569"/>
                <a:gd name="connsiteX7" fmla="*/ 7149 w 109614"/>
                <a:gd name="connsiteY7" fmla="*/ 84643 h 110569"/>
                <a:gd name="connsiteX8" fmla="*/ 0 w 109614"/>
                <a:gd name="connsiteY8" fmla="*/ 55189 h 110569"/>
                <a:gd name="connsiteX9" fmla="*/ 7149 w 109614"/>
                <a:gd name="connsiteY9" fmla="*/ 25831 h 110569"/>
                <a:gd name="connsiteX10" fmla="*/ 26689 w 109614"/>
                <a:gd name="connsiteY10" fmla="*/ 6672 h 110569"/>
                <a:gd name="connsiteX11" fmla="*/ 54807 w 109614"/>
                <a:gd name="connsiteY11" fmla="*/ 0 h 110569"/>
                <a:gd name="connsiteX12" fmla="*/ 83021 w 109614"/>
                <a:gd name="connsiteY12" fmla="*/ 6672 h 110569"/>
                <a:gd name="connsiteX13" fmla="*/ 38985 w 109614"/>
                <a:gd name="connsiteY13" fmla="*/ 23353 h 110569"/>
                <a:gd name="connsiteX14" fmla="*/ 27356 w 109614"/>
                <a:gd name="connsiteY14" fmla="*/ 35363 h 110569"/>
                <a:gd name="connsiteX15" fmla="*/ 22971 w 109614"/>
                <a:gd name="connsiteY15" fmla="*/ 55189 h 110569"/>
                <a:gd name="connsiteX16" fmla="*/ 27356 w 109614"/>
                <a:gd name="connsiteY16" fmla="*/ 75111 h 110569"/>
                <a:gd name="connsiteX17" fmla="*/ 38985 w 109614"/>
                <a:gd name="connsiteY17" fmla="*/ 87026 h 110569"/>
                <a:gd name="connsiteX18" fmla="*/ 54807 w 109614"/>
                <a:gd name="connsiteY18" fmla="*/ 90934 h 110569"/>
                <a:gd name="connsiteX19" fmla="*/ 70630 w 109614"/>
                <a:gd name="connsiteY19" fmla="*/ 87026 h 110569"/>
                <a:gd name="connsiteX20" fmla="*/ 82258 w 109614"/>
                <a:gd name="connsiteY20" fmla="*/ 75111 h 110569"/>
                <a:gd name="connsiteX21" fmla="*/ 86643 w 109614"/>
                <a:gd name="connsiteY21" fmla="*/ 55189 h 110569"/>
                <a:gd name="connsiteX22" fmla="*/ 82258 w 109614"/>
                <a:gd name="connsiteY22" fmla="*/ 35363 h 110569"/>
                <a:gd name="connsiteX23" fmla="*/ 70630 w 109614"/>
                <a:gd name="connsiteY23" fmla="*/ 23353 h 110569"/>
                <a:gd name="connsiteX24" fmla="*/ 54807 w 109614"/>
                <a:gd name="connsiteY24" fmla="*/ 19445 h 110569"/>
                <a:gd name="connsiteX25" fmla="*/ 38985 w 109614"/>
                <a:gd name="connsiteY25" fmla="*/ 23353 h 1105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09614" h="110569">
                  <a:moveTo>
                    <a:pt x="83021" y="6672"/>
                  </a:moveTo>
                  <a:cubicBezTo>
                    <a:pt x="91409" y="11057"/>
                    <a:pt x="97890" y="17539"/>
                    <a:pt x="102561" y="25831"/>
                  </a:cubicBezTo>
                  <a:cubicBezTo>
                    <a:pt x="107231" y="34219"/>
                    <a:pt x="109614" y="43942"/>
                    <a:pt x="109614" y="55189"/>
                  </a:cubicBezTo>
                  <a:cubicBezTo>
                    <a:pt x="109614" y="66437"/>
                    <a:pt x="107231" y="76350"/>
                    <a:pt x="102561" y="84738"/>
                  </a:cubicBezTo>
                  <a:cubicBezTo>
                    <a:pt x="97890" y="93126"/>
                    <a:pt x="91314" y="99512"/>
                    <a:pt x="83021" y="103897"/>
                  </a:cubicBezTo>
                  <a:cubicBezTo>
                    <a:pt x="74633" y="108377"/>
                    <a:pt x="65292" y="110569"/>
                    <a:pt x="54807" y="110569"/>
                  </a:cubicBezTo>
                  <a:cubicBezTo>
                    <a:pt x="44322" y="110569"/>
                    <a:pt x="34981" y="108377"/>
                    <a:pt x="26689" y="103897"/>
                  </a:cubicBezTo>
                  <a:cubicBezTo>
                    <a:pt x="18396" y="99512"/>
                    <a:pt x="11915" y="93031"/>
                    <a:pt x="7149" y="84643"/>
                  </a:cubicBezTo>
                  <a:cubicBezTo>
                    <a:pt x="2383" y="76255"/>
                    <a:pt x="0" y="66437"/>
                    <a:pt x="0" y="55189"/>
                  </a:cubicBezTo>
                  <a:cubicBezTo>
                    <a:pt x="0" y="43942"/>
                    <a:pt x="2383" y="34219"/>
                    <a:pt x="7149" y="25831"/>
                  </a:cubicBezTo>
                  <a:cubicBezTo>
                    <a:pt x="11915" y="17443"/>
                    <a:pt x="18396" y="11057"/>
                    <a:pt x="26689" y="6672"/>
                  </a:cubicBezTo>
                  <a:cubicBezTo>
                    <a:pt x="34981" y="2192"/>
                    <a:pt x="44322" y="0"/>
                    <a:pt x="54807" y="0"/>
                  </a:cubicBezTo>
                  <a:cubicBezTo>
                    <a:pt x="65292" y="0"/>
                    <a:pt x="74633" y="2192"/>
                    <a:pt x="83021" y="6672"/>
                  </a:cubicBezTo>
                  <a:close/>
                  <a:moveTo>
                    <a:pt x="38985" y="23353"/>
                  </a:moveTo>
                  <a:cubicBezTo>
                    <a:pt x="34123" y="25927"/>
                    <a:pt x="30311" y="29930"/>
                    <a:pt x="27356" y="35363"/>
                  </a:cubicBezTo>
                  <a:cubicBezTo>
                    <a:pt x="24401" y="40796"/>
                    <a:pt x="22971" y="47373"/>
                    <a:pt x="22971" y="55189"/>
                  </a:cubicBezTo>
                  <a:cubicBezTo>
                    <a:pt x="22971" y="63005"/>
                    <a:pt x="24401" y="69773"/>
                    <a:pt x="27356" y="75111"/>
                  </a:cubicBezTo>
                  <a:cubicBezTo>
                    <a:pt x="30311" y="80449"/>
                    <a:pt x="34123" y="84452"/>
                    <a:pt x="38985" y="87026"/>
                  </a:cubicBezTo>
                  <a:cubicBezTo>
                    <a:pt x="43846" y="89599"/>
                    <a:pt x="49088" y="90934"/>
                    <a:pt x="54807" y="90934"/>
                  </a:cubicBezTo>
                  <a:cubicBezTo>
                    <a:pt x="60526" y="90934"/>
                    <a:pt x="65864" y="89599"/>
                    <a:pt x="70630" y="87026"/>
                  </a:cubicBezTo>
                  <a:cubicBezTo>
                    <a:pt x="75491" y="84452"/>
                    <a:pt x="79304" y="80449"/>
                    <a:pt x="82258" y="75111"/>
                  </a:cubicBezTo>
                  <a:cubicBezTo>
                    <a:pt x="85213" y="69773"/>
                    <a:pt x="86643" y="63101"/>
                    <a:pt x="86643" y="55189"/>
                  </a:cubicBezTo>
                  <a:cubicBezTo>
                    <a:pt x="86643" y="47278"/>
                    <a:pt x="85213" y="40701"/>
                    <a:pt x="82258" y="35363"/>
                  </a:cubicBezTo>
                  <a:cubicBezTo>
                    <a:pt x="79304" y="29930"/>
                    <a:pt x="75491" y="25927"/>
                    <a:pt x="70630" y="23353"/>
                  </a:cubicBezTo>
                  <a:cubicBezTo>
                    <a:pt x="65769" y="20780"/>
                    <a:pt x="60526" y="19445"/>
                    <a:pt x="54807" y="19445"/>
                  </a:cubicBezTo>
                  <a:cubicBezTo>
                    <a:pt x="49088" y="19445"/>
                    <a:pt x="43750" y="20780"/>
                    <a:pt x="38985" y="23353"/>
                  </a:cubicBezTo>
                  <a:close/>
                </a:path>
              </a:pathLst>
            </a:custGeom>
            <a:solidFill>
              <a:schemeClr val="bg1"/>
            </a:solidFill>
            <a:ln w="9525" cap="flat">
              <a:noFill/>
              <a:prstDash val="solid"/>
              <a:miter/>
            </a:ln>
          </p:spPr>
          <p:txBody>
            <a:bodyPr rtlCol="0" anchor="ctr"/>
            <a:lstStyle/>
            <a:p>
              <a:endParaRPr lang="fr-FR" sz="1092"/>
            </a:p>
          </p:txBody>
        </p:sp>
        <p:sp>
          <p:nvSpPr>
            <p:cNvPr id="26" name="Forme libre : forme 55">
              <a:extLst>
                <a:ext uri="{FF2B5EF4-FFF2-40B4-BE49-F238E27FC236}">
                  <a16:creationId xmlns:a16="http://schemas.microsoft.com/office/drawing/2014/main" id="{C67F4C71-D96A-C00D-0BA5-64617A76CD7E}"/>
                </a:ext>
              </a:extLst>
            </p:cNvPr>
            <p:cNvSpPr/>
            <p:nvPr/>
          </p:nvSpPr>
          <p:spPr>
            <a:xfrm>
              <a:off x="18125674" y="12639163"/>
              <a:ext cx="101703" cy="109615"/>
            </a:xfrm>
            <a:custGeom>
              <a:avLst/>
              <a:gdLst>
                <a:gd name="connsiteX0" fmla="*/ 90360 w 101703"/>
                <a:gd name="connsiteY0" fmla="*/ 12105 h 109615"/>
                <a:gd name="connsiteX1" fmla="*/ 101703 w 101703"/>
                <a:gd name="connsiteY1" fmla="*/ 46706 h 109615"/>
                <a:gd name="connsiteX2" fmla="*/ 101703 w 101703"/>
                <a:gd name="connsiteY2" fmla="*/ 109520 h 109615"/>
                <a:gd name="connsiteX3" fmla="*/ 79399 w 101703"/>
                <a:gd name="connsiteY3" fmla="*/ 109520 h 109615"/>
                <a:gd name="connsiteX4" fmla="*/ 79399 w 101703"/>
                <a:gd name="connsiteY4" fmla="*/ 49089 h 109615"/>
                <a:gd name="connsiteX5" fmla="*/ 71964 w 101703"/>
                <a:gd name="connsiteY5" fmla="*/ 26689 h 109615"/>
                <a:gd name="connsiteX6" fmla="*/ 51662 w 101703"/>
                <a:gd name="connsiteY6" fmla="*/ 18778 h 109615"/>
                <a:gd name="connsiteX7" fmla="*/ 30311 w 101703"/>
                <a:gd name="connsiteY7" fmla="*/ 27261 h 109615"/>
                <a:gd name="connsiteX8" fmla="*/ 22304 w 101703"/>
                <a:gd name="connsiteY8" fmla="*/ 52234 h 109615"/>
                <a:gd name="connsiteX9" fmla="*/ 22304 w 101703"/>
                <a:gd name="connsiteY9" fmla="*/ 109616 h 109615"/>
                <a:gd name="connsiteX10" fmla="*/ 0 w 101703"/>
                <a:gd name="connsiteY10" fmla="*/ 109616 h 109615"/>
                <a:gd name="connsiteX11" fmla="*/ 0 w 101703"/>
                <a:gd name="connsiteY11" fmla="*/ 1811 h 109615"/>
                <a:gd name="connsiteX12" fmla="*/ 22304 w 101703"/>
                <a:gd name="connsiteY12" fmla="*/ 1811 h 109615"/>
                <a:gd name="connsiteX13" fmla="*/ 22304 w 101703"/>
                <a:gd name="connsiteY13" fmla="*/ 25450 h 109615"/>
                <a:gd name="connsiteX14" fmla="*/ 36792 w 101703"/>
                <a:gd name="connsiteY14" fmla="*/ 6672 h 109615"/>
                <a:gd name="connsiteX15" fmla="*/ 60240 w 101703"/>
                <a:gd name="connsiteY15" fmla="*/ 0 h 109615"/>
                <a:gd name="connsiteX16" fmla="*/ 90360 w 101703"/>
                <a:gd name="connsiteY16" fmla="*/ 12105 h 1096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1703" h="109615">
                  <a:moveTo>
                    <a:pt x="90360" y="12105"/>
                  </a:moveTo>
                  <a:cubicBezTo>
                    <a:pt x="97890" y="20207"/>
                    <a:pt x="101703" y="31741"/>
                    <a:pt x="101703" y="46706"/>
                  </a:cubicBezTo>
                  <a:lnTo>
                    <a:pt x="101703" y="109520"/>
                  </a:lnTo>
                  <a:lnTo>
                    <a:pt x="79399" y="109520"/>
                  </a:lnTo>
                  <a:lnTo>
                    <a:pt x="79399" y="49089"/>
                  </a:lnTo>
                  <a:cubicBezTo>
                    <a:pt x="79399" y="39462"/>
                    <a:pt x="76921" y="31932"/>
                    <a:pt x="71964" y="26689"/>
                  </a:cubicBezTo>
                  <a:cubicBezTo>
                    <a:pt x="67008" y="21447"/>
                    <a:pt x="60240" y="18778"/>
                    <a:pt x="51662" y="18778"/>
                  </a:cubicBezTo>
                  <a:cubicBezTo>
                    <a:pt x="43083" y="18778"/>
                    <a:pt x="35649" y="21637"/>
                    <a:pt x="30311" y="27261"/>
                  </a:cubicBezTo>
                  <a:cubicBezTo>
                    <a:pt x="24973" y="32885"/>
                    <a:pt x="22304" y="41273"/>
                    <a:pt x="22304" y="52234"/>
                  </a:cubicBezTo>
                  <a:lnTo>
                    <a:pt x="22304" y="109616"/>
                  </a:lnTo>
                  <a:lnTo>
                    <a:pt x="0" y="109616"/>
                  </a:lnTo>
                  <a:lnTo>
                    <a:pt x="0" y="1811"/>
                  </a:lnTo>
                  <a:lnTo>
                    <a:pt x="22304" y="1811"/>
                  </a:lnTo>
                  <a:lnTo>
                    <a:pt x="22304" y="25450"/>
                  </a:lnTo>
                  <a:cubicBezTo>
                    <a:pt x="25164" y="17348"/>
                    <a:pt x="30025" y="11057"/>
                    <a:pt x="36792" y="6672"/>
                  </a:cubicBezTo>
                  <a:cubicBezTo>
                    <a:pt x="43560" y="2192"/>
                    <a:pt x="51376" y="0"/>
                    <a:pt x="60240" y="0"/>
                  </a:cubicBezTo>
                  <a:cubicBezTo>
                    <a:pt x="72727" y="0"/>
                    <a:pt x="82830" y="4003"/>
                    <a:pt x="90360" y="12105"/>
                  </a:cubicBezTo>
                  <a:close/>
                </a:path>
              </a:pathLst>
            </a:custGeom>
            <a:solidFill>
              <a:schemeClr val="bg1"/>
            </a:solidFill>
            <a:ln w="9525" cap="flat">
              <a:noFill/>
              <a:prstDash val="solid"/>
              <a:miter/>
            </a:ln>
          </p:spPr>
          <p:txBody>
            <a:bodyPr rtlCol="0" anchor="ctr"/>
            <a:lstStyle/>
            <a:p>
              <a:endParaRPr lang="fr-FR" sz="1092"/>
            </a:p>
          </p:txBody>
        </p:sp>
        <p:sp>
          <p:nvSpPr>
            <p:cNvPr id="27" name="Forme libre : forme 56">
              <a:extLst>
                <a:ext uri="{FF2B5EF4-FFF2-40B4-BE49-F238E27FC236}">
                  <a16:creationId xmlns:a16="http://schemas.microsoft.com/office/drawing/2014/main" id="{2980E42D-E8DC-07BC-CC3A-14C9AD2A4C02}"/>
                </a:ext>
              </a:extLst>
            </p:cNvPr>
            <p:cNvSpPr/>
            <p:nvPr/>
          </p:nvSpPr>
          <p:spPr>
            <a:xfrm>
              <a:off x="18242913" y="12603895"/>
              <a:ext cx="110853" cy="146122"/>
            </a:xfrm>
            <a:custGeom>
              <a:avLst/>
              <a:gdLst>
                <a:gd name="connsiteX0" fmla="*/ 73871 w 110853"/>
                <a:gd name="connsiteY0" fmla="*/ 42893 h 146122"/>
                <a:gd name="connsiteX1" fmla="*/ 88359 w 110853"/>
                <a:gd name="connsiteY1" fmla="*/ 62052 h 146122"/>
                <a:gd name="connsiteX2" fmla="*/ 88359 w 110853"/>
                <a:gd name="connsiteY2" fmla="*/ 0 h 146122"/>
                <a:gd name="connsiteX3" fmla="*/ 110853 w 110853"/>
                <a:gd name="connsiteY3" fmla="*/ 0 h 146122"/>
                <a:gd name="connsiteX4" fmla="*/ 110853 w 110853"/>
                <a:gd name="connsiteY4" fmla="*/ 144788 h 146122"/>
                <a:gd name="connsiteX5" fmla="*/ 88359 w 110853"/>
                <a:gd name="connsiteY5" fmla="*/ 144788 h 146122"/>
                <a:gd name="connsiteX6" fmla="*/ 88359 w 110853"/>
                <a:gd name="connsiteY6" fmla="*/ 119720 h 146122"/>
                <a:gd name="connsiteX7" fmla="*/ 73871 w 110853"/>
                <a:gd name="connsiteY7" fmla="*/ 138879 h 146122"/>
                <a:gd name="connsiteX8" fmla="*/ 48802 w 110853"/>
                <a:gd name="connsiteY8" fmla="*/ 146123 h 146122"/>
                <a:gd name="connsiteX9" fmla="*/ 23639 w 110853"/>
                <a:gd name="connsiteY9" fmla="*/ 139451 h 146122"/>
                <a:gd name="connsiteX10" fmla="*/ 6291 w 110853"/>
                <a:gd name="connsiteY10" fmla="*/ 120291 h 146122"/>
                <a:gd name="connsiteX11" fmla="*/ 0 w 110853"/>
                <a:gd name="connsiteY11" fmla="*/ 90743 h 146122"/>
                <a:gd name="connsiteX12" fmla="*/ 6291 w 110853"/>
                <a:gd name="connsiteY12" fmla="*/ 61385 h 146122"/>
                <a:gd name="connsiteX13" fmla="*/ 23639 w 110853"/>
                <a:gd name="connsiteY13" fmla="*/ 42226 h 146122"/>
                <a:gd name="connsiteX14" fmla="*/ 48802 w 110853"/>
                <a:gd name="connsiteY14" fmla="*/ 35554 h 146122"/>
                <a:gd name="connsiteX15" fmla="*/ 73871 w 110853"/>
                <a:gd name="connsiteY15" fmla="*/ 42798 h 146122"/>
                <a:gd name="connsiteX16" fmla="*/ 31931 w 110853"/>
                <a:gd name="connsiteY16" fmla="*/ 64721 h 146122"/>
                <a:gd name="connsiteX17" fmla="*/ 23067 w 110853"/>
                <a:gd name="connsiteY17" fmla="*/ 90838 h 146122"/>
                <a:gd name="connsiteX18" fmla="*/ 31931 w 110853"/>
                <a:gd name="connsiteY18" fmla="*/ 116956 h 146122"/>
                <a:gd name="connsiteX19" fmla="*/ 55760 w 110853"/>
                <a:gd name="connsiteY19" fmla="*/ 126487 h 146122"/>
                <a:gd name="connsiteX20" fmla="*/ 72631 w 110853"/>
                <a:gd name="connsiteY20" fmla="*/ 122103 h 146122"/>
                <a:gd name="connsiteX21" fmla="*/ 84355 w 110853"/>
                <a:gd name="connsiteY21" fmla="*/ 109711 h 146122"/>
                <a:gd name="connsiteX22" fmla="*/ 88645 w 110853"/>
                <a:gd name="connsiteY22" fmla="*/ 90934 h 146122"/>
                <a:gd name="connsiteX23" fmla="*/ 84355 w 110853"/>
                <a:gd name="connsiteY23" fmla="*/ 72251 h 146122"/>
                <a:gd name="connsiteX24" fmla="*/ 72631 w 110853"/>
                <a:gd name="connsiteY24" fmla="*/ 59765 h 146122"/>
                <a:gd name="connsiteX25" fmla="*/ 55760 w 110853"/>
                <a:gd name="connsiteY25" fmla="*/ 55380 h 146122"/>
                <a:gd name="connsiteX26" fmla="*/ 31931 w 110853"/>
                <a:gd name="connsiteY26" fmla="*/ 64912 h 1461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10853" h="146122">
                  <a:moveTo>
                    <a:pt x="73871" y="42893"/>
                  </a:moveTo>
                  <a:cubicBezTo>
                    <a:pt x="80829" y="47754"/>
                    <a:pt x="85594" y="54141"/>
                    <a:pt x="88359" y="62052"/>
                  </a:cubicBezTo>
                  <a:lnTo>
                    <a:pt x="88359" y="0"/>
                  </a:lnTo>
                  <a:lnTo>
                    <a:pt x="110853" y="0"/>
                  </a:lnTo>
                  <a:lnTo>
                    <a:pt x="110853" y="144788"/>
                  </a:lnTo>
                  <a:lnTo>
                    <a:pt x="88359" y="144788"/>
                  </a:lnTo>
                  <a:lnTo>
                    <a:pt x="88359" y="119720"/>
                  </a:lnTo>
                  <a:cubicBezTo>
                    <a:pt x="85594" y="127631"/>
                    <a:pt x="80829" y="134113"/>
                    <a:pt x="73871" y="138879"/>
                  </a:cubicBezTo>
                  <a:cubicBezTo>
                    <a:pt x="66912" y="143740"/>
                    <a:pt x="58620" y="146123"/>
                    <a:pt x="48802" y="146123"/>
                  </a:cubicBezTo>
                  <a:cubicBezTo>
                    <a:pt x="38985" y="146123"/>
                    <a:pt x="30978" y="143930"/>
                    <a:pt x="23639" y="139451"/>
                  </a:cubicBezTo>
                  <a:cubicBezTo>
                    <a:pt x="16299" y="135066"/>
                    <a:pt x="10485" y="128584"/>
                    <a:pt x="6291" y="120291"/>
                  </a:cubicBezTo>
                  <a:cubicBezTo>
                    <a:pt x="2097" y="111903"/>
                    <a:pt x="0" y="102086"/>
                    <a:pt x="0" y="90743"/>
                  </a:cubicBezTo>
                  <a:cubicBezTo>
                    <a:pt x="0" y="79400"/>
                    <a:pt x="2097" y="69773"/>
                    <a:pt x="6291" y="61385"/>
                  </a:cubicBezTo>
                  <a:cubicBezTo>
                    <a:pt x="10485" y="52997"/>
                    <a:pt x="16204" y="46611"/>
                    <a:pt x="23639" y="42226"/>
                  </a:cubicBezTo>
                  <a:cubicBezTo>
                    <a:pt x="30978" y="37746"/>
                    <a:pt x="39366" y="35554"/>
                    <a:pt x="48802" y="35554"/>
                  </a:cubicBezTo>
                  <a:cubicBezTo>
                    <a:pt x="58239" y="35554"/>
                    <a:pt x="66912" y="37937"/>
                    <a:pt x="73871" y="42798"/>
                  </a:cubicBezTo>
                  <a:close/>
                  <a:moveTo>
                    <a:pt x="31931" y="64721"/>
                  </a:moveTo>
                  <a:cubicBezTo>
                    <a:pt x="26021" y="71012"/>
                    <a:pt x="23067" y="79781"/>
                    <a:pt x="23067" y="90838"/>
                  </a:cubicBezTo>
                  <a:cubicBezTo>
                    <a:pt x="23067" y="101895"/>
                    <a:pt x="26021" y="110665"/>
                    <a:pt x="31931" y="116956"/>
                  </a:cubicBezTo>
                  <a:cubicBezTo>
                    <a:pt x="37841" y="123246"/>
                    <a:pt x="45752" y="126487"/>
                    <a:pt x="55760" y="126487"/>
                  </a:cubicBezTo>
                  <a:cubicBezTo>
                    <a:pt x="62051" y="126487"/>
                    <a:pt x="67675" y="125057"/>
                    <a:pt x="72631" y="122103"/>
                  </a:cubicBezTo>
                  <a:cubicBezTo>
                    <a:pt x="77588" y="119148"/>
                    <a:pt x="81496" y="115049"/>
                    <a:pt x="84355" y="109711"/>
                  </a:cubicBezTo>
                  <a:cubicBezTo>
                    <a:pt x="87215" y="104373"/>
                    <a:pt x="88645" y="98082"/>
                    <a:pt x="88645" y="90934"/>
                  </a:cubicBezTo>
                  <a:cubicBezTo>
                    <a:pt x="88645" y="83785"/>
                    <a:pt x="87215" y="77684"/>
                    <a:pt x="84355" y="72251"/>
                  </a:cubicBezTo>
                  <a:cubicBezTo>
                    <a:pt x="81496" y="66818"/>
                    <a:pt x="77588" y="62624"/>
                    <a:pt x="72631" y="59765"/>
                  </a:cubicBezTo>
                  <a:cubicBezTo>
                    <a:pt x="67675" y="56810"/>
                    <a:pt x="62051" y="55380"/>
                    <a:pt x="55760" y="55380"/>
                  </a:cubicBezTo>
                  <a:cubicBezTo>
                    <a:pt x="45847" y="55380"/>
                    <a:pt x="37936" y="58525"/>
                    <a:pt x="31931" y="64912"/>
                  </a:cubicBezTo>
                  <a:close/>
                </a:path>
              </a:pathLst>
            </a:custGeom>
            <a:solidFill>
              <a:schemeClr val="bg1"/>
            </a:solidFill>
            <a:ln w="9525" cap="flat">
              <a:noFill/>
              <a:prstDash val="solid"/>
              <a:miter/>
            </a:ln>
          </p:spPr>
          <p:txBody>
            <a:bodyPr rtlCol="0" anchor="ctr"/>
            <a:lstStyle/>
            <a:p>
              <a:endParaRPr lang="fr-FR" sz="1092"/>
            </a:p>
          </p:txBody>
        </p:sp>
        <p:sp>
          <p:nvSpPr>
            <p:cNvPr id="28" name="Forme libre : forme 57">
              <a:extLst>
                <a:ext uri="{FF2B5EF4-FFF2-40B4-BE49-F238E27FC236}">
                  <a16:creationId xmlns:a16="http://schemas.microsoft.com/office/drawing/2014/main" id="{9C44810D-34D1-75CE-CC1A-779ECE104CE5}"/>
                </a:ext>
              </a:extLst>
            </p:cNvPr>
            <p:cNvSpPr/>
            <p:nvPr/>
          </p:nvSpPr>
          <p:spPr>
            <a:xfrm>
              <a:off x="18406858" y="12614284"/>
              <a:ext cx="64148" cy="134494"/>
            </a:xfrm>
            <a:custGeom>
              <a:avLst/>
              <a:gdLst>
                <a:gd name="connsiteX0" fmla="*/ 64148 w 64148"/>
                <a:gd name="connsiteY0" fmla="*/ 115144 h 134494"/>
                <a:gd name="connsiteX1" fmla="*/ 64148 w 64148"/>
                <a:gd name="connsiteY1" fmla="*/ 134494 h 134494"/>
                <a:gd name="connsiteX2" fmla="*/ 50423 w 64148"/>
                <a:gd name="connsiteY2" fmla="*/ 134494 h 134494"/>
                <a:gd name="connsiteX3" fmla="*/ 24306 w 64148"/>
                <a:gd name="connsiteY3" fmla="*/ 126201 h 134494"/>
                <a:gd name="connsiteX4" fmla="*/ 15441 w 64148"/>
                <a:gd name="connsiteY4" fmla="*/ 98559 h 134494"/>
                <a:gd name="connsiteX5" fmla="*/ 15441 w 64148"/>
                <a:gd name="connsiteY5" fmla="*/ 45753 h 134494"/>
                <a:gd name="connsiteX6" fmla="*/ 0 w 64148"/>
                <a:gd name="connsiteY6" fmla="*/ 45753 h 134494"/>
                <a:gd name="connsiteX7" fmla="*/ 0 w 64148"/>
                <a:gd name="connsiteY7" fmla="*/ 26784 h 134494"/>
                <a:gd name="connsiteX8" fmla="*/ 15441 w 64148"/>
                <a:gd name="connsiteY8" fmla="*/ 26784 h 134494"/>
                <a:gd name="connsiteX9" fmla="*/ 15441 w 64148"/>
                <a:gd name="connsiteY9" fmla="*/ 0 h 134494"/>
                <a:gd name="connsiteX10" fmla="*/ 37936 w 64148"/>
                <a:gd name="connsiteY10" fmla="*/ 0 h 134494"/>
                <a:gd name="connsiteX11" fmla="*/ 37936 w 64148"/>
                <a:gd name="connsiteY11" fmla="*/ 26784 h 134494"/>
                <a:gd name="connsiteX12" fmla="*/ 63958 w 64148"/>
                <a:gd name="connsiteY12" fmla="*/ 26784 h 134494"/>
                <a:gd name="connsiteX13" fmla="*/ 63958 w 64148"/>
                <a:gd name="connsiteY13" fmla="*/ 45753 h 134494"/>
                <a:gd name="connsiteX14" fmla="*/ 37936 w 64148"/>
                <a:gd name="connsiteY14" fmla="*/ 45753 h 134494"/>
                <a:gd name="connsiteX15" fmla="*/ 37936 w 64148"/>
                <a:gd name="connsiteY15" fmla="*/ 98940 h 134494"/>
                <a:gd name="connsiteX16" fmla="*/ 41367 w 64148"/>
                <a:gd name="connsiteY16" fmla="*/ 111618 h 134494"/>
                <a:gd name="connsiteX17" fmla="*/ 53377 w 64148"/>
                <a:gd name="connsiteY17" fmla="*/ 115144 h 134494"/>
                <a:gd name="connsiteX18" fmla="*/ 64148 w 64148"/>
                <a:gd name="connsiteY18" fmla="*/ 115144 h 1344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64148" h="134494">
                  <a:moveTo>
                    <a:pt x="64148" y="115144"/>
                  </a:moveTo>
                  <a:lnTo>
                    <a:pt x="64148" y="134494"/>
                  </a:lnTo>
                  <a:lnTo>
                    <a:pt x="50423" y="134494"/>
                  </a:lnTo>
                  <a:cubicBezTo>
                    <a:pt x="38985" y="134494"/>
                    <a:pt x="30215" y="131730"/>
                    <a:pt x="24306" y="126201"/>
                  </a:cubicBezTo>
                  <a:cubicBezTo>
                    <a:pt x="18396" y="120673"/>
                    <a:pt x="15441" y="111427"/>
                    <a:pt x="15441" y="98559"/>
                  </a:cubicBezTo>
                  <a:lnTo>
                    <a:pt x="15441" y="45753"/>
                  </a:lnTo>
                  <a:lnTo>
                    <a:pt x="0" y="45753"/>
                  </a:lnTo>
                  <a:lnTo>
                    <a:pt x="0" y="26784"/>
                  </a:lnTo>
                  <a:lnTo>
                    <a:pt x="15441" y="26784"/>
                  </a:lnTo>
                  <a:lnTo>
                    <a:pt x="15441" y="0"/>
                  </a:lnTo>
                  <a:lnTo>
                    <a:pt x="37936" y="0"/>
                  </a:lnTo>
                  <a:lnTo>
                    <a:pt x="37936" y="26784"/>
                  </a:lnTo>
                  <a:lnTo>
                    <a:pt x="63958" y="26784"/>
                  </a:lnTo>
                  <a:lnTo>
                    <a:pt x="63958" y="45753"/>
                  </a:lnTo>
                  <a:lnTo>
                    <a:pt x="37936" y="45753"/>
                  </a:lnTo>
                  <a:lnTo>
                    <a:pt x="37936" y="98940"/>
                  </a:lnTo>
                  <a:cubicBezTo>
                    <a:pt x="37936" y="105041"/>
                    <a:pt x="39080" y="109330"/>
                    <a:pt x="41367" y="111618"/>
                  </a:cubicBezTo>
                  <a:cubicBezTo>
                    <a:pt x="43655" y="114001"/>
                    <a:pt x="47658" y="115144"/>
                    <a:pt x="53377" y="115144"/>
                  </a:cubicBezTo>
                  <a:lnTo>
                    <a:pt x="64148" y="115144"/>
                  </a:lnTo>
                  <a:close/>
                </a:path>
              </a:pathLst>
            </a:custGeom>
            <a:solidFill>
              <a:schemeClr val="bg1"/>
            </a:solidFill>
            <a:ln w="9525" cap="flat">
              <a:noFill/>
              <a:prstDash val="solid"/>
              <a:miter/>
            </a:ln>
          </p:spPr>
          <p:txBody>
            <a:bodyPr rtlCol="0" anchor="ctr"/>
            <a:lstStyle/>
            <a:p>
              <a:endParaRPr lang="fr-FR" sz="1092"/>
            </a:p>
          </p:txBody>
        </p:sp>
        <p:sp>
          <p:nvSpPr>
            <p:cNvPr id="29" name="Forme libre : forme 58">
              <a:extLst>
                <a:ext uri="{FF2B5EF4-FFF2-40B4-BE49-F238E27FC236}">
                  <a16:creationId xmlns:a16="http://schemas.microsoft.com/office/drawing/2014/main" id="{18677517-3DD8-0538-877E-22066DAF4F7C}"/>
                </a:ext>
              </a:extLst>
            </p:cNvPr>
            <p:cNvSpPr/>
            <p:nvPr/>
          </p:nvSpPr>
          <p:spPr>
            <a:xfrm>
              <a:off x="18487306" y="12603990"/>
              <a:ext cx="101703" cy="144788"/>
            </a:xfrm>
            <a:custGeom>
              <a:avLst/>
              <a:gdLst>
                <a:gd name="connsiteX0" fmla="*/ 90360 w 101703"/>
                <a:gd name="connsiteY0" fmla="*/ 47278 h 144788"/>
                <a:gd name="connsiteX1" fmla="*/ 101703 w 101703"/>
                <a:gd name="connsiteY1" fmla="*/ 81878 h 144788"/>
                <a:gd name="connsiteX2" fmla="*/ 101703 w 101703"/>
                <a:gd name="connsiteY2" fmla="*/ 144693 h 144788"/>
                <a:gd name="connsiteX3" fmla="*/ 79399 w 101703"/>
                <a:gd name="connsiteY3" fmla="*/ 144693 h 144788"/>
                <a:gd name="connsiteX4" fmla="*/ 79399 w 101703"/>
                <a:gd name="connsiteY4" fmla="*/ 84261 h 144788"/>
                <a:gd name="connsiteX5" fmla="*/ 71964 w 101703"/>
                <a:gd name="connsiteY5" fmla="*/ 61861 h 144788"/>
                <a:gd name="connsiteX6" fmla="*/ 51662 w 101703"/>
                <a:gd name="connsiteY6" fmla="*/ 53950 h 144788"/>
                <a:gd name="connsiteX7" fmla="*/ 30311 w 101703"/>
                <a:gd name="connsiteY7" fmla="*/ 62433 h 144788"/>
                <a:gd name="connsiteX8" fmla="*/ 22304 w 101703"/>
                <a:gd name="connsiteY8" fmla="*/ 87407 h 144788"/>
                <a:gd name="connsiteX9" fmla="*/ 22304 w 101703"/>
                <a:gd name="connsiteY9" fmla="*/ 144788 h 144788"/>
                <a:gd name="connsiteX10" fmla="*/ 0 w 101703"/>
                <a:gd name="connsiteY10" fmla="*/ 144788 h 144788"/>
                <a:gd name="connsiteX11" fmla="*/ 0 w 101703"/>
                <a:gd name="connsiteY11" fmla="*/ 0 h 144788"/>
                <a:gd name="connsiteX12" fmla="*/ 22304 w 101703"/>
                <a:gd name="connsiteY12" fmla="*/ 0 h 144788"/>
                <a:gd name="connsiteX13" fmla="*/ 22304 w 101703"/>
                <a:gd name="connsiteY13" fmla="*/ 60622 h 144788"/>
                <a:gd name="connsiteX14" fmla="*/ 36792 w 101703"/>
                <a:gd name="connsiteY14" fmla="*/ 41845 h 144788"/>
                <a:gd name="connsiteX15" fmla="*/ 60240 w 101703"/>
                <a:gd name="connsiteY15" fmla="*/ 35172 h 144788"/>
                <a:gd name="connsiteX16" fmla="*/ 90360 w 101703"/>
                <a:gd name="connsiteY16" fmla="*/ 47278 h 1447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1703" h="144788">
                  <a:moveTo>
                    <a:pt x="90360" y="47278"/>
                  </a:moveTo>
                  <a:cubicBezTo>
                    <a:pt x="97890" y="55380"/>
                    <a:pt x="101703" y="66913"/>
                    <a:pt x="101703" y="81878"/>
                  </a:cubicBezTo>
                  <a:lnTo>
                    <a:pt x="101703" y="144693"/>
                  </a:lnTo>
                  <a:lnTo>
                    <a:pt x="79399" y="144693"/>
                  </a:lnTo>
                  <a:lnTo>
                    <a:pt x="79399" y="84261"/>
                  </a:lnTo>
                  <a:cubicBezTo>
                    <a:pt x="79399" y="74634"/>
                    <a:pt x="76921" y="67104"/>
                    <a:pt x="71964" y="61861"/>
                  </a:cubicBezTo>
                  <a:cubicBezTo>
                    <a:pt x="67008" y="56619"/>
                    <a:pt x="60240" y="53950"/>
                    <a:pt x="51662" y="53950"/>
                  </a:cubicBezTo>
                  <a:cubicBezTo>
                    <a:pt x="43083" y="53950"/>
                    <a:pt x="35648" y="56810"/>
                    <a:pt x="30311" y="62433"/>
                  </a:cubicBezTo>
                  <a:cubicBezTo>
                    <a:pt x="24973" y="68057"/>
                    <a:pt x="22304" y="76445"/>
                    <a:pt x="22304" y="87407"/>
                  </a:cubicBezTo>
                  <a:lnTo>
                    <a:pt x="22304" y="144788"/>
                  </a:lnTo>
                  <a:lnTo>
                    <a:pt x="0" y="144788"/>
                  </a:lnTo>
                  <a:lnTo>
                    <a:pt x="0" y="0"/>
                  </a:lnTo>
                  <a:lnTo>
                    <a:pt x="22304" y="0"/>
                  </a:lnTo>
                  <a:lnTo>
                    <a:pt x="22304" y="60622"/>
                  </a:lnTo>
                  <a:cubicBezTo>
                    <a:pt x="25164" y="52520"/>
                    <a:pt x="30025" y="46229"/>
                    <a:pt x="36792" y="41845"/>
                  </a:cubicBezTo>
                  <a:cubicBezTo>
                    <a:pt x="43560" y="37365"/>
                    <a:pt x="51376" y="35172"/>
                    <a:pt x="60240" y="35172"/>
                  </a:cubicBezTo>
                  <a:cubicBezTo>
                    <a:pt x="72727" y="35172"/>
                    <a:pt x="82830" y="39176"/>
                    <a:pt x="90360" y="47278"/>
                  </a:cubicBezTo>
                  <a:close/>
                </a:path>
              </a:pathLst>
            </a:custGeom>
            <a:solidFill>
              <a:schemeClr val="bg1"/>
            </a:solidFill>
            <a:ln w="9525" cap="flat">
              <a:noFill/>
              <a:prstDash val="solid"/>
              <a:miter/>
            </a:ln>
          </p:spPr>
          <p:txBody>
            <a:bodyPr rtlCol="0" anchor="ctr"/>
            <a:lstStyle/>
            <a:p>
              <a:endParaRPr lang="fr-FR" sz="1092"/>
            </a:p>
          </p:txBody>
        </p:sp>
        <p:sp>
          <p:nvSpPr>
            <p:cNvPr id="30" name="Forme libre : forme 59">
              <a:extLst>
                <a:ext uri="{FF2B5EF4-FFF2-40B4-BE49-F238E27FC236}">
                  <a16:creationId xmlns:a16="http://schemas.microsoft.com/office/drawing/2014/main" id="{09B969C4-0C38-3D33-2695-A9C1C8095564}"/>
                </a:ext>
              </a:extLst>
            </p:cNvPr>
            <p:cNvSpPr/>
            <p:nvPr/>
          </p:nvSpPr>
          <p:spPr>
            <a:xfrm>
              <a:off x="18604546" y="12639639"/>
              <a:ext cx="105706" cy="110569"/>
            </a:xfrm>
            <a:custGeom>
              <a:avLst/>
              <a:gdLst>
                <a:gd name="connsiteX0" fmla="*/ 105039 w 105706"/>
                <a:gd name="connsiteY0" fmla="*/ 59669 h 110569"/>
                <a:gd name="connsiteX1" fmla="*/ 22018 w 105706"/>
                <a:gd name="connsiteY1" fmla="*/ 59669 h 110569"/>
                <a:gd name="connsiteX2" fmla="*/ 31169 w 105706"/>
                <a:gd name="connsiteY2" fmla="*/ 84357 h 110569"/>
                <a:gd name="connsiteX3" fmla="*/ 52520 w 105706"/>
                <a:gd name="connsiteY3" fmla="*/ 92363 h 110569"/>
                <a:gd name="connsiteX4" fmla="*/ 71392 w 105706"/>
                <a:gd name="connsiteY4" fmla="*/ 86644 h 110569"/>
                <a:gd name="connsiteX5" fmla="*/ 80924 w 105706"/>
                <a:gd name="connsiteY5" fmla="*/ 71584 h 110569"/>
                <a:gd name="connsiteX6" fmla="*/ 104753 w 105706"/>
                <a:gd name="connsiteY6" fmla="*/ 71584 h 110569"/>
                <a:gd name="connsiteX7" fmla="*/ 95698 w 105706"/>
                <a:gd name="connsiteY7" fmla="*/ 91791 h 110569"/>
                <a:gd name="connsiteX8" fmla="*/ 77874 w 105706"/>
                <a:gd name="connsiteY8" fmla="*/ 105613 h 110569"/>
                <a:gd name="connsiteX9" fmla="*/ 53377 w 105706"/>
                <a:gd name="connsiteY9" fmla="*/ 110569 h 110569"/>
                <a:gd name="connsiteX10" fmla="*/ 25736 w 105706"/>
                <a:gd name="connsiteY10" fmla="*/ 103897 h 110569"/>
                <a:gd name="connsiteX11" fmla="*/ 6863 w 105706"/>
                <a:gd name="connsiteY11" fmla="*/ 84738 h 110569"/>
                <a:gd name="connsiteX12" fmla="*/ 0 w 105706"/>
                <a:gd name="connsiteY12" fmla="*/ 55189 h 110569"/>
                <a:gd name="connsiteX13" fmla="*/ 6863 w 105706"/>
                <a:gd name="connsiteY13" fmla="*/ 25831 h 110569"/>
                <a:gd name="connsiteX14" fmla="*/ 25736 w 105706"/>
                <a:gd name="connsiteY14" fmla="*/ 6672 h 110569"/>
                <a:gd name="connsiteX15" fmla="*/ 53377 w 105706"/>
                <a:gd name="connsiteY15" fmla="*/ 0 h 110569"/>
                <a:gd name="connsiteX16" fmla="*/ 81115 w 105706"/>
                <a:gd name="connsiteY16" fmla="*/ 6577 h 110569"/>
                <a:gd name="connsiteX17" fmla="*/ 99320 w 105706"/>
                <a:gd name="connsiteY17" fmla="*/ 24592 h 110569"/>
                <a:gd name="connsiteX18" fmla="*/ 105706 w 105706"/>
                <a:gd name="connsiteY18" fmla="*/ 50137 h 110569"/>
                <a:gd name="connsiteX19" fmla="*/ 104944 w 105706"/>
                <a:gd name="connsiteY19" fmla="*/ 59765 h 110569"/>
                <a:gd name="connsiteX20" fmla="*/ 79685 w 105706"/>
                <a:gd name="connsiteY20" fmla="*/ 31741 h 110569"/>
                <a:gd name="connsiteX21" fmla="*/ 68723 w 105706"/>
                <a:gd name="connsiteY21" fmla="*/ 21161 h 110569"/>
                <a:gd name="connsiteX22" fmla="*/ 53568 w 105706"/>
                <a:gd name="connsiteY22" fmla="*/ 17729 h 110569"/>
                <a:gd name="connsiteX23" fmla="*/ 31645 w 105706"/>
                <a:gd name="connsiteY23" fmla="*/ 25736 h 110569"/>
                <a:gd name="connsiteX24" fmla="*/ 22018 w 105706"/>
                <a:gd name="connsiteY24" fmla="*/ 49375 h 110569"/>
                <a:gd name="connsiteX25" fmla="*/ 83307 w 105706"/>
                <a:gd name="connsiteY25" fmla="*/ 49375 h 110569"/>
                <a:gd name="connsiteX26" fmla="*/ 79685 w 105706"/>
                <a:gd name="connsiteY26" fmla="*/ 31646 h 1105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05706" h="110569">
                  <a:moveTo>
                    <a:pt x="105039" y="59669"/>
                  </a:moveTo>
                  <a:lnTo>
                    <a:pt x="22018" y="59669"/>
                  </a:lnTo>
                  <a:cubicBezTo>
                    <a:pt x="22399" y="70726"/>
                    <a:pt x="25450" y="79019"/>
                    <a:pt x="31169" y="84357"/>
                  </a:cubicBezTo>
                  <a:cubicBezTo>
                    <a:pt x="36888" y="89694"/>
                    <a:pt x="44036" y="92363"/>
                    <a:pt x="52520" y="92363"/>
                  </a:cubicBezTo>
                  <a:cubicBezTo>
                    <a:pt x="59954" y="92363"/>
                    <a:pt x="66245" y="90457"/>
                    <a:pt x="71392" y="86644"/>
                  </a:cubicBezTo>
                  <a:cubicBezTo>
                    <a:pt x="76539" y="82832"/>
                    <a:pt x="79685" y="77875"/>
                    <a:pt x="80924" y="71584"/>
                  </a:cubicBezTo>
                  <a:lnTo>
                    <a:pt x="104753" y="71584"/>
                  </a:lnTo>
                  <a:cubicBezTo>
                    <a:pt x="103323" y="79114"/>
                    <a:pt x="100273" y="85882"/>
                    <a:pt x="95698" y="91791"/>
                  </a:cubicBezTo>
                  <a:cubicBezTo>
                    <a:pt x="91123" y="97701"/>
                    <a:pt x="85213" y="102276"/>
                    <a:pt x="77874" y="105613"/>
                  </a:cubicBezTo>
                  <a:cubicBezTo>
                    <a:pt x="70534" y="108949"/>
                    <a:pt x="62432" y="110569"/>
                    <a:pt x="53377" y="110569"/>
                  </a:cubicBezTo>
                  <a:cubicBezTo>
                    <a:pt x="42988" y="110569"/>
                    <a:pt x="33742" y="108377"/>
                    <a:pt x="25736" y="103897"/>
                  </a:cubicBezTo>
                  <a:cubicBezTo>
                    <a:pt x="17729" y="99512"/>
                    <a:pt x="11438" y="93031"/>
                    <a:pt x="6863" y="84738"/>
                  </a:cubicBezTo>
                  <a:cubicBezTo>
                    <a:pt x="2288" y="76350"/>
                    <a:pt x="0" y="66532"/>
                    <a:pt x="0" y="55189"/>
                  </a:cubicBezTo>
                  <a:cubicBezTo>
                    <a:pt x="0" y="43846"/>
                    <a:pt x="2288" y="34219"/>
                    <a:pt x="6863" y="25831"/>
                  </a:cubicBezTo>
                  <a:cubicBezTo>
                    <a:pt x="11438" y="17443"/>
                    <a:pt x="17729" y="11057"/>
                    <a:pt x="25736" y="6672"/>
                  </a:cubicBezTo>
                  <a:cubicBezTo>
                    <a:pt x="33742" y="2192"/>
                    <a:pt x="42988" y="0"/>
                    <a:pt x="53377" y="0"/>
                  </a:cubicBezTo>
                  <a:cubicBezTo>
                    <a:pt x="63767" y="0"/>
                    <a:pt x="73203" y="2192"/>
                    <a:pt x="81115" y="6577"/>
                  </a:cubicBezTo>
                  <a:cubicBezTo>
                    <a:pt x="89026" y="10962"/>
                    <a:pt x="95031" y="16967"/>
                    <a:pt x="99320" y="24592"/>
                  </a:cubicBezTo>
                  <a:cubicBezTo>
                    <a:pt x="103609" y="32218"/>
                    <a:pt x="105706" y="40701"/>
                    <a:pt x="105706" y="50137"/>
                  </a:cubicBezTo>
                  <a:cubicBezTo>
                    <a:pt x="105706" y="53760"/>
                    <a:pt x="105420" y="57000"/>
                    <a:pt x="104944" y="59765"/>
                  </a:cubicBezTo>
                  <a:close/>
                  <a:moveTo>
                    <a:pt x="79685" y="31741"/>
                  </a:moveTo>
                  <a:cubicBezTo>
                    <a:pt x="77016" y="26975"/>
                    <a:pt x="73394" y="23448"/>
                    <a:pt x="68723" y="21161"/>
                  </a:cubicBezTo>
                  <a:cubicBezTo>
                    <a:pt x="64053" y="18873"/>
                    <a:pt x="59001" y="17729"/>
                    <a:pt x="53568" y="17729"/>
                  </a:cubicBezTo>
                  <a:cubicBezTo>
                    <a:pt x="44799" y="17729"/>
                    <a:pt x="37555" y="20398"/>
                    <a:pt x="31645" y="25736"/>
                  </a:cubicBezTo>
                  <a:cubicBezTo>
                    <a:pt x="25736" y="31074"/>
                    <a:pt x="22590" y="38985"/>
                    <a:pt x="22018" y="49375"/>
                  </a:cubicBezTo>
                  <a:lnTo>
                    <a:pt x="83307" y="49375"/>
                  </a:lnTo>
                  <a:cubicBezTo>
                    <a:pt x="83593" y="42321"/>
                    <a:pt x="82354" y="36412"/>
                    <a:pt x="79685" y="31646"/>
                  </a:cubicBezTo>
                  <a:close/>
                </a:path>
              </a:pathLst>
            </a:custGeom>
            <a:solidFill>
              <a:schemeClr val="bg1"/>
            </a:solidFill>
            <a:ln w="9525" cap="flat">
              <a:noFill/>
              <a:prstDash val="solid"/>
              <a:miter/>
            </a:ln>
          </p:spPr>
          <p:txBody>
            <a:bodyPr rtlCol="0" anchor="ctr"/>
            <a:lstStyle/>
            <a:p>
              <a:endParaRPr lang="fr-FR" sz="1092"/>
            </a:p>
          </p:txBody>
        </p:sp>
        <p:sp>
          <p:nvSpPr>
            <p:cNvPr id="31" name="Forme libre : forme 60">
              <a:extLst>
                <a:ext uri="{FF2B5EF4-FFF2-40B4-BE49-F238E27FC236}">
                  <a16:creationId xmlns:a16="http://schemas.microsoft.com/office/drawing/2014/main" id="{A945883D-EE67-949A-8ACA-1A622F9DDD87}"/>
                </a:ext>
              </a:extLst>
            </p:cNvPr>
            <p:cNvSpPr/>
            <p:nvPr/>
          </p:nvSpPr>
          <p:spPr>
            <a:xfrm>
              <a:off x="18762771" y="12639544"/>
              <a:ext cx="109614" cy="110569"/>
            </a:xfrm>
            <a:custGeom>
              <a:avLst/>
              <a:gdLst>
                <a:gd name="connsiteX0" fmla="*/ 83021 w 109614"/>
                <a:gd name="connsiteY0" fmla="*/ 6672 h 110569"/>
                <a:gd name="connsiteX1" fmla="*/ 102561 w 109614"/>
                <a:gd name="connsiteY1" fmla="*/ 25831 h 110569"/>
                <a:gd name="connsiteX2" fmla="*/ 109614 w 109614"/>
                <a:gd name="connsiteY2" fmla="*/ 55189 h 110569"/>
                <a:gd name="connsiteX3" fmla="*/ 102561 w 109614"/>
                <a:gd name="connsiteY3" fmla="*/ 84738 h 110569"/>
                <a:gd name="connsiteX4" fmla="*/ 83021 w 109614"/>
                <a:gd name="connsiteY4" fmla="*/ 103897 h 110569"/>
                <a:gd name="connsiteX5" fmla="*/ 54807 w 109614"/>
                <a:gd name="connsiteY5" fmla="*/ 110569 h 110569"/>
                <a:gd name="connsiteX6" fmla="*/ 26689 w 109614"/>
                <a:gd name="connsiteY6" fmla="*/ 103897 h 110569"/>
                <a:gd name="connsiteX7" fmla="*/ 7149 w 109614"/>
                <a:gd name="connsiteY7" fmla="*/ 84643 h 110569"/>
                <a:gd name="connsiteX8" fmla="*/ 0 w 109614"/>
                <a:gd name="connsiteY8" fmla="*/ 55189 h 110569"/>
                <a:gd name="connsiteX9" fmla="*/ 7149 w 109614"/>
                <a:gd name="connsiteY9" fmla="*/ 25831 h 110569"/>
                <a:gd name="connsiteX10" fmla="*/ 26689 w 109614"/>
                <a:gd name="connsiteY10" fmla="*/ 6672 h 110569"/>
                <a:gd name="connsiteX11" fmla="*/ 54807 w 109614"/>
                <a:gd name="connsiteY11" fmla="*/ 0 h 110569"/>
                <a:gd name="connsiteX12" fmla="*/ 83021 w 109614"/>
                <a:gd name="connsiteY12" fmla="*/ 6672 h 110569"/>
                <a:gd name="connsiteX13" fmla="*/ 38985 w 109614"/>
                <a:gd name="connsiteY13" fmla="*/ 23353 h 110569"/>
                <a:gd name="connsiteX14" fmla="*/ 27356 w 109614"/>
                <a:gd name="connsiteY14" fmla="*/ 35363 h 110569"/>
                <a:gd name="connsiteX15" fmla="*/ 22971 w 109614"/>
                <a:gd name="connsiteY15" fmla="*/ 55189 h 110569"/>
                <a:gd name="connsiteX16" fmla="*/ 27356 w 109614"/>
                <a:gd name="connsiteY16" fmla="*/ 75111 h 110569"/>
                <a:gd name="connsiteX17" fmla="*/ 38985 w 109614"/>
                <a:gd name="connsiteY17" fmla="*/ 87026 h 110569"/>
                <a:gd name="connsiteX18" fmla="*/ 54807 w 109614"/>
                <a:gd name="connsiteY18" fmla="*/ 90934 h 110569"/>
                <a:gd name="connsiteX19" fmla="*/ 70630 w 109614"/>
                <a:gd name="connsiteY19" fmla="*/ 87026 h 110569"/>
                <a:gd name="connsiteX20" fmla="*/ 82258 w 109614"/>
                <a:gd name="connsiteY20" fmla="*/ 75111 h 110569"/>
                <a:gd name="connsiteX21" fmla="*/ 86643 w 109614"/>
                <a:gd name="connsiteY21" fmla="*/ 55189 h 110569"/>
                <a:gd name="connsiteX22" fmla="*/ 82258 w 109614"/>
                <a:gd name="connsiteY22" fmla="*/ 35363 h 110569"/>
                <a:gd name="connsiteX23" fmla="*/ 70630 w 109614"/>
                <a:gd name="connsiteY23" fmla="*/ 23353 h 110569"/>
                <a:gd name="connsiteX24" fmla="*/ 54807 w 109614"/>
                <a:gd name="connsiteY24" fmla="*/ 19445 h 110569"/>
                <a:gd name="connsiteX25" fmla="*/ 38985 w 109614"/>
                <a:gd name="connsiteY25" fmla="*/ 23353 h 1105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09614" h="110569">
                  <a:moveTo>
                    <a:pt x="83021" y="6672"/>
                  </a:moveTo>
                  <a:cubicBezTo>
                    <a:pt x="91409" y="11057"/>
                    <a:pt x="97890" y="17539"/>
                    <a:pt x="102561" y="25831"/>
                  </a:cubicBezTo>
                  <a:cubicBezTo>
                    <a:pt x="107231" y="34219"/>
                    <a:pt x="109614" y="43942"/>
                    <a:pt x="109614" y="55189"/>
                  </a:cubicBezTo>
                  <a:cubicBezTo>
                    <a:pt x="109614" y="66437"/>
                    <a:pt x="107231" y="76350"/>
                    <a:pt x="102561" y="84738"/>
                  </a:cubicBezTo>
                  <a:cubicBezTo>
                    <a:pt x="97890" y="93126"/>
                    <a:pt x="91314" y="99512"/>
                    <a:pt x="83021" y="103897"/>
                  </a:cubicBezTo>
                  <a:cubicBezTo>
                    <a:pt x="74633" y="108377"/>
                    <a:pt x="65292" y="110569"/>
                    <a:pt x="54807" y="110569"/>
                  </a:cubicBezTo>
                  <a:cubicBezTo>
                    <a:pt x="44322" y="110569"/>
                    <a:pt x="34981" y="108377"/>
                    <a:pt x="26689" y="103897"/>
                  </a:cubicBezTo>
                  <a:cubicBezTo>
                    <a:pt x="18396" y="99512"/>
                    <a:pt x="11915" y="93031"/>
                    <a:pt x="7149" y="84643"/>
                  </a:cubicBezTo>
                  <a:cubicBezTo>
                    <a:pt x="2383" y="76255"/>
                    <a:pt x="0" y="66437"/>
                    <a:pt x="0" y="55189"/>
                  </a:cubicBezTo>
                  <a:cubicBezTo>
                    <a:pt x="0" y="43942"/>
                    <a:pt x="2383" y="34219"/>
                    <a:pt x="7149" y="25831"/>
                  </a:cubicBezTo>
                  <a:cubicBezTo>
                    <a:pt x="11915" y="17443"/>
                    <a:pt x="18396" y="11057"/>
                    <a:pt x="26689" y="6672"/>
                  </a:cubicBezTo>
                  <a:cubicBezTo>
                    <a:pt x="34981" y="2192"/>
                    <a:pt x="44322" y="0"/>
                    <a:pt x="54807" y="0"/>
                  </a:cubicBezTo>
                  <a:cubicBezTo>
                    <a:pt x="65292" y="0"/>
                    <a:pt x="74633" y="2192"/>
                    <a:pt x="83021" y="6672"/>
                  </a:cubicBezTo>
                  <a:close/>
                  <a:moveTo>
                    <a:pt x="38985" y="23353"/>
                  </a:moveTo>
                  <a:cubicBezTo>
                    <a:pt x="34123" y="25927"/>
                    <a:pt x="30311" y="29930"/>
                    <a:pt x="27356" y="35363"/>
                  </a:cubicBezTo>
                  <a:cubicBezTo>
                    <a:pt x="24401" y="40796"/>
                    <a:pt x="22971" y="47373"/>
                    <a:pt x="22971" y="55189"/>
                  </a:cubicBezTo>
                  <a:cubicBezTo>
                    <a:pt x="22971" y="63005"/>
                    <a:pt x="24401" y="69773"/>
                    <a:pt x="27356" y="75111"/>
                  </a:cubicBezTo>
                  <a:cubicBezTo>
                    <a:pt x="30311" y="80449"/>
                    <a:pt x="34123" y="84452"/>
                    <a:pt x="38985" y="87026"/>
                  </a:cubicBezTo>
                  <a:cubicBezTo>
                    <a:pt x="43846" y="89599"/>
                    <a:pt x="49088" y="90934"/>
                    <a:pt x="54807" y="90934"/>
                  </a:cubicBezTo>
                  <a:cubicBezTo>
                    <a:pt x="60526" y="90934"/>
                    <a:pt x="65864" y="89599"/>
                    <a:pt x="70630" y="87026"/>
                  </a:cubicBezTo>
                  <a:cubicBezTo>
                    <a:pt x="75491" y="84452"/>
                    <a:pt x="79304" y="80449"/>
                    <a:pt x="82258" y="75111"/>
                  </a:cubicBezTo>
                  <a:cubicBezTo>
                    <a:pt x="85213" y="69773"/>
                    <a:pt x="86643" y="63101"/>
                    <a:pt x="86643" y="55189"/>
                  </a:cubicBezTo>
                  <a:cubicBezTo>
                    <a:pt x="86643" y="47278"/>
                    <a:pt x="85213" y="40701"/>
                    <a:pt x="82258" y="35363"/>
                  </a:cubicBezTo>
                  <a:cubicBezTo>
                    <a:pt x="79304" y="29930"/>
                    <a:pt x="75491" y="25927"/>
                    <a:pt x="70630" y="23353"/>
                  </a:cubicBezTo>
                  <a:cubicBezTo>
                    <a:pt x="65769" y="20780"/>
                    <a:pt x="60526" y="19445"/>
                    <a:pt x="54807" y="19445"/>
                  </a:cubicBezTo>
                  <a:cubicBezTo>
                    <a:pt x="49088" y="19445"/>
                    <a:pt x="43750" y="20780"/>
                    <a:pt x="38985" y="23353"/>
                  </a:cubicBezTo>
                  <a:close/>
                </a:path>
              </a:pathLst>
            </a:custGeom>
            <a:solidFill>
              <a:schemeClr val="bg1"/>
            </a:solidFill>
            <a:ln w="9525" cap="flat">
              <a:noFill/>
              <a:prstDash val="solid"/>
              <a:miter/>
            </a:ln>
          </p:spPr>
          <p:txBody>
            <a:bodyPr rtlCol="0" anchor="ctr"/>
            <a:lstStyle/>
            <a:p>
              <a:endParaRPr lang="fr-FR" sz="1092"/>
            </a:p>
          </p:txBody>
        </p:sp>
        <p:sp>
          <p:nvSpPr>
            <p:cNvPr id="32" name="Forme libre : forme 61">
              <a:extLst>
                <a:ext uri="{FF2B5EF4-FFF2-40B4-BE49-F238E27FC236}">
                  <a16:creationId xmlns:a16="http://schemas.microsoft.com/office/drawing/2014/main" id="{F60848AC-6692-A9DC-2620-976816EF220A}"/>
                </a:ext>
              </a:extLst>
            </p:cNvPr>
            <p:cNvSpPr/>
            <p:nvPr/>
          </p:nvSpPr>
          <p:spPr>
            <a:xfrm>
              <a:off x="18889162" y="12603990"/>
              <a:ext cx="110662" cy="146122"/>
            </a:xfrm>
            <a:custGeom>
              <a:avLst/>
              <a:gdLst>
                <a:gd name="connsiteX0" fmla="*/ 87024 w 110662"/>
                <a:gd name="connsiteY0" fmla="*/ 42226 h 146122"/>
                <a:gd name="connsiteX1" fmla="*/ 104372 w 110662"/>
                <a:gd name="connsiteY1" fmla="*/ 61385 h 146122"/>
                <a:gd name="connsiteX2" fmla="*/ 110663 w 110662"/>
                <a:gd name="connsiteY2" fmla="*/ 90743 h 146122"/>
                <a:gd name="connsiteX3" fmla="*/ 104372 w 110662"/>
                <a:gd name="connsiteY3" fmla="*/ 120291 h 146122"/>
                <a:gd name="connsiteX4" fmla="*/ 87024 w 110662"/>
                <a:gd name="connsiteY4" fmla="*/ 139451 h 146122"/>
                <a:gd name="connsiteX5" fmla="*/ 61861 w 110662"/>
                <a:gd name="connsiteY5" fmla="*/ 146123 h 146122"/>
                <a:gd name="connsiteX6" fmla="*/ 36792 w 110662"/>
                <a:gd name="connsiteY6" fmla="*/ 138879 h 146122"/>
                <a:gd name="connsiteX7" fmla="*/ 22304 w 110662"/>
                <a:gd name="connsiteY7" fmla="*/ 119720 h 146122"/>
                <a:gd name="connsiteX8" fmla="*/ 22304 w 110662"/>
                <a:gd name="connsiteY8" fmla="*/ 144788 h 146122"/>
                <a:gd name="connsiteX9" fmla="*/ 0 w 110662"/>
                <a:gd name="connsiteY9" fmla="*/ 144788 h 146122"/>
                <a:gd name="connsiteX10" fmla="*/ 0 w 110662"/>
                <a:gd name="connsiteY10" fmla="*/ 0 h 146122"/>
                <a:gd name="connsiteX11" fmla="*/ 22304 w 110662"/>
                <a:gd name="connsiteY11" fmla="*/ 0 h 146122"/>
                <a:gd name="connsiteX12" fmla="*/ 22304 w 110662"/>
                <a:gd name="connsiteY12" fmla="*/ 62052 h 146122"/>
                <a:gd name="connsiteX13" fmla="*/ 36792 w 110662"/>
                <a:gd name="connsiteY13" fmla="*/ 42893 h 146122"/>
                <a:gd name="connsiteX14" fmla="*/ 61861 w 110662"/>
                <a:gd name="connsiteY14" fmla="*/ 35649 h 146122"/>
                <a:gd name="connsiteX15" fmla="*/ 87024 w 110662"/>
                <a:gd name="connsiteY15" fmla="*/ 42321 h 146122"/>
                <a:gd name="connsiteX16" fmla="*/ 38222 w 110662"/>
                <a:gd name="connsiteY16" fmla="*/ 59574 h 146122"/>
                <a:gd name="connsiteX17" fmla="*/ 26498 w 110662"/>
                <a:gd name="connsiteY17" fmla="*/ 72061 h 146122"/>
                <a:gd name="connsiteX18" fmla="*/ 22209 w 110662"/>
                <a:gd name="connsiteY18" fmla="*/ 90743 h 146122"/>
                <a:gd name="connsiteX19" fmla="*/ 26498 w 110662"/>
                <a:gd name="connsiteY19" fmla="*/ 109520 h 146122"/>
                <a:gd name="connsiteX20" fmla="*/ 38222 w 110662"/>
                <a:gd name="connsiteY20" fmla="*/ 121912 h 146122"/>
                <a:gd name="connsiteX21" fmla="*/ 55093 w 110662"/>
                <a:gd name="connsiteY21" fmla="*/ 126297 h 146122"/>
                <a:gd name="connsiteX22" fmla="*/ 78922 w 110662"/>
                <a:gd name="connsiteY22" fmla="*/ 116765 h 146122"/>
                <a:gd name="connsiteX23" fmla="*/ 87882 w 110662"/>
                <a:gd name="connsiteY23" fmla="*/ 90648 h 146122"/>
                <a:gd name="connsiteX24" fmla="*/ 78922 w 110662"/>
                <a:gd name="connsiteY24" fmla="*/ 64626 h 146122"/>
                <a:gd name="connsiteX25" fmla="*/ 55093 w 110662"/>
                <a:gd name="connsiteY25" fmla="*/ 54998 h 146122"/>
                <a:gd name="connsiteX26" fmla="*/ 38222 w 110662"/>
                <a:gd name="connsiteY26" fmla="*/ 59383 h 1461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10662" h="146122">
                  <a:moveTo>
                    <a:pt x="87024" y="42226"/>
                  </a:moveTo>
                  <a:cubicBezTo>
                    <a:pt x="94364" y="46610"/>
                    <a:pt x="100178" y="53092"/>
                    <a:pt x="104372" y="61385"/>
                  </a:cubicBezTo>
                  <a:cubicBezTo>
                    <a:pt x="108566" y="69678"/>
                    <a:pt x="110663" y="79495"/>
                    <a:pt x="110663" y="90743"/>
                  </a:cubicBezTo>
                  <a:cubicBezTo>
                    <a:pt x="110663" y="101990"/>
                    <a:pt x="108566" y="111903"/>
                    <a:pt x="104372" y="120291"/>
                  </a:cubicBezTo>
                  <a:cubicBezTo>
                    <a:pt x="100178" y="128680"/>
                    <a:pt x="94459" y="135066"/>
                    <a:pt x="87024" y="139451"/>
                  </a:cubicBezTo>
                  <a:cubicBezTo>
                    <a:pt x="79685" y="143930"/>
                    <a:pt x="71297" y="146123"/>
                    <a:pt x="61861" y="146123"/>
                  </a:cubicBezTo>
                  <a:cubicBezTo>
                    <a:pt x="52424" y="146123"/>
                    <a:pt x="43750" y="143740"/>
                    <a:pt x="36792" y="138879"/>
                  </a:cubicBezTo>
                  <a:cubicBezTo>
                    <a:pt x="29834" y="134017"/>
                    <a:pt x="25068" y="127631"/>
                    <a:pt x="22304" y="119720"/>
                  </a:cubicBezTo>
                  <a:lnTo>
                    <a:pt x="22304" y="144788"/>
                  </a:lnTo>
                  <a:lnTo>
                    <a:pt x="0" y="144788"/>
                  </a:lnTo>
                  <a:lnTo>
                    <a:pt x="0" y="0"/>
                  </a:lnTo>
                  <a:lnTo>
                    <a:pt x="22304" y="0"/>
                  </a:lnTo>
                  <a:lnTo>
                    <a:pt x="22304" y="62052"/>
                  </a:lnTo>
                  <a:cubicBezTo>
                    <a:pt x="25068" y="54141"/>
                    <a:pt x="29834" y="47659"/>
                    <a:pt x="36792" y="42893"/>
                  </a:cubicBezTo>
                  <a:cubicBezTo>
                    <a:pt x="43750" y="38032"/>
                    <a:pt x="52043" y="35649"/>
                    <a:pt x="61861" y="35649"/>
                  </a:cubicBezTo>
                  <a:cubicBezTo>
                    <a:pt x="71678" y="35649"/>
                    <a:pt x="79685" y="37841"/>
                    <a:pt x="87024" y="42321"/>
                  </a:cubicBezTo>
                  <a:close/>
                  <a:moveTo>
                    <a:pt x="38222" y="59574"/>
                  </a:moveTo>
                  <a:cubicBezTo>
                    <a:pt x="33265" y="62529"/>
                    <a:pt x="29357" y="66723"/>
                    <a:pt x="26498" y="72061"/>
                  </a:cubicBezTo>
                  <a:cubicBezTo>
                    <a:pt x="23639" y="77494"/>
                    <a:pt x="22209" y="83689"/>
                    <a:pt x="22209" y="90743"/>
                  </a:cubicBezTo>
                  <a:cubicBezTo>
                    <a:pt x="22209" y="97797"/>
                    <a:pt x="23639" y="104183"/>
                    <a:pt x="26498" y="109520"/>
                  </a:cubicBezTo>
                  <a:cubicBezTo>
                    <a:pt x="29357" y="114858"/>
                    <a:pt x="33265" y="119052"/>
                    <a:pt x="38222" y="121912"/>
                  </a:cubicBezTo>
                  <a:cubicBezTo>
                    <a:pt x="43179" y="124867"/>
                    <a:pt x="48802" y="126297"/>
                    <a:pt x="55093" y="126297"/>
                  </a:cubicBezTo>
                  <a:cubicBezTo>
                    <a:pt x="65006" y="126297"/>
                    <a:pt x="73013" y="123151"/>
                    <a:pt x="78922" y="116765"/>
                  </a:cubicBezTo>
                  <a:cubicBezTo>
                    <a:pt x="84832" y="110378"/>
                    <a:pt x="87882" y="101704"/>
                    <a:pt x="87882" y="90648"/>
                  </a:cubicBezTo>
                  <a:cubicBezTo>
                    <a:pt x="87882" y="79591"/>
                    <a:pt x="84927" y="71012"/>
                    <a:pt x="78922" y="64626"/>
                  </a:cubicBezTo>
                  <a:cubicBezTo>
                    <a:pt x="72917" y="58239"/>
                    <a:pt x="65006" y="54998"/>
                    <a:pt x="55093" y="54998"/>
                  </a:cubicBezTo>
                  <a:cubicBezTo>
                    <a:pt x="48802" y="54998"/>
                    <a:pt x="43179" y="56428"/>
                    <a:pt x="38222" y="59383"/>
                  </a:cubicBezTo>
                  <a:close/>
                </a:path>
              </a:pathLst>
            </a:custGeom>
            <a:solidFill>
              <a:schemeClr val="bg1"/>
            </a:solidFill>
            <a:ln w="9525" cap="flat">
              <a:noFill/>
              <a:prstDash val="solid"/>
              <a:miter/>
            </a:ln>
          </p:spPr>
          <p:txBody>
            <a:bodyPr rtlCol="0" anchor="ctr"/>
            <a:lstStyle/>
            <a:p>
              <a:endParaRPr lang="fr-FR" sz="1092"/>
            </a:p>
          </p:txBody>
        </p:sp>
        <p:sp>
          <p:nvSpPr>
            <p:cNvPr id="33" name="Forme libre : forme 62">
              <a:extLst>
                <a:ext uri="{FF2B5EF4-FFF2-40B4-BE49-F238E27FC236}">
                  <a16:creationId xmlns:a16="http://schemas.microsoft.com/office/drawing/2014/main" id="{536DBC22-859B-9011-3F3D-F63C8CCEE29C}"/>
                </a:ext>
              </a:extLst>
            </p:cNvPr>
            <p:cNvSpPr/>
            <p:nvPr/>
          </p:nvSpPr>
          <p:spPr>
            <a:xfrm>
              <a:off x="19001159" y="12640974"/>
              <a:ext cx="109137" cy="107804"/>
            </a:xfrm>
            <a:custGeom>
              <a:avLst/>
              <a:gdLst>
                <a:gd name="connsiteX0" fmla="*/ 54807 w 109137"/>
                <a:gd name="connsiteY0" fmla="*/ 84738 h 107804"/>
                <a:gd name="connsiteX1" fmla="*/ 85308 w 109137"/>
                <a:gd name="connsiteY1" fmla="*/ 0 h 107804"/>
                <a:gd name="connsiteX2" fmla="*/ 109138 w 109137"/>
                <a:gd name="connsiteY2" fmla="*/ 0 h 107804"/>
                <a:gd name="connsiteX3" fmla="*/ 68056 w 109137"/>
                <a:gd name="connsiteY3" fmla="*/ 107805 h 107804"/>
                <a:gd name="connsiteX4" fmla="*/ 41082 w 109137"/>
                <a:gd name="connsiteY4" fmla="*/ 107805 h 107804"/>
                <a:gd name="connsiteX5" fmla="*/ 0 w 109137"/>
                <a:gd name="connsiteY5" fmla="*/ 0 h 107804"/>
                <a:gd name="connsiteX6" fmla="*/ 23829 w 109137"/>
                <a:gd name="connsiteY6" fmla="*/ 0 h 107804"/>
                <a:gd name="connsiteX7" fmla="*/ 54712 w 109137"/>
                <a:gd name="connsiteY7" fmla="*/ 84738 h 1078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9137" h="107804">
                  <a:moveTo>
                    <a:pt x="54807" y="84738"/>
                  </a:moveTo>
                  <a:lnTo>
                    <a:pt x="85308" y="0"/>
                  </a:lnTo>
                  <a:lnTo>
                    <a:pt x="109138" y="0"/>
                  </a:lnTo>
                  <a:lnTo>
                    <a:pt x="68056" y="107805"/>
                  </a:lnTo>
                  <a:lnTo>
                    <a:pt x="41082" y="107805"/>
                  </a:lnTo>
                  <a:lnTo>
                    <a:pt x="0" y="0"/>
                  </a:lnTo>
                  <a:lnTo>
                    <a:pt x="23829" y="0"/>
                  </a:lnTo>
                  <a:lnTo>
                    <a:pt x="54712" y="84738"/>
                  </a:lnTo>
                  <a:close/>
                </a:path>
              </a:pathLst>
            </a:custGeom>
            <a:solidFill>
              <a:schemeClr val="bg1"/>
            </a:solidFill>
            <a:ln w="9525" cap="flat">
              <a:noFill/>
              <a:prstDash val="solid"/>
              <a:miter/>
            </a:ln>
          </p:spPr>
          <p:txBody>
            <a:bodyPr rtlCol="0" anchor="ctr"/>
            <a:lstStyle/>
            <a:p>
              <a:endParaRPr lang="fr-FR" sz="1092"/>
            </a:p>
          </p:txBody>
        </p:sp>
        <p:sp>
          <p:nvSpPr>
            <p:cNvPr id="34" name="Forme libre : forme 63">
              <a:extLst>
                <a:ext uri="{FF2B5EF4-FFF2-40B4-BE49-F238E27FC236}">
                  <a16:creationId xmlns:a16="http://schemas.microsoft.com/office/drawing/2014/main" id="{6F6DFDAE-6291-F237-4DCB-596DA58D944E}"/>
                </a:ext>
              </a:extLst>
            </p:cNvPr>
            <p:cNvSpPr/>
            <p:nvPr/>
          </p:nvSpPr>
          <p:spPr>
            <a:xfrm>
              <a:off x="19118970" y="12596555"/>
              <a:ext cx="28785" cy="152223"/>
            </a:xfrm>
            <a:custGeom>
              <a:avLst/>
              <a:gdLst>
                <a:gd name="connsiteX0" fmla="*/ 3908 w 28785"/>
                <a:gd name="connsiteY0" fmla="*/ 3717 h 152223"/>
                <a:gd name="connsiteX1" fmla="*/ 14298 w 28785"/>
                <a:gd name="connsiteY1" fmla="*/ 0 h 152223"/>
                <a:gd name="connsiteX2" fmla="*/ 24782 w 28785"/>
                <a:gd name="connsiteY2" fmla="*/ 3717 h 152223"/>
                <a:gd name="connsiteX3" fmla="*/ 28786 w 28785"/>
                <a:gd name="connsiteY3" fmla="*/ 13154 h 152223"/>
                <a:gd name="connsiteX4" fmla="*/ 24782 w 28785"/>
                <a:gd name="connsiteY4" fmla="*/ 22304 h 152223"/>
                <a:gd name="connsiteX5" fmla="*/ 14298 w 28785"/>
                <a:gd name="connsiteY5" fmla="*/ 25831 h 152223"/>
                <a:gd name="connsiteX6" fmla="*/ 3908 w 28785"/>
                <a:gd name="connsiteY6" fmla="*/ 22304 h 152223"/>
                <a:gd name="connsiteX7" fmla="*/ 0 w 28785"/>
                <a:gd name="connsiteY7" fmla="*/ 13154 h 152223"/>
                <a:gd name="connsiteX8" fmla="*/ 3908 w 28785"/>
                <a:gd name="connsiteY8" fmla="*/ 3717 h 152223"/>
                <a:gd name="connsiteX9" fmla="*/ 25450 w 28785"/>
                <a:gd name="connsiteY9" fmla="*/ 44418 h 152223"/>
                <a:gd name="connsiteX10" fmla="*/ 25450 w 28785"/>
                <a:gd name="connsiteY10" fmla="*/ 152223 h 152223"/>
                <a:gd name="connsiteX11" fmla="*/ 3146 w 28785"/>
                <a:gd name="connsiteY11" fmla="*/ 152223 h 152223"/>
                <a:gd name="connsiteX12" fmla="*/ 3146 w 28785"/>
                <a:gd name="connsiteY12" fmla="*/ 44418 h 152223"/>
                <a:gd name="connsiteX13" fmla="*/ 25450 w 28785"/>
                <a:gd name="connsiteY13" fmla="*/ 44418 h 1522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8785" h="152223">
                  <a:moveTo>
                    <a:pt x="3908" y="3717"/>
                  </a:moveTo>
                  <a:cubicBezTo>
                    <a:pt x="6481" y="1239"/>
                    <a:pt x="10008" y="0"/>
                    <a:pt x="14298" y="0"/>
                  </a:cubicBezTo>
                  <a:cubicBezTo>
                    <a:pt x="18587" y="0"/>
                    <a:pt x="22114" y="1239"/>
                    <a:pt x="24782" y="3717"/>
                  </a:cubicBezTo>
                  <a:cubicBezTo>
                    <a:pt x="27451" y="6196"/>
                    <a:pt x="28786" y="9341"/>
                    <a:pt x="28786" y="13154"/>
                  </a:cubicBezTo>
                  <a:cubicBezTo>
                    <a:pt x="28786" y="16967"/>
                    <a:pt x="27451" y="20017"/>
                    <a:pt x="24782" y="22304"/>
                  </a:cubicBezTo>
                  <a:cubicBezTo>
                    <a:pt x="22114" y="24687"/>
                    <a:pt x="18587" y="25831"/>
                    <a:pt x="14298" y="25831"/>
                  </a:cubicBezTo>
                  <a:cubicBezTo>
                    <a:pt x="10008" y="25831"/>
                    <a:pt x="6577" y="24687"/>
                    <a:pt x="3908" y="22304"/>
                  </a:cubicBezTo>
                  <a:cubicBezTo>
                    <a:pt x="1335" y="19921"/>
                    <a:pt x="0" y="16871"/>
                    <a:pt x="0" y="13154"/>
                  </a:cubicBezTo>
                  <a:cubicBezTo>
                    <a:pt x="0" y="9436"/>
                    <a:pt x="1335" y="6291"/>
                    <a:pt x="3908" y="3717"/>
                  </a:cubicBezTo>
                  <a:close/>
                  <a:moveTo>
                    <a:pt x="25450" y="44418"/>
                  </a:moveTo>
                  <a:lnTo>
                    <a:pt x="25450" y="152223"/>
                  </a:lnTo>
                  <a:lnTo>
                    <a:pt x="3146" y="152223"/>
                  </a:lnTo>
                  <a:lnTo>
                    <a:pt x="3146" y="44418"/>
                  </a:lnTo>
                  <a:lnTo>
                    <a:pt x="25450" y="44418"/>
                  </a:lnTo>
                  <a:close/>
                </a:path>
              </a:pathLst>
            </a:custGeom>
            <a:solidFill>
              <a:schemeClr val="bg1"/>
            </a:solidFill>
            <a:ln w="9525" cap="flat">
              <a:noFill/>
              <a:prstDash val="solid"/>
              <a:miter/>
            </a:ln>
          </p:spPr>
          <p:txBody>
            <a:bodyPr rtlCol="0" anchor="ctr"/>
            <a:lstStyle/>
            <a:p>
              <a:endParaRPr lang="fr-FR" sz="1092"/>
            </a:p>
          </p:txBody>
        </p:sp>
        <p:sp>
          <p:nvSpPr>
            <p:cNvPr id="35" name="Forme libre : forme 64">
              <a:extLst>
                <a:ext uri="{FF2B5EF4-FFF2-40B4-BE49-F238E27FC236}">
                  <a16:creationId xmlns:a16="http://schemas.microsoft.com/office/drawing/2014/main" id="{661B36E2-4FAB-AD83-7C70-B8E319E01F6A}"/>
                </a:ext>
              </a:extLst>
            </p:cNvPr>
            <p:cNvSpPr/>
            <p:nvPr/>
          </p:nvSpPr>
          <p:spPr>
            <a:xfrm>
              <a:off x="19161005" y="12639544"/>
              <a:ext cx="109614" cy="110569"/>
            </a:xfrm>
            <a:custGeom>
              <a:avLst/>
              <a:gdLst>
                <a:gd name="connsiteX0" fmla="*/ 83021 w 109614"/>
                <a:gd name="connsiteY0" fmla="*/ 6672 h 110569"/>
                <a:gd name="connsiteX1" fmla="*/ 102561 w 109614"/>
                <a:gd name="connsiteY1" fmla="*/ 25831 h 110569"/>
                <a:gd name="connsiteX2" fmla="*/ 109614 w 109614"/>
                <a:gd name="connsiteY2" fmla="*/ 55189 h 110569"/>
                <a:gd name="connsiteX3" fmla="*/ 102561 w 109614"/>
                <a:gd name="connsiteY3" fmla="*/ 84738 h 110569"/>
                <a:gd name="connsiteX4" fmla="*/ 83021 w 109614"/>
                <a:gd name="connsiteY4" fmla="*/ 103897 h 110569"/>
                <a:gd name="connsiteX5" fmla="*/ 54807 w 109614"/>
                <a:gd name="connsiteY5" fmla="*/ 110569 h 110569"/>
                <a:gd name="connsiteX6" fmla="*/ 26689 w 109614"/>
                <a:gd name="connsiteY6" fmla="*/ 103897 h 110569"/>
                <a:gd name="connsiteX7" fmla="*/ 7149 w 109614"/>
                <a:gd name="connsiteY7" fmla="*/ 84643 h 110569"/>
                <a:gd name="connsiteX8" fmla="*/ 0 w 109614"/>
                <a:gd name="connsiteY8" fmla="*/ 55189 h 110569"/>
                <a:gd name="connsiteX9" fmla="*/ 7149 w 109614"/>
                <a:gd name="connsiteY9" fmla="*/ 25831 h 110569"/>
                <a:gd name="connsiteX10" fmla="*/ 26689 w 109614"/>
                <a:gd name="connsiteY10" fmla="*/ 6672 h 110569"/>
                <a:gd name="connsiteX11" fmla="*/ 54807 w 109614"/>
                <a:gd name="connsiteY11" fmla="*/ 0 h 110569"/>
                <a:gd name="connsiteX12" fmla="*/ 83021 w 109614"/>
                <a:gd name="connsiteY12" fmla="*/ 6672 h 110569"/>
                <a:gd name="connsiteX13" fmla="*/ 38985 w 109614"/>
                <a:gd name="connsiteY13" fmla="*/ 23353 h 110569"/>
                <a:gd name="connsiteX14" fmla="*/ 27356 w 109614"/>
                <a:gd name="connsiteY14" fmla="*/ 35363 h 110569"/>
                <a:gd name="connsiteX15" fmla="*/ 22971 w 109614"/>
                <a:gd name="connsiteY15" fmla="*/ 55189 h 110569"/>
                <a:gd name="connsiteX16" fmla="*/ 27356 w 109614"/>
                <a:gd name="connsiteY16" fmla="*/ 75111 h 110569"/>
                <a:gd name="connsiteX17" fmla="*/ 38985 w 109614"/>
                <a:gd name="connsiteY17" fmla="*/ 87026 h 110569"/>
                <a:gd name="connsiteX18" fmla="*/ 54807 w 109614"/>
                <a:gd name="connsiteY18" fmla="*/ 90934 h 110569"/>
                <a:gd name="connsiteX19" fmla="*/ 70630 w 109614"/>
                <a:gd name="connsiteY19" fmla="*/ 87026 h 110569"/>
                <a:gd name="connsiteX20" fmla="*/ 82258 w 109614"/>
                <a:gd name="connsiteY20" fmla="*/ 75111 h 110569"/>
                <a:gd name="connsiteX21" fmla="*/ 86643 w 109614"/>
                <a:gd name="connsiteY21" fmla="*/ 55189 h 110569"/>
                <a:gd name="connsiteX22" fmla="*/ 82258 w 109614"/>
                <a:gd name="connsiteY22" fmla="*/ 35363 h 110569"/>
                <a:gd name="connsiteX23" fmla="*/ 70630 w 109614"/>
                <a:gd name="connsiteY23" fmla="*/ 23353 h 110569"/>
                <a:gd name="connsiteX24" fmla="*/ 54807 w 109614"/>
                <a:gd name="connsiteY24" fmla="*/ 19445 h 110569"/>
                <a:gd name="connsiteX25" fmla="*/ 38985 w 109614"/>
                <a:gd name="connsiteY25" fmla="*/ 23353 h 1105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09614" h="110569">
                  <a:moveTo>
                    <a:pt x="83021" y="6672"/>
                  </a:moveTo>
                  <a:cubicBezTo>
                    <a:pt x="91409" y="11057"/>
                    <a:pt x="97890" y="17539"/>
                    <a:pt x="102561" y="25831"/>
                  </a:cubicBezTo>
                  <a:cubicBezTo>
                    <a:pt x="107231" y="34219"/>
                    <a:pt x="109614" y="43942"/>
                    <a:pt x="109614" y="55189"/>
                  </a:cubicBezTo>
                  <a:cubicBezTo>
                    <a:pt x="109614" y="66437"/>
                    <a:pt x="107231" y="76350"/>
                    <a:pt x="102561" y="84738"/>
                  </a:cubicBezTo>
                  <a:cubicBezTo>
                    <a:pt x="97890" y="93126"/>
                    <a:pt x="91314" y="99512"/>
                    <a:pt x="83021" y="103897"/>
                  </a:cubicBezTo>
                  <a:cubicBezTo>
                    <a:pt x="74633" y="108377"/>
                    <a:pt x="65292" y="110569"/>
                    <a:pt x="54807" y="110569"/>
                  </a:cubicBezTo>
                  <a:cubicBezTo>
                    <a:pt x="44322" y="110569"/>
                    <a:pt x="34981" y="108377"/>
                    <a:pt x="26689" y="103897"/>
                  </a:cubicBezTo>
                  <a:cubicBezTo>
                    <a:pt x="18396" y="99512"/>
                    <a:pt x="11915" y="93031"/>
                    <a:pt x="7149" y="84643"/>
                  </a:cubicBezTo>
                  <a:cubicBezTo>
                    <a:pt x="2383" y="76255"/>
                    <a:pt x="0" y="66437"/>
                    <a:pt x="0" y="55189"/>
                  </a:cubicBezTo>
                  <a:cubicBezTo>
                    <a:pt x="0" y="43942"/>
                    <a:pt x="2383" y="34219"/>
                    <a:pt x="7149" y="25831"/>
                  </a:cubicBezTo>
                  <a:cubicBezTo>
                    <a:pt x="11915" y="17443"/>
                    <a:pt x="18396" y="11057"/>
                    <a:pt x="26689" y="6672"/>
                  </a:cubicBezTo>
                  <a:cubicBezTo>
                    <a:pt x="34981" y="2192"/>
                    <a:pt x="44322" y="0"/>
                    <a:pt x="54807" y="0"/>
                  </a:cubicBezTo>
                  <a:cubicBezTo>
                    <a:pt x="65292" y="0"/>
                    <a:pt x="74633" y="2192"/>
                    <a:pt x="83021" y="6672"/>
                  </a:cubicBezTo>
                  <a:close/>
                  <a:moveTo>
                    <a:pt x="38985" y="23353"/>
                  </a:moveTo>
                  <a:cubicBezTo>
                    <a:pt x="34124" y="25927"/>
                    <a:pt x="30311" y="29930"/>
                    <a:pt x="27356" y="35363"/>
                  </a:cubicBezTo>
                  <a:cubicBezTo>
                    <a:pt x="24401" y="40796"/>
                    <a:pt x="22971" y="47373"/>
                    <a:pt x="22971" y="55189"/>
                  </a:cubicBezTo>
                  <a:cubicBezTo>
                    <a:pt x="22971" y="63005"/>
                    <a:pt x="24401" y="69773"/>
                    <a:pt x="27356" y="75111"/>
                  </a:cubicBezTo>
                  <a:cubicBezTo>
                    <a:pt x="30311" y="80449"/>
                    <a:pt x="34124" y="84452"/>
                    <a:pt x="38985" y="87026"/>
                  </a:cubicBezTo>
                  <a:cubicBezTo>
                    <a:pt x="43846" y="89599"/>
                    <a:pt x="49088" y="90934"/>
                    <a:pt x="54807" y="90934"/>
                  </a:cubicBezTo>
                  <a:cubicBezTo>
                    <a:pt x="60526" y="90934"/>
                    <a:pt x="65864" y="89599"/>
                    <a:pt x="70630" y="87026"/>
                  </a:cubicBezTo>
                  <a:cubicBezTo>
                    <a:pt x="75491" y="84452"/>
                    <a:pt x="79304" y="80449"/>
                    <a:pt x="82258" y="75111"/>
                  </a:cubicBezTo>
                  <a:cubicBezTo>
                    <a:pt x="85213" y="69773"/>
                    <a:pt x="86643" y="63101"/>
                    <a:pt x="86643" y="55189"/>
                  </a:cubicBezTo>
                  <a:cubicBezTo>
                    <a:pt x="86643" y="47278"/>
                    <a:pt x="85213" y="40701"/>
                    <a:pt x="82258" y="35363"/>
                  </a:cubicBezTo>
                  <a:cubicBezTo>
                    <a:pt x="79304" y="29930"/>
                    <a:pt x="75491" y="25927"/>
                    <a:pt x="70630" y="23353"/>
                  </a:cubicBezTo>
                  <a:cubicBezTo>
                    <a:pt x="65769" y="20780"/>
                    <a:pt x="60526" y="19445"/>
                    <a:pt x="54807" y="19445"/>
                  </a:cubicBezTo>
                  <a:cubicBezTo>
                    <a:pt x="49088" y="19445"/>
                    <a:pt x="43750" y="20780"/>
                    <a:pt x="38985" y="23353"/>
                  </a:cubicBezTo>
                  <a:close/>
                </a:path>
              </a:pathLst>
            </a:custGeom>
            <a:solidFill>
              <a:schemeClr val="bg1"/>
            </a:solidFill>
            <a:ln w="9525" cap="flat">
              <a:noFill/>
              <a:prstDash val="solid"/>
              <a:miter/>
            </a:ln>
          </p:spPr>
          <p:txBody>
            <a:bodyPr rtlCol="0" anchor="ctr"/>
            <a:lstStyle/>
            <a:p>
              <a:endParaRPr lang="fr-FR" sz="1092"/>
            </a:p>
          </p:txBody>
        </p:sp>
        <p:sp>
          <p:nvSpPr>
            <p:cNvPr id="36" name="Forme libre : forme 65">
              <a:extLst>
                <a:ext uri="{FF2B5EF4-FFF2-40B4-BE49-F238E27FC236}">
                  <a16:creationId xmlns:a16="http://schemas.microsoft.com/office/drawing/2014/main" id="{CEE29C28-DB95-6B98-A28C-2AD7957A8CFB}"/>
                </a:ext>
              </a:extLst>
            </p:cNvPr>
            <p:cNvSpPr/>
            <p:nvPr/>
          </p:nvSpPr>
          <p:spPr>
            <a:xfrm>
              <a:off x="19284727" y="12640974"/>
              <a:ext cx="101893" cy="109425"/>
            </a:xfrm>
            <a:custGeom>
              <a:avLst/>
              <a:gdLst>
                <a:gd name="connsiteX0" fmla="*/ 101894 w 101893"/>
                <a:gd name="connsiteY0" fmla="*/ 0 h 109425"/>
                <a:gd name="connsiteX1" fmla="*/ 101894 w 101893"/>
                <a:gd name="connsiteY1" fmla="*/ 107805 h 109425"/>
                <a:gd name="connsiteX2" fmla="*/ 79399 w 101893"/>
                <a:gd name="connsiteY2" fmla="*/ 107805 h 109425"/>
                <a:gd name="connsiteX3" fmla="*/ 79399 w 101893"/>
                <a:gd name="connsiteY3" fmla="*/ 84356 h 109425"/>
                <a:gd name="connsiteX4" fmla="*/ 65101 w 101893"/>
                <a:gd name="connsiteY4" fmla="*/ 102848 h 109425"/>
                <a:gd name="connsiteX5" fmla="*/ 41463 w 101893"/>
                <a:gd name="connsiteY5" fmla="*/ 109425 h 109425"/>
                <a:gd name="connsiteX6" fmla="*/ 11343 w 101893"/>
                <a:gd name="connsiteY6" fmla="*/ 97320 h 109425"/>
                <a:gd name="connsiteX7" fmla="*/ 0 w 101893"/>
                <a:gd name="connsiteY7" fmla="*/ 62719 h 109425"/>
                <a:gd name="connsiteX8" fmla="*/ 0 w 101893"/>
                <a:gd name="connsiteY8" fmla="*/ 95 h 109425"/>
                <a:gd name="connsiteX9" fmla="*/ 22304 w 101893"/>
                <a:gd name="connsiteY9" fmla="*/ 95 h 109425"/>
                <a:gd name="connsiteX10" fmla="*/ 22304 w 101893"/>
                <a:gd name="connsiteY10" fmla="*/ 60336 h 109425"/>
                <a:gd name="connsiteX11" fmla="*/ 29739 w 101893"/>
                <a:gd name="connsiteY11" fmla="*/ 82927 h 109425"/>
                <a:gd name="connsiteX12" fmla="*/ 50041 w 101893"/>
                <a:gd name="connsiteY12" fmla="*/ 90838 h 109425"/>
                <a:gd name="connsiteX13" fmla="*/ 71392 w 101893"/>
                <a:gd name="connsiteY13" fmla="*/ 82260 h 109425"/>
                <a:gd name="connsiteX14" fmla="*/ 79399 w 101893"/>
                <a:gd name="connsiteY14" fmla="*/ 57191 h 109425"/>
                <a:gd name="connsiteX15" fmla="*/ 79399 w 101893"/>
                <a:gd name="connsiteY15" fmla="*/ 0 h 109425"/>
                <a:gd name="connsiteX16" fmla="*/ 101894 w 101893"/>
                <a:gd name="connsiteY16" fmla="*/ 0 h 109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1893" h="109425">
                  <a:moveTo>
                    <a:pt x="101894" y="0"/>
                  </a:moveTo>
                  <a:lnTo>
                    <a:pt x="101894" y="107805"/>
                  </a:lnTo>
                  <a:lnTo>
                    <a:pt x="79399" y="107805"/>
                  </a:lnTo>
                  <a:lnTo>
                    <a:pt x="79399" y="84356"/>
                  </a:lnTo>
                  <a:cubicBezTo>
                    <a:pt x="76635" y="92268"/>
                    <a:pt x="71869" y="98464"/>
                    <a:pt x="65101" y="102848"/>
                  </a:cubicBezTo>
                  <a:cubicBezTo>
                    <a:pt x="58334" y="107233"/>
                    <a:pt x="50422" y="109425"/>
                    <a:pt x="41463" y="109425"/>
                  </a:cubicBezTo>
                  <a:cubicBezTo>
                    <a:pt x="28976" y="109425"/>
                    <a:pt x="18873" y="105422"/>
                    <a:pt x="11343" y="97320"/>
                  </a:cubicBezTo>
                  <a:cubicBezTo>
                    <a:pt x="3813" y="89218"/>
                    <a:pt x="0" y="77684"/>
                    <a:pt x="0" y="62719"/>
                  </a:cubicBezTo>
                  <a:lnTo>
                    <a:pt x="0" y="95"/>
                  </a:lnTo>
                  <a:lnTo>
                    <a:pt x="22304" y="95"/>
                  </a:lnTo>
                  <a:lnTo>
                    <a:pt x="22304" y="60336"/>
                  </a:lnTo>
                  <a:cubicBezTo>
                    <a:pt x="22304" y="70154"/>
                    <a:pt x="24782" y="77684"/>
                    <a:pt x="29739" y="82927"/>
                  </a:cubicBezTo>
                  <a:cubicBezTo>
                    <a:pt x="34695" y="88169"/>
                    <a:pt x="41463" y="90838"/>
                    <a:pt x="50041" y="90838"/>
                  </a:cubicBezTo>
                  <a:cubicBezTo>
                    <a:pt x="58620" y="90838"/>
                    <a:pt x="66055" y="87978"/>
                    <a:pt x="71392" y="82260"/>
                  </a:cubicBezTo>
                  <a:cubicBezTo>
                    <a:pt x="76730" y="76540"/>
                    <a:pt x="79399" y="68152"/>
                    <a:pt x="79399" y="57191"/>
                  </a:cubicBezTo>
                  <a:lnTo>
                    <a:pt x="79399" y="0"/>
                  </a:lnTo>
                  <a:lnTo>
                    <a:pt x="101894" y="0"/>
                  </a:lnTo>
                  <a:close/>
                </a:path>
              </a:pathLst>
            </a:custGeom>
            <a:solidFill>
              <a:schemeClr val="bg1"/>
            </a:solidFill>
            <a:ln w="9525" cap="flat">
              <a:noFill/>
              <a:prstDash val="solid"/>
              <a:miter/>
            </a:ln>
          </p:spPr>
          <p:txBody>
            <a:bodyPr rtlCol="0" anchor="ctr"/>
            <a:lstStyle/>
            <a:p>
              <a:endParaRPr lang="fr-FR" sz="1092"/>
            </a:p>
          </p:txBody>
        </p:sp>
        <p:sp>
          <p:nvSpPr>
            <p:cNvPr id="37" name="Forme libre : forme 66">
              <a:extLst>
                <a:ext uri="{FF2B5EF4-FFF2-40B4-BE49-F238E27FC236}">
                  <a16:creationId xmlns:a16="http://schemas.microsoft.com/office/drawing/2014/main" id="{69D62F43-08D0-FE8F-51DB-09DA0BBEA69C}"/>
                </a:ext>
              </a:extLst>
            </p:cNvPr>
            <p:cNvSpPr/>
            <p:nvPr/>
          </p:nvSpPr>
          <p:spPr>
            <a:xfrm>
              <a:off x="19404063" y="12639735"/>
              <a:ext cx="85594" cy="110378"/>
            </a:xfrm>
            <a:custGeom>
              <a:avLst/>
              <a:gdLst>
                <a:gd name="connsiteX0" fmla="*/ 70534 w 85594"/>
                <a:gd name="connsiteY0" fmla="*/ 9532 h 110378"/>
                <a:gd name="connsiteX1" fmla="*/ 84546 w 85594"/>
                <a:gd name="connsiteY1" fmla="*/ 35458 h 110378"/>
                <a:gd name="connsiteX2" fmla="*/ 63386 w 85594"/>
                <a:gd name="connsiteY2" fmla="*/ 35458 h 110378"/>
                <a:gd name="connsiteX3" fmla="*/ 55856 w 85594"/>
                <a:gd name="connsiteY3" fmla="*/ 21256 h 110378"/>
                <a:gd name="connsiteX4" fmla="*/ 39556 w 85594"/>
                <a:gd name="connsiteY4" fmla="*/ 15918 h 110378"/>
                <a:gd name="connsiteX5" fmla="*/ 26498 w 85594"/>
                <a:gd name="connsiteY5" fmla="*/ 19921 h 110378"/>
                <a:gd name="connsiteX6" fmla="*/ 21923 w 85594"/>
                <a:gd name="connsiteY6" fmla="*/ 30788 h 110378"/>
                <a:gd name="connsiteX7" fmla="*/ 25259 w 85594"/>
                <a:gd name="connsiteY7" fmla="*/ 38985 h 110378"/>
                <a:gd name="connsiteX8" fmla="*/ 33551 w 85594"/>
                <a:gd name="connsiteY8" fmla="*/ 43846 h 110378"/>
                <a:gd name="connsiteX9" fmla="*/ 47754 w 85594"/>
                <a:gd name="connsiteY9" fmla="*/ 47754 h 110378"/>
                <a:gd name="connsiteX10" fmla="*/ 67389 w 85594"/>
                <a:gd name="connsiteY10" fmla="*/ 53378 h 110378"/>
                <a:gd name="connsiteX11" fmla="*/ 80257 w 85594"/>
                <a:gd name="connsiteY11" fmla="*/ 62719 h 110378"/>
                <a:gd name="connsiteX12" fmla="*/ 85595 w 85594"/>
                <a:gd name="connsiteY12" fmla="*/ 80067 h 110378"/>
                <a:gd name="connsiteX13" fmla="*/ 75300 w 85594"/>
                <a:gd name="connsiteY13" fmla="*/ 101990 h 110378"/>
                <a:gd name="connsiteX14" fmla="*/ 47563 w 85594"/>
                <a:gd name="connsiteY14" fmla="*/ 110378 h 110378"/>
                <a:gd name="connsiteX15" fmla="*/ 14965 w 85594"/>
                <a:gd name="connsiteY15" fmla="*/ 100942 h 110378"/>
                <a:gd name="connsiteX16" fmla="*/ 0 w 85594"/>
                <a:gd name="connsiteY16" fmla="*/ 74729 h 110378"/>
                <a:gd name="connsiteX17" fmla="*/ 21732 w 85594"/>
                <a:gd name="connsiteY17" fmla="*/ 74729 h 110378"/>
                <a:gd name="connsiteX18" fmla="*/ 29548 w 85594"/>
                <a:gd name="connsiteY18" fmla="*/ 89027 h 110378"/>
                <a:gd name="connsiteX19" fmla="*/ 47563 w 85594"/>
                <a:gd name="connsiteY19" fmla="*/ 94460 h 110378"/>
                <a:gd name="connsiteX20" fmla="*/ 60145 w 85594"/>
                <a:gd name="connsiteY20" fmla="*/ 90266 h 110378"/>
                <a:gd name="connsiteX21" fmla="*/ 64720 w 85594"/>
                <a:gd name="connsiteY21" fmla="*/ 79591 h 110378"/>
                <a:gd name="connsiteX22" fmla="*/ 61194 w 85594"/>
                <a:gd name="connsiteY22" fmla="*/ 70631 h 110378"/>
                <a:gd name="connsiteX23" fmla="*/ 52424 w 85594"/>
                <a:gd name="connsiteY23" fmla="*/ 65484 h 110378"/>
                <a:gd name="connsiteX24" fmla="*/ 37936 w 85594"/>
                <a:gd name="connsiteY24" fmla="*/ 61671 h 110378"/>
                <a:gd name="connsiteX25" fmla="*/ 18873 w 85594"/>
                <a:gd name="connsiteY25" fmla="*/ 56238 h 110378"/>
                <a:gd name="connsiteX26" fmla="*/ 6386 w 85594"/>
                <a:gd name="connsiteY26" fmla="*/ 47373 h 110378"/>
                <a:gd name="connsiteX27" fmla="*/ 1239 w 85594"/>
                <a:gd name="connsiteY27" fmla="*/ 30692 h 110378"/>
                <a:gd name="connsiteX28" fmla="*/ 11533 w 85594"/>
                <a:gd name="connsiteY28" fmla="*/ 8483 h 110378"/>
                <a:gd name="connsiteX29" fmla="*/ 40033 w 85594"/>
                <a:gd name="connsiteY29" fmla="*/ 0 h 110378"/>
                <a:gd name="connsiteX30" fmla="*/ 70439 w 85594"/>
                <a:gd name="connsiteY30" fmla="*/ 9722 h 1103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85594" h="110378">
                  <a:moveTo>
                    <a:pt x="70534" y="9532"/>
                  </a:moveTo>
                  <a:cubicBezTo>
                    <a:pt x="78160" y="16013"/>
                    <a:pt x="82830" y="24592"/>
                    <a:pt x="84546" y="35458"/>
                  </a:cubicBezTo>
                  <a:lnTo>
                    <a:pt x="63386" y="35458"/>
                  </a:lnTo>
                  <a:cubicBezTo>
                    <a:pt x="62433" y="29549"/>
                    <a:pt x="59954" y="24878"/>
                    <a:pt x="55856" y="21256"/>
                  </a:cubicBezTo>
                  <a:cubicBezTo>
                    <a:pt x="51757" y="17634"/>
                    <a:pt x="46324" y="15918"/>
                    <a:pt x="39556" y="15918"/>
                  </a:cubicBezTo>
                  <a:cubicBezTo>
                    <a:pt x="33933" y="15918"/>
                    <a:pt x="29644" y="17253"/>
                    <a:pt x="26498" y="19921"/>
                  </a:cubicBezTo>
                  <a:cubicBezTo>
                    <a:pt x="23448" y="22590"/>
                    <a:pt x="21923" y="26212"/>
                    <a:pt x="21923" y="30788"/>
                  </a:cubicBezTo>
                  <a:cubicBezTo>
                    <a:pt x="21923" y="34219"/>
                    <a:pt x="23067" y="36888"/>
                    <a:pt x="25259" y="38985"/>
                  </a:cubicBezTo>
                  <a:cubicBezTo>
                    <a:pt x="27451" y="41082"/>
                    <a:pt x="30216" y="42702"/>
                    <a:pt x="33551" y="43846"/>
                  </a:cubicBezTo>
                  <a:cubicBezTo>
                    <a:pt x="36888" y="44990"/>
                    <a:pt x="41558" y="46324"/>
                    <a:pt x="47754" y="47754"/>
                  </a:cubicBezTo>
                  <a:cubicBezTo>
                    <a:pt x="55856" y="49565"/>
                    <a:pt x="62433" y="51472"/>
                    <a:pt x="67389" y="53378"/>
                  </a:cubicBezTo>
                  <a:cubicBezTo>
                    <a:pt x="72441" y="55380"/>
                    <a:pt x="76730" y="58430"/>
                    <a:pt x="80257" y="62719"/>
                  </a:cubicBezTo>
                  <a:cubicBezTo>
                    <a:pt x="83879" y="67009"/>
                    <a:pt x="85595" y="72728"/>
                    <a:pt x="85595" y="80067"/>
                  </a:cubicBezTo>
                  <a:cubicBezTo>
                    <a:pt x="85595" y="89027"/>
                    <a:pt x="82163" y="96367"/>
                    <a:pt x="75300" y="101990"/>
                  </a:cubicBezTo>
                  <a:cubicBezTo>
                    <a:pt x="68437" y="107614"/>
                    <a:pt x="59192" y="110378"/>
                    <a:pt x="47563" y="110378"/>
                  </a:cubicBezTo>
                  <a:cubicBezTo>
                    <a:pt x="34124" y="110378"/>
                    <a:pt x="23257" y="107233"/>
                    <a:pt x="14965" y="100942"/>
                  </a:cubicBezTo>
                  <a:cubicBezTo>
                    <a:pt x="6672" y="94651"/>
                    <a:pt x="1716" y="85977"/>
                    <a:pt x="0" y="74729"/>
                  </a:cubicBezTo>
                  <a:lnTo>
                    <a:pt x="21732" y="74729"/>
                  </a:lnTo>
                  <a:cubicBezTo>
                    <a:pt x="22400" y="80639"/>
                    <a:pt x="24973" y="85405"/>
                    <a:pt x="29548" y="89027"/>
                  </a:cubicBezTo>
                  <a:cubicBezTo>
                    <a:pt x="34124" y="92649"/>
                    <a:pt x="40128" y="94460"/>
                    <a:pt x="47563" y="94460"/>
                  </a:cubicBezTo>
                  <a:cubicBezTo>
                    <a:pt x="52901" y="94460"/>
                    <a:pt x="57095" y="93031"/>
                    <a:pt x="60145" y="90266"/>
                  </a:cubicBezTo>
                  <a:cubicBezTo>
                    <a:pt x="63195" y="87502"/>
                    <a:pt x="64720" y="83880"/>
                    <a:pt x="64720" y="79591"/>
                  </a:cubicBezTo>
                  <a:cubicBezTo>
                    <a:pt x="64720" y="75778"/>
                    <a:pt x="63576" y="72823"/>
                    <a:pt x="61194" y="70631"/>
                  </a:cubicBezTo>
                  <a:cubicBezTo>
                    <a:pt x="58811" y="68438"/>
                    <a:pt x="55951" y="66723"/>
                    <a:pt x="52424" y="65484"/>
                  </a:cubicBezTo>
                  <a:cubicBezTo>
                    <a:pt x="48898" y="64244"/>
                    <a:pt x="44036" y="63005"/>
                    <a:pt x="37936" y="61671"/>
                  </a:cubicBezTo>
                  <a:cubicBezTo>
                    <a:pt x="30120" y="59860"/>
                    <a:pt x="23734" y="58049"/>
                    <a:pt x="18873" y="56238"/>
                  </a:cubicBezTo>
                  <a:cubicBezTo>
                    <a:pt x="14012" y="54427"/>
                    <a:pt x="9818" y="51472"/>
                    <a:pt x="6386" y="47373"/>
                  </a:cubicBezTo>
                  <a:cubicBezTo>
                    <a:pt x="2955" y="43275"/>
                    <a:pt x="1239" y="37650"/>
                    <a:pt x="1239" y="30692"/>
                  </a:cubicBezTo>
                  <a:cubicBezTo>
                    <a:pt x="1239" y="21542"/>
                    <a:pt x="4670" y="14107"/>
                    <a:pt x="11533" y="8483"/>
                  </a:cubicBezTo>
                  <a:cubicBezTo>
                    <a:pt x="18396" y="2859"/>
                    <a:pt x="27833" y="0"/>
                    <a:pt x="40033" y="0"/>
                  </a:cubicBezTo>
                  <a:cubicBezTo>
                    <a:pt x="52234" y="0"/>
                    <a:pt x="62814" y="3241"/>
                    <a:pt x="70439" y="9722"/>
                  </a:cubicBezTo>
                  <a:close/>
                </a:path>
              </a:pathLst>
            </a:custGeom>
            <a:solidFill>
              <a:schemeClr val="bg1"/>
            </a:solidFill>
            <a:ln w="9525" cap="flat">
              <a:noFill/>
              <a:prstDash val="solid"/>
              <a:miter/>
            </a:ln>
          </p:spPr>
          <p:txBody>
            <a:bodyPr rtlCol="0" anchor="ctr"/>
            <a:lstStyle/>
            <a:p>
              <a:endParaRPr lang="fr-FR" sz="1092"/>
            </a:p>
          </p:txBody>
        </p:sp>
      </p:grpSp>
    </p:spTree>
    <p:extLst>
      <p:ext uri="{BB962C8B-B14F-4D97-AF65-F5344CB8AC3E}">
        <p14:creationId xmlns:p14="http://schemas.microsoft.com/office/powerpoint/2010/main" val="1145147519"/>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1_Page de garde_Fullpage">
    <p:bg>
      <p:bgPr>
        <a:solidFill>
          <a:schemeClr val="tx1"/>
        </a:solidFill>
        <a:effectLst/>
      </p:bgPr>
    </p:bg>
    <p:spTree>
      <p:nvGrpSpPr>
        <p:cNvPr id="1" name=""/>
        <p:cNvGrpSpPr/>
        <p:nvPr/>
      </p:nvGrpSpPr>
      <p:grpSpPr>
        <a:xfrm>
          <a:off x="0" y="0"/>
          <a:ext cx="0" cy="0"/>
          <a:chOff x="0" y="0"/>
          <a:chExt cx="0" cy="0"/>
        </a:xfrm>
      </p:grpSpPr>
      <p:sp>
        <p:nvSpPr>
          <p:cNvPr id="3" name="Espace réservé pour une image  2">
            <a:extLst>
              <a:ext uri="{FF2B5EF4-FFF2-40B4-BE49-F238E27FC236}">
                <a16:creationId xmlns:a16="http://schemas.microsoft.com/office/drawing/2014/main" id="{5E668543-C38C-559F-C123-CDEAEEF714FA}"/>
              </a:ext>
            </a:extLst>
          </p:cNvPr>
          <p:cNvSpPr>
            <a:spLocks noGrp="1"/>
          </p:cNvSpPr>
          <p:nvPr>
            <p:ph type="pic" sz="quarter" idx="12" hasCustomPrompt="1"/>
          </p:nvPr>
        </p:nvSpPr>
        <p:spPr>
          <a:xfrm flipH="1">
            <a:off x="0" y="3368"/>
            <a:ext cx="12191999" cy="6854631"/>
          </a:xfrm>
        </p:spPr>
        <p:txBody>
          <a:bodyPr/>
          <a:lstStyle/>
          <a:p>
            <a:r>
              <a:rPr lang="fr-FR" dirty="0"/>
              <a:t>Insérer image ici</a:t>
            </a:r>
          </a:p>
        </p:txBody>
      </p:sp>
      <p:sp>
        <p:nvSpPr>
          <p:cNvPr id="4" name="Espace réservé de la date 3">
            <a:extLst>
              <a:ext uri="{FF2B5EF4-FFF2-40B4-BE49-F238E27FC236}">
                <a16:creationId xmlns:a16="http://schemas.microsoft.com/office/drawing/2014/main" id="{5000D094-9E8F-DDC9-4F91-0C0CE1530341}"/>
              </a:ext>
            </a:extLst>
          </p:cNvPr>
          <p:cNvSpPr>
            <a:spLocks noGrp="1"/>
          </p:cNvSpPr>
          <p:nvPr>
            <p:ph type="dt" sz="half" idx="10"/>
          </p:nvPr>
        </p:nvSpPr>
        <p:spPr>
          <a:xfrm>
            <a:off x="1305902" y="6013056"/>
            <a:ext cx="2743200" cy="365125"/>
          </a:xfrm>
          <a:prstGeom prst="rect">
            <a:avLst/>
          </a:prstGeom>
        </p:spPr>
        <p:txBody>
          <a:bodyPr vert="horz" lIns="91440" tIns="45720" rIns="91440" bIns="45720" rtlCol="0" anchor="ctr"/>
          <a:lstStyle>
            <a:lvl1pPr>
              <a:defRPr lang="fr-FR" sz="1200" smtClean="0">
                <a:solidFill>
                  <a:schemeClr val="tx2"/>
                </a:solidFill>
                <a:cs typeface="Poppins Light" panose="00000400000000000000" pitchFamily="2" charset="0"/>
              </a:defRPr>
            </a:lvl1pPr>
          </a:lstStyle>
          <a:p>
            <a:fld id="{359F3E10-F6E5-0247-A419-1A8ECEBBDEE4}" type="datetimeFigureOut">
              <a:rPr lang="fr-FR" smtClean="0"/>
              <a:t>13/11/2024</a:t>
            </a:fld>
            <a:endParaRPr lang="fr-FR"/>
          </a:p>
        </p:txBody>
      </p:sp>
      <p:sp>
        <p:nvSpPr>
          <p:cNvPr id="21" name="Titre 1">
            <a:extLst>
              <a:ext uri="{FF2B5EF4-FFF2-40B4-BE49-F238E27FC236}">
                <a16:creationId xmlns:a16="http://schemas.microsoft.com/office/drawing/2014/main" id="{7EA52919-D820-B5FD-1E29-089007F142B8}"/>
              </a:ext>
            </a:extLst>
          </p:cNvPr>
          <p:cNvSpPr>
            <a:spLocks noGrp="1"/>
          </p:cNvSpPr>
          <p:nvPr>
            <p:ph type="ctrTitle" hasCustomPrompt="1"/>
          </p:nvPr>
        </p:nvSpPr>
        <p:spPr>
          <a:xfrm>
            <a:off x="1143001" y="2262854"/>
            <a:ext cx="6972299" cy="871008"/>
          </a:xfrm>
        </p:spPr>
        <p:txBody>
          <a:bodyPr anchor="b"/>
          <a:lstStyle>
            <a:lvl1pPr algn="l">
              <a:defRPr sz="4400">
                <a:solidFill>
                  <a:schemeClr val="bg1"/>
                </a:solidFill>
              </a:defRPr>
            </a:lvl1pPr>
          </a:lstStyle>
          <a:p>
            <a:r>
              <a:rPr lang="fr-FR" dirty="0"/>
              <a:t>Titre de la présentation</a:t>
            </a:r>
            <a:endParaRPr lang="en-US" dirty="0"/>
          </a:p>
        </p:txBody>
      </p:sp>
      <p:sp>
        <p:nvSpPr>
          <p:cNvPr id="26" name="Sous-titre 2">
            <a:extLst>
              <a:ext uri="{FF2B5EF4-FFF2-40B4-BE49-F238E27FC236}">
                <a16:creationId xmlns:a16="http://schemas.microsoft.com/office/drawing/2014/main" id="{80AD531B-5745-60A1-33E1-952545B82747}"/>
              </a:ext>
            </a:extLst>
          </p:cNvPr>
          <p:cNvSpPr>
            <a:spLocks noGrp="1"/>
          </p:cNvSpPr>
          <p:nvPr>
            <p:ph type="subTitle" idx="1" hasCustomPrompt="1"/>
          </p:nvPr>
        </p:nvSpPr>
        <p:spPr>
          <a:xfrm>
            <a:off x="1143001" y="3171817"/>
            <a:ext cx="5333999" cy="1552438"/>
          </a:xfrm>
        </p:spPr>
        <p:txBody>
          <a:bodyPr>
            <a:normAutofit/>
          </a:bodyPr>
          <a:lstStyle>
            <a:lvl1pPr marL="0" indent="0" algn="l">
              <a:spcBef>
                <a:spcPts val="0"/>
              </a:spcBef>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dirty="0"/>
              <a:t>Description de la présentation</a:t>
            </a:r>
            <a:endParaRPr lang="en-US" dirty="0"/>
          </a:p>
        </p:txBody>
      </p:sp>
      <p:grpSp>
        <p:nvGrpSpPr>
          <p:cNvPr id="5" name="Groupe 4">
            <a:extLst>
              <a:ext uri="{FF2B5EF4-FFF2-40B4-BE49-F238E27FC236}">
                <a16:creationId xmlns:a16="http://schemas.microsoft.com/office/drawing/2014/main" id="{9AC85EAF-5EDB-34B8-8D6D-63E753E67B88}"/>
              </a:ext>
            </a:extLst>
          </p:cNvPr>
          <p:cNvGrpSpPr/>
          <p:nvPr/>
        </p:nvGrpSpPr>
        <p:grpSpPr>
          <a:xfrm>
            <a:off x="10154033" y="6030625"/>
            <a:ext cx="1666786" cy="429172"/>
            <a:chOff x="16741197" y="12092322"/>
            <a:chExt cx="2748460" cy="707737"/>
          </a:xfrm>
        </p:grpSpPr>
        <p:sp>
          <p:nvSpPr>
            <p:cNvPr id="6" name="Forme libre : forme 42">
              <a:extLst>
                <a:ext uri="{FF2B5EF4-FFF2-40B4-BE49-F238E27FC236}">
                  <a16:creationId xmlns:a16="http://schemas.microsoft.com/office/drawing/2014/main" id="{C60ED4B1-3F35-5794-D5C2-BF53A5970747}"/>
                </a:ext>
              </a:extLst>
            </p:cNvPr>
            <p:cNvSpPr/>
            <p:nvPr/>
          </p:nvSpPr>
          <p:spPr>
            <a:xfrm>
              <a:off x="16741197" y="12156471"/>
              <a:ext cx="306824" cy="290434"/>
            </a:xfrm>
            <a:custGeom>
              <a:avLst/>
              <a:gdLst>
                <a:gd name="connsiteX0" fmla="*/ 153937 w 306824"/>
                <a:gd name="connsiteY0" fmla="*/ 0 h 290434"/>
                <a:gd name="connsiteX1" fmla="*/ 0 w 306824"/>
                <a:gd name="connsiteY1" fmla="*/ 145742 h 290434"/>
                <a:gd name="connsiteX2" fmla="*/ 152888 w 306824"/>
                <a:gd name="connsiteY2" fmla="*/ 290434 h 290434"/>
                <a:gd name="connsiteX3" fmla="*/ 306825 w 306824"/>
                <a:gd name="connsiteY3" fmla="*/ 144693 h 290434"/>
                <a:gd name="connsiteX4" fmla="*/ 153937 w 306824"/>
                <a:gd name="connsiteY4" fmla="*/ 0 h 290434"/>
                <a:gd name="connsiteX5" fmla="*/ 153937 w 306824"/>
                <a:gd name="connsiteY5" fmla="*/ 207794 h 290434"/>
                <a:gd name="connsiteX6" fmla="*/ 94936 w 306824"/>
                <a:gd name="connsiteY6" fmla="*/ 144693 h 290434"/>
                <a:gd name="connsiteX7" fmla="*/ 152888 w 306824"/>
                <a:gd name="connsiteY7" fmla="*/ 82641 h 290434"/>
                <a:gd name="connsiteX8" fmla="*/ 211889 w 306824"/>
                <a:gd name="connsiteY8" fmla="*/ 145742 h 290434"/>
                <a:gd name="connsiteX9" fmla="*/ 153937 w 306824"/>
                <a:gd name="connsiteY9" fmla="*/ 207794 h 290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06824" h="290434">
                  <a:moveTo>
                    <a:pt x="153937" y="0"/>
                  </a:moveTo>
                  <a:cubicBezTo>
                    <a:pt x="64625" y="0"/>
                    <a:pt x="0" y="66723"/>
                    <a:pt x="0" y="145742"/>
                  </a:cubicBezTo>
                  <a:cubicBezTo>
                    <a:pt x="0" y="224760"/>
                    <a:pt x="64148" y="290434"/>
                    <a:pt x="152888" y="290434"/>
                  </a:cubicBezTo>
                  <a:cubicBezTo>
                    <a:pt x="241628" y="290434"/>
                    <a:pt x="306825" y="223712"/>
                    <a:pt x="306825" y="144693"/>
                  </a:cubicBezTo>
                  <a:cubicBezTo>
                    <a:pt x="306825" y="65674"/>
                    <a:pt x="242677" y="0"/>
                    <a:pt x="153937" y="0"/>
                  </a:cubicBezTo>
                  <a:moveTo>
                    <a:pt x="153937" y="207794"/>
                  </a:moveTo>
                  <a:cubicBezTo>
                    <a:pt x="119527" y="207794"/>
                    <a:pt x="94936" y="178531"/>
                    <a:pt x="94936" y="144693"/>
                  </a:cubicBezTo>
                  <a:cubicBezTo>
                    <a:pt x="94936" y="110855"/>
                    <a:pt x="117526" y="82641"/>
                    <a:pt x="152888" y="82641"/>
                  </a:cubicBezTo>
                  <a:cubicBezTo>
                    <a:pt x="188251" y="82641"/>
                    <a:pt x="211889" y="111904"/>
                    <a:pt x="211889" y="145742"/>
                  </a:cubicBezTo>
                  <a:cubicBezTo>
                    <a:pt x="211889" y="179579"/>
                    <a:pt x="189299" y="207794"/>
                    <a:pt x="153937" y="207794"/>
                  </a:cubicBezTo>
                </a:path>
              </a:pathLst>
            </a:custGeom>
            <a:solidFill>
              <a:schemeClr val="bg1"/>
            </a:solidFill>
            <a:ln w="9525" cap="flat">
              <a:noFill/>
              <a:prstDash val="solid"/>
              <a:miter/>
            </a:ln>
          </p:spPr>
          <p:txBody>
            <a:bodyPr rtlCol="0" anchor="ctr"/>
            <a:lstStyle/>
            <a:p>
              <a:endParaRPr lang="fr-FR" sz="1092">
                <a:solidFill>
                  <a:schemeClr val="bg1"/>
                </a:solidFill>
              </a:endParaRPr>
            </a:p>
          </p:txBody>
        </p:sp>
        <p:sp>
          <p:nvSpPr>
            <p:cNvPr id="7" name="Forme libre : forme 43">
              <a:extLst>
                <a:ext uri="{FF2B5EF4-FFF2-40B4-BE49-F238E27FC236}">
                  <a16:creationId xmlns:a16="http://schemas.microsoft.com/office/drawing/2014/main" id="{081336D0-436D-0CA5-9830-29F4A31BE9A0}"/>
                </a:ext>
              </a:extLst>
            </p:cNvPr>
            <p:cNvSpPr/>
            <p:nvPr/>
          </p:nvSpPr>
          <p:spPr>
            <a:xfrm>
              <a:off x="17978314" y="12156471"/>
              <a:ext cx="306824" cy="290434"/>
            </a:xfrm>
            <a:custGeom>
              <a:avLst/>
              <a:gdLst>
                <a:gd name="connsiteX0" fmla="*/ 153937 w 306824"/>
                <a:gd name="connsiteY0" fmla="*/ 0 h 290434"/>
                <a:gd name="connsiteX1" fmla="*/ 0 w 306824"/>
                <a:gd name="connsiteY1" fmla="*/ 145742 h 290434"/>
                <a:gd name="connsiteX2" fmla="*/ 152888 w 306824"/>
                <a:gd name="connsiteY2" fmla="*/ 290434 h 290434"/>
                <a:gd name="connsiteX3" fmla="*/ 306825 w 306824"/>
                <a:gd name="connsiteY3" fmla="*/ 144693 h 290434"/>
                <a:gd name="connsiteX4" fmla="*/ 153937 w 306824"/>
                <a:gd name="connsiteY4" fmla="*/ 0 h 290434"/>
                <a:gd name="connsiteX5" fmla="*/ 153937 w 306824"/>
                <a:gd name="connsiteY5" fmla="*/ 207794 h 290434"/>
                <a:gd name="connsiteX6" fmla="*/ 94936 w 306824"/>
                <a:gd name="connsiteY6" fmla="*/ 144693 h 290434"/>
                <a:gd name="connsiteX7" fmla="*/ 152888 w 306824"/>
                <a:gd name="connsiteY7" fmla="*/ 82641 h 290434"/>
                <a:gd name="connsiteX8" fmla="*/ 211889 w 306824"/>
                <a:gd name="connsiteY8" fmla="*/ 145742 h 290434"/>
                <a:gd name="connsiteX9" fmla="*/ 153937 w 306824"/>
                <a:gd name="connsiteY9" fmla="*/ 207794 h 290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06824" h="290434">
                  <a:moveTo>
                    <a:pt x="153937" y="0"/>
                  </a:moveTo>
                  <a:cubicBezTo>
                    <a:pt x="64625" y="0"/>
                    <a:pt x="0" y="66723"/>
                    <a:pt x="0" y="145742"/>
                  </a:cubicBezTo>
                  <a:cubicBezTo>
                    <a:pt x="0" y="224760"/>
                    <a:pt x="64148" y="290434"/>
                    <a:pt x="152888" y="290434"/>
                  </a:cubicBezTo>
                  <a:cubicBezTo>
                    <a:pt x="241628" y="290434"/>
                    <a:pt x="306825" y="223712"/>
                    <a:pt x="306825" y="144693"/>
                  </a:cubicBezTo>
                  <a:cubicBezTo>
                    <a:pt x="306825" y="65674"/>
                    <a:pt x="242677" y="0"/>
                    <a:pt x="153937" y="0"/>
                  </a:cubicBezTo>
                  <a:moveTo>
                    <a:pt x="153937" y="207794"/>
                  </a:moveTo>
                  <a:cubicBezTo>
                    <a:pt x="119527" y="207794"/>
                    <a:pt x="94936" y="178531"/>
                    <a:pt x="94936" y="144693"/>
                  </a:cubicBezTo>
                  <a:cubicBezTo>
                    <a:pt x="94936" y="110855"/>
                    <a:pt x="117526" y="82641"/>
                    <a:pt x="152888" y="82641"/>
                  </a:cubicBezTo>
                  <a:cubicBezTo>
                    <a:pt x="188251" y="82641"/>
                    <a:pt x="211889" y="111904"/>
                    <a:pt x="211889" y="145742"/>
                  </a:cubicBezTo>
                  <a:cubicBezTo>
                    <a:pt x="211889" y="179579"/>
                    <a:pt x="189299" y="207794"/>
                    <a:pt x="153937" y="207794"/>
                  </a:cubicBezTo>
                </a:path>
              </a:pathLst>
            </a:custGeom>
            <a:solidFill>
              <a:schemeClr val="bg1"/>
            </a:solidFill>
            <a:ln w="9525" cap="flat">
              <a:noFill/>
              <a:prstDash val="solid"/>
              <a:miter/>
            </a:ln>
          </p:spPr>
          <p:txBody>
            <a:bodyPr rtlCol="0" anchor="ctr"/>
            <a:lstStyle/>
            <a:p>
              <a:endParaRPr lang="fr-FR" sz="1092">
                <a:solidFill>
                  <a:schemeClr val="bg1"/>
                </a:solidFill>
              </a:endParaRPr>
            </a:p>
          </p:txBody>
        </p:sp>
        <p:sp>
          <p:nvSpPr>
            <p:cNvPr id="8" name="Forme libre : forme 44">
              <a:extLst>
                <a:ext uri="{FF2B5EF4-FFF2-40B4-BE49-F238E27FC236}">
                  <a16:creationId xmlns:a16="http://schemas.microsoft.com/office/drawing/2014/main" id="{EEB9A83D-A902-AFC3-F625-2EA0AF62FB6F}"/>
                </a:ext>
              </a:extLst>
            </p:cNvPr>
            <p:cNvSpPr/>
            <p:nvPr/>
          </p:nvSpPr>
          <p:spPr>
            <a:xfrm>
              <a:off x="17068610" y="12156471"/>
              <a:ext cx="275084" cy="283762"/>
            </a:xfrm>
            <a:custGeom>
              <a:avLst/>
              <a:gdLst>
                <a:gd name="connsiteX0" fmla="*/ 0 w 275084"/>
                <a:gd name="connsiteY0" fmla="*/ 6196 h 283762"/>
                <a:gd name="connsiteX1" fmla="*/ 97509 w 275084"/>
                <a:gd name="connsiteY1" fmla="*/ 6196 h 283762"/>
                <a:gd name="connsiteX2" fmla="*/ 97509 w 275084"/>
                <a:gd name="connsiteY2" fmla="*/ 45181 h 283762"/>
                <a:gd name="connsiteX3" fmla="*/ 180625 w 275084"/>
                <a:gd name="connsiteY3" fmla="*/ 0 h 283762"/>
                <a:gd name="connsiteX4" fmla="*/ 275084 w 275084"/>
                <a:gd name="connsiteY4" fmla="*/ 102086 h 283762"/>
                <a:gd name="connsiteX5" fmla="*/ 275084 w 275084"/>
                <a:gd name="connsiteY5" fmla="*/ 283762 h 283762"/>
                <a:gd name="connsiteX6" fmla="*/ 177575 w 275084"/>
                <a:gd name="connsiteY6" fmla="*/ 283762 h 283762"/>
                <a:gd name="connsiteX7" fmla="*/ 177575 w 275084"/>
                <a:gd name="connsiteY7" fmla="*/ 133445 h 283762"/>
                <a:gd name="connsiteX8" fmla="*/ 138591 w 275084"/>
                <a:gd name="connsiteY8" fmla="*/ 86740 h 283762"/>
                <a:gd name="connsiteX9" fmla="*/ 97509 w 275084"/>
                <a:gd name="connsiteY9" fmla="*/ 133445 h 283762"/>
                <a:gd name="connsiteX10" fmla="*/ 97509 w 275084"/>
                <a:gd name="connsiteY10" fmla="*/ 283762 h 283762"/>
                <a:gd name="connsiteX11" fmla="*/ 0 w 275084"/>
                <a:gd name="connsiteY11" fmla="*/ 283762 h 283762"/>
                <a:gd name="connsiteX12" fmla="*/ 0 w 275084"/>
                <a:gd name="connsiteY12" fmla="*/ 6196 h 283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75084" h="283762">
                  <a:moveTo>
                    <a:pt x="0" y="6196"/>
                  </a:moveTo>
                  <a:lnTo>
                    <a:pt x="97509" y="6196"/>
                  </a:lnTo>
                  <a:lnTo>
                    <a:pt x="97509" y="45181"/>
                  </a:lnTo>
                  <a:cubicBezTo>
                    <a:pt x="115429" y="22114"/>
                    <a:pt x="141164" y="0"/>
                    <a:pt x="180625" y="0"/>
                  </a:cubicBezTo>
                  <a:cubicBezTo>
                    <a:pt x="239627" y="0"/>
                    <a:pt x="275084" y="38985"/>
                    <a:pt x="275084" y="102086"/>
                  </a:cubicBezTo>
                  <a:lnTo>
                    <a:pt x="275084" y="283762"/>
                  </a:lnTo>
                  <a:lnTo>
                    <a:pt x="177575" y="283762"/>
                  </a:lnTo>
                  <a:lnTo>
                    <a:pt x="177575" y="133445"/>
                  </a:lnTo>
                  <a:cubicBezTo>
                    <a:pt x="177575" y="103134"/>
                    <a:pt x="161657" y="86740"/>
                    <a:pt x="138591" y="86740"/>
                  </a:cubicBezTo>
                  <a:cubicBezTo>
                    <a:pt x="115524" y="86740"/>
                    <a:pt x="97509" y="103134"/>
                    <a:pt x="97509" y="133445"/>
                  </a:cubicBezTo>
                  <a:lnTo>
                    <a:pt x="97509" y="283762"/>
                  </a:lnTo>
                  <a:lnTo>
                    <a:pt x="0" y="283762"/>
                  </a:lnTo>
                  <a:lnTo>
                    <a:pt x="0" y="6196"/>
                  </a:lnTo>
                  <a:close/>
                </a:path>
              </a:pathLst>
            </a:custGeom>
            <a:solidFill>
              <a:schemeClr val="bg1"/>
            </a:solidFill>
            <a:ln w="9525" cap="flat">
              <a:noFill/>
              <a:prstDash val="solid"/>
              <a:miter/>
            </a:ln>
          </p:spPr>
          <p:txBody>
            <a:bodyPr rtlCol="0" anchor="ctr"/>
            <a:lstStyle/>
            <a:p>
              <a:endParaRPr lang="fr-FR" sz="1092">
                <a:solidFill>
                  <a:schemeClr val="bg1"/>
                </a:solidFill>
              </a:endParaRPr>
            </a:p>
          </p:txBody>
        </p:sp>
        <p:sp>
          <p:nvSpPr>
            <p:cNvPr id="9" name="Forme libre : forme 45">
              <a:extLst>
                <a:ext uri="{FF2B5EF4-FFF2-40B4-BE49-F238E27FC236}">
                  <a16:creationId xmlns:a16="http://schemas.microsoft.com/office/drawing/2014/main" id="{C8882128-26E3-90C3-7A0A-3349D5D35BAB}"/>
                </a:ext>
              </a:extLst>
            </p:cNvPr>
            <p:cNvSpPr/>
            <p:nvPr/>
          </p:nvSpPr>
          <p:spPr>
            <a:xfrm>
              <a:off x="17362090" y="12156567"/>
              <a:ext cx="280136" cy="290434"/>
            </a:xfrm>
            <a:custGeom>
              <a:avLst/>
              <a:gdLst>
                <a:gd name="connsiteX0" fmla="*/ 280136 w 280136"/>
                <a:gd name="connsiteY0" fmla="*/ 151842 h 290434"/>
                <a:gd name="connsiteX1" fmla="*/ 140116 w 280136"/>
                <a:gd name="connsiteY1" fmla="*/ 0 h 290434"/>
                <a:gd name="connsiteX2" fmla="*/ 0 w 280136"/>
                <a:gd name="connsiteY2" fmla="*/ 145742 h 290434"/>
                <a:gd name="connsiteX3" fmla="*/ 148790 w 280136"/>
                <a:gd name="connsiteY3" fmla="*/ 290434 h 290434"/>
                <a:gd name="connsiteX4" fmla="*/ 269365 w 280136"/>
                <a:gd name="connsiteY4" fmla="*/ 234006 h 290434"/>
                <a:gd name="connsiteX5" fmla="*/ 215511 w 280136"/>
                <a:gd name="connsiteY5" fmla="*/ 189302 h 290434"/>
                <a:gd name="connsiteX6" fmla="*/ 153937 w 280136"/>
                <a:gd name="connsiteY6" fmla="*/ 217516 h 290434"/>
                <a:gd name="connsiteX7" fmla="*/ 93887 w 280136"/>
                <a:gd name="connsiteY7" fmla="*/ 171859 h 290434"/>
                <a:gd name="connsiteX8" fmla="*/ 279660 w 280136"/>
                <a:gd name="connsiteY8" fmla="*/ 171859 h 290434"/>
                <a:gd name="connsiteX9" fmla="*/ 280136 w 280136"/>
                <a:gd name="connsiteY9" fmla="*/ 151842 h 290434"/>
                <a:gd name="connsiteX10" fmla="*/ 92362 w 280136"/>
                <a:gd name="connsiteY10" fmla="*/ 122103 h 290434"/>
                <a:gd name="connsiteX11" fmla="*/ 140592 w 280136"/>
                <a:gd name="connsiteY11" fmla="*/ 71870 h 290434"/>
                <a:gd name="connsiteX12" fmla="*/ 188823 w 280136"/>
                <a:gd name="connsiteY12" fmla="*/ 122103 h 290434"/>
                <a:gd name="connsiteX13" fmla="*/ 92362 w 280136"/>
                <a:gd name="connsiteY13" fmla="*/ 122103 h 290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80136" h="290434">
                  <a:moveTo>
                    <a:pt x="280136" y="151842"/>
                  </a:moveTo>
                  <a:cubicBezTo>
                    <a:pt x="280136" y="70249"/>
                    <a:pt x="236005" y="0"/>
                    <a:pt x="140116" y="0"/>
                  </a:cubicBezTo>
                  <a:cubicBezTo>
                    <a:pt x="58048" y="0"/>
                    <a:pt x="0" y="64626"/>
                    <a:pt x="0" y="145742"/>
                  </a:cubicBezTo>
                  <a:cubicBezTo>
                    <a:pt x="0" y="231909"/>
                    <a:pt x="61575" y="290434"/>
                    <a:pt x="148790" y="290434"/>
                  </a:cubicBezTo>
                  <a:cubicBezTo>
                    <a:pt x="204169" y="290434"/>
                    <a:pt x="242677" y="267844"/>
                    <a:pt x="269365" y="234006"/>
                  </a:cubicBezTo>
                  <a:lnTo>
                    <a:pt x="215511" y="189302"/>
                  </a:lnTo>
                  <a:cubicBezTo>
                    <a:pt x="195495" y="208842"/>
                    <a:pt x="177003" y="217516"/>
                    <a:pt x="153937" y="217516"/>
                  </a:cubicBezTo>
                  <a:cubicBezTo>
                    <a:pt x="123626" y="217516"/>
                    <a:pt x="101608" y="202170"/>
                    <a:pt x="93887" y="171859"/>
                  </a:cubicBezTo>
                  <a:lnTo>
                    <a:pt x="279660" y="171859"/>
                  </a:lnTo>
                  <a:cubicBezTo>
                    <a:pt x="280136" y="165186"/>
                    <a:pt x="280136" y="158037"/>
                    <a:pt x="280136" y="151842"/>
                  </a:cubicBezTo>
                  <a:moveTo>
                    <a:pt x="92362" y="122103"/>
                  </a:moveTo>
                  <a:cubicBezTo>
                    <a:pt x="97509" y="91791"/>
                    <a:pt x="114952" y="71870"/>
                    <a:pt x="140592" y="71870"/>
                  </a:cubicBezTo>
                  <a:cubicBezTo>
                    <a:pt x="166233" y="71870"/>
                    <a:pt x="185201" y="91315"/>
                    <a:pt x="188823" y="122103"/>
                  </a:cubicBezTo>
                  <a:lnTo>
                    <a:pt x="92362" y="122103"/>
                  </a:lnTo>
                  <a:close/>
                </a:path>
              </a:pathLst>
            </a:custGeom>
            <a:solidFill>
              <a:schemeClr val="bg1"/>
            </a:solidFill>
            <a:ln w="9525" cap="flat">
              <a:noFill/>
              <a:prstDash val="solid"/>
              <a:miter/>
            </a:ln>
          </p:spPr>
          <p:txBody>
            <a:bodyPr rtlCol="0" anchor="ctr"/>
            <a:lstStyle/>
            <a:p>
              <a:endParaRPr lang="fr-FR" sz="1092">
                <a:solidFill>
                  <a:schemeClr val="bg1"/>
                </a:solidFill>
              </a:endParaRPr>
            </a:p>
          </p:txBody>
        </p:sp>
        <p:sp>
          <p:nvSpPr>
            <p:cNvPr id="10" name="Forme libre : forme 46">
              <a:extLst>
                <a:ext uri="{FF2B5EF4-FFF2-40B4-BE49-F238E27FC236}">
                  <a16:creationId xmlns:a16="http://schemas.microsoft.com/office/drawing/2014/main" id="{AF1B4586-582A-1068-B660-768D91716D83}"/>
                </a:ext>
              </a:extLst>
            </p:cNvPr>
            <p:cNvSpPr/>
            <p:nvPr/>
          </p:nvSpPr>
          <p:spPr>
            <a:xfrm>
              <a:off x="17663196" y="12156376"/>
              <a:ext cx="304727" cy="365926"/>
            </a:xfrm>
            <a:custGeom>
              <a:avLst/>
              <a:gdLst>
                <a:gd name="connsiteX0" fmla="*/ 181674 w 304727"/>
                <a:gd name="connsiteY0" fmla="*/ 95 h 365926"/>
                <a:gd name="connsiteX1" fmla="*/ 97509 w 304727"/>
                <a:gd name="connsiteY1" fmla="*/ 43179 h 365926"/>
                <a:gd name="connsiteX2" fmla="*/ 97509 w 304727"/>
                <a:gd name="connsiteY2" fmla="*/ 6196 h 365926"/>
                <a:gd name="connsiteX3" fmla="*/ 0 w 304727"/>
                <a:gd name="connsiteY3" fmla="*/ 6196 h 365926"/>
                <a:gd name="connsiteX4" fmla="*/ 0 w 304727"/>
                <a:gd name="connsiteY4" fmla="*/ 365926 h 365926"/>
                <a:gd name="connsiteX5" fmla="*/ 97509 w 304727"/>
                <a:gd name="connsiteY5" fmla="*/ 365926 h 365926"/>
                <a:gd name="connsiteX6" fmla="*/ 97509 w 304727"/>
                <a:gd name="connsiteY6" fmla="*/ 249924 h 365926"/>
                <a:gd name="connsiteX7" fmla="*/ 182150 w 304727"/>
                <a:gd name="connsiteY7" fmla="*/ 289958 h 365926"/>
                <a:gd name="connsiteX8" fmla="*/ 304728 w 304727"/>
                <a:gd name="connsiteY8" fmla="*/ 144216 h 365926"/>
                <a:gd name="connsiteX9" fmla="*/ 181579 w 304727"/>
                <a:gd name="connsiteY9" fmla="*/ 0 h 365926"/>
                <a:gd name="connsiteX10" fmla="*/ 151840 w 304727"/>
                <a:gd name="connsiteY10" fmla="*/ 208365 h 365926"/>
                <a:gd name="connsiteX11" fmla="*/ 95412 w 304727"/>
                <a:gd name="connsiteY11" fmla="*/ 144693 h 365926"/>
                <a:gd name="connsiteX12" fmla="*/ 151840 w 304727"/>
                <a:gd name="connsiteY12" fmla="*/ 81592 h 365926"/>
                <a:gd name="connsiteX13" fmla="*/ 208839 w 304727"/>
                <a:gd name="connsiteY13" fmla="*/ 144693 h 365926"/>
                <a:gd name="connsiteX14" fmla="*/ 151840 w 304727"/>
                <a:gd name="connsiteY14" fmla="*/ 208365 h 3659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4727" h="365926">
                  <a:moveTo>
                    <a:pt x="181674" y="95"/>
                  </a:moveTo>
                  <a:cubicBezTo>
                    <a:pt x="140116" y="95"/>
                    <a:pt x="116477" y="20112"/>
                    <a:pt x="97509" y="43179"/>
                  </a:cubicBezTo>
                  <a:lnTo>
                    <a:pt x="97509" y="6196"/>
                  </a:lnTo>
                  <a:lnTo>
                    <a:pt x="0" y="6196"/>
                  </a:lnTo>
                  <a:lnTo>
                    <a:pt x="0" y="365926"/>
                  </a:lnTo>
                  <a:lnTo>
                    <a:pt x="97509" y="365926"/>
                  </a:lnTo>
                  <a:lnTo>
                    <a:pt x="97509" y="249924"/>
                  </a:lnTo>
                  <a:cubicBezTo>
                    <a:pt x="115429" y="270990"/>
                    <a:pt x="140116" y="289958"/>
                    <a:pt x="182150" y="289958"/>
                  </a:cubicBezTo>
                  <a:cubicBezTo>
                    <a:pt x="247824" y="289958"/>
                    <a:pt x="304728" y="234578"/>
                    <a:pt x="304728" y="144216"/>
                  </a:cubicBezTo>
                  <a:cubicBezTo>
                    <a:pt x="304728" y="53855"/>
                    <a:pt x="247729" y="0"/>
                    <a:pt x="181579" y="0"/>
                  </a:cubicBezTo>
                  <a:moveTo>
                    <a:pt x="151840" y="208365"/>
                  </a:moveTo>
                  <a:cubicBezTo>
                    <a:pt x="120576" y="208365"/>
                    <a:pt x="95412" y="181677"/>
                    <a:pt x="95412" y="144693"/>
                  </a:cubicBezTo>
                  <a:cubicBezTo>
                    <a:pt x="95412" y="107710"/>
                    <a:pt x="120576" y="81592"/>
                    <a:pt x="151840" y="81592"/>
                  </a:cubicBezTo>
                  <a:cubicBezTo>
                    <a:pt x="183104" y="81592"/>
                    <a:pt x="208839" y="108281"/>
                    <a:pt x="208839" y="144693"/>
                  </a:cubicBezTo>
                  <a:cubicBezTo>
                    <a:pt x="208839" y="181105"/>
                    <a:pt x="183676" y="208365"/>
                    <a:pt x="151840" y="208365"/>
                  </a:cubicBezTo>
                </a:path>
              </a:pathLst>
            </a:custGeom>
            <a:solidFill>
              <a:schemeClr val="bg1"/>
            </a:solidFill>
            <a:ln w="9525" cap="flat">
              <a:noFill/>
              <a:prstDash val="solid"/>
              <a:miter/>
            </a:ln>
          </p:spPr>
          <p:txBody>
            <a:bodyPr rtlCol="0" anchor="ctr"/>
            <a:lstStyle/>
            <a:p>
              <a:endParaRPr lang="fr-FR" sz="1092">
                <a:solidFill>
                  <a:schemeClr val="bg1"/>
                </a:solidFill>
              </a:endParaRPr>
            </a:p>
          </p:txBody>
        </p:sp>
        <p:sp>
          <p:nvSpPr>
            <p:cNvPr id="11" name="Forme libre : forme 47">
              <a:extLst>
                <a:ext uri="{FF2B5EF4-FFF2-40B4-BE49-F238E27FC236}">
                  <a16:creationId xmlns:a16="http://schemas.microsoft.com/office/drawing/2014/main" id="{6652E190-18B2-6E35-1469-05105D948F87}"/>
                </a:ext>
              </a:extLst>
            </p:cNvPr>
            <p:cNvSpPr/>
            <p:nvPr/>
          </p:nvSpPr>
          <p:spPr>
            <a:xfrm>
              <a:off x="18307729" y="12162667"/>
              <a:ext cx="97509" cy="277566"/>
            </a:xfrm>
            <a:custGeom>
              <a:avLst/>
              <a:gdLst>
                <a:gd name="connsiteX0" fmla="*/ 0 w 97509"/>
                <a:gd name="connsiteY0" fmla="*/ 0 h 277566"/>
                <a:gd name="connsiteX1" fmla="*/ 97509 w 97509"/>
                <a:gd name="connsiteY1" fmla="*/ 0 h 277566"/>
                <a:gd name="connsiteX2" fmla="*/ 97509 w 97509"/>
                <a:gd name="connsiteY2" fmla="*/ 277567 h 277566"/>
                <a:gd name="connsiteX3" fmla="*/ 0 w 97509"/>
                <a:gd name="connsiteY3" fmla="*/ 277567 h 277566"/>
              </a:gdLst>
              <a:ahLst/>
              <a:cxnLst>
                <a:cxn ang="0">
                  <a:pos x="connsiteX0" y="connsiteY0"/>
                </a:cxn>
                <a:cxn ang="0">
                  <a:pos x="connsiteX1" y="connsiteY1"/>
                </a:cxn>
                <a:cxn ang="0">
                  <a:pos x="connsiteX2" y="connsiteY2"/>
                </a:cxn>
                <a:cxn ang="0">
                  <a:pos x="connsiteX3" y="connsiteY3"/>
                </a:cxn>
              </a:cxnLst>
              <a:rect l="l" t="t" r="r" b="b"/>
              <a:pathLst>
                <a:path w="97509" h="277566">
                  <a:moveTo>
                    <a:pt x="0" y="0"/>
                  </a:moveTo>
                  <a:lnTo>
                    <a:pt x="97509" y="0"/>
                  </a:lnTo>
                  <a:lnTo>
                    <a:pt x="97509" y="277567"/>
                  </a:lnTo>
                  <a:lnTo>
                    <a:pt x="0" y="277567"/>
                  </a:lnTo>
                  <a:close/>
                </a:path>
              </a:pathLst>
            </a:custGeom>
            <a:solidFill>
              <a:schemeClr val="bg1"/>
            </a:solidFill>
            <a:ln w="9525" cap="flat">
              <a:noFill/>
              <a:prstDash val="solid"/>
              <a:miter/>
            </a:ln>
          </p:spPr>
          <p:txBody>
            <a:bodyPr rtlCol="0" anchor="ctr"/>
            <a:lstStyle/>
            <a:p>
              <a:endParaRPr lang="fr-FR" sz="1092">
                <a:solidFill>
                  <a:schemeClr val="bg1"/>
                </a:solidFill>
              </a:endParaRPr>
            </a:p>
          </p:txBody>
        </p:sp>
        <p:sp>
          <p:nvSpPr>
            <p:cNvPr id="12" name="Forme libre : forme 48">
              <a:extLst>
                <a:ext uri="{FF2B5EF4-FFF2-40B4-BE49-F238E27FC236}">
                  <a16:creationId xmlns:a16="http://schemas.microsoft.com/office/drawing/2014/main" id="{24E85D18-0004-9C69-94A9-79191A38A34B}"/>
                </a:ext>
              </a:extLst>
            </p:cNvPr>
            <p:cNvSpPr/>
            <p:nvPr/>
          </p:nvSpPr>
          <p:spPr>
            <a:xfrm>
              <a:off x="18439075" y="12156471"/>
              <a:ext cx="275084" cy="283762"/>
            </a:xfrm>
            <a:custGeom>
              <a:avLst/>
              <a:gdLst>
                <a:gd name="connsiteX0" fmla="*/ 0 w 275084"/>
                <a:gd name="connsiteY0" fmla="*/ 6196 h 283762"/>
                <a:gd name="connsiteX1" fmla="*/ 97509 w 275084"/>
                <a:gd name="connsiteY1" fmla="*/ 6196 h 283762"/>
                <a:gd name="connsiteX2" fmla="*/ 97509 w 275084"/>
                <a:gd name="connsiteY2" fmla="*/ 45181 h 283762"/>
                <a:gd name="connsiteX3" fmla="*/ 180625 w 275084"/>
                <a:gd name="connsiteY3" fmla="*/ 0 h 283762"/>
                <a:gd name="connsiteX4" fmla="*/ 275084 w 275084"/>
                <a:gd name="connsiteY4" fmla="*/ 102086 h 283762"/>
                <a:gd name="connsiteX5" fmla="*/ 275084 w 275084"/>
                <a:gd name="connsiteY5" fmla="*/ 283762 h 283762"/>
                <a:gd name="connsiteX6" fmla="*/ 177575 w 275084"/>
                <a:gd name="connsiteY6" fmla="*/ 283762 h 283762"/>
                <a:gd name="connsiteX7" fmla="*/ 177575 w 275084"/>
                <a:gd name="connsiteY7" fmla="*/ 133445 h 283762"/>
                <a:gd name="connsiteX8" fmla="*/ 138591 w 275084"/>
                <a:gd name="connsiteY8" fmla="*/ 86740 h 283762"/>
                <a:gd name="connsiteX9" fmla="*/ 97509 w 275084"/>
                <a:gd name="connsiteY9" fmla="*/ 133445 h 283762"/>
                <a:gd name="connsiteX10" fmla="*/ 97509 w 275084"/>
                <a:gd name="connsiteY10" fmla="*/ 283762 h 283762"/>
                <a:gd name="connsiteX11" fmla="*/ 0 w 275084"/>
                <a:gd name="connsiteY11" fmla="*/ 283762 h 283762"/>
                <a:gd name="connsiteX12" fmla="*/ 0 w 275084"/>
                <a:gd name="connsiteY12" fmla="*/ 6196 h 283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75084" h="283762">
                  <a:moveTo>
                    <a:pt x="0" y="6196"/>
                  </a:moveTo>
                  <a:lnTo>
                    <a:pt x="97509" y="6196"/>
                  </a:lnTo>
                  <a:lnTo>
                    <a:pt x="97509" y="45181"/>
                  </a:lnTo>
                  <a:cubicBezTo>
                    <a:pt x="115429" y="22114"/>
                    <a:pt x="141164" y="0"/>
                    <a:pt x="180625" y="0"/>
                  </a:cubicBezTo>
                  <a:cubicBezTo>
                    <a:pt x="239627" y="0"/>
                    <a:pt x="275084" y="38985"/>
                    <a:pt x="275084" y="102086"/>
                  </a:cubicBezTo>
                  <a:lnTo>
                    <a:pt x="275084" y="283762"/>
                  </a:lnTo>
                  <a:lnTo>
                    <a:pt x="177575" y="283762"/>
                  </a:lnTo>
                  <a:lnTo>
                    <a:pt x="177575" y="133445"/>
                  </a:lnTo>
                  <a:cubicBezTo>
                    <a:pt x="177575" y="103134"/>
                    <a:pt x="161657" y="86740"/>
                    <a:pt x="138591" y="86740"/>
                  </a:cubicBezTo>
                  <a:cubicBezTo>
                    <a:pt x="115524" y="86740"/>
                    <a:pt x="97509" y="103134"/>
                    <a:pt x="97509" y="133445"/>
                  </a:cubicBezTo>
                  <a:lnTo>
                    <a:pt x="97509" y="283762"/>
                  </a:lnTo>
                  <a:lnTo>
                    <a:pt x="0" y="283762"/>
                  </a:lnTo>
                  <a:lnTo>
                    <a:pt x="0" y="6196"/>
                  </a:lnTo>
                  <a:close/>
                </a:path>
              </a:pathLst>
            </a:custGeom>
            <a:solidFill>
              <a:schemeClr val="bg1"/>
            </a:solidFill>
            <a:ln w="9525" cap="flat">
              <a:noFill/>
              <a:prstDash val="solid"/>
              <a:miter/>
            </a:ln>
          </p:spPr>
          <p:txBody>
            <a:bodyPr rtlCol="0" anchor="ctr"/>
            <a:lstStyle/>
            <a:p>
              <a:endParaRPr lang="fr-FR" sz="1092">
                <a:solidFill>
                  <a:schemeClr val="bg1"/>
                </a:solidFill>
              </a:endParaRPr>
            </a:p>
          </p:txBody>
        </p:sp>
        <p:sp>
          <p:nvSpPr>
            <p:cNvPr id="13" name="Forme libre : forme 49">
              <a:extLst>
                <a:ext uri="{FF2B5EF4-FFF2-40B4-BE49-F238E27FC236}">
                  <a16:creationId xmlns:a16="http://schemas.microsoft.com/office/drawing/2014/main" id="{DAA81F5A-A6A1-C968-D123-E19D9AA71A54}"/>
                </a:ext>
              </a:extLst>
            </p:cNvPr>
            <p:cNvSpPr/>
            <p:nvPr/>
          </p:nvSpPr>
          <p:spPr>
            <a:xfrm>
              <a:off x="18730268" y="12092322"/>
              <a:ext cx="194923" cy="347911"/>
            </a:xfrm>
            <a:custGeom>
              <a:avLst/>
              <a:gdLst>
                <a:gd name="connsiteX0" fmla="*/ 32789 w 194923"/>
                <a:gd name="connsiteY0" fmla="*/ 347911 h 347911"/>
                <a:gd name="connsiteX1" fmla="*/ 32789 w 194923"/>
                <a:gd name="connsiteY1" fmla="*/ 148887 h 347911"/>
                <a:gd name="connsiteX2" fmla="*/ 0 w 194923"/>
                <a:gd name="connsiteY2" fmla="*/ 148887 h 347911"/>
                <a:gd name="connsiteX3" fmla="*/ 0 w 194923"/>
                <a:gd name="connsiteY3" fmla="*/ 70345 h 347911"/>
                <a:gd name="connsiteX4" fmla="*/ 32789 w 194923"/>
                <a:gd name="connsiteY4" fmla="*/ 70345 h 347911"/>
                <a:gd name="connsiteX5" fmla="*/ 32789 w 194923"/>
                <a:gd name="connsiteY5" fmla="*/ 0 h 347911"/>
                <a:gd name="connsiteX6" fmla="*/ 130298 w 194923"/>
                <a:gd name="connsiteY6" fmla="*/ 0 h 347911"/>
                <a:gd name="connsiteX7" fmla="*/ 130298 w 194923"/>
                <a:gd name="connsiteY7" fmla="*/ 70345 h 347911"/>
                <a:gd name="connsiteX8" fmla="*/ 194923 w 194923"/>
                <a:gd name="connsiteY8" fmla="*/ 70345 h 347911"/>
                <a:gd name="connsiteX9" fmla="*/ 194923 w 194923"/>
                <a:gd name="connsiteY9" fmla="*/ 148887 h 347911"/>
                <a:gd name="connsiteX10" fmla="*/ 130298 w 194923"/>
                <a:gd name="connsiteY10" fmla="*/ 148887 h 347911"/>
                <a:gd name="connsiteX11" fmla="*/ 130298 w 194923"/>
                <a:gd name="connsiteY11" fmla="*/ 347911 h 347911"/>
                <a:gd name="connsiteX12" fmla="*/ 32789 w 194923"/>
                <a:gd name="connsiteY12" fmla="*/ 347911 h 3479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94923" h="347911">
                  <a:moveTo>
                    <a:pt x="32789" y="347911"/>
                  </a:moveTo>
                  <a:lnTo>
                    <a:pt x="32789" y="148887"/>
                  </a:lnTo>
                  <a:lnTo>
                    <a:pt x="0" y="148887"/>
                  </a:lnTo>
                  <a:lnTo>
                    <a:pt x="0" y="70345"/>
                  </a:lnTo>
                  <a:lnTo>
                    <a:pt x="32789" y="70345"/>
                  </a:lnTo>
                  <a:lnTo>
                    <a:pt x="32789" y="0"/>
                  </a:lnTo>
                  <a:lnTo>
                    <a:pt x="130298" y="0"/>
                  </a:lnTo>
                  <a:lnTo>
                    <a:pt x="130298" y="70345"/>
                  </a:lnTo>
                  <a:lnTo>
                    <a:pt x="194923" y="70345"/>
                  </a:lnTo>
                  <a:lnTo>
                    <a:pt x="194923" y="148887"/>
                  </a:lnTo>
                  <a:lnTo>
                    <a:pt x="130298" y="148887"/>
                  </a:lnTo>
                  <a:lnTo>
                    <a:pt x="130298" y="347911"/>
                  </a:lnTo>
                  <a:lnTo>
                    <a:pt x="32789" y="347911"/>
                  </a:lnTo>
                  <a:close/>
                </a:path>
              </a:pathLst>
            </a:custGeom>
            <a:solidFill>
              <a:schemeClr val="bg1"/>
            </a:solidFill>
            <a:ln w="9525" cap="flat">
              <a:noFill/>
              <a:prstDash val="solid"/>
              <a:miter/>
            </a:ln>
          </p:spPr>
          <p:txBody>
            <a:bodyPr rtlCol="0" anchor="ctr"/>
            <a:lstStyle/>
            <a:p>
              <a:endParaRPr lang="fr-FR" sz="1092">
                <a:solidFill>
                  <a:schemeClr val="bg1"/>
                </a:solidFill>
              </a:endParaRPr>
            </a:p>
          </p:txBody>
        </p:sp>
        <p:sp>
          <p:nvSpPr>
            <p:cNvPr id="14" name="Forme libre : forme 50">
              <a:extLst>
                <a:ext uri="{FF2B5EF4-FFF2-40B4-BE49-F238E27FC236}">
                  <a16:creationId xmlns:a16="http://schemas.microsoft.com/office/drawing/2014/main" id="{2DA58661-2856-4D1B-9C69-DD750A202C74}"/>
                </a:ext>
              </a:extLst>
            </p:cNvPr>
            <p:cNvSpPr/>
            <p:nvPr/>
          </p:nvSpPr>
          <p:spPr>
            <a:xfrm>
              <a:off x="18903173" y="12327758"/>
              <a:ext cx="119146" cy="119147"/>
            </a:xfrm>
            <a:custGeom>
              <a:avLst/>
              <a:gdLst>
                <a:gd name="connsiteX0" fmla="*/ 119146 w 119146"/>
                <a:gd name="connsiteY0" fmla="*/ 59574 h 119147"/>
                <a:gd name="connsiteX1" fmla="*/ 59573 w 119146"/>
                <a:gd name="connsiteY1" fmla="*/ 119148 h 119147"/>
                <a:gd name="connsiteX2" fmla="*/ 0 w 119146"/>
                <a:gd name="connsiteY2" fmla="*/ 59574 h 119147"/>
                <a:gd name="connsiteX3" fmla="*/ 59573 w 119146"/>
                <a:gd name="connsiteY3" fmla="*/ 0 h 119147"/>
                <a:gd name="connsiteX4" fmla="*/ 119146 w 119146"/>
                <a:gd name="connsiteY4" fmla="*/ 59574 h 1191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146" h="119147">
                  <a:moveTo>
                    <a:pt x="119146" y="59574"/>
                  </a:moveTo>
                  <a:cubicBezTo>
                    <a:pt x="119146" y="92459"/>
                    <a:pt x="92457" y="119148"/>
                    <a:pt x="59573" y="119148"/>
                  </a:cubicBezTo>
                  <a:cubicBezTo>
                    <a:pt x="26689" y="119148"/>
                    <a:pt x="0" y="92459"/>
                    <a:pt x="0" y="59574"/>
                  </a:cubicBezTo>
                  <a:cubicBezTo>
                    <a:pt x="0" y="26689"/>
                    <a:pt x="26689" y="0"/>
                    <a:pt x="59573" y="0"/>
                  </a:cubicBezTo>
                  <a:cubicBezTo>
                    <a:pt x="92457" y="0"/>
                    <a:pt x="119146" y="26689"/>
                    <a:pt x="119146" y="59574"/>
                  </a:cubicBezTo>
                </a:path>
              </a:pathLst>
            </a:custGeom>
            <a:solidFill>
              <a:srgbClr val="00A2DF"/>
            </a:solidFill>
            <a:ln w="9525" cap="flat">
              <a:noFill/>
              <a:prstDash val="solid"/>
              <a:miter/>
            </a:ln>
          </p:spPr>
          <p:txBody>
            <a:bodyPr rtlCol="0" anchor="ctr"/>
            <a:lstStyle/>
            <a:p>
              <a:endParaRPr lang="fr-FR" sz="1092"/>
            </a:p>
          </p:txBody>
        </p:sp>
        <p:sp>
          <p:nvSpPr>
            <p:cNvPr id="15" name="Forme libre : forme 51">
              <a:extLst>
                <a:ext uri="{FF2B5EF4-FFF2-40B4-BE49-F238E27FC236}">
                  <a16:creationId xmlns:a16="http://schemas.microsoft.com/office/drawing/2014/main" id="{5FCC090E-6051-406B-C901-A4F1BDBD1322}"/>
                </a:ext>
              </a:extLst>
            </p:cNvPr>
            <p:cNvSpPr/>
            <p:nvPr/>
          </p:nvSpPr>
          <p:spPr>
            <a:xfrm>
              <a:off x="17661767" y="12603990"/>
              <a:ext cx="110662" cy="146122"/>
            </a:xfrm>
            <a:custGeom>
              <a:avLst/>
              <a:gdLst>
                <a:gd name="connsiteX0" fmla="*/ 87024 w 110662"/>
                <a:gd name="connsiteY0" fmla="*/ 42226 h 146122"/>
                <a:gd name="connsiteX1" fmla="*/ 104372 w 110662"/>
                <a:gd name="connsiteY1" fmla="*/ 61385 h 146122"/>
                <a:gd name="connsiteX2" fmla="*/ 110663 w 110662"/>
                <a:gd name="connsiteY2" fmla="*/ 90743 h 146122"/>
                <a:gd name="connsiteX3" fmla="*/ 104372 w 110662"/>
                <a:gd name="connsiteY3" fmla="*/ 120291 h 146122"/>
                <a:gd name="connsiteX4" fmla="*/ 87024 w 110662"/>
                <a:gd name="connsiteY4" fmla="*/ 139451 h 146122"/>
                <a:gd name="connsiteX5" fmla="*/ 61861 w 110662"/>
                <a:gd name="connsiteY5" fmla="*/ 146123 h 146122"/>
                <a:gd name="connsiteX6" fmla="*/ 36792 w 110662"/>
                <a:gd name="connsiteY6" fmla="*/ 138879 h 146122"/>
                <a:gd name="connsiteX7" fmla="*/ 22304 w 110662"/>
                <a:gd name="connsiteY7" fmla="*/ 119720 h 146122"/>
                <a:gd name="connsiteX8" fmla="*/ 22304 w 110662"/>
                <a:gd name="connsiteY8" fmla="*/ 144788 h 146122"/>
                <a:gd name="connsiteX9" fmla="*/ 0 w 110662"/>
                <a:gd name="connsiteY9" fmla="*/ 144788 h 146122"/>
                <a:gd name="connsiteX10" fmla="*/ 0 w 110662"/>
                <a:gd name="connsiteY10" fmla="*/ 0 h 146122"/>
                <a:gd name="connsiteX11" fmla="*/ 22304 w 110662"/>
                <a:gd name="connsiteY11" fmla="*/ 0 h 146122"/>
                <a:gd name="connsiteX12" fmla="*/ 22304 w 110662"/>
                <a:gd name="connsiteY12" fmla="*/ 62052 h 146122"/>
                <a:gd name="connsiteX13" fmla="*/ 36792 w 110662"/>
                <a:gd name="connsiteY13" fmla="*/ 42893 h 146122"/>
                <a:gd name="connsiteX14" fmla="*/ 61861 w 110662"/>
                <a:gd name="connsiteY14" fmla="*/ 35649 h 146122"/>
                <a:gd name="connsiteX15" fmla="*/ 87024 w 110662"/>
                <a:gd name="connsiteY15" fmla="*/ 42321 h 146122"/>
                <a:gd name="connsiteX16" fmla="*/ 38222 w 110662"/>
                <a:gd name="connsiteY16" fmla="*/ 59574 h 146122"/>
                <a:gd name="connsiteX17" fmla="*/ 26498 w 110662"/>
                <a:gd name="connsiteY17" fmla="*/ 72061 h 146122"/>
                <a:gd name="connsiteX18" fmla="*/ 22209 w 110662"/>
                <a:gd name="connsiteY18" fmla="*/ 90743 h 146122"/>
                <a:gd name="connsiteX19" fmla="*/ 26498 w 110662"/>
                <a:gd name="connsiteY19" fmla="*/ 109520 h 146122"/>
                <a:gd name="connsiteX20" fmla="*/ 38222 w 110662"/>
                <a:gd name="connsiteY20" fmla="*/ 121912 h 146122"/>
                <a:gd name="connsiteX21" fmla="*/ 55093 w 110662"/>
                <a:gd name="connsiteY21" fmla="*/ 126297 h 146122"/>
                <a:gd name="connsiteX22" fmla="*/ 78922 w 110662"/>
                <a:gd name="connsiteY22" fmla="*/ 116765 h 146122"/>
                <a:gd name="connsiteX23" fmla="*/ 87882 w 110662"/>
                <a:gd name="connsiteY23" fmla="*/ 90648 h 146122"/>
                <a:gd name="connsiteX24" fmla="*/ 78922 w 110662"/>
                <a:gd name="connsiteY24" fmla="*/ 64626 h 146122"/>
                <a:gd name="connsiteX25" fmla="*/ 55093 w 110662"/>
                <a:gd name="connsiteY25" fmla="*/ 54998 h 146122"/>
                <a:gd name="connsiteX26" fmla="*/ 38222 w 110662"/>
                <a:gd name="connsiteY26" fmla="*/ 59383 h 1461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10662" h="146122">
                  <a:moveTo>
                    <a:pt x="87024" y="42226"/>
                  </a:moveTo>
                  <a:cubicBezTo>
                    <a:pt x="94364" y="46610"/>
                    <a:pt x="100178" y="53092"/>
                    <a:pt x="104372" y="61385"/>
                  </a:cubicBezTo>
                  <a:cubicBezTo>
                    <a:pt x="108566" y="69678"/>
                    <a:pt x="110663" y="79495"/>
                    <a:pt x="110663" y="90743"/>
                  </a:cubicBezTo>
                  <a:cubicBezTo>
                    <a:pt x="110663" y="101990"/>
                    <a:pt x="108566" y="111903"/>
                    <a:pt x="104372" y="120291"/>
                  </a:cubicBezTo>
                  <a:cubicBezTo>
                    <a:pt x="100178" y="128680"/>
                    <a:pt x="94459" y="135066"/>
                    <a:pt x="87024" y="139451"/>
                  </a:cubicBezTo>
                  <a:cubicBezTo>
                    <a:pt x="79685" y="143930"/>
                    <a:pt x="71297" y="146123"/>
                    <a:pt x="61861" y="146123"/>
                  </a:cubicBezTo>
                  <a:cubicBezTo>
                    <a:pt x="52424" y="146123"/>
                    <a:pt x="43750" y="143740"/>
                    <a:pt x="36792" y="138879"/>
                  </a:cubicBezTo>
                  <a:cubicBezTo>
                    <a:pt x="29834" y="134017"/>
                    <a:pt x="25068" y="127631"/>
                    <a:pt x="22304" y="119720"/>
                  </a:cubicBezTo>
                  <a:lnTo>
                    <a:pt x="22304" y="144788"/>
                  </a:lnTo>
                  <a:lnTo>
                    <a:pt x="0" y="144788"/>
                  </a:lnTo>
                  <a:lnTo>
                    <a:pt x="0" y="0"/>
                  </a:lnTo>
                  <a:lnTo>
                    <a:pt x="22304" y="0"/>
                  </a:lnTo>
                  <a:lnTo>
                    <a:pt x="22304" y="62052"/>
                  </a:lnTo>
                  <a:cubicBezTo>
                    <a:pt x="25068" y="54141"/>
                    <a:pt x="29834" y="47659"/>
                    <a:pt x="36792" y="42893"/>
                  </a:cubicBezTo>
                  <a:cubicBezTo>
                    <a:pt x="43750" y="38032"/>
                    <a:pt x="52043" y="35649"/>
                    <a:pt x="61861" y="35649"/>
                  </a:cubicBezTo>
                  <a:cubicBezTo>
                    <a:pt x="71678" y="35649"/>
                    <a:pt x="79685" y="37841"/>
                    <a:pt x="87024" y="42321"/>
                  </a:cubicBezTo>
                  <a:close/>
                  <a:moveTo>
                    <a:pt x="38222" y="59574"/>
                  </a:moveTo>
                  <a:cubicBezTo>
                    <a:pt x="33266" y="62529"/>
                    <a:pt x="29358" y="66723"/>
                    <a:pt x="26498" y="72061"/>
                  </a:cubicBezTo>
                  <a:cubicBezTo>
                    <a:pt x="23639" y="77494"/>
                    <a:pt x="22209" y="83689"/>
                    <a:pt x="22209" y="90743"/>
                  </a:cubicBezTo>
                  <a:cubicBezTo>
                    <a:pt x="22209" y="97797"/>
                    <a:pt x="23639" y="104183"/>
                    <a:pt x="26498" y="109520"/>
                  </a:cubicBezTo>
                  <a:cubicBezTo>
                    <a:pt x="29358" y="114858"/>
                    <a:pt x="33266" y="119052"/>
                    <a:pt x="38222" y="121912"/>
                  </a:cubicBezTo>
                  <a:cubicBezTo>
                    <a:pt x="43179" y="124867"/>
                    <a:pt x="48802" y="126297"/>
                    <a:pt x="55093" y="126297"/>
                  </a:cubicBezTo>
                  <a:cubicBezTo>
                    <a:pt x="65006" y="126297"/>
                    <a:pt x="73013" y="123151"/>
                    <a:pt x="78922" y="116765"/>
                  </a:cubicBezTo>
                  <a:cubicBezTo>
                    <a:pt x="84832" y="110378"/>
                    <a:pt x="87882" y="101704"/>
                    <a:pt x="87882" y="90648"/>
                  </a:cubicBezTo>
                  <a:cubicBezTo>
                    <a:pt x="87882" y="79591"/>
                    <a:pt x="84927" y="71012"/>
                    <a:pt x="78922" y="64626"/>
                  </a:cubicBezTo>
                  <a:cubicBezTo>
                    <a:pt x="72917" y="58239"/>
                    <a:pt x="65006" y="54998"/>
                    <a:pt x="55093" y="54998"/>
                  </a:cubicBezTo>
                  <a:cubicBezTo>
                    <a:pt x="48802" y="54998"/>
                    <a:pt x="43179" y="56428"/>
                    <a:pt x="38222" y="59383"/>
                  </a:cubicBezTo>
                  <a:close/>
                </a:path>
              </a:pathLst>
            </a:custGeom>
            <a:solidFill>
              <a:schemeClr val="bg1"/>
            </a:solidFill>
            <a:ln w="9525" cap="flat">
              <a:noFill/>
              <a:prstDash val="solid"/>
              <a:miter/>
            </a:ln>
          </p:spPr>
          <p:txBody>
            <a:bodyPr rtlCol="0" anchor="ctr"/>
            <a:lstStyle/>
            <a:p>
              <a:endParaRPr lang="fr-FR" sz="1092"/>
            </a:p>
          </p:txBody>
        </p:sp>
        <p:sp>
          <p:nvSpPr>
            <p:cNvPr id="16" name="Forme libre : forme 52">
              <a:extLst>
                <a:ext uri="{FF2B5EF4-FFF2-40B4-BE49-F238E27FC236}">
                  <a16:creationId xmlns:a16="http://schemas.microsoft.com/office/drawing/2014/main" id="{0A7E539C-A51B-821C-8D15-95C6737B9247}"/>
                </a:ext>
              </a:extLst>
            </p:cNvPr>
            <p:cNvSpPr/>
            <p:nvPr/>
          </p:nvSpPr>
          <p:spPr>
            <a:xfrm>
              <a:off x="17783391" y="12639639"/>
              <a:ext cx="105706" cy="110569"/>
            </a:xfrm>
            <a:custGeom>
              <a:avLst/>
              <a:gdLst>
                <a:gd name="connsiteX0" fmla="*/ 105039 w 105706"/>
                <a:gd name="connsiteY0" fmla="*/ 59669 h 110569"/>
                <a:gd name="connsiteX1" fmla="*/ 22018 w 105706"/>
                <a:gd name="connsiteY1" fmla="*/ 59669 h 110569"/>
                <a:gd name="connsiteX2" fmla="*/ 31169 w 105706"/>
                <a:gd name="connsiteY2" fmla="*/ 84357 h 110569"/>
                <a:gd name="connsiteX3" fmla="*/ 52520 w 105706"/>
                <a:gd name="connsiteY3" fmla="*/ 92363 h 110569"/>
                <a:gd name="connsiteX4" fmla="*/ 71392 w 105706"/>
                <a:gd name="connsiteY4" fmla="*/ 86644 h 110569"/>
                <a:gd name="connsiteX5" fmla="*/ 80924 w 105706"/>
                <a:gd name="connsiteY5" fmla="*/ 71584 h 110569"/>
                <a:gd name="connsiteX6" fmla="*/ 104753 w 105706"/>
                <a:gd name="connsiteY6" fmla="*/ 71584 h 110569"/>
                <a:gd name="connsiteX7" fmla="*/ 95698 w 105706"/>
                <a:gd name="connsiteY7" fmla="*/ 91791 h 110569"/>
                <a:gd name="connsiteX8" fmla="*/ 77874 w 105706"/>
                <a:gd name="connsiteY8" fmla="*/ 105613 h 110569"/>
                <a:gd name="connsiteX9" fmla="*/ 53377 w 105706"/>
                <a:gd name="connsiteY9" fmla="*/ 110569 h 110569"/>
                <a:gd name="connsiteX10" fmla="*/ 25736 w 105706"/>
                <a:gd name="connsiteY10" fmla="*/ 103897 h 110569"/>
                <a:gd name="connsiteX11" fmla="*/ 6863 w 105706"/>
                <a:gd name="connsiteY11" fmla="*/ 84738 h 110569"/>
                <a:gd name="connsiteX12" fmla="*/ 0 w 105706"/>
                <a:gd name="connsiteY12" fmla="*/ 55189 h 110569"/>
                <a:gd name="connsiteX13" fmla="*/ 6863 w 105706"/>
                <a:gd name="connsiteY13" fmla="*/ 25831 h 110569"/>
                <a:gd name="connsiteX14" fmla="*/ 25736 w 105706"/>
                <a:gd name="connsiteY14" fmla="*/ 6672 h 110569"/>
                <a:gd name="connsiteX15" fmla="*/ 53377 w 105706"/>
                <a:gd name="connsiteY15" fmla="*/ 0 h 110569"/>
                <a:gd name="connsiteX16" fmla="*/ 81115 w 105706"/>
                <a:gd name="connsiteY16" fmla="*/ 6577 h 110569"/>
                <a:gd name="connsiteX17" fmla="*/ 99320 w 105706"/>
                <a:gd name="connsiteY17" fmla="*/ 24592 h 110569"/>
                <a:gd name="connsiteX18" fmla="*/ 105706 w 105706"/>
                <a:gd name="connsiteY18" fmla="*/ 50137 h 110569"/>
                <a:gd name="connsiteX19" fmla="*/ 104944 w 105706"/>
                <a:gd name="connsiteY19" fmla="*/ 59765 h 110569"/>
                <a:gd name="connsiteX20" fmla="*/ 79685 w 105706"/>
                <a:gd name="connsiteY20" fmla="*/ 31741 h 110569"/>
                <a:gd name="connsiteX21" fmla="*/ 68724 w 105706"/>
                <a:gd name="connsiteY21" fmla="*/ 21161 h 110569"/>
                <a:gd name="connsiteX22" fmla="*/ 53568 w 105706"/>
                <a:gd name="connsiteY22" fmla="*/ 17729 h 110569"/>
                <a:gd name="connsiteX23" fmla="*/ 31645 w 105706"/>
                <a:gd name="connsiteY23" fmla="*/ 25736 h 110569"/>
                <a:gd name="connsiteX24" fmla="*/ 22018 w 105706"/>
                <a:gd name="connsiteY24" fmla="*/ 49375 h 110569"/>
                <a:gd name="connsiteX25" fmla="*/ 83307 w 105706"/>
                <a:gd name="connsiteY25" fmla="*/ 49375 h 110569"/>
                <a:gd name="connsiteX26" fmla="*/ 79685 w 105706"/>
                <a:gd name="connsiteY26" fmla="*/ 31646 h 1105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05706" h="110569">
                  <a:moveTo>
                    <a:pt x="105039" y="59669"/>
                  </a:moveTo>
                  <a:lnTo>
                    <a:pt x="22018" y="59669"/>
                  </a:lnTo>
                  <a:cubicBezTo>
                    <a:pt x="22400" y="70726"/>
                    <a:pt x="25450" y="79019"/>
                    <a:pt x="31169" y="84357"/>
                  </a:cubicBezTo>
                  <a:cubicBezTo>
                    <a:pt x="36888" y="89694"/>
                    <a:pt x="44036" y="92363"/>
                    <a:pt x="52520" y="92363"/>
                  </a:cubicBezTo>
                  <a:cubicBezTo>
                    <a:pt x="59954" y="92363"/>
                    <a:pt x="66245" y="90457"/>
                    <a:pt x="71392" y="86644"/>
                  </a:cubicBezTo>
                  <a:cubicBezTo>
                    <a:pt x="76539" y="82832"/>
                    <a:pt x="79685" y="77875"/>
                    <a:pt x="80924" y="71584"/>
                  </a:cubicBezTo>
                  <a:lnTo>
                    <a:pt x="104753" y="71584"/>
                  </a:lnTo>
                  <a:cubicBezTo>
                    <a:pt x="103323" y="79114"/>
                    <a:pt x="100273" y="85882"/>
                    <a:pt x="95698" y="91791"/>
                  </a:cubicBezTo>
                  <a:cubicBezTo>
                    <a:pt x="91123" y="97701"/>
                    <a:pt x="85213" y="102276"/>
                    <a:pt x="77874" y="105613"/>
                  </a:cubicBezTo>
                  <a:cubicBezTo>
                    <a:pt x="70535" y="108949"/>
                    <a:pt x="62433" y="110569"/>
                    <a:pt x="53377" y="110569"/>
                  </a:cubicBezTo>
                  <a:cubicBezTo>
                    <a:pt x="42988" y="110569"/>
                    <a:pt x="33742" y="108377"/>
                    <a:pt x="25736" y="103897"/>
                  </a:cubicBezTo>
                  <a:cubicBezTo>
                    <a:pt x="17729" y="99512"/>
                    <a:pt x="11438" y="93031"/>
                    <a:pt x="6863" y="84738"/>
                  </a:cubicBezTo>
                  <a:cubicBezTo>
                    <a:pt x="2288" y="76350"/>
                    <a:pt x="0" y="66532"/>
                    <a:pt x="0" y="55189"/>
                  </a:cubicBezTo>
                  <a:cubicBezTo>
                    <a:pt x="0" y="43846"/>
                    <a:pt x="2288" y="34219"/>
                    <a:pt x="6863" y="25831"/>
                  </a:cubicBezTo>
                  <a:cubicBezTo>
                    <a:pt x="11438" y="17443"/>
                    <a:pt x="17729" y="11057"/>
                    <a:pt x="25736" y="6672"/>
                  </a:cubicBezTo>
                  <a:cubicBezTo>
                    <a:pt x="33742" y="2192"/>
                    <a:pt x="42988" y="0"/>
                    <a:pt x="53377" y="0"/>
                  </a:cubicBezTo>
                  <a:cubicBezTo>
                    <a:pt x="63767" y="0"/>
                    <a:pt x="73203" y="2192"/>
                    <a:pt x="81115" y="6577"/>
                  </a:cubicBezTo>
                  <a:cubicBezTo>
                    <a:pt x="89026" y="10962"/>
                    <a:pt x="95031" y="16967"/>
                    <a:pt x="99320" y="24592"/>
                  </a:cubicBezTo>
                  <a:cubicBezTo>
                    <a:pt x="103609" y="32218"/>
                    <a:pt x="105706" y="40701"/>
                    <a:pt x="105706" y="50137"/>
                  </a:cubicBezTo>
                  <a:cubicBezTo>
                    <a:pt x="105706" y="53760"/>
                    <a:pt x="105420" y="57000"/>
                    <a:pt x="104944" y="59765"/>
                  </a:cubicBezTo>
                  <a:close/>
                  <a:moveTo>
                    <a:pt x="79685" y="31741"/>
                  </a:moveTo>
                  <a:cubicBezTo>
                    <a:pt x="77016" y="26975"/>
                    <a:pt x="73394" y="23448"/>
                    <a:pt x="68724" y="21161"/>
                  </a:cubicBezTo>
                  <a:cubicBezTo>
                    <a:pt x="64053" y="18873"/>
                    <a:pt x="59001" y="17729"/>
                    <a:pt x="53568" y="17729"/>
                  </a:cubicBezTo>
                  <a:cubicBezTo>
                    <a:pt x="44799" y="17729"/>
                    <a:pt x="37555" y="20398"/>
                    <a:pt x="31645" y="25736"/>
                  </a:cubicBezTo>
                  <a:cubicBezTo>
                    <a:pt x="25736" y="31074"/>
                    <a:pt x="22590" y="38985"/>
                    <a:pt x="22018" y="49375"/>
                  </a:cubicBezTo>
                  <a:lnTo>
                    <a:pt x="83307" y="49375"/>
                  </a:lnTo>
                  <a:cubicBezTo>
                    <a:pt x="83593" y="42321"/>
                    <a:pt x="82354" y="36412"/>
                    <a:pt x="79685" y="31646"/>
                  </a:cubicBezTo>
                  <a:close/>
                </a:path>
              </a:pathLst>
            </a:custGeom>
            <a:solidFill>
              <a:schemeClr val="bg1"/>
            </a:solidFill>
            <a:ln w="9525" cap="flat">
              <a:noFill/>
              <a:prstDash val="solid"/>
              <a:miter/>
            </a:ln>
          </p:spPr>
          <p:txBody>
            <a:bodyPr rtlCol="0" anchor="ctr"/>
            <a:lstStyle/>
            <a:p>
              <a:endParaRPr lang="fr-FR" sz="1092"/>
            </a:p>
          </p:txBody>
        </p:sp>
        <p:sp>
          <p:nvSpPr>
            <p:cNvPr id="20" name="Forme libre : forme 53">
              <a:extLst>
                <a:ext uri="{FF2B5EF4-FFF2-40B4-BE49-F238E27FC236}">
                  <a16:creationId xmlns:a16="http://schemas.microsoft.com/office/drawing/2014/main" id="{7E470F64-29E0-D7D7-4BFC-14E3134214BB}"/>
                </a:ext>
              </a:extLst>
            </p:cNvPr>
            <p:cNvSpPr/>
            <p:nvPr/>
          </p:nvSpPr>
          <p:spPr>
            <a:xfrm>
              <a:off x="17888811" y="12640878"/>
              <a:ext cx="112187" cy="159181"/>
            </a:xfrm>
            <a:custGeom>
              <a:avLst/>
              <a:gdLst>
                <a:gd name="connsiteX0" fmla="*/ 25068 w 112187"/>
                <a:gd name="connsiteY0" fmla="*/ 95 h 159181"/>
                <a:gd name="connsiteX1" fmla="*/ 57381 w 112187"/>
                <a:gd name="connsiteY1" fmla="*/ 79400 h 159181"/>
                <a:gd name="connsiteX2" fmla="*/ 87310 w 112187"/>
                <a:gd name="connsiteY2" fmla="*/ 95 h 159181"/>
                <a:gd name="connsiteX3" fmla="*/ 112188 w 112187"/>
                <a:gd name="connsiteY3" fmla="*/ 95 h 159181"/>
                <a:gd name="connsiteX4" fmla="*/ 46991 w 112187"/>
                <a:gd name="connsiteY4" fmla="*/ 159181 h 159181"/>
                <a:gd name="connsiteX5" fmla="*/ 22114 w 112187"/>
                <a:gd name="connsiteY5" fmla="*/ 159181 h 159181"/>
                <a:gd name="connsiteX6" fmla="*/ 45371 w 112187"/>
                <a:gd name="connsiteY6" fmla="*/ 105326 h 159181"/>
                <a:gd name="connsiteX7" fmla="*/ 0 w 112187"/>
                <a:gd name="connsiteY7" fmla="*/ 0 h 159181"/>
                <a:gd name="connsiteX8" fmla="*/ 25068 w 112187"/>
                <a:gd name="connsiteY8" fmla="*/ 0 h 1591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2187" h="159181">
                  <a:moveTo>
                    <a:pt x="25068" y="95"/>
                  </a:moveTo>
                  <a:lnTo>
                    <a:pt x="57381" y="79400"/>
                  </a:lnTo>
                  <a:lnTo>
                    <a:pt x="87310" y="95"/>
                  </a:lnTo>
                  <a:lnTo>
                    <a:pt x="112188" y="95"/>
                  </a:lnTo>
                  <a:lnTo>
                    <a:pt x="46991" y="159181"/>
                  </a:lnTo>
                  <a:lnTo>
                    <a:pt x="22114" y="159181"/>
                  </a:lnTo>
                  <a:lnTo>
                    <a:pt x="45371" y="105326"/>
                  </a:lnTo>
                  <a:lnTo>
                    <a:pt x="0" y="0"/>
                  </a:lnTo>
                  <a:lnTo>
                    <a:pt x="25068" y="0"/>
                  </a:lnTo>
                  <a:close/>
                </a:path>
              </a:pathLst>
            </a:custGeom>
            <a:solidFill>
              <a:schemeClr val="bg1"/>
            </a:solidFill>
            <a:ln w="9525" cap="flat">
              <a:noFill/>
              <a:prstDash val="solid"/>
              <a:miter/>
            </a:ln>
          </p:spPr>
          <p:txBody>
            <a:bodyPr rtlCol="0" anchor="ctr"/>
            <a:lstStyle/>
            <a:p>
              <a:endParaRPr lang="fr-FR" sz="1092"/>
            </a:p>
          </p:txBody>
        </p:sp>
        <p:sp>
          <p:nvSpPr>
            <p:cNvPr id="27" name="Forme libre : forme 54">
              <a:extLst>
                <a:ext uri="{FF2B5EF4-FFF2-40B4-BE49-F238E27FC236}">
                  <a16:creationId xmlns:a16="http://schemas.microsoft.com/office/drawing/2014/main" id="{BDFEC098-737C-B83E-D36C-06C6EA2477C8}"/>
                </a:ext>
              </a:extLst>
            </p:cNvPr>
            <p:cNvSpPr/>
            <p:nvPr/>
          </p:nvSpPr>
          <p:spPr>
            <a:xfrm>
              <a:off x="17999379" y="12639544"/>
              <a:ext cx="109614" cy="110569"/>
            </a:xfrm>
            <a:custGeom>
              <a:avLst/>
              <a:gdLst>
                <a:gd name="connsiteX0" fmla="*/ 83021 w 109614"/>
                <a:gd name="connsiteY0" fmla="*/ 6672 h 110569"/>
                <a:gd name="connsiteX1" fmla="*/ 102561 w 109614"/>
                <a:gd name="connsiteY1" fmla="*/ 25831 h 110569"/>
                <a:gd name="connsiteX2" fmla="*/ 109614 w 109614"/>
                <a:gd name="connsiteY2" fmla="*/ 55189 h 110569"/>
                <a:gd name="connsiteX3" fmla="*/ 102561 w 109614"/>
                <a:gd name="connsiteY3" fmla="*/ 84738 h 110569"/>
                <a:gd name="connsiteX4" fmla="*/ 83021 w 109614"/>
                <a:gd name="connsiteY4" fmla="*/ 103897 h 110569"/>
                <a:gd name="connsiteX5" fmla="*/ 54807 w 109614"/>
                <a:gd name="connsiteY5" fmla="*/ 110569 h 110569"/>
                <a:gd name="connsiteX6" fmla="*/ 26689 w 109614"/>
                <a:gd name="connsiteY6" fmla="*/ 103897 h 110569"/>
                <a:gd name="connsiteX7" fmla="*/ 7149 w 109614"/>
                <a:gd name="connsiteY7" fmla="*/ 84643 h 110569"/>
                <a:gd name="connsiteX8" fmla="*/ 0 w 109614"/>
                <a:gd name="connsiteY8" fmla="*/ 55189 h 110569"/>
                <a:gd name="connsiteX9" fmla="*/ 7149 w 109614"/>
                <a:gd name="connsiteY9" fmla="*/ 25831 h 110569"/>
                <a:gd name="connsiteX10" fmla="*/ 26689 w 109614"/>
                <a:gd name="connsiteY10" fmla="*/ 6672 h 110569"/>
                <a:gd name="connsiteX11" fmla="*/ 54807 w 109614"/>
                <a:gd name="connsiteY11" fmla="*/ 0 h 110569"/>
                <a:gd name="connsiteX12" fmla="*/ 83021 w 109614"/>
                <a:gd name="connsiteY12" fmla="*/ 6672 h 110569"/>
                <a:gd name="connsiteX13" fmla="*/ 38985 w 109614"/>
                <a:gd name="connsiteY13" fmla="*/ 23353 h 110569"/>
                <a:gd name="connsiteX14" fmla="*/ 27356 w 109614"/>
                <a:gd name="connsiteY14" fmla="*/ 35363 h 110569"/>
                <a:gd name="connsiteX15" fmla="*/ 22971 w 109614"/>
                <a:gd name="connsiteY15" fmla="*/ 55189 h 110569"/>
                <a:gd name="connsiteX16" fmla="*/ 27356 w 109614"/>
                <a:gd name="connsiteY16" fmla="*/ 75111 h 110569"/>
                <a:gd name="connsiteX17" fmla="*/ 38985 w 109614"/>
                <a:gd name="connsiteY17" fmla="*/ 87026 h 110569"/>
                <a:gd name="connsiteX18" fmla="*/ 54807 w 109614"/>
                <a:gd name="connsiteY18" fmla="*/ 90934 h 110569"/>
                <a:gd name="connsiteX19" fmla="*/ 70630 w 109614"/>
                <a:gd name="connsiteY19" fmla="*/ 87026 h 110569"/>
                <a:gd name="connsiteX20" fmla="*/ 82258 w 109614"/>
                <a:gd name="connsiteY20" fmla="*/ 75111 h 110569"/>
                <a:gd name="connsiteX21" fmla="*/ 86643 w 109614"/>
                <a:gd name="connsiteY21" fmla="*/ 55189 h 110569"/>
                <a:gd name="connsiteX22" fmla="*/ 82258 w 109614"/>
                <a:gd name="connsiteY22" fmla="*/ 35363 h 110569"/>
                <a:gd name="connsiteX23" fmla="*/ 70630 w 109614"/>
                <a:gd name="connsiteY23" fmla="*/ 23353 h 110569"/>
                <a:gd name="connsiteX24" fmla="*/ 54807 w 109614"/>
                <a:gd name="connsiteY24" fmla="*/ 19445 h 110569"/>
                <a:gd name="connsiteX25" fmla="*/ 38985 w 109614"/>
                <a:gd name="connsiteY25" fmla="*/ 23353 h 1105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09614" h="110569">
                  <a:moveTo>
                    <a:pt x="83021" y="6672"/>
                  </a:moveTo>
                  <a:cubicBezTo>
                    <a:pt x="91409" y="11057"/>
                    <a:pt x="97890" y="17539"/>
                    <a:pt x="102561" y="25831"/>
                  </a:cubicBezTo>
                  <a:cubicBezTo>
                    <a:pt x="107231" y="34219"/>
                    <a:pt x="109614" y="43942"/>
                    <a:pt x="109614" y="55189"/>
                  </a:cubicBezTo>
                  <a:cubicBezTo>
                    <a:pt x="109614" y="66437"/>
                    <a:pt x="107231" y="76350"/>
                    <a:pt x="102561" y="84738"/>
                  </a:cubicBezTo>
                  <a:cubicBezTo>
                    <a:pt x="97890" y="93126"/>
                    <a:pt x="91314" y="99512"/>
                    <a:pt x="83021" y="103897"/>
                  </a:cubicBezTo>
                  <a:cubicBezTo>
                    <a:pt x="74633" y="108377"/>
                    <a:pt x="65292" y="110569"/>
                    <a:pt x="54807" y="110569"/>
                  </a:cubicBezTo>
                  <a:cubicBezTo>
                    <a:pt x="44322" y="110569"/>
                    <a:pt x="34981" y="108377"/>
                    <a:pt x="26689" y="103897"/>
                  </a:cubicBezTo>
                  <a:cubicBezTo>
                    <a:pt x="18396" y="99512"/>
                    <a:pt x="11915" y="93031"/>
                    <a:pt x="7149" y="84643"/>
                  </a:cubicBezTo>
                  <a:cubicBezTo>
                    <a:pt x="2383" y="76255"/>
                    <a:pt x="0" y="66437"/>
                    <a:pt x="0" y="55189"/>
                  </a:cubicBezTo>
                  <a:cubicBezTo>
                    <a:pt x="0" y="43942"/>
                    <a:pt x="2383" y="34219"/>
                    <a:pt x="7149" y="25831"/>
                  </a:cubicBezTo>
                  <a:cubicBezTo>
                    <a:pt x="11915" y="17443"/>
                    <a:pt x="18396" y="11057"/>
                    <a:pt x="26689" y="6672"/>
                  </a:cubicBezTo>
                  <a:cubicBezTo>
                    <a:pt x="34981" y="2192"/>
                    <a:pt x="44322" y="0"/>
                    <a:pt x="54807" y="0"/>
                  </a:cubicBezTo>
                  <a:cubicBezTo>
                    <a:pt x="65292" y="0"/>
                    <a:pt x="74633" y="2192"/>
                    <a:pt x="83021" y="6672"/>
                  </a:cubicBezTo>
                  <a:close/>
                  <a:moveTo>
                    <a:pt x="38985" y="23353"/>
                  </a:moveTo>
                  <a:cubicBezTo>
                    <a:pt x="34123" y="25927"/>
                    <a:pt x="30311" y="29930"/>
                    <a:pt x="27356" y="35363"/>
                  </a:cubicBezTo>
                  <a:cubicBezTo>
                    <a:pt x="24401" y="40796"/>
                    <a:pt x="22971" y="47373"/>
                    <a:pt x="22971" y="55189"/>
                  </a:cubicBezTo>
                  <a:cubicBezTo>
                    <a:pt x="22971" y="63005"/>
                    <a:pt x="24401" y="69773"/>
                    <a:pt x="27356" y="75111"/>
                  </a:cubicBezTo>
                  <a:cubicBezTo>
                    <a:pt x="30311" y="80449"/>
                    <a:pt x="34123" y="84452"/>
                    <a:pt x="38985" y="87026"/>
                  </a:cubicBezTo>
                  <a:cubicBezTo>
                    <a:pt x="43846" y="89599"/>
                    <a:pt x="49088" y="90934"/>
                    <a:pt x="54807" y="90934"/>
                  </a:cubicBezTo>
                  <a:cubicBezTo>
                    <a:pt x="60526" y="90934"/>
                    <a:pt x="65864" y="89599"/>
                    <a:pt x="70630" y="87026"/>
                  </a:cubicBezTo>
                  <a:cubicBezTo>
                    <a:pt x="75491" y="84452"/>
                    <a:pt x="79304" y="80449"/>
                    <a:pt x="82258" y="75111"/>
                  </a:cubicBezTo>
                  <a:cubicBezTo>
                    <a:pt x="85213" y="69773"/>
                    <a:pt x="86643" y="63101"/>
                    <a:pt x="86643" y="55189"/>
                  </a:cubicBezTo>
                  <a:cubicBezTo>
                    <a:pt x="86643" y="47278"/>
                    <a:pt x="85213" y="40701"/>
                    <a:pt x="82258" y="35363"/>
                  </a:cubicBezTo>
                  <a:cubicBezTo>
                    <a:pt x="79304" y="29930"/>
                    <a:pt x="75491" y="25927"/>
                    <a:pt x="70630" y="23353"/>
                  </a:cubicBezTo>
                  <a:cubicBezTo>
                    <a:pt x="65769" y="20780"/>
                    <a:pt x="60526" y="19445"/>
                    <a:pt x="54807" y="19445"/>
                  </a:cubicBezTo>
                  <a:cubicBezTo>
                    <a:pt x="49088" y="19445"/>
                    <a:pt x="43750" y="20780"/>
                    <a:pt x="38985" y="23353"/>
                  </a:cubicBezTo>
                  <a:close/>
                </a:path>
              </a:pathLst>
            </a:custGeom>
            <a:solidFill>
              <a:schemeClr val="bg1"/>
            </a:solidFill>
            <a:ln w="9525" cap="flat">
              <a:noFill/>
              <a:prstDash val="solid"/>
              <a:miter/>
            </a:ln>
          </p:spPr>
          <p:txBody>
            <a:bodyPr rtlCol="0" anchor="ctr"/>
            <a:lstStyle/>
            <a:p>
              <a:endParaRPr lang="fr-FR" sz="1092"/>
            </a:p>
          </p:txBody>
        </p:sp>
        <p:sp>
          <p:nvSpPr>
            <p:cNvPr id="28" name="Forme libre : forme 55">
              <a:extLst>
                <a:ext uri="{FF2B5EF4-FFF2-40B4-BE49-F238E27FC236}">
                  <a16:creationId xmlns:a16="http://schemas.microsoft.com/office/drawing/2014/main" id="{D629804B-B6FD-4BB5-B7DF-21DA0CC3EC39}"/>
                </a:ext>
              </a:extLst>
            </p:cNvPr>
            <p:cNvSpPr/>
            <p:nvPr/>
          </p:nvSpPr>
          <p:spPr>
            <a:xfrm>
              <a:off x="18125674" y="12639163"/>
              <a:ext cx="101703" cy="109615"/>
            </a:xfrm>
            <a:custGeom>
              <a:avLst/>
              <a:gdLst>
                <a:gd name="connsiteX0" fmla="*/ 90360 w 101703"/>
                <a:gd name="connsiteY0" fmla="*/ 12105 h 109615"/>
                <a:gd name="connsiteX1" fmla="*/ 101703 w 101703"/>
                <a:gd name="connsiteY1" fmla="*/ 46706 h 109615"/>
                <a:gd name="connsiteX2" fmla="*/ 101703 w 101703"/>
                <a:gd name="connsiteY2" fmla="*/ 109520 h 109615"/>
                <a:gd name="connsiteX3" fmla="*/ 79399 w 101703"/>
                <a:gd name="connsiteY3" fmla="*/ 109520 h 109615"/>
                <a:gd name="connsiteX4" fmla="*/ 79399 w 101703"/>
                <a:gd name="connsiteY4" fmla="*/ 49089 h 109615"/>
                <a:gd name="connsiteX5" fmla="*/ 71964 w 101703"/>
                <a:gd name="connsiteY5" fmla="*/ 26689 h 109615"/>
                <a:gd name="connsiteX6" fmla="*/ 51662 w 101703"/>
                <a:gd name="connsiteY6" fmla="*/ 18778 h 109615"/>
                <a:gd name="connsiteX7" fmla="*/ 30311 w 101703"/>
                <a:gd name="connsiteY7" fmla="*/ 27261 h 109615"/>
                <a:gd name="connsiteX8" fmla="*/ 22304 w 101703"/>
                <a:gd name="connsiteY8" fmla="*/ 52234 h 109615"/>
                <a:gd name="connsiteX9" fmla="*/ 22304 w 101703"/>
                <a:gd name="connsiteY9" fmla="*/ 109616 h 109615"/>
                <a:gd name="connsiteX10" fmla="*/ 0 w 101703"/>
                <a:gd name="connsiteY10" fmla="*/ 109616 h 109615"/>
                <a:gd name="connsiteX11" fmla="*/ 0 w 101703"/>
                <a:gd name="connsiteY11" fmla="*/ 1811 h 109615"/>
                <a:gd name="connsiteX12" fmla="*/ 22304 w 101703"/>
                <a:gd name="connsiteY12" fmla="*/ 1811 h 109615"/>
                <a:gd name="connsiteX13" fmla="*/ 22304 w 101703"/>
                <a:gd name="connsiteY13" fmla="*/ 25450 h 109615"/>
                <a:gd name="connsiteX14" fmla="*/ 36792 w 101703"/>
                <a:gd name="connsiteY14" fmla="*/ 6672 h 109615"/>
                <a:gd name="connsiteX15" fmla="*/ 60240 w 101703"/>
                <a:gd name="connsiteY15" fmla="*/ 0 h 109615"/>
                <a:gd name="connsiteX16" fmla="*/ 90360 w 101703"/>
                <a:gd name="connsiteY16" fmla="*/ 12105 h 1096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1703" h="109615">
                  <a:moveTo>
                    <a:pt x="90360" y="12105"/>
                  </a:moveTo>
                  <a:cubicBezTo>
                    <a:pt x="97890" y="20207"/>
                    <a:pt x="101703" y="31741"/>
                    <a:pt x="101703" y="46706"/>
                  </a:cubicBezTo>
                  <a:lnTo>
                    <a:pt x="101703" y="109520"/>
                  </a:lnTo>
                  <a:lnTo>
                    <a:pt x="79399" y="109520"/>
                  </a:lnTo>
                  <a:lnTo>
                    <a:pt x="79399" y="49089"/>
                  </a:lnTo>
                  <a:cubicBezTo>
                    <a:pt x="79399" y="39462"/>
                    <a:pt x="76921" y="31932"/>
                    <a:pt x="71964" y="26689"/>
                  </a:cubicBezTo>
                  <a:cubicBezTo>
                    <a:pt x="67008" y="21447"/>
                    <a:pt x="60240" y="18778"/>
                    <a:pt x="51662" y="18778"/>
                  </a:cubicBezTo>
                  <a:cubicBezTo>
                    <a:pt x="43083" y="18778"/>
                    <a:pt x="35649" y="21637"/>
                    <a:pt x="30311" y="27261"/>
                  </a:cubicBezTo>
                  <a:cubicBezTo>
                    <a:pt x="24973" y="32885"/>
                    <a:pt x="22304" y="41273"/>
                    <a:pt x="22304" y="52234"/>
                  </a:cubicBezTo>
                  <a:lnTo>
                    <a:pt x="22304" y="109616"/>
                  </a:lnTo>
                  <a:lnTo>
                    <a:pt x="0" y="109616"/>
                  </a:lnTo>
                  <a:lnTo>
                    <a:pt x="0" y="1811"/>
                  </a:lnTo>
                  <a:lnTo>
                    <a:pt x="22304" y="1811"/>
                  </a:lnTo>
                  <a:lnTo>
                    <a:pt x="22304" y="25450"/>
                  </a:lnTo>
                  <a:cubicBezTo>
                    <a:pt x="25164" y="17348"/>
                    <a:pt x="30025" y="11057"/>
                    <a:pt x="36792" y="6672"/>
                  </a:cubicBezTo>
                  <a:cubicBezTo>
                    <a:pt x="43560" y="2192"/>
                    <a:pt x="51376" y="0"/>
                    <a:pt x="60240" y="0"/>
                  </a:cubicBezTo>
                  <a:cubicBezTo>
                    <a:pt x="72727" y="0"/>
                    <a:pt x="82830" y="4003"/>
                    <a:pt x="90360" y="12105"/>
                  </a:cubicBezTo>
                  <a:close/>
                </a:path>
              </a:pathLst>
            </a:custGeom>
            <a:solidFill>
              <a:schemeClr val="bg1"/>
            </a:solidFill>
            <a:ln w="9525" cap="flat">
              <a:noFill/>
              <a:prstDash val="solid"/>
              <a:miter/>
            </a:ln>
          </p:spPr>
          <p:txBody>
            <a:bodyPr rtlCol="0" anchor="ctr"/>
            <a:lstStyle/>
            <a:p>
              <a:endParaRPr lang="fr-FR" sz="1092"/>
            </a:p>
          </p:txBody>
        </p:sp>
        <p:sp>
          <p:nvSpPr>
            <p:cNvPr id="29" name="Forme libre : forme 56">
              <a:extLst>
                <a:ext uri="{FF2B5EF4-FFF2-40B4-BE49-F238E27FC236}">
                  <a16:creationId xmlns:a16="http://schemas.microsoft.com/office/drawing/2014/main" id="{B4A9DE06-ED16-3FF0-E12A-0AC5F6ED3D15}"/>
                </a:ext>
              </a:extLst>
            </p:cNvPr>
            <p:cNvSpPr/>
            <p:nvPr/>
          </p:nvSpPr>
          <p:spPr>
            <a:xfrm>
              <a:off x="18242913" y="12603895"/>
              <a:ext cx="110853" cy="146122"/>
            </a:xfrm>
            <a:custGeom>
              <a:avLst/>
              <a:gdLst>
                <a:gd name="connsiteX0" fmla="*/ 73871 w 110853"/>
                <a:gd name="connsiteY0" fmla="*/ 42893 h 146122"/>
                <a:gd name="connsiteX1" fmla="*/ 88359 w 110853"/>
                <a:gd name="connsiteY1" fmla="*/ 62052 h 146122"/>
                <a:gd name="connsiteX2" fmla="*/ 88359 w 110853"/>
                <a:gd name="connsiteY2" fmla="*/ 0 h 146122"/>
                <a:gd name="connsiteX3" fmla="*/ 110853 w 110853"/>
                <a:gd name="connsiteY3" fmla="*/ 0 h 146122"/>
                <a:gd name="connsiteX4" fmla="*/ 110853 w 110853"/>
                <a:gd name="connsiteY4" fmla="*/ 144788 h 146122"/>
                <a:gd name="connsiteX5" fmla="*/ 88359 w 110853"/>
                <a:gd name="connsiteY5" fmla="*/ 144788 h 146122"/>
                <a:gd name="connsiteX6" fmla="*/ 88359 w 110853"/>
                <a:gd name="connsiteY6" fmla="*/ 119720 h 146122"/>
                <a:gd name="connsiteX7" fmla="*/ 73871 w 110853"/>
                <a:gd name="connsiteY7" fmla="*/ 138879 h 146122"/>
                <a:gd name="connsiteX8" fmla="*/ 48802 w 110853"/>
                <a:gd name="connsiteY8" fmla="*/ 146123 h 146122"/>
                <a:gd name="connsiteX9" fmla="*/ 23639 w 110853"/>
                <a:gd name="connsiteY9" fmla="*/ 139451 h 146122"/>
                <a:gd name="connsiteX10" fmla="*/ 6291 w 110853"/>
                <a:gd name="connsiteY10" fmla="*/ 120291 h 146122"/>
                <a:gd name="connsiteX11" fmla="*/ 0 w 110853"/>
                <a:gd name="connsiteY11" fmla="*/ 90743 h 146122"/>
                <a:gd name="connsiteX12" fmla="*/ 6291 w 110853"/>
                <a:gd name="connsiteY12" fmla="*/ 61385 h 146122"/>
                <a:gd name="connsiteX13" fmla="*/ 23639 w 110853"/>
                <a:gd name="connsiteY13" fmla="*/ 42226 h 146122"/>
                <a:gd name="connsiteX14" fmla="*/ 48802 w 110853"/>
                <a:gd name="connsiteY14" fmla="*/ 35554 h 146122"/>
                <a:gd name="connsiteX15" fmla="*/ 73871 w 110853"/>
                <a:gd name="connsiteY15" fmla="*/ 42798 h 146122"/>
                <a:gd name="connsiteX16" fmla="*/ 31931 w 110853"/>
                <a:gd name="connsiteY16" fmla="*/ 64721 h 146122"/>
                <a:gd name="connsiteX17" fmla="*/ 23067 w 110853"/>
                <a:gd name="connsiteY17" fmla="*/ 90838 h 146122"/>
                <a:gd name="connsiteX18" fmla="*/ 31931 w 110853"/>
                <a:gd name="connsiteY18" fmla="*/ 116956 h 146122"/>
                <a:gd name="connsiteX19" fmla="*/ 55760 w 110853"/>
                <a:gd name="connsiteY19" fmla="*/ 126487 h 146122"/>
                <a:gd name="connsiteX20" fmla="*/ 72631 w 110853"/>
                <a:gd name="connsiteY20" fmla="*/ 122103 h 146122"/>
                <a:gd name="connsiteX21" fmla="*/ 84355 w 110853"/>
                <a:gd name="connsiteY21" fmla="*/ 109711 h 146122"/>
                <a:gd name="connsiteX22" fmla="*/ 88645 w 110853"/>
                <a:gd name="connsiteY22" fmla="*/ 90934 h 146122"/>
                <a:gd name="connsiteX23" fmla="*/ 84355 w 110853"/>
                <a:gd name="connsiteY23" fmla="*/ 72251 h 146122"/>
                <a:gd name="connsiteX24" fmla="*/ 72631 w 110853"/>
                <a:gd name="connsiteY24" fmla="*/ 59765 h 146122"/>
                <a:gd name="connsiteX25" fmla="*/ 55760 w 110853"/>
                <a:gd name="connsiteY25" fmla="*/ 55380 h 146122"/>
                <a:gd name="connsiteX26" fmla="*/ 31931 w 110853"/>
                <a:gd name="connsiteY26" fmla="*/ 64912 h 1461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10853" h="146122">
                  <a:moveTo>
                    <a:pt x="73871" y="42893"/>
                  </a:moveTo>
                  <a:cubicBezTo>
                    <a:pt x="80829" y="47754"/>
                    <a:pt x="85594" y="54141"/>
                    <a:pt x="88359" y="62052"/>
                  </a:cubicBezTo>
                  <a:lnTo>
                    <a:pt x="88359" y="0"/>
                  </a:lnTo>
                  <a:lnTo>
                    <a:pt x="110853" y="0"/>
                  </a:lnTo>
                  <a:lnTo>
                    <a:pt x="110853" y="144788"/>
                  </a:lnTo>
                  <a:lnTo>
                    <a:pt x="88359" y="144788"/>
                  </a:lnTo>
                  <a:lnTo>
                    <a:pt x="88359" y="119720"/>
                  </a:lnTo>
                  <a:cubicBezTo>
                    <a:pt x="85594" y="127631"/>
                    <a:pt x="80829" y="134113"/>
                    <a:pt x="73871" y="138879"/>
                  </a:cubicBezTo>
                  <a:cubicBezTo>
                    <a:pt x="66912" y="143740"/>
                    <a:pt x="58620" y="146123"/>
                    <a:pt x="48802" y="146123"/>
                  </a:cubicBezTo>
                  <a:cubicBezTo>
                    <a:pt x="38985" y="146123"/>
                    <a:pt x="30978" y="143930"/>
                    <a:pt x="23639" y="139451"/>
                  </a:cubicBezTo>
                  <a:cubicBezTo>
                    <a:pt x="16299" y="135066"/>
                    <a:pt x="10485" y="128584"/>
                    <a:pt x="6291" y="120291"/>
                  </a:cubicBezTo>
                  <a:cubicBezTo>
                    <a:pt x="2097" y="111903"/>
                    <a:pt x="0" y="102086"/>
                    <a:pt x="0" y="90743"/>
                  </a:cubicBezTo>
                  <a:cubicBezTo>
                    <a:pt x="0" y="79400"/>
                    <a:pt x="2097" y="69773"/>
                    <a:pt x="6291" y="61385"/>
                  </a:cubicBezTo>
                  <a:cubicBezTo>
                    <a:pt x="10485" y="52997"/>
                    <a:pt x="16204" y="46611"/>
                    <a:pt x="23639" y="42226"/>
                  </a:cubicBezTo>
                  <a:cubicBezTo>
                    <a:pt x="30978" y="37746"/>
                    <a:pt x="39366" y="35554"/>
                    <a:pt x="48802" y="35554"/>
                  </a:cubicBezTo>
                  <a:cubicBezTo>
                    <a:pt x="58239" y="35554"/>
                    <a:pt x="66912" y="37937"/>
                    <a:pt x="73871" y="42798"/>
                  </a:cubicBezTo>
                  <a:close/>
                  <a:moveTo>
                    <a:pt x="31931" y="64721"/>
                  </a:moveTo>
                  <a:cubicBezTo>
                    <a:pt x="26021" y="71012"/>
                    <a:pt x="23067" y="79781"/>
                    <a:pt x="23067" y="90838"/>
                  </a:cubicBezTo>
                  <a:cubicBezTo>
                    <a:pt x="23067" y="101895"/>
                    <a:pt x="26021" y="110665"/>
                    <a:pt x="31931" y="116956"/>
                  </a:cubicBezTo>
                  <a:cubicBezTo>
                    <a:pt x="37841" y="123246"/>
                    <a:pt x="45752" y="126487"/>
                    <a:pt x="55760" y="126487"/>
                  </a:cubicBezTo>
                  <a:cubicBezTo>
                    <a:pt x="62051" y="126487"/>
                    <a:pt x="67675" y="125057"/>
                    <a:pt x="72631" y="122103"/>
                  </a:cubicBezTo>
                  <a:cubicBezTo>
                    <a:pt x="77588" y="119148"/>
                    <a:pt x="81496" y="115049"/>
                    <a:pt x="84355" y="109711"/>
                  </a:cubicBezTo>
                  <a:cubicBezTo>
                    <a:pt x="87215" y="104373"/>
                    <a:pt x="88645" y="98082"/>
                    <a:pt x="88645" y="90934"/>
                  </a:cubicBezTo>
                  <a:cubicBezTo>
                    <a:pt x="88645" y="83785"/>
                    <a:pt x="87215" y="77684"/>
                    <a:pt x="84355" y="72251"/>
                  </a:cubicBezTo>
                  <a:cubicBezTo>
                    <a:pt x="81496" y="66818"/>
                    <a:pt x="77588" y="62624"/>
                    <a:pt x="72631" y="59765"/>
                  </a:cubicBezTo>
                  <a:cubicBezTo>
                    <a:pt x="67675" y="56810"/>
                    <a:pt x="62051" y="55380"/>
                    <a:pt x="55760" y="55380"/>
                  </a:cubicBezTo>
                  <a:cubicBezTo>
                    <a:pt x="45847" y="55380"/>
                    <a:pt x="37936" y="58525"/>
                    <a:pt x="31931" y="64912"/>
                  </a:cubicBezTo>
                  <a:close/>
                </a:path>
              </a:pathLst>
            </a:custGeom>
            <a:solidFill>
              <a:schemeClr val="bg1"/>
            </a:solidFill>
            <a:ln w="9525" cap="flat">
              <a:noFill/>
              <a:prstDash val="solid"/>
              <a:miter/>
            </a:ln>
          </p:spPr>
          <p:txBody>
            <a:bodyPr rtlCol="0" anchor="ctr"/>
            <a:lstStyle/>
            <a:p>
              <a:endParaRPr lang="fr-FR" sz="1092"/>
            </a:p>
          </p:txBody>
        </p:sp>
        <p:sp>
          <p:nvSpPr>
            <p:cNvPr id="30" name="Forme libre : forme 57">
              <a:extLst>
                <a:ext uri="{FF2B5EF4-FFF2-40B4-BE49-F238E27FC236}">
                  <a16:creationId xmlns:a16="http://schemas.microsoft.com/office/drawing/2014/main" id="{739DB608-5CDE-C038-BFB3-817A2AAAD367}"/>
                </a:ext>
              </a:extLst>
            </p:cNvPr>
            <p:cNvSpPr/>
            <p:nvPr/>
          </p:nvSpPr>
          <p:spPr>
            <a:xfrm>
              <a:off x="18406858" y="12614284"/>
              <a:ext cx="64148" cy="134494"/>
            </a:xfrm>
            <a:custGeom>
              <a:avLst/>
              <a:gdLst>
                <a:gd name="connsiteX0" fmla="*/ 64148 w 64148"/>
                <a:gd name="connsiteY0" fmla="*/ 115144 h 134494"/>
                <a:gd name="connsiteX1" fmla="*/ 64148 w 64148"/>
                <a:gd name="connsiteY1" fmla="*/ 134494 h 134494"/>
                <a:gd name="connsiteX2" fmla="*/ 50423 w 64148"/>
                <a:gd name="connsiteY2" fmla="*/ 134494 h 134494"/>
                <a:gd name="connsiteX3" fmla="*/ 24306 w 64148"/>
                <a:gd name="connsiteY3" fmla="*/ 126201 h 134494"/>
                <a:gd name="connsiteX4" fmla="*/ 15441 w 64148"/>
                <a:gd name="connsiteY4" fmla="*/ 98559 h 134494"/>
                <a:gd name="connsiteX5" fmla="*/ 15441 w 64148"/>
                <a:gd name="connsiteY5" fmla="*/ 45753 h 134494"/>
                <a:gd name="connsiteX6" fmla="*/ 0 w 64148"/>
                <a:gd name="connsiteY6" fmla="*/ 45753 h 134494"/>
                <a:gd name="connsiteX7" fmla="*/ 0 w 64148"/>
                <a:gd name="connsiteY7" fmla="*/ 26784 h 134494"/>
                <a:gd name="connsiteX8" fmla="*/ 15441 w 64148"/>
                <a:gd name="connsiteY8" fmla="*/ 26784 h 134494"/>
                <a:gd name="connsiteX9" fmla="*/ 15441 w 64148"/>
                <a:gd name="connsiteY9" fmla="*/ 0 h 134494"/>
                <a:gd name="connsiteX10" fmla="*/ 37936 w 64148"/>
                <a:gd name="connsiteY10" fmla="*/ 0 h 134494"/>
                <a:gd name="connsiteX11" fmla="*/ 37936 w 64148"/>
                <a:gd name="connsiteY11" fmla="*/ 26784 h 134494"/>
                <a:gd name="connsiteX12" fmla="*/ 63958 w 64148"/>
                <a:gd name="connsiteY12" fmla="*/ 26784 h 134494"/>
                <a:gd name="connsiteX13" fmla="*/ 63958 w 64148"/>
                <a:gd name="connsiteY13" fmla="*/ 45753 h 134494"/>
                <a:gd name="connsiteX14" fmla="*/ 37936 w 64148"/>
                <a:gd name="connsiteY14" fmla="*/ 45753 h 134494"/>
                <a:gd name="connsiteX15" fmla="*/ 37936 w 64148"/>
                <a:gd name="connsiteY15" fmla="*/ 98940 h 134494"/>
                <a:gd name="connsiteX16" fmla="*/ 41367 w 64148"/>
                <a:gd name="connsiteY16" fmla="*/ 111618 h 134494"/>
                <a:gd name="connsiteX17" fmla="*/ 53377 w 64148"/>
                <a:gd name="connsiteY17" fmla="*/ 115144 h 134494"/>
                <a:gd name="connsiteX18" fmla="*/ 64148 w 64148"/>
                <a:gd name="connsiteY18" fmla="*/ 115144 h 1344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64148" h="134494">
                  <a:moveTo>
                    <a:pt x="64148" y="115144"/>
                  </a:moveTo>
                  <a:lnTo>
                    <a:pt x="64148" y="134494"/>
                  </a:lnTo>
                  <a:lnTo>
                    <a:pt x="50423" y="134494"/>
                  </a:lnTo>
                  <a:cubicBezTo>
                    <a:pt x="38985" y="134494"/>
                    <a:pt x="30215" y="131730"/>
                    <a:pt x="24306" y="126201"/>
                  </a:cubicBezTo>
                  <a:cubicBezTo>
                    <a:pt x="18396" y="120673"/>
                    <a:pt x="15441" y="111427"/>
                    <a:pt x="15441" y="98559"/>
                  </a:cubicBezTo>
                  <a:lnTo>
                    <a:pt x="15441" y="45753"/>
                  </a:lnTo>
                  <a:lnTo>
                    <a:pt x="0" y="45753"/>
                  </a:lnTo>
                  <a:lnTo>
                    <a:pt x="0" y="26784"/>
                  </a:lnTo>
                  <a:lnTo>
                    <a:pt x="15441" y="26784"/>
                  </a:lnTo>
                  <a:lnTo>
                    <a:pt x="15441" y="0"/>
                  </a:lnTo>
                  <a:lnTo>
                    <a:pt x="37936" y="0"/>
                  </a:lnTo>
                  <a:lnTo>
                    <a:pt x="37936" y="26784"/>
                  </a:lnTo>
                  <a:lnTo>
                    <a:pt x="63958" y="26784"/>
                  </a:lnTo>
                  <a:lnTo>
                    <a:pt x="63958" y="45753"/>
                  </a:lnTo>
                  <a:lnTo>
                    <a:pt x="37936" y="45753"/>
                  </a:lnTo>
                  <a:lnTo>
                    <a:pt x="37936" y="98940"/>
                  </a:lnTo>
                  <a:cubicBezTo>
                    <a:pt x="37936" y="105041"/>
                    <a:pt x="39080" y="109330"/>
                    <a:pt x="41367" y="111618"/>
                  </a:cubicBezTo>
                  <a:cubicBezTo>
                    <a:pt x="43655" y="114001"/>
                    <a:pt x="47658" y="115144"/>
                    <a:pt x="53377" y="115144"/>
                  </a:cubicBezTo>
                  <a:lnTo>
                    <a:pt x="64148" y="115144"/>
                  </a:lnTo>
                  <a:close/>
                </a:path>
              </a:pathLst>
            </a:custGeom>
            <a:solidFill>
              <a:schemeClr val="bg1"/>
            </a:solidFill>
            <a:ln w="9525" cap="flat">
              <a:noFill/>
              <a:prstDash val="solid"/>
              <a:miter/>
            </a:ln>
          </p:spPr>
          <p:txBody>
            <a:bodyPr rtlCol="0" anchor="ctr"/>
            <a:lstStyle/>
            <a:p>
              <a:endParaRPr lang="fr-FR" sz="1092"/>
            </a:p>
          </p:txBody>
        </p:sp>
        <p:sp>
          <p:nvSpPr>
            <p:cNvPr id="31" name="Forme libre : forme 58">
              <a:extLst>
                <a:ext uri="{FF2B5EF4-FFF2-40B4-BE49-F238E27FC236}">
                  <a16:creationId xmlns:a16="http://schemas.microsoft.com/office/drawing/2014/main" id="{5CC0EF35-D06E-B5E6-1E2B-6E733AD44C59}"/>
                </a:ext>
              </a:extLst>
            </p:cNvPr>
            <p:cNvSpPr/>
            <p:nvPr/>
          </p:nvSpPr>
          <p:spPr>
            <a:xfrm>
              <a:off x="18487306" y="12603990"/>
              <a:ext cx="101703" cy="144788"/>
            </a:xfrm>
            <a:custGeom>
              <a:avLst/>
              <a:gdLst>
                <a:gd name="connsiteX0" fmla="*/ 90360 w 101703"/>
                <a:gd name="connsiteY0" fmla="*/ 47278 h 144788"/>
                <a:gd name="connsiteX1" fmla="*/ 101703 w 101703"/>
                <a:gd name="connsiteY1" fmla="*/ 81878 h 144788"/>
                <a:gd name="connsiteX2" fmla="*/ 101703 w 101703"/>
                <a:gd name="connsiteY2" fmla="*/ 144693 h 144788"/>
                <a:gd name="connsiteX3" fmla="*/ 79399 w 101703"/>
                <a:gd name="connsiteY3" fmla="*/ 144693 h 144788"/>
                <a:gd name="connsiteX4" fmla="*/ 79399 w 101703"/>
                <a:gd name="connsiteY4" fmla="*/ 84261 h 144788"/>
                <a:gd name="connsiteX5" fmla="*/ 71964 w 101703"/>
                <a:gd name="connsiteY5" fmla="*/ 61861 h 144788"/>
                <a:gd name="connsiteX6" fmla="*/ 51662 w 101703"/>
                <a:gd name="connsiteY6" fmla="*/ 53950 h 144788"/>
                <a:gd name="connsiteX7" fmla="*/ 30311 w 101703"/>
                <a:gd name="connsiteY7" fmla="*/ 62433 h 144788"/>
                <a:gd name="connsiteX8" fmla="*/ 22304 w 101703"/>
                <a:gd name="connsiteY8" fmla="*/ 87407 h 144788"/>
                <a:gd name="connsiteX9" fmla="*/ 22304 w 101703"/>
                <a:gd name="connsiteY9" fmla="*/ 144788 h 144788"/>
                <a:gd name="connsiteX10" fmla="*/ 0 w 101703"/>
                <a:gd name="connsiteY10" fmla="*/ 144788 h 144788"/>
                <a:gd name="connsiteX11" fmla="*/ 0 w 101703"/>
                <a:gd name="connsiteY11" fmla="*/ 0 h 144788"/>
                <a:gd name="connsiteX12" fmla="*/ 22304 w 101703"/>
                <a:gd name="connsiteY12" fmla="*/ 0 h 144788"/>
                <a:gd name="connsiteX13" fmla="*/ 22304 w 101703"/>
                <a:gd name="connsiteY13" fmla="*/ 60622 h 144788"/>
                <a:gd name="connsiteX14" fmla="*/ 36792 w 101703"/>
                <a:gd name="connsiteY14" fmla="*/ 41845 h 144788"/>
                <a:gd name="connsiteX15" fmla="*/ 60240 w 101703"/>
                <a:gd name="connsiteY15" fmla="*/ 35172 h 144788"/>
                <a:gd name="connsiteX16" fmla="*/ 90360 w 101703"/>
                <a:gd name="connsiteY16" fmla="*/ 47278 h 1447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1703" h="144788">
                  <a:moveTo>
                    <a:pt x="90360" y="47278"/>
                  </a:moveTo>
                  <a:cubicBezTo>
                    <a:pt x="97890" y="55380"/>
                    <a:pt x="101703" y="66913"/>
                    <a:pt x="101703" y="81878"/>
                  </a:cubicBezTo>
                  <a:lnTo>
                    <a:pt x="101703" y="144693"/>
                  </a:lnTo>
                  <a:lnTo>
                    <a:pt x="79399" y="144693"/>
                  </a:lnTo>
                  <a:lnTo>
                    <a:pt x="79399" y="84261"/>
                  </a:lnTo>
                  <a:cubicBezTo>
                    <a:pt x="79399" y="74634"/>
                    <a:pt x="76921" y="67104"/>
                    <a:pt x="71964" y="61861"/>
                  </a:cubicBezTo>
                  <a:cubicBezTo>
                    <a:pt x="67008" y="56619"/>
                    <a:pt x="60240" y="53950"/>
                    <a:pt x="51662" y="53950"/>
                  </a:cubicBezTo>
                  <a:cubicBezTo>
                    <a:pt x="43083" y="53950"/>
                    <a:pt x="35648" y="56810"/>
                    <a:pt x="30311" y="62433"/>
                  </a:cubicBezTo>
                  <a:cubicBezTo>
                    <a:pt x="24973" y="68057"/>
                    <a:pt x="22304" y="76445"/>
                    <a:pt x="22304" y="87407"/>
                  </a:cubicBezTo>
                  <a:lnTo>
                    <a:pt x="22304" y="144788"/>
                  </a:lnTo>
                  <a:lnTo>
                    <a:pt x="0" y="144788"/>
                  </a:lnTo>
                  <a:lnTo>
                    <a:pt x="0" y="0"/>
                  </a:lnTo>
                  <a:lnTo>
                    <a:pt x="22304" y="0"/>
                  </a:lnTo>
                  <a:lnTo>
                    <a:pt x="22304" y="60622"/>
                  </a:lnTo>
                  <a:cubicBezTo>
                    <a:pt x="25164" y="52520"/>
                    <a:pt x="30025" y="46229"/>
                    <a:pt x="36792" y="41845"/>
                  </a:cubicBezTo>
                  <a:cubicBezTo>
                    <a:pt x="43560" y="37365"/>
                    <a:pt x="51376" y="35172"/>
                    <a:pt x="60240" y="35172"/>
                  </a:cubicBezTo>
                  <a:cubicBezTo>
                    <a:pt x="72727" y="35172"/>
                    <a:pt x="82830" y="39176"/>
                    <a:pt x="90360" y="47278"/>
                  </a:cubicBezTo>
                  <a:close/>
                </a:path>
              </a:pathLst>
            </a:custGeom>
            <a:solidFill>
              <a:schemeClr val="bg1"/>
            </a:solidFill>
            <a:ln w="9525" cap="flat">
              <a:noFill/>
              <a:prstDash val="solid"/>
              <a:miter/>
            </a:ln>
          </p:spPr>
          <p:txBody>
            <a:bodyPr rtlCol="0" anchor="ctr"/>
            <a:lstStyle/>
            <a:p>
              <a:endParaRPr lang="fr-FR" sz="1092"/>
            </a:p>
          </p:txBody>
        </p:sp>
        <p:sp>
          <p:nvSpPr>
            <p:cNvPr id="32" name="Forme libre : forme 59">
              <a:extLst>
                <a:ext uri="{FF2B5EF4-FFF2-40B4-BE49-F238E27FC236}">
                  <a16:creationId xmlns:a16="http://schemas.microsoft.com/office/drawing/2014/main" id="{F7C5B929-43D8-C63A-7BD7-AD7A6094CBC9}"/>
                </a:ext>
              </a:extLst>
            </p:cNvPr>
            <p:cNvSpPr/>
            <p:nvPr/>
          </p:nvSpPr>
          <p:spPr>
            <a:xfrm>
              <a:off x="18604546" y="12639639"/>
              <a:ext cx="105706" cy="110569"/>
            </a:xfrm>
            <a:custGeom>
              <a:avLst/>
              <a:gdLst>
                <a:gd name="connsiteX0" fmla="*/ 105039 w 105706"/>
                <a:gd name="connsiteY0" fmla="*/ 59669 h 110569"/>
                <a:gd name="connsiteX1" fmla="*/ 22018 w 105706"/>
                <a:gd name="connsiteY1" fmla="*/ 59669 h 110569"/>
                <a:gd name="connsiteX2" fmla="*/ 31169 w 105706"/>
                <a:gd name="connsiteY2" fmla="*/ 84357 h 110569"/>
                <a:gd name="connsiteX3" fmla="*/ 52520 w 105706"/>
                <a:gd name="connsiteY3" fmla="*/ 92363 h 110569"/>
                <a:gd name="connsiteX4" fmla="*/ 71392 w 105706"/>
                <a:gd name="connsiteY4" fmla="*/ 86644 h 110569"/>
                <a:gd name="connsiteX5" fmla="*/ 80924 w 105706"/>
                <a:gd name="connsiteY5" fmla="*/ 71584 h 110569"/>
                <a:gd name="connsiteX6" fmla="*/ 104753 w 105706"/>
                <a:gd name="connsiteY6" fmla="*/ 71584 h 110569"/>
                <a:gd name="connsiteX7" fmla="*/ 95698 w 105706"/>
                <a:gd name="connsiteY7" fmla="*/ 91791 h 110569"/>
                <a:gd name="connsiteX8" fmla="*/ 77874 w 105706"/>
                <a:gd name="connsiteY8" fmla="*/ 105613 h 110569"/>
                <a:gd name="connsiteX9" fmla="*/ 53377 w 105706"/>
                <a:gd name="connsiteY9" fmla="*/ 110569 h 110569"/>
                <a:gd name="connsiteX10" fmla="*/ 25736 w 105706"/>
                <a:gd name="connsiteY10" fmla="*/ 103897 h 110569"/>
                <a:gd name="connsiteX11" fmla="*/ 6863 w 105706"/>
                <a:gd name="connsiteY11" fmla="*/ 84738 h 110569"/>
                <a:gd name="connsiteX12" fmla="*/ 0 w 105706"/>
                <a:gd name="connsiteY12" fmla="*/ 55189 h 110569"/>
                <a:gd name="connsiteX13" fmla="*/ 6863 w 105706"/>
                <a:gd name="connsiteY13" fmla="*/ 25831 h 110569"/>
                <a:gd name="connsiteX14" fmla="*/ 25736 w 105706"/>
                <a:gd name="connsiteY14" fmla="*/ 6672 h 110569"/>
                <a:gd name="connsiteX15" fmla="*/ 53377 w 105706"/>
                <a:gd name="connsiteY15" fmla="*/ 0 h 110569"/>
                <a:gd name="connsiteX16" fmla="*/ 81115 w 105706"/>
                <a:gd name="connsiteY16" fmla="*/ 6577 h 110569"/>
                <a:gd name="connsiteX17" fmla="*/ 99320 w 105706"/>
                <a:gd name="connsiteY17" fmla="*/ 24592 h 110569"/>
                <a:gd name="connsiteX18" fmla="*/ 105706 w 105706"/>
                <a:gd name="connsiteY18" fmla="*/ 50137 h 110569"/>
                <a:gd name="connsiteX19" fmla="*/ 104944 w 105706"/>
                <a:gd name="connsiteY19" fmla="*/ 59765 h 110569"/>
                <a:gd name="connsiteX20" fmla="*/ 79685 w 105706"/>
                <a:gd name="connsiteY20" fmla="*/ 31741 h 110569"/>
                <a:gd name="connsiteX21" fmla="*/ 68723 w 105706"/>
                <a:gd name="connsiteY21" fmla="*/ 21161 h 110569"/>
                <a:gd name="connsiteX22" fmla="*/ 53568 w 105706"/>
                <a:gd name="connsiteY22" fmla="*/ 17729 h 110569"/>
                <a:gd name="connsiteX23" fmla="*/ 31645 w 105706"/>
                <a:gd name="connsiteY23" fmla="*/ 25736 h 110569"/>
                <a:gd name="connsiteX24" fmla="*/ 22018 w 105706"/>
                <a:gd name="connsiteY24" fmla="*/ 49375 h 110569"/>
                <a:gd name="connsiteX25" fmla="*/ 83307 w 105706"/>
                <a:gd name="connsiteY25" fmla="*/ 49375 h 110569"/>
                <a:gd name="connsiteX26" fmla="*/ 79685 w 105706"/>
                <a:gd name="connsiteY26" fmla="*/ 31646 h 1105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05706" h="110569">
                  <a:moveTo>
                    <a:pt x="105039" y="59669"/>
                  </a:moveTo>
                  <a:lnTo>
                    <a:pt x="22018" y="59669"/>
                  </a:lnTo>
                  <a:cubicBezTo>
                    <a:pt x="22399" y="70726"/>
                    <a:pt x="25450" y="79019"/>
                    <a:pt x="31169" y="84357"/>
                  </a:cubicBezTo>
                  <a:cubicBezTo>
                    <a:pt x="36888" y="89694"/>
                    <a:pt x="44036" y="92363"/>
                    <a:pt x="52520" y="92363"/>
                  </a:cubicBezTo>
                  <a:cubicBezTo>
                    <a:pt x="59954" y="92363"/>
                    <a:pt x="66245" y="90457"/>
                    <a:pt x="71392" y="86644"/>
                  </a:cubicBezTo>
                  <a:cubicBezTo>
                    <a:pt x="76539" y="82832"/>
                    <a:pt x="79685" y="77875"/>
                    <a:pt x="80924" y="71584"/>
                  </a:cubicBezTo>
                  <a:lnTo>
                    <a:pt x="104753" y="71584"/>
                  </a:lnTo>
                  <a:cubicBezTo>
                    <a:pt x="103323" y="79114"/>
                    <a:pt x="100273" y="85882"/>
                    <a:pt x="95698" y="91791"/>
                  </a:cubicBezTo>
                  <a:cubicBezTo>
                    <a:pt x="91123" y="97701"/>
                    <a:pt x="85213" y="102276"/>
                    <a:pt x="77874" y="105613"/>
                  </a:cubicBezTo>
                  <a:cubicBezTo>
                    <a:pt x="70534" y="108949"/>
                    <a:pt x="62432" y="110569"/>
                    <a:pt x="53377" y="110569"/>
                  </a:cubicBezTo>
                  <a:cubicBezTo>
                    <a:pt x="42988" y="110569"/>
                    <a:pt x="33742" y="108377"/>
                    <a:pt x="25736" y="103897"/>
                  </a:cubicBezTo>
                  <a:cubicBezTo>
                    <a:pt x="17729" y="99512"/>
                    <a:pt x="11438" y="93031"/>
                    <a:pt x="6863" y="84738"/>
                  </a:cubicBezTo>
                  <a:cubicBezTo>
                    <a:pt x="2288" y="76350"/>
                    <a:pt x="0" y="66532"/>
                    <a:pt x="0" y="55189"/>
                  </a:cubicBezTo>
                  <a:cubicBezTo>
                    <a:pt x="0" y="43846"/>
                    <a:pt x="2288" y="34219"/>
                    <a:pt x="6863" y="25831"/>
                  </a:cubicBezTo>
                  <a:cubicBezTo>
                    <a:pt x="11438" y="17443"/>
                    <a:pt x="17729" y="11057"/>
                    <a:pt x="25736" y="6672"/>
                  </a:cubicBezTo>
                  <a:cubicBezTo>
                    <a:pt x="33742" y="2192"/>
                    <a:pt x="42988" y="0"/>
                    <a:pt x="53377" y="0"/>
                  </a:cubicBezTo>
                  <a:cubicBezTo>
                    <a:pt x="63767" y="0"/>
                    <a:pt x="73203" y="2192"/>
                    <a:pt x="81115" y="6577"/>
                  </a:cubicBezTo>
                  <a:cubicBezTo>
                    <a:pt x="89026" y="10962"/>
                    <a:pt x="95031" y="16967"/>
                    <a:pt x="99320" y="24592"/>
                  </a:cubicBezTo>
                  <a:cubicBezTo>
                    <a:pt x="103609" y="32218"/>
                    <a:pt x="105706" y="40701"/>
                    <a:pt x="105706" y="50137"/>
                  </a:cubicBezTo>
                  <a:cubicBezTo>
                    <a:pt x="105706" y="53760"/>
                    <a:pt x="105420" y="57000"/>
                    <a:pt x="104944" y="59765"/>
                  </a:cubicBezTo>
                  <a:close/>
                  <a:moveTo>
                    <a:pt x="79685" y="31741"/>
                  </a:moveTo>
                  <a:cubicBezTo>
                    <a:pt x="77016" y="26975"/>
                    <a:pt x="73394" y="23448"/>
                    <a:pt x="68723" y="21161"/>
                  </a:cubicBezTo>
                  <a:cubicBezTo>
                    <a:pt x="64053" y="18873"/>
                    <a:pt x="59001" y="17729"/>
                    <a:pt x="53568" y="17729"/>
                  </a:cubicBezTo>
                  <a:cubicBezTo>
                    <a:pt x="44799" y="17729"/>
                    <a:pt x="37555" y="20398"/>
                    <a:pt x="31645" y="25736"/>
                  </a:cubicBezTo>
                  <a:cubicBezTo>
                    <a:pt x="25736" y="31074"/>
                    <a:pt x="22590" y="38985"/>
                    <a:pt x="22018" y="49375"/>
                  </a:cubicBezTo>
                  <a:lnTo>
                    <a:pt x="83307" y="49375"/>
                  </a:lnTo>
                  <a:cubicBezTo>
                    <a:pt x="83593" y="42321"/>
                    <a:pt x="82354" y="36412"/>
                    <a:pt x="79685" y="31646"/>
                  </a:cubicBezTo>
                  <a:close/>
                </a:path>
              </a:pathLst>
            </a:custGeom>
            <a:solidFill>
              <a:schemeClr val="bg1"/>
            </a:solidFill>
            <a:ln w="9525" cap="flat">
              <a:noFill/>
              <a:prstDash val="solid"/>
              <a:miter/>
            </a:ln>
          </p:spPr>
          <p:txBody>
            <a:bodyPr rtlCol="0" anchor="ctr"/>
            <a:lstStyle/>
            <a:p>
              <a:endParaRPr lang="fr-FR" sz="1092"/>
            </a:p>
          </p:txBody>
        </p:sp>
        <p:sp>
          <p:nvSpPr>
            <p:cNvPr id="33" name="Forme libre : forme 60">
              <a:extLst>
                <a:ext uri="{FF2B5EF4-FFF2-40B4-BE49-F238E27FC236}">
                  <a16:creationId xmlns:a16="http://schemas.microsoft.com/office/drawing/2014/main" id="{95DE0B08-2940-CB89-7243-181D34A7FF7B}"/>
                </a:ext>
              </a:extLst>
            </p:cNvPr>
            <p:cNvSpPr/>
            <p:nvPr/>
          </p:nvSpPr>
          <p:spPr>
            <a:xfrm>
              <a:off x="18762771" y="12639544"/>
              <a:ext cx="109614" cy="110569"/>
            </a:xfrm>
            <a:custGeom>
              <a:avLst/>
              <a:gdLst>
                <a:gd name="connsiteX0" fmla="*/ 83021 w 109614"/>
                <a:gd name="connsiteY0" fmla="*/ 6672 h 110569"/>
                <a:gd name="connsiteX1" fmla="*/ 102561 w 109614"/>
                <a:gd name="connsiteY1" fmla="*/ 25831 h 110569"/>
                <a:gd name="connsiteX2" fmla="*/ 109614 w 109614"/>
                <a:gd name="connsiteY2" fmla="*/ 55189 h 110569"/>
                <a:gd name="connsiteX3" fmla="*/ 102561 w 109614"/>
                <a:gd name="connsiteY3" fmla="*/ 84738 h 110569"/>
                <a:gd name="connsiteX4" fmla="*/ 83021 w 109614"/>
                <a:gd name="connsiteY4" fmla="*/ 103897 h 110569"/>
                <a:gd name="connsiteX5" fmla="*/ 54807 w 109614"/>
                <a:gd name="connsiteY5" fmla="*/ 110569 h 110569"/>
                <a:gd name="connsiteX6" fmla="*/ 26689 w 109614"/>
                <a:gd name="connsiteY6" fmla="*/ 103897 h 110569"/>
                <a:gd name="connsiteX7" fmla="*/ 7149 w 109614"/>
                <a:gd name="connsiteY7" fmla="*/ 84643 h 110569"/>
                <a:gd name="connsiteX8" fmla="*/ 0 w 109614"/>
                <a:gd name="connsiteY8" fmla="*/ 55189 h 110569"/>
                <a:gd name="connsiteX9" fmla="*/ 7149 w 109614"/>
                <a:gd name="connsiteY9" fmla="*/ 25831 h 110569"/>
                <a:gd name="connsiteX10" fmla="*/ 26689 w 109614"/>
                <a:gd name="connsiteY10" fmla="*/ 6672 h 110569"/>
                <a:gd name="connsiteX11" fmla="*/ 54807 w 109614"/>
                <a:gd name="connsiteY11" fmla="*/ 0 h 110569"/>
                <a:gd name="connsiteX12" fmla="*/ 83021 w 109614"/>
                <a:gd name="connsiteY12" fmla="*/ 6672 h 110569"/>
                <a:gd name="connsiteX13" fmla="*/ 38985 w 109614"/>
                <a:gd name="connsiteY13" fmla="*/ 23353 h 110569"/>
                <a:gd name="connsiteX14" fmla="*/ 27356 w 109614"/>
                <a:gd name="connsiteY14" fmla="*/ 35363 h 110569"/>
                <a:gd name="connsiteX15" fmla="*/ 22971 w 109614"/>
                <a:gd name="connsiteY15" fmla="*/ 55189 h 110569"/>
                <a:gd name="connsiteX16" fmla="*/ 27356 w 109614"/>
                <a:gd name="connsiteY16" fmla="*/ 75111 h 110569"/>
                <a:gd name="connsiteX17" fmla="*/ 38985 w 109614"/>
                <a:gd name="connsiteY17" fmla="*/ 87026 h 110569"/>
                <a:gd name="connsiteX18" fmla="*/ 54807 w 109614"/>
                <a:gd name="connsiteY18" fmla="*/ 90934 h 110569"/>
                <a:gd name="connsiteX19" fmla="*/ 70630 w 109614"/>
                <a:gd name="connsiteY19" fmla="*/ 87026 h 110569"/>
                <a:gd name="connsiteX20" fmla="*/ 82258 w 109614"/>
                <a:gd name="connsiteY20" fmla="*/ 75111 h 110569"/>
                <a:gd name="connsiteX21" fmla="*/ 86643 w 109614"/>
                <a:gd name="connsiteY21" fmla="*/ 55189 h 110569"/>
                <a:gd name="connsiteX22" fmla="*/ 82258 w 109614"/>
                <a:gd name="connsiteY22" fmla="*/ 35363 h 110569"/>
                <a:gd name="connsiteX23" fmla="*/ 70630 w 109614"/>
                <a:gd name="connsiteY23" fmla="*/ 23353 h 110569"/>
                <a:gd name="connsiteX24" fmla="*/ 54807 w 109614"/>
                <a:gd name="connsiteY24" fmla="*/ 19445 h 110569"/>
                <a:gd name="connsiteX25" fmla="*/ 38985 w 109614"/>
                <a:gd name="connsiteY25" fmla="*/ 23353 h 1105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09614" h="110569">
                  <a:moveTo>
                    <a:pt x="83021" y="6672"/>
                  </a:moveTo>
                  <a:cubicBezTo>
                    <a:pt x="91409" y="11057"/>
                    <a:pt x="97890" y="17539"/>
                    <a:pt x="102561" y="25831"/>
                  </a:cubicBezTo>
                  <a:cubicBezTo>
                    <a:pt x="107231" y="34219"/>
                    <a:pt x="109614" y="43942"/>
                    <a:pt x="109614" y="55189"/>
                  </a:cubicBezTo>
                  <a:cubicBezTo>
                    <a:pt x="109614" y="66437"/>
                    <a:pt x="107231" y="76350"/>
                    <a:pt x="102561" y="84738"/>
                  </a:cubicBezTo>
                  <a:cubicBezTo>
                    <a:pt x="97890" y="93126"/>
                    <a:pt x="91314" y="99512"/>
                    <a:pt x="83021" y="103897"/>
                  </a:cubicBezTo>
                  <a:cubicBezTo>
                    <a:pt x="74633" y="108377"/>
                    <a:pt x="65292" y="110569"/>
                    <a:pt x="54807" y="110569"/>
                  </a:cubicBezTo>
                  <a:cubicBezTo>
                    <a:pt x="44322" y="110569"/>
                    <a:pt x="34981" y="108377"/>
                    <a:pt x="26689" y="103897"/>
                  </a:cubicBezTo>
                  <a:cubicBezTo>
                    <a:pt x="18396" y="99512"/>
                    <a:pt x="11915" y="93031"/>
                    <a:pt x="7149" y="84643"/>
                  </a:cubicBezTo>
                  <a:cubicBezTo>
                    <a:pt x="2383" y="76255"/>
                    <a:pt x="0" y="66437"/>
                    <a:pt x="0" y="55189"/>
                  </a:cubicBezTo>
                  <a:cubicBezTo>
                    <a:pt x="0" y="43942"/>
                    <a:pt x="2383" y="34219"/>
                    <a:pt x="7149" y="25831"/>
                  </a:cubicBezTo>
                  <a:cubicBezTo>
                    <a:pt x="11915" y="17443"/>
                    <a:pt x="18396" y="11057"/>
                    <a:pt x="26689" y="6672"/>
                  </a:cubicBezTo>
                  <a:cubicBezTo>
                    <a:pt x="34981" y="2192"/>
                    <a:pt x="44322" y="0"/>
                    <a:pt x="54807" y="0"/>
                  </a:cubicBezTo>
                  <a:cubicBezTo>
                    <a:pt x="65292" y="0"/>
                    <a:pt x="74633" y="2192"/>
                    <a:pt x="83021" y="6672"/>
                  </a:cubicBezTo>
                  <a:close/>
                  <a:moveTo>
                    <a:pt x="38985" y="23353"/>
                  </a:moveTo>
                  <a:cubicBezTo>
                    <a:pt x="34123" y="25927"/>
                    <a:pt x="30311" y="29930"/>
                    <a:pt x="27356" y="35363"/>
                  </a:cubicBezTo>
                  <a:cubicBezTo>
                    <a:pt x="24401" y="40796"/>
                    <a:pt x="22971" y="47373"/>
                    <a:pt x="22971" y="55189"/>
                  </a:cubicBezTo>
                  <a:cubicBezTo>
                    <a:pt x="22971" y="63005"/>
                    <a:pt x="24401" y="69773"/>
                    <a:pt x="27356" y="75111"/>
                  </a:cubicBezTo>
                  <a:cubicBezTo>
                    <a:pt x="30311" y="80449"/>
                    <a:pt x="34123" y="84452"/>
                    <a:pt x="38985" y="87026"/>
                  </a:cubicBezTo>
                  <a:cubicBezTo>
                    <a:pt x="43846" y="89599"/>
                    <a:pt x="49088" y="90934"/>
                    <a:pt x="54807" y="90934"/>
                  </a:cubicBezTo>
                  <a:cubicBezTo>
                    <a:pt x="60526" y="90934"/>
                    <a:pt x="65864" y="89599"/>
                    <a:pt x="70630" y="87026"/>
                  </a:cubicBezTo>
                  <a:cubicBezTo>
                    <a:pt x="75491" y="84452"/>
                    <a:pt x="79304" y="80449"/>
                    <a:pt x="82258" y="75111"/>
                  </a:cubicBezTo>
                  <a:cubicBezTo>
                    <a:pt x="85213" y="69773"/>
                    <a:pt x="86643" y="63101"/>
                    <a:pt x="86643" y="55189"/>
                  </a:cubicBezTo>
                  <a:cubicBezTo>
                    <a:pt x="86643" y="47278"/>
                    <a:pt x="85213" y="40701"/>
                    <a:pt x="82258" y="35363"/>
                  </a:cubicBezTo>
                  <a:cubicBezTo>
                    <a:pt x="79304" y="29930"/>
                    <a:pt x="75491" y="25927"/>
                    <a:pt x="70630" y="23353"/>
                  </a:cubicBezTo>
                  <a:cubicBezTo>
                    <a:pt x="65769" y="20780"/>
                    <a:pt x="60526" y="19445"/>
                    <a:pt x="54807" y="19445"/>
                  </a:cubicBezTo>
                  <a:cubicBezTo>
                    <a:pt x="49088" y="19445"/>
                    <a:pt x="43750" y="20780"/>
                    <a:pt x="38985" y="23353"/>
                  </a:cubicBezTo>
                  <a:close/>
                </a:path>
              </a:pathLst>
            </a:custGeom>
            <a:solidFill>
              <a:schemeClr val="bg1"/>
            </a:solidFill>
            <a:ln w="9525" cap="flat">
              <a:noFill/>
              <a:prstDash val="solid"/>
              <a:miter/>
            </a:ln>
          </p:spPr>
          <p:txBody>
            <a:bodyPr rtlCol="0" anchor="ctr"/>
            <a:lstStyle/>
            <a:p>
              <a:endParaRPr lang="fr-FR" sz="1092"/>
            </a:p>
          </p:txBody>
        </p:sp>
        <p:sp>
          <p:nvSpPr>
            <p:cNvPr id="34" name="Forme libre : forme 61">
              <a:extLst>
                <a:ext uri="{FF2B5EF4-FFF2-40B4-BE49-F238E27FC236}">
                  <a16:creationId xmlns:a16="http://schemas.microsoft.com/office/drawing/2014/main" id="{9BA799DA-655F-4E0E-4910-9F2B97122383}"/>
                </a:ext>
              </a:extLst>
            </p:cNvPr>
            <p:cNvSpPr/>
            <p:nvPr/>
          </p:nvSpPr>
          <p:spPr>
            <a:xfrm>
              <a:off x="18889162" y="12603990"/>
              <a:ext cx="110662" cy="146122"/>
            </a:xfrm>
            <a:custGeom>
              <a:avLst/>
              <a:gdLst>
                <a:gd name="connsiteX0" fmla="*/ 87024 w 110662"/>
                <a:gd name="connsiteY0" fmla="*/ 42226 h 146122"/>
                <a:gd name="connsiteX1" fmla="*/ 104372 w 110662"/>
                <a:gd name="connsiteY1" fmla="*/ 61385 h 146122"/>
                <a:gd name="connsiteX2" fmla="*/ 110663 w 110662"/>
                <a:gd name="connsiteY2" fmla="*/ 90743 h 146122"/>
                <a:gd name="connsiteX3" fmla="*/ 104372 w 110662"/>
                <a:gd name="connsiteY3" fmla="*/ 120291 h 146122"/>
                <a:gd name="connsiteX4" fmla="*/ 87024 w 110662"/>
                <a:gd name="connsiteY4" fmla="*/ 139451 h 146122"/>
                <a:gd name="connsiteX5" fmla="*/ 61861 w 110662"/>
                <a:gd name="connsiteY5" fmla="*/ 146123 h 146122"/>
                <a:gd name="connsiteX6" fmla="*/ 36792 w 110662"/>
                <a:gd name="connsiteY6" fmla="*/ 138879 h 146122"/>
                <a:gd name="connsiteX7" fmla="*/ 22304 w 110662"/>
                <a:gd name="connsiteY7" fmla="*/ 119720 h 146122"/>
                <a:gd name="connsiteX8" fmla="*/ 22304 w 110662"/>
                <a:gd name="connsiteY8" fmla="*/ 144788 h 146122"/>
                <a:gd name="connsiteX9" fmla="*/ 0 w 110662"/>
                <a:gd name="connsiteY9" fmla="*/ 144788 h 146122"/>
                <a:gd name="connsiteX10" fmla="*/ 0 w 110662"/>
                <a:gd name="connsiteY10" fmla="*/ 0 h 146122"/>
                <a:gd name="connsiteX11" fmla="*/ 22304 w 110662"/>
                <a:gd name="connsiteY11" fmla="*/ 0 h 146122"/>
                <a:gd name="connsiteX12" fmla="*/ 22304 w 110662"/>
                <a:gd name="connsiteY12" fmla="*/ 62052 h 146122"/>
                <a:gd name="connsiteX13" fmla="*/ 36792 w 110662"/>
                <a:gd name="connsiteY13" fmla="*/ 42893 h 146122"/>
                <a:gd name="connsiteX14" fmla="*/ 61861 w 110662"/>
                <a:gd name="connsiteY14" fmla="*/ 35649 h 146122"/>
                <a:gd name="connsiteX15" fmla="*/ 87024 w 110662"/>
                <a:gd name="connsiteY15" fmla="*/ 42321 h 146122"/>
                <a:gd name="connsiteX16" fmla="*/ 38222 w 110662"/>
                <a:gd name="connsiteY16" fmla="*/ 59574 h 146122"/>
                <a:gd name="connsiteX17" fmla="*/ 26498 w 110662"/>
                <a:gd name="connsiteY17" fmla="*/ 72061 h 146122"/>
                <a:gd name="connsiteX18" fmla="*/ 22209 w 110662"/>
                <a:gd name="connsiteY18" fmla="*/ 90743 h 146122"/>
                <a:gd name="connsiteX19" fmla="*/ 26498 w 110662"/>
                <a:gd name="connsiteY19" fmla="*/ 109520 h 146122"/>
                <a:gd name="connsiteX20" fmla="*/ 38222 w 110662"/>
                <a:gd name="connsiteY20" fmla="*/ 121912 h 146122"/>
                <a:gd name="connsiteX21" fmla="*/ 55093 w 110662"/>
                <a:gd name="connsiteY21" fmla="*/ 126297 h 146122"/>
                <a:gd name="connsiteX22" fmla="*/ 78922 w 110662"/>
                <a:gd name="connsiteY22" fmla="*/ 116765 h 146122"/>
                <a:gd name="connsiteX23" fmla="*/ 87882 w 110662"/>
                <a:gd name="connsiteY23" fmla="*/ 90648 h 146122"/>
                <a:gd name="connsiteX24" fmla="*/ 78922 w 110662"/>
                <a:gd name="connsiteY24" fmla="*/ 64626 h 146122"/>
                <a:gd name="connsiteX25" fmla="*/ 55093 w 110662"/>
                <a:gd name="connsiteY25" fmla="*/ 54998 h 146122"/>
                <a:gd name="connsiteX26" fmla="*/ 38222 w 110662"/>
                <a:gd name="connsiteY26" fmla="*/ 59383 h 1461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10662" h="146122">
                  <a:moveTo>
                    <a:pt x="87024" y="42226"/>
                  </a:moveTo>
                  <a:cubicBezTo>
                    <a:pt x="94364" y="46610"/>
                    <a:pt x="100178" y="53092"/>
                    <a:pt x="104372" y="61385"/>
                  </a:cubicBezTo>
                  <a:cubicBezTo>
                    <a:pt x="108566" y="69678"/>
                    <a:pt x="110663" y="79495"/>
                    <a:pt x="110663" y="90743"/>
                  </a:cubicBezTo>
                  <a:cubicBezTo>
                    <a:pt x="110663" y="101990"/>
                    <a:pt x="108566" y="111903"/>
                    <a:pt x="104372" y="120291"/>
                  </a:cubicBezTo>
                  <a:cubicBezTo>
                    <a:pt x="100178" y="128680"/>
                    <a:pt x="94459" y="135066"/>
                    <a:pt x="87024" y="139451"/>
                  </a:cubicBezTo>
                  <a:cubicBezTo>
                    <a:pt x="79685" y="143930"/>
                    <a:pt x="71297" y="146123"/>
                    <a:pt x="61861" y="146123"/>
                  </a:cubicBezTo>
                  <a:cubicBezTo>
                    <a:pt x="52424" y="146123"/>
                    <a:pt x="43750" y="143740"/>
                    <a:pt x="36792" y="138879"/>
                  </a:cubicBezTo>
                  <a:cubicBezTo>
                    <a:pt x="29834" y="134017"/>
                    <a:pt x="25068" y="127631"/>
                    <a:pt x="22304" y="119720"/>
                  </a:cubicBezTo>
                  <a:lnTo>
                    <a:pt x="22304" y="144788"/>
                  </a:lnTo>
                  <a:lnTo>
                    <a:pt x="0" y="144788"/>
                  </a:lnTo>
                  <a:lnTo>
                    <a:pt x="0" y="0"/>
                  </a:lnTo>
                  <a:lnTo>
                    <a:pt x="22304" y="0"/>
                  </a:lnTo>
                  <a:lnTo>
                    <a:pt x="22304" y="62052"/>
                  </a:lnTo>
                  <a:cubicBezTo>
                    <a:pt x="25068" y="54141"/>
                    <a:pt x="29834" y="47659"/>
                    <a:pt x="36792" y="42893"/>
                  </a:cubicBezTo>
                  <a:cubicBezTo>
                    <a:pt x="43750" y="38032"/>
                    <a:pt x="52043" y="35649"/>
                    <a:pt x="61861" y="35649"/>
                  </a:cubicBezTo>
                  <a:cubicBezTo>
                    <a:pt x="71678" y="35649"/>
                    <a:pt x="79685" y="37841"/>
                    <a:pt x="87024" y="42321"/>
                  </a:cubicBezTo>
                  <a:close/>
                  <a:moveTo>
                    <a:pt x="38222" y="59574"/>
                  </a:moveTo>
                  <a:cubicBezTo>
                    <a:pt x="33265" y="62529"/>
                    <a:pt x="29357" y="66723"/>
                    <a:pt x="26498" y="72061"/>
                  </a:cubicBezTo>
                  <a:cubicBezTo>
                    <a:pt x="23639" y="77494"/>
                    <a:pt x="22209" y="83689"/>
                    <a:pt x="22209" y="90743"/>
                  </a:cubicBezTo>
                  <a:cubicBezTo>
                    <a:pt x="22209" y="97797"/>
                    <a:pt x="23639" y="104183"/>
                    <a:pt x="26498" y="109520"/>
                  </a:cubicBezTo>
                  <a:cubicBezTo>
                    <a:pt x="29357" y="114858"/>
                    <a:pt x="33265" y="119052"/>
                    <a:pt x="38222" y="121912"/>
                  </a:cubicBezTo>
                  <a:cubicBezTo>
                    <a:pt x="43179" y="124867"/>
                    <a:pt x="48802" y="126297"/>
                    <a:pt x="55093" y="126297"/>
                  </a:cubicBezTo>
                  <a:cubicBezTo>
                    <a:pt x="65006" y="126297"/>
                    <a:pt x="73013" y="123151"/>
                    <a:pt x="78922" y="116765"/>
                  </a:cubicBezTo>
                  <a:cubicBezTo>
                    <a:pt x="84832" y="110378"/>
                    <a:pt x="87882" y="101704"/>
                    <a:pt x="87882" y="90648"/>
                  </a:cubicBezTo>
                  <a:cubicBezTo>
                    <a:pt x="87882" y="79591"/>
                    <a:pt x="84927" y="71012"/>
                    <a:pt x="78922" y="64626"/>
                  </a:cubicBezTo>
                  <a:cubicBezTo>
                    <a:pt x="72917" y="58239"/>
                    <a:pt x="65006" y="54998"/>
                    <a:pt x="55093" y="54998"/>
                  </a:cubicBezTo>
                  <a:cubicBezTo>
                    <a:pt x="48802" y="54998"/>
                    <a:pt x="43179" y="56428"/>
                    <a:pt x="38222" y="59383"/>
                  </a:cubicBezTo>
                  <a:close/>
                </a:path>
              </a:pathLst>
            </a:custGeom>
            <a:solidFill>
              <a:schemeClr val="bg1"/>
            </a:solidFill>
            <a:ln w="9525" cap="flat">
              <a:noFill/>
              <a:prstDash val="solid"/>
              <a:miter/>
            </a:ln>
          </p:spPr>
          <p:txBody>
            <a:bodyPr rtlCol="0" anchor="ctr"/>
            <a:lstStyle/>
            <a:p>
              <a:endParaRPr lang="fr-FR" sz="1092"/>
            </a:p>
          </p:txBody>
        </p:sp>
        <p:sp>
          <p:nvSpPr>
            <p:cNvPr id="35" name="Forme libre : forme 62">
              <a:extLst>
                <a:ext uri="{FF2B5EF4-FFF2-40B4-BE49-F238E27FC236}">
                  <a16:creationId xmlns:a16="http://schemas.microsoft.com/office/drawing/2014/main" id="{6C40FAC4-014A-0A34-4DEC-B72AC9062DAF}"/>
                </a:ext>
              </a:extLst>
            </p:cNvPr>
            <p:cNvSpPr/>
            <p:nvPr/>
          </p:nvSpPr>
          <p:spPr>
            <a:xfrm>
              <a:off x="19001159" y="12640974"/>
              <a:ext cx="109137" cy="107804"/>
            </a:xfrm>
            <a:custGeom>
              <a:avLst/>
              <a:gdLst>
                <a:gd name="connsiteX0" fmla="*/ 54807 w 109137"/>
                <a:gd name="connsiteY0" fmla="*/ 84738 h 107804"/>
                <a:gd name="connsiteX1" fmla="*/ 85308 w 109137"/>
                <a:gd name="connsiteY1" fmla="*/ 0 h 107804"/>
                <a:gd name="connsiteX2" fmla="*/ 109138 w 109137"/>
                <a:gd name="connsiteY2" fmla="*/ 0 h 107804"/>
                <a:gd name="connsiteX3" fmla="*/ 68056 w 109137"/>
                <a:gd name="connsiteY3" fmla="*/ 107805 h 107804"/>
                <a:gd name="connsiteX4" fmla="*/ 41082 w 109137"/>
                <a:gd name="connsiteY4" fmla="*/ 107805 h 107804"/>
                <a:gd name="connsiteX5" fmla="*/ 0 w 109137"/>
                <a:gd name="connsiteY5" fmla="*/ 0 h 107804"/>
                <a:gd name="connsiteX6" fmla="*/ 23829 w 109137"/>
                <a:gd name="connsiteY6" fmla="*/ 0 h 107804"/>
                <a:gd name="connsiteX7" fmla="*/ 54712 w 109137"/>
                <a:gd name="connsiteY7" fmla="*/ 84738 h 1078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9137" h="107804">
                  <a:moveTo>
                    <a:pt x="54807" y="84738"/>
                  </a:moveTo>
                  <a:lnTo>
                    <a:pt x="85308" y="0"/>
                  </a:lnTo>
                  <a:lnTo>
                    <a:pt x="109138" y="0"/>
                  </a:lnTo>
                  <a:lnTo>
                    <a:pt x="68056" y="107805"/>
                  </a:lnTo>
                  <a:lnTo>
                    <a:pt x="41082" y="107805"/>
                  </a:lnTo>
                  <a:lnTo>
                    <a:pt x="0" y="0"/>
                  </a:lnTo>
                  <a:lnTo>
                    <a:pt x="23829" y="0"/>
                  </a:lnTo>
                  <a:lnTo>
                    <a:pt x="54712" y="84738"/>
                  </a:lnTo>
                  <a:close/>
                </a:path>
              </a:pathLst>
            </a:custGeom>
            <a:solidFill>
              <a:schemeClr val="bg1"/>
            </a:solidFill>
            <a:ln w="9525" cap="flat">
              <a:noFill/>
              <a:prstDash val="solid"/>
              <a:miter/>
            </a:ln>
          </p:spPr>
          <p:txBody>
            <a:bodyPr rtlCol="0" anchor="ctr"/>
            <a:lstStyle/>
            <a:p>
              <a:endParaRPr lang="fr-FR" sz="1092"/>
            </a:p>
          </p:txBody>
        </p:sp>
        <p:sp>
          <p:nvSpPr>
            <p:cNvPr id="36" name="Forme libre : forme 63">
              <a:extLst>
                <a:ext uri="{FF2B5EF4-FFF2-40B4-BE49-F238E27FC236}">
                  <a16:creationId xmlns:a16="http://schemas.microsoft.com/office/drawing/2014/main" id="{9ECEC2CD-FCEB-2196-0575-55661ED97097}"/>
                </a:ext>
              </a:extLst>
            </p:cNvPr>
            <p:cNvSpPr/>
            <p:nvPr/>
          </p:nvSpPr>
          <p:spPr>
            <a:xfrm>
              <a:off x="19118970" y="12596555"/>
              <a:ext cx="28785" cy="152223"/>
            </a:xfrm>
            <a:custGeom>
              <a:avLst/>
              <a:gdLst>
                <a:gd name="connsiteX0" fmla="*/ 3908 w 28785"/>
                <a:gd name="connsiteY0" fmla="*/ 3717 h 152223"/>
                <a:gd name="connsiteX1" fmla="*/ 14298 w 28785"/>
                <a:gd name="connsiteY1" fmla="*/ 0 h 152223"/>
                <a:gd name="connsiteX2" fmla="*/ 24782 w 28785"/>
                <a:gd name="connsiteY2" fmla="*/ 3717 h 152223"/>
                <a:gd name="connsiteX3" fmla="*/ 28786 w 28785"/>
                <a:gd name="connsiteY3" fmla="*/ 13154 h 152223"/>
                <a:gd name="connsiteX4" fmla="*/ 24782 w 28785"/>
                <a:gd name="connsiteY4" fmla="*/ 22304 h 152223"/>
                <a:gd name="connsiteX5" fmla="*/ 14298 w 28785"/>
                <a:gd name="connsiteY5" fmla="*/ 25831 h 152223"/>
                <a:gd name="connsiteX6" fmla="*/ 3908 w 28785"/>
                <a:gd name="connsiteY6" fmla="*/ 22304 h 152223"/>
                <a:gd name="connsiteX7" fmla="*/ 0 w 28785"/>
                <a:gd name="connsiteY7" fmla="*/ 13154 h 152223"/>
                <a:gd name="connsiteX8" fmla="*/ 3908 w 28785"/>
                <a:gd name="connsiteY8" fmla="*/ 3717 h 152223"/>
                <a:gd name="connsiteX9" fmla="*/ 25450 w 28785"/>
                <a:gd name="connsiteY9" fmla="*/ 44418 h 152223"/>
                <a:gd name="connsiteX10" fmla="*/ 25450 w 28785"/>
                <a:gd name="connsiteY10" fmla="*/ 152223 h 152223"/>
                <a:gd name="connsiteX11" fmla="*/ 3146 w 28785"/>
                <a:gd name="connsiteY11" fmla="*/ 152223 h 152223"/>
                <a:gd name="connsiteX12" fmla="*/ 3146 w 28785"/>
                <a:gd name="connsiteY12" fmla="*/ 44418 h 152223"/>
                <a:gd name="connsiteX13" fmla="*/ 25450 w 28785"/>
                <a:gd name="connsiteY13" fmla="*/ 44418 h 1522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8785" h="152223">
                  <a:moveTo>
                    <a:pt x="3908" y="3717"/>
                  </a:moveTo>
                  <a:cubicBezTo>
                    <a:pt x="6481" y="1239"/>
                    <a:pt x="10008" y="0"/>
                    <a:pt x="14298" y="0"/>
                  </a:cubicBezTo>
                  <a:cubicBezTo>
                    <a:pt x="18587" y="0"/>
                    <a:pt x="22114" y="1239"/>
                    <a:pt x="24782" y="3717"/>
                  </a:cubicBezTo>
                  <a:cubicBezTo>
                    <a:pt x="27451" y="6196"/>
                    <a:pt x="28786" y="9341"/>
                    <a:pt x="28786" y="13154"/>
                  </a:cubicBezTo>
                  <a:cubicBezTo>
                    <a:pt x="28786" y="16967"/>
                    <a:pt x="27451" y="20017"/>
                    <a:pt x="24782" y="22304"/>
                  </a:cubicBezTo>
                  <a:cubicBezTo>
                    <a:pt x="22114" y="24687"/>
                    <a:pt x="18587" y="25831"/>
                    <a:pt x="14298" y="25831"/>
                  </a:cubicBezTo>
                  <a:cubicBezTo>
                    <a:pt x="10008" y="25831"/>
                    <a:pt x="6577" y="24687"/>
                    <a:pt x="3908" y="22304"/>
                  </a:cubicBezTo>
                  <a:cubicBezTo>
                    <a:pt x="1335" y="19921"/>
                    <a:pt x="0" y="16871"/>
                    <a:pt x="0" y="13154"/>
                  </a:cubicBezTo>
                  <a:cubicBezTo>
                    <a:pt x="0" y="9436"/>
                    <a:pt x="1335" y="6291"/>
                    <a:pt x="3908" y="3717"/>
                  </a:cubicBezTo>
                  <a:close/>
                  <a:moveTo>
                    <a:pt x="25450" y="44418"/>
                  </a:moveTo>
                  <a:lnTo>
                    <a:pt x="25450" y="152223"/>
                  </a:lnTo>
                  <a:lnTo>
                    <a:pt x="3146" y="152223"/>
                  </a:lnTo>
                  <a:lnTo>
                    <a:pt x="3146" y="44418"/>
                  </a:lnTo>
                  <a:lnTo>
                    <a:pt x="25450" y="44418"/>
                  </a:lnTo>
                  <a:close/>
                </a:path>
              </a:pathLst>
            </a:custGeom>
            <a:solidFill>
              <a:schemeClr val="bg1"/>
            </a:solidFill>
            <a:ln w="9525" cap="flat">
              <a:noFill/>
              <a:prstDash val="solid"/>
              <a:miter/>
            </a:ln>
          </p:spPr>
          <p:txBody>
            <a:bodyPr rtlCol="0" anchor="ctr"/>
            <a:lstStyle/>
            <a:p>
              <a:endParaRPr lang="fr-FR" sz="1092"/>
            </a:p>
          </p:txBody>
        </p:sp>
        <p:sp>
          <p:nvSpPr>
            <p:cNvPr id="37" name="Forme libre : forme 64">
              <a:extLst>
                <a:ext uri="{FF2B5EF4-FFF2-40B4-BE49-F238E27FC236}">
                  <a16:creationId xmlns:a16="http://schemas.microsoft.com/office/drawing/2014/main" id="{76A01E42-A5AD-F461-5597-8D2A4E168439}"/>
                </a:ext>
              </a:extLst>
            </p:cNvPr>
            <p:cNvSpPr/>
            <p:nvPr/>
          </p:nvSpPr>
          <p:spPr>
            <a:xfrm>
              <a:off x="19161005" y="12639544"/>
              <a:ext cx="109614" cy="110569"/>
            </a:xfrm>
            <a:custGeom>
              <a:avLst/>
              <a:gdLst>
                <a:gd name="connsiteX0" fmla="*/ 83021 w 109614"/>
                <a:gd name="connsiteY0" fmla="*/ 6672 h 110569"/>
                <a:gd name="connsiteX1" fmla="*/ 102561 w 109614"/>
                <a:gd name="connsiteY1" fmla="*/ 25831 h 110569"/>
                <a:gd name="connsiteX2" fmla="*/ 109614 w 109614"/>
                <a:gd name="connsiteY2" fmla="*/ 55189 h 110569"/>
                <a:gd name="connsiteX3" fmla="*/ 102561 w 109614"/>
                <a:gd name="connsiteY3" fmla="*/ 84738 h 110569"/>
                <a:gd name="connsiteX4" fmla="*/ 83021 w 109614"/>
                <a:gd name="connsiteY4" fmla="*/ 103897 h 110569"/>
                <a:gd name="connsiteX5" fmla="*/ 54807 w 109614"/>
                <a:gd name="connsiteY5" fmla="*/ 110569 h 110569"/>
                <a:gd name="connsiteX6" fmla="*/ 26689 w 109614"/>
                <a:gd name="connsiteY6" fmla="*/ 103897 h 110569"/>
                <a:gd name="connsiteX7" fmla="*/ 7149 w 109614"/>
                <a:gd name="connsiteY7" fmla="*/ 84643 h 110569"/>
                <a:gd name="connsiteX8" fmla="*/ 0 w 109614"/>
                <a:gd name="connsiteY8" fmla="*/ 55189 h 110569"/>
                <a:gd name="connsiteX9" fmla="*/ 7149 w 109614"/>
                <a:gd name="connsiteY9" fmla="*/ 25831 h 110569"/>
                <a:gd name="connsiteX10" fmla="*/ 26689 w 109614"/>
                <a:gd name="connsiteY10" fmla="*/ 6672 h 110569"/>
                <a:gd name="connsiteX11" fmla="*/ 54807 w 109614"/>
                <a:gd name="connsiteY11" fmla="*/ 0 h 110569"/>
                <a:gd name="connsiteX12" fmla="*/ 83021 w 109614"/>
                <a:gd name="connsiteY12" fmla="*/ 6672 h 110569"/>
                <a:gd name="connsiteX13" fmla="*/ 38985 w 109614"/>
                <a:gd name="connsiteY13" fmla="*/ 23353 h 110569"/>
                <a:gd name="connsiteX14" fmla="*/ 27356 w 109614"/>
                <a:gd name="connsiteY14" fmla="*/ 35363 h 110569"/>
                <a:gd name="connsiteX15" fmla="*/ 22971 w 109614"/>
                <a:gd name="connsiteY15" fmla="*/ 55189 h 110569"/>
                <a:gd name="connsiteX16" fmla="*/ 27356 w 109614"/>
                <a:gd name="connsiteY16" fmla="*/ 75111 h 110569"/>
                <a:gd name="connsiteX17" fmla="*/ 38985 w 109614"/>
                <a:gd name="connsiteY17" fmla="*/ 87026 h 110569"/>
                <a:gd name="connsiteX18" fmla="*/ 54807 w 109614"/>
                <a:gd name="connsiteY18" fmla="*/ 90934 h 110569"/>
                <a:gd name="connsiteX19" fmla="*/ 70630 w 109614"/>
                <a:gd name="connsiteY19" fmla="*/ 87026 h 110569"/>
                <a:gd name="connsiteX20" fmla="*/ 82258 w 109614"/>
                <a:gd name="connsiteY20" fmla="*/ 75111 h 110569"/>
                <a:gd name="connsiteX21" fmla="*/ 86643 w 109614"/>
                <a:gd name="connsiteY21" fmla="*/ 55189 h 110569"/>
                <a:gd name="connsiteX22" fmla="*/ 82258 w 109614"/>
                <a:gd name="connsiteY22" fmla="*/ 35363 h 110569"/>
                <a:gd name="connsiteX23" fmla="*/ 70630 w 109614"/>
                <a:gd name="connsiteY23" fmla="*/ 23353 h 110569"/>
                <a:gd name="connsiteX24" fmla="*/ 54807 w 109614"/>
                <a:gd name="connsiteY24" fmla="*/ 19445 h 110569"/>
                <a:gd name="connsiteX25" fmla="*/ 38985 w 109614"/>
                <a:gd name="connsiteY25" fmla="*/ 23353 h 1105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09614" h="110569">
                  <a:moveTo>
                    <a:pt x="83021" y="6672"/>
                  </a:moveTo>
                  <a:cubicBezTo>
                    <a:pt x="91409" y="11057"/>
                    <a:pt x="97890" y="17539"/>
                    <a:pt x="102561" y="25831"/>
                  </a:cubicBezTo>
                  <a:cubicBezTo>
                    <a:pt x="107231" y="34219"/>
                    <a:pt x="109614" y="43942"/>
                    <a:pt x="109614" y="55189"/>
                  </a:cubicBezTo>
                  <a:cubicBezTo>
                    <a:pt x="109614" y="66437"/>
                    <a:pt x="107231" y="76350"/>
                    <a:pt x="102561" y="84738"/>
                  </a:cubicBezTo>
                  <a:cubicBezTo>
                    <a:pt x="97890" y="93126"/>
                    <a:pt x="91314" y="99512"/>
                    <a:pt x="83021" y="103897"/>
                  </a:cubicBezTo>
                  <a:cubicBezTo>
                    <a:pt x="74633" y="108377"/>
                    <a:pt x="65292" y="110569"/>
                    <a:pt x="54807" y="110569"/>
                  </a:cubicBezTo>
                  <a:cubicBezTo>
                    <a:pt x="44322" y="110569"/>
                    <a:pt x="34981" y="108377"/>
                    <a:pt x="26689" y="103897"/>
                  </a:cubicBezTo>
                  <a:cubicBezTo>
                    <a:pt x="18396" y="99512"/>
                    <a:pt x="11915" y="93031"/>
                    <a:pt x="7149" y="84643"/>
                  </a:cubicBezTo>
                  <a:cubicBezTo>
                    <a:pt x="2383" y="76255"/>
                    <a:pt x="0" y="66437"/>
                    <a:pt x="0" y="55189"/>
                  </a:cubicBezTo>
                  <a:cubicBezTo>
                    <a:pt x="0" y="43942"/>
                    <a:pt x="2383" y="34219"/>
                    <a:pt x="7149" y="25831"/>
                  </a:cubicBezTo>
                  <a:cubicBezTo>
                    <a:pt x="11915" y="17443"/>
                    <a:pt x="18396" y="11057"/>
                    <a:pt x="26689" y="6672"/>
                  </a:cubicBezTo>
                  <a:cubicBezTo>
                    <a:pt x="34981" y="2192"/>
                    <a:pt x="44322" y="0"/>
                    <a:pt x="54807" y="0"/>
                  </a:cubicBezTo>
                  <a:cubicBezTo>
                    <a:pt x="65292" y="0"/>
                    <a:pt x="74633" y="2192"/>
                    <a:pt x="83021" y="6672"/>
                  </a:cubicBezTo>
                  <a:close/>
                  <a:moveTo>
                    <a:pt x="38985" y="23353"/>
                  </a:moveTo>
                  <a:cubicBezTo>
                    <a:pt x="34124" y="25927"/>
                    <a:pt x="30311" y="29930"/>
                    <a:pt x="27356" y="35363"/>
                  </a:cubicBezTo>
                  <a:cubicBezTo>
                    <a:pt x="24401" y="40796"/>
                    <a:pt x="22971" y="47373"/>
                    <a:pt x="22971" y="55189"/>
                  </a:cubicBezTo>
                  <a:cubicBezTo>
                    <a:pt x="22971" y="63005"/>
                    <a:pt x="24401" y="69773"/>
                    <a:pt x="27356" y="75111"/>
                  </a:cubicBezTo>
                  <a:cubicBezTo>
                    <a:pt x="30311" y="80449"/>
                    <a:pt x="34124" y="84452"/>
                    <a:pt x="38985" y="87026"/>
                  </a:cubicBezTo>
                  <a:cubicBezTo>
                    <a:pt x="43846" y="89599"/>
                    <a:pt x="49088" y="90934"/>
                    <a:pt x="54807" y="90934"/>
                  </a:cubicBezTo>
                  <a:cubicBezTo>
                    <a:pt x="60526" y="90934"/>
                    <a:pt x="65864" y="89599"/>
                    <a:pt x="70630" y="87026"/>
                  </a:cubicBezTo>
                  <a:cubicBezTo>
                    <a:pt x="75491" y="84452"/>
                    <a:pt x="79304" y="80449"/>
                    <a:pt x="82258" y="75111"/>
                  </a:cubicBezTo>
                  <a:cubicBezTo>
                    <a:pt x="85213" y="69773"/>
                    <a:pt x="86643" y="63101"/>
                    <a:pt x="86643" y="55189"/>
                  </a:cubicBezTo>
                  <a:cubicBezTo>
                    <a:pt x="86643" y="47278"/>
                    <a:pt x="85213" y="40701"/>
                    <a:pt x="82258" y="35363"/>
                  </a:cubicBezTo>
                  <a:cubicBezTo>
                    <a:pt x="79304" y="29930"/>
                    <a:pt x="75491" y="25927"/>
                    <a:pt x="70630" y="23353"/>
                  </a:cubicBezTo>
                  <a:cubicBezTo>
                    <a:pt x="65769" y="20780"/>
                    <a:pt x="60526" y="19445"/>
                    <a:pt x="54807" y="19445"/>
                  </a:cubicBezTo>
                  <a:cubicBezTo>
                    <a:pt x="49088" y="19445"/>
                    <a:pt x="43750" y="20780"/>
                    <a:pt x="38985" y="23353"/>
                  </a:cubicBezTo>
                  <a:close/>
                </a:path>
              </a:pathLst>
            </a:custGeom>
            <a:solidFill>
              <a:schemeClr val="bg1"/>
            </a:solidFill>
            <a:ln w="9525" cap="flat">
              <a:noFill/>
              <a:prstDash val="solid"/>
              <a:miter/>
            </a:ln>
          </p:spPr>
          <p:txBody>
            <a:bodyPr rtlCol="0" anchor="ctr"/>
            <a:lstStyle/>
            <a:p>
              <a:endParaRPr lang="fr-FR" sz="1092"/>
            </a:p>
          </p:txBody>
        </p:sp>
        <p:sp>
          <p:nvSpPr>
            <p:cNvPr id="38" name="Forme libre : forme 65">
              <a:extLst>
                <a:ext uri="{FF2B5EF4-FFF2-40B4-BE49-F238E27FC236}">
                  <a16:creationId xmlns:a16="http://schemas.microsoft.com/office/drawing/2014/main" id="{B3ED5450-D415-DD07-75CD-576B08A48BBE}"/>
                </a:ext>
              </a:extLst>
            </p:cNvPr>
            <p:cNvSpPr/>
            <p:nvPr/>
          </p:nvSpPr>
          <p:spPr>
            <a:xfrm>
              <a:off x="19284727" y="12640974"/>
              <a:ext cx="101893" cy="109425"/>
            </a:xfrm>
            <a:custGeom>
              <a:avLst/>
              <a:gdLst>
                <a:gd name="connsiteX0" fmla="*/ 101894 w 101893"/>
                <a:gd name="connsiteY0" fmla="*/ 0 h 109425"/>
                <a:gd name="connsiteX1" fmla="*/ 101894 w 101893"/>
                <a:gd name="connsiteY1" fmla="*/ 107805 h 109425"/>
                <a:gd name="connsiteX2" fmla="*/ 79399 w 101893"/>
                <a:gd name="connsiteY2" fmla="*/ 107805 h 109425"/>
                <a:gd name="connsiteX3" fmla="*/ 79399 w 101893"/>
                <a:gd name="connsiteY3" fmla="*/ 84356 h 109425"/>
                <a:gd name="connsiteX4" fmla="*/ 65101 w 101893"/>
                <a:gd name="connsiteY4" fmla="*/ 102848 h 109425"/>
                <a:gd name="connsiteX5" fmla="*/ 41463 w 101893"/>
                <a:gd name="connsiteY5" fmla="*/ 109425 h 109425"/>
                <a:gd name="connsiteX6" fmla="*/ 11343 w 101893"/>
                <a:gd name="connsiteY6" fmla="*/ 97320 h 109425"/>
                <a:gd name="connsiteX7" fmla="*/ 0 w 101893"/>
                <a:gd name="connsiteY7" fmla="*/ 62719 h 109425"/>
                <a:gd name="connsiteX8" fmla="*/ 0 w 101893"/>
                <a:gd name="connsiteY8" fmla="*/ 95 h 109425"/>
                <a:gd name="connsiteX9" fmla="*/ 22304 w 101893"/>
                <a:gd name="connsiteY9" fmla="*/ 95 h 109425"/>
                <a:gd name="connsiteX10" fmla="*/ 22304 w 101893"/>
                <a:gd name="connsiteY10" fmla="*/ 60336 h 109425"/>
                <a:gd name="connsiteX11" fmla="*/ 29739 w 101893"/>
                <a:gd name="connsiteY11" fmla="*/ 82927 h 109425"/>
                <a:gd name="connsiteX12" fmla="*/ 50041 w 101893"/>
                <a:gd name="connsiteY12" fmla="*/ 90838 h 109425"/>
                <a:gd name="connsiteX13" fmla="*/ 71392 w 101893"/>
                <a:gd name="connsiteY13" fmla="*/ 82260 h 109425"/>
                <a:gd name="connsiteX14" fmla="*/ 79399 w 101893"/>
                <a:gd name="connsiteY14" fmla="*/ 57191 h 109425"/>
                <a:gd name="connsiteX15" fmla="*/ 79399 w 101893"/>
                <a:gd name="connsiteY15" fmla="*/ 0 h 109425"/>
                <a:gd name="connsiteX16" fmla="*/ 101894 w 101893"/>
                <a:gd name="connsiteY16" fmla="*/ 0 h 109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1893" h="109425">
                  <a:moveTo>
                    <a:pt x="101894" y="0"/>
                  </a:moveTo>
                  <a:lnTo>
                    <a:pt x="101894" y="107805"/>
                  </a:lnTo>
                  <a:lnTo>
                    <a:pt x="79399" y="107805"/>
                  </a:lnTo>
                  <a:lnTo>
                    <a:pt x="79399" y="84356"/>
                  </a:lnTo>
                  <a:cubicBezTo>
                    <a:pt x="76635" y="92268"/>
                    <a:pt x="71869" y="98464"/>
                    <a:pt x="65101" y="102848"/>
                  </a:cubicBezTo>
                  <a:cubicBezTo>
                    <a:pt x="58334" y="107233"/>
                    <a:pt x="50422" y="109425"/>
                    <a:pt x="41463" y="109425"/>
                  </a:cubicBezTo>
                  <a:cubicBezTo>
                    <a:pt x="28976" y="109425"/>
                    <a:pt x="18873" y="105422"/>
                    <a:pt x="11343" y="97320"/>
                  </a:cubicBezTo>
                  <a:cubicBezTo>
                    <a:pt x="3813" y="89218"/>
                    <a:pt x="0" y="77684"/>
                    <a:pt x="0" y="62719"/>
                  </a:cubicBezTo>
                  <a:lnTo>
                    <a:pt x="0" y="95"/>
                  </a:lnTo>
                  <a:lnTo>
                    <a:pt x="22304" y="95"/>
                  </a:lnTo>
                  <a:lnTo>
                    <a:pt x="22304" y="60336"/>
                  </a:lnTo>
                  <a:cubicBezTo>
                    <a:pt x="22304" y="70154"/>
                    <a:pt x="24782" y="77684"/>
                    <a:pt x="29739" y="82927"/>
                  </a:cubicBezTo>
                  <a:cubicBezTo>
                    <a:pt x="34695" y="88169"/>
                    <a:pt x="41463" y="90838"/>
                    <a:pt x="50041" y="90838"/>
                  </a:cubicBezTo>
                  <a:cubicBezTo>
                    <a:pt x="58620" y="90838"/>
                    <a:pt x="66055" y="87978"/>
                    <a:pt x="71392" y="82260"/>
                  </a:cubicBezTo>
                  <a:cubicBezTo>
                    <a:pt x="76730" y="76540"/>
                    <a:pt x="79399" y="68152"/>
                    <a:pt x="79399" y="57191"/>
                  </a:cubicBezTo>
                  <a:lnTo>
                    <a:pt x="79399" y="0"/>
                  </a:lnTo>
                  <a:lnTo>
                    <a:pt x="101894" y="0"/>
                  </a:lnTo>
                  <a:close/>
                </a:path>
              </a:pathLst>
            </a:custGeom>
            <a:solidFill>
              <a:schemeClr val="bg1"/>
            </a:solidFill>
            <a:ln w="9525" cap="flat">
              <a:noFill/>
              <a:prstDash val="solid"/>
              <a:miter/>
            </a:ln>
          </p:spPr>
          <p:txBody>
            <a:bodyPr rtlCol="0" anchor="ctr"/>
            <a:lstStyle/>
            <a:p>
              <a:endParaRPr lang="fr-FR" sz="1092"/>
            </a:p>
          </p:txBody>
        </p:sp>
        <p:sp>
          <p:nvSpPr>
            <p:cNvPr id="39" name="Forme libre : forme 66">
              <a:extLst>
                <a:ext uri="{FF2B5EF4-FFF2-40B4-BE49-F238E27FC236}">
                  <a16:creationId xmlns:a16="http://schemas.microsoft.com/office/drawing/2014/main" id="{7080B3FF-C6CE-C8A8-69EA-18389C8DCB0E}"/>
                </a:ext>
              </a:extLst>
            </p:cNvPr>
            <p:cNvSpPr/>
            <p:nvPr/>
          </p:nvSpPr>
          <p:spPr>
            <a:xfrm>
              <a:off x="19404063" y="12639735"/>
              <a:ext cx="85594" cy="110378"/>
            </a:xfrm>
            <a:custGeom>
              <a:avLst/>
              <a:gdLst>
                <a:gd name="connsiteX0" fmla="*/ 70534 w 85594"/>
                <a:gd name="connsiteY0" fmla="*/ 9532 h 110378"/>
                <a:gd name="connsiteX1" fmla="*/ 84546 w 85594"/>
                <a:gd name="connsiteY1" fmla="*/ 35458 h 110378"/>
                <a:gd name="connsiteX2" fmla="*/ 63386 w 85594"/>
                <a:gd name="connsiteY2" fmla="*/ 35458 h 110378"/>
                <a:gd name="connsiteX3" fmla="*/ 55856 w 85594"/>
                <a:gd name="connsiteY3" fmla="*/ 21256 h 110378"/>
                <a:gd name="connsiteX4" fmla="*/ 39556 w 85594"/>
                <a:gd name="connsiteY4" fmla="*/ 15918 h 110378"/>
                <a:gd name="connsiteX5" fmla="*/ 26498 w 85594"/>
                <a:gd name="connsiteY5" fmla="*/ 19921 h 110378"/>
                <a:gd name="connsiteX6" fmla="*/ 21923 w 85594"/>
                <a:gd name="connsiteY6" fmla="*/ 30788 h 110378"/>
                <a:gd name="connsiteX7" fmla="*/ 25259 w 85594"/>
                <a:gd name="connsiteY7" fmla="*/ 38985 h 110378"/>
                <a:gd name="connsiteX8" fmla="*/ 33551 w 85594"/>
                <a:gd name="connsiteY8" fmla="*/ 43846 h 110378"/>
                <a:gd name="connsiteX9" fmla="*/ 47754 w 85594"/>
                <a:gd name="connsiteY9" fmla="*/ 47754 h 110378"/>
                <a:gd name="connsiteX10" fmla="*/ 67389 w 85594"/>
                <a:gd name="connsiteY10" fmla="*/ 53378 h 110378"/>
                <a:gd name="connsiteX11" fmla="*/ 80257 w 85594"/>
                <a:gd name="connsiteY11" fmla="*/ 62719 h 110378"/>
                <a:gd name="connsiteX12" fmla="*/ 85595 w 85594"/>
                <a:gd name="connsiteY12" fmla="*/ 80067 h 110378"/>
                <a:gd name="connsiteX13" fmla="*/ 75300 w 85594"/>
                <a:gd name="connsiteY13" fmla="*/ 101990 h 110378"/>
                <a:gd name="connsiteX14" fmla="*/ 47563 w 85594"/>
                <a:gd name="connsiteY14" fmla="*/ 110378 h 110378"/>
                <a:gd name="connsiteX15" fmla="*/ 14965 w 85594"/>
                <a:gd name="connsiteY15" fmla="*/ 100942 h 110378"/>
                <a:gd name="connsiteX16" fmla="*/ 0 w 85594"/>
                <a:gd name="connsiteY16" fmla="*/ 74729 h 110378"/>
                <a:gd name="connsiteX17" fmla="*/ 21732 w 85594"/>
                <a:gd name="connsiteY17" fmla="*/ 74729 h 110378"/>
                <a:gd name="connsiteX18" fmla="*/ 29548 w 85594"/>
                <a:gd name="connsiteY18" fmla="*/ 89027 h 110378"/>
                <a:gd name="connsiteX19" fmla="*/ 47563 w 85594"/>
                <a:gd name="connsiteY19" fmla="*/ 94460 h 110378"/>
                <a:gd name="connsiteX20" fmla="*/ 60145 w 85594"/>
                <a:gd name="connsiteY20" fmla="*/ 90266 h 110378"/>
                <a:gd name="connsiteX21" fmla="*/ 64720 w 85594"/>
                <a:gd name="connsiteY21" fmla="*/ 79591 h 110378"/>
                <a:gd name="connsiteX22" fmla="*/ 61194 w 85594"/>
                <a:gd name="connsiteY22" fmla="*/ 70631 h 110378"/>
                <a:gd name="connsiteX23" fmla="*/ 52424 w 85594"/>
                <a:gd name="connsiteY23" fmla="*/ 65484 h 110378"/>
                <a:gd name="connsiteX24" fmla="*/ 37936 w 85594"/>
                <a:gd name="connsiteY24" fmla="*/ 61671 h 110378"/>
                <a:gd name="connsiteX25" fmla="*/ 18873 w 85594"/>
                <a:gd name="connsiteY25" fmla="*/ 56238 h 110378"/>
                <a:gd name="connsiteX26" fmla="*/ 6386 w 85594"/>
                <a:gd name="connsiteY26" fmla="*/ 47373 h 110378"/>
                <a:gd name="connsiteX27" fmla="*/ 1239 w 85594"/>
                <a:gd name="connsiteY27" fmla="*/ 30692 h 110378"/>
                <a:gd name="connsiteX28" fmla="*/ 11533 w 85594"/>
                <a:gd name="connsiteY28" fmla="*/ 8483 h 110378"/>
                <a:gd name="connsiteX29" fmla="*/ 40033 w 85594"/>
                <a:gd name="connsiteY29" fmla="*/ 0 h 110378"/>
                <a:gd name="connsiteX30" fmla="*/ 70439 w 85594"/>
                <a:gd name="connsiteY30" fmla="*/ 9722 h 1103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85594" h="110378">
                  <a:moveTo>
                    <a:pt x="70534" y="9532"/>
                  </a:moveTo>
                  <a:cubicBezTo>
                    <a:pt x="78160" y="16013"/>
                    <a:pt x="82830" y="24592"/>
                    <a:pt x="84546" y="35458"/>
                  </a:cubicBezTo>
                  <a:lnTo>
                    <a:pt x="63386" y="35458"/>
                  </a:lnTo>
                  <a:cubicBezTo>
                    <a:pt x="62433" y="29549"/>
                    <a:pt x="59954" y="24878"/>
                    <a:pt x="55856" y="21256"/>
                  </a:cubicBezTo>
                  <a:cubicBezTo>
                    <a:pt x="51757" y="17634"/>
                    <a:pt x="46324" y="15918"/>
                    <a:pt x="39556" y="15918"/>
                  </a:cubicBezTo>
                  <a:cubicBezTo>
                    <a:pt x="33933" y="15918"/>
                    <a:pt x="29644" y="17253"/>
                    <a:pt x="26498" y="19921"/>
                  </a:cubicBezTo>
                  <a:cubicBezTo>
                    <a:pt x="23448" y="22590"/>
                    <a:pt x="21923" y="26212"/>
                    <a:pt x="21923" y="30788"/>
                  </a:cubicBezTo>
                  <a:cubicBezTo>
                    <a:pt x="21923" y="34219"/>
                    <a:pt x="23067" y="36888"/>
                    <a:pt x="25259" y="38985"/>
                  </a:cubicBezTo>
                  <a:cubicBezTo>
                    <a:pt x="27451" y="41082"/>
                    <a:pt x="30216" y="42702"/>
                    <a:pt x="33551" y="43846"/>
                  </a:cubicBezTo>
                  <a:cubicBezTo>
                    <a:pt x="36888" y="44990"/>
                    <a:pt x="41558" y="46324"/>
                    <a:pt x="47754" y="47754"/>
                  </a:cubicBezTo>
                  <a:cubicBezTo>
                    <a:pt x="55856" y="49565"/>
                    <a:pt x="62433" y="51472"/>
                    <a:pt x="67389" y="53378"/>
                  </a:cubicBezTo>
                  <a:cubicBezTo>
                    <a:pt x="72441" y="55380"/>
                    <a:pt x="76730" y="58430"/>
                    <a:pt x="80257" y="62719"/>
                  </a:cubicBezTo>
                  <a:cubicBezTo>
                    <a:pt x="83879" y="67009"/>
                    <a:pt x="85595" y="72728"/>
                    <a:pt x="85595" y="80067"/>
                  </a:cubicBezTo>
                  <a:cubicBezTo>
                    <a:pt x="85595" y="89027"/>
                    <a:pt x="82163" y="96367"/>
                    <a:pt x="75300" y="101990"/>
                  </a:cubicBezTo>
                  <a:cubicBezTo>
                    <a:pt x="68437" y="107614"/>
                    <a:pt x="59192" y="110378"/>
                    <a:pt x="47563" y="110378"/>
                  </a:cubicBezTo>
                  <a:cubicBezTo>
                    <a:pt x="34124" y="110378"/>
                    <a:pt x="23257" y="107233"/>
                    <a:pt x="14965" y="100942"/>
                  </a:cubicBezTo>
                  <a:cubicBezTo>
                    <a:pt x="6672" y="94651"/>
                    <a:pt x="1716" y="85977"/>
                    <a:pt x="0" y="74729"/>
                  </a:cubicBezTo>
                  <a:lnTo>
                    <a:pt x="21732" y="74729"/>
                  </a:lnTo>
                  <a:cubicBezTo>
                    <a:pt x="22400" y="80639"/>
                    <a:pt x="24973" y="85405"/>
                    <a:pt x="29548" y="89027"/>
                  </a:cubicBezTo>
                  <a:cubicBezTo>
                    <a:pt x="34124" y="92649"/>
                    <a:pt x="40128" y="94460"/>
                    <a:pt x="47563" y="94460"/>
                  </a:cubicBezTo>
                  <a:cubicBezTo>
                    <a:pt x="52901" y="94460"/>
                    <a:pt x="57095" y="93031"/>
                    <a:pt x="60145" y="90266"/>
                  </a:cubicBezTo>
                  <a:cubicBezTo>
                    <a:pt x="63195" y="87502"/>
                    <a:pt x="64720" y="83880"/>
                    <a:pt x="64720" y="79591"/>
                  </a:cubicBezTo>
                  <a:cubicBezTo>
                    <a:pt x="64720" y="75778"/>
                    <a:pt x="63576" y="72823"/>
                    <a:pt x="61194" y="70631"/>
                  </a:cubicBezTo>
                  <a:cubicBezTo>
                    <a:pt x="58811" y="68438"/>
                    <a:pt x="55951" y="66723"/>
                    <a:pt x="52424" y="65484"/>
                  </a:cubicBezTo>
                  <a:cubicBezTo>
                    <a:pt x="48898" y="64244"/>
                    <a:pt x="44036" y="63005"/>
                    <a:pt x="37936" y="61671"/>
                  </a:cubicBezTo>
                  <a:cubicBezTo>
                    <a:pt x="30120" y="59860"/>
                    <a:pt x="23734" y="58049"/>
                    <a:pt x="18873" y="56238"/>
                  </a:cubicBezTo>
                  <a:cubicBezTo>
                    <a:pt x="14012" y="54427"/>
                    <a:pt x="9818" y="51472"/>
                    <a:pt x="6386" y="47373"/>
                  </a:cubicBezTo>
                  <a:cubicBezTo>
                    <a:pt x="2955" y="43275"/>
                    <a:pt x="1239" y="37650"/>
                    <a:pt x="1239" y="30692"/>
                  </a:cubicBezTo>
                  <a:cubicBezTo>
                    <a:pt x="1239" y="21542"/>
                    <a:pt x="4670" y="14107"/>
                    <a:pt x="11533" y="8483"/>
                  </a:cubicBezTo>
                  <a:cubicBezTo>
                    <a:pt x="18396" y="2859"/>
                    <a:pt x="27833" y="0"/>
                    <a:pt x="40033" y="0"/>
                  </a:cubicBezTo>
                  <a:cubicBezTo>
                    <a:pt x="52234" y="0"/>
                    <a:pt x="62814" y="3241"/>
                    <a:pt x="70439" y="9722"/>
                  </a:cubicBezTo>
                  <a:close/>
                </a:path>
              </a:pathLst>
            </a:custGeom>
            <a:solidFill>
              <a:schemeClr val="bg1"/>
            </a:solidFill>
            <a:ln w="9525" cap="flat">
              <a:noFill/>
              <a:prstDash val="solid"/>
              <a:miter/>
            </a:ln>
          </p:spPr>
          <p:txBody>
            <a:bodyPr rtlCol="0" anchor="ctr"/>
            <a:lstStyle/>
            <a:p>
              <a:endParaRPr lang="fr-FR" sz="1092"/>
            </a:p>
          </p:txBody>
        </p:sp>
      </p:grpSp>
      <p:cxnSp>
        <p:nvCxnSpPr>
          <p:cNvPr id="17" name="Connecteur droit 16">
            <a:extLst>
              <a:ext uri="{FF2B5EF4-FFF2-40B4-BE49-F238E27FC236}">
                <a16:creationId xmlns:a16="http://schemas.microsoft.com/office/drawing/2014/main" id="{B97B924F-D85E-2D6E-E661-31D7D9F47C9B}"/>
              </a:ext>
            </a:extLst>
          </p:cNvPr>
          <p:cNvCxnSpPr/>
          <p:nvPr/>
        </p:nvCxnSpPr>
        <p:spPr>
          <a:xfrm>
            <a:off x="793287" y="0"/>
            <a:ext cx="0" cy="6854631"/>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nvGrpSpPr>
          <p:cNvPr id="22" name="Groupe 21">
            <a:extLst>
              <a:ext uri="{FF2B5EF4-FFF2-40B4-BE49-F238E27FC236}">
                <a16:creationId xmlns:a16="http://schemas.microsoft.com/office/drawing/2014/main" id="{B22CC00F-F6F4-5B5B-1108-04AC1130B448}"/>
              </a:ext>
            </a:extLst>
          </p:cNvPr>
          <p:cNvGrpSpPr/>
          <p:nvPr/>
        </p:nvGrpSpPr>
        <p:grpSpPr>
          <a:xfrm>
            <a:off x="1163939" y="6162477"/>
            <a:ext cx="122197" cy="71097"/>
            <a:chOff x="1916906" y="10164763"/>
            <a:chExt cx="201498" cy="117244"/>
          </a:xfrm>
        </p:grpSpPr>
        <p:cxnSp>
          <p:nvCxnSpPr>
            <p:cNvPr id="23" name="Connecteur droit 22">
              <a:extLst>
                <a:ext uri="{FF2B5EF4-FFF2-40B4-BE49-F238E27FC236}">
                  <a16:creationId xmlns:a16="http://schemas.microsoft.com/office/drawing/2014/main" id="{78F90B1A-8401-4EE6-D6C1-CB2E7CB8E581}"/>
                </a:ext>
              </a:extLst>
            </p:cNvPr>
            <p:cNvCxnSpPr>
              <a:cxnSpLocks/>
            </p:cNvCxnSpPr>
            <p:nvPr/>
          </p:nvCxnSpPr>
          <p:spPr>
            <a:xfrm>
              <a:off x="1916906" y="10222174"/>
              <a:ext cx="191972" cy="0"/>
            </a:xfrm>
            <a:prstGeom prst="line">
              <a:avLst/>
            </a:prstGeom>
            <a:ln w="1651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4" name="Connecteur droit 23">
              <a:extLst>
                <a:ext uri="{FF2B5EF4-FFF2-40B4-BE49-F238E27FC236}">
                  <a16:creationId xmlns:a16="http://schemas.microsoft.com/office/drawing/2014/main" id="{C167820E-6877-CCF4-C769-3CE397576847}"/>
                </a:ext>
              </a:extLst>
            </p:cNvPr>
            <p:cNvCxnSpPr/>
            <p:nvPr/>
          </p:nvCxnSpPr>
          <p:spPr>
            <a:xfrm>
              <a:off x="2055813" y="10164763"/>
              <a:ext cx="62591" cy="62591"/>
            </a:xfrm>
            <a:prstGeom prst="line">
              <a:avLst/>
            </a:prstGeom>
            <a:ln w="1651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5" name="Connecteur droit 24">
              <a:extLst>
                <a:ext uri="{FF2B5EF4-FFF2-40B4-BE49-F238E27FC236}">
                  <a16:creationId xmlns:a16="http://schemas.microsoft.com/office/drawing/2014/main" id="{9F8F9700-9268-7AED-E103-D16DF0DB9E7C}"/>
                </a:ext>
              </a:extLst>
            </p:cNvPr>
            <p:cNvCxnSpPr>
              <a:cxnSpLocks/>
            </p:cNvCxnSpPr>
            <p:nvPr/>
          </p:nvCxnSpPr>
          <p:spPr>
            <a:xfrm flipV="1">
              <a:off x="2051050" y="10219416"/>
              <a:ext cx="62591" cy="62591"/>
            </a:xfrm>
            <a:prstGeom prst="line">
              <a:avLst/>
            </a:prstGeom>
            <a:ln w="16510">
              <a:solidFill>
                <a:schemeClr val="tx2"/>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733573751"/>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2_Page de sommaire_1">
    <p:bg>
      <p:bgPr>
        <a:solidFill>
          <a:schemeClr val="tx1"/>
        </a:solidFill>
        <a:effectLst/>
      </p:bgPr>
    </p:bg>
    <p:spTree>
      <p:nvGrpSpPr>
        <p:cNvPr id="1" name=""/>
        <p:cNvGrpSpPr/>
        <p:nvPr/>
      </p:nvGrpSpPr>
      <p:grpSpPr>
        <a:xfrm>
          <a:off x="0" y="0"/>
          <a:ext cx="0" cy="0"/>
          <a:chOff x="0" y="0"/>
          <a:chExt cx="0" cy="0"/>
        </a:xfrm>
      </p:grpSpPr>
      <p:sp>
        <p:nvSpPr>
          <p:cNvPr id="13" name="Espace réservé pour une image  23">
            <a:extLst>
              <a:ext uri="{FF2B5EF4-FFF2-40B4-BE49-F238E27FC236}">
                <a16:creationId xmlns:a16="http://schemas.microsoft.com/office/drawing/2014/main" id="{2A4226E3-04CC-18CE-3F9C-628336375209}"/>
              </a:ext>
            </a:extLst>
          </p:cNvPr>
          <p:cNvSpPr>
            <a:spLocks noGrp="1"/>
          </p:cNvSpPr>
          <p:nvPr>
            <p:ph type="pic" sz="quarter" idx="14" hasCustomPrompt="1"/>
          </p:nvPr>
        </p:nvSpPr>
        <p:spPr>
          <a:xfrm>
            <a:off x="0" y="0"/>
            <a:ext cx="4236749" cy="5654241"/>
          </a:xfrm>
          <a:custGeom>
            <a:avLst/>
            <a:gdLst>
              <a:gd name="connsiteX0" fmla="*/ 1971880 w 6986223"/>
              <a:gd name="connsiteY0" fmla="*/ 0 h 9324262"/>
              <a:gd name="connsiteX1" fmla="*/ 6948265 w 6986223"/>
              <a:gd name="connsiteY1" fmla="*/ 0 h 9324262"/>
              <a:gd name="connsiteX2" fmla="*/ 6958021 w 6986223"/>
              <a:gd name="connsiteY2" fmla="*/ 91012 h 9324262"/>
              <a:gd name="connsiteX3" fmla="*/ 6962287 w 6986223"/>
              <a:gd name="connsiteY3" fmla="*/ 1430585 h 9324262"/>
              <a:gd name="connsiteX4" fmla="*/ 45273 w 6986223"/>
              <a:gd name="connsiteY4" fmla="*/ 9315265 h 9324262"/>
              <a:gd name="connsiteX5" fmla="*/ 0 w 6986223"/>
              <a:gd name="connsiteY5" fmla="*/ 9324262 h 9324262"/>
              <a:gd name="connsiteX6" fmla="*/ 0 w 6986223"/>
              <a:gd name="connsiteY6" fmla="*/ 4126044 h 9324262"/>
              <a:gd name="connsiteX7" fmla="*/ 28610 w 6986223"/>
              <a:gd name="connsiteY7" fmla="*/ 4111461 h 9324262"/>
              <a:gd name="connsiteX8" fmla="*/ 2049770 w 6986223"/>
              <a:gd name="connsiteY8" fmla="*/ 1065494 h 9324262"/>
              <a:gd name="connsiteX9" fmla="*/ 1993511 w 6986223"/>
              <a:gd name="connsiteY9" fmla="*/ 98024 h 9324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986223" h="9324262">
                <a:moveTo>
                  <a:pt x="1971880" y="0"/>
                </a:moveTo>
                <a:lnTo>
                  <a:pt x="6948265" y="0"/>
                </a:lnTo>
                <a:lnTo>
                  <a:pt x="6958021" y="91012"/>
                </a:lnTo>
                <a:cubicBezTo>
                  <a:pt x="6993736" y="530345"/>
                  <a:pt x="6995941" y="977756"/>
                  <a:pt x="6962287" y="1430585"/>
                </a:cubicBezTo>
                <a:cubicBezTo>
                  <a:pt x="6670622" y="5355102"/>
                  <a:pt x="3775301" y="8479040"/>
                  <a:pt x="45273" y="9315265"/>
                </a:cubicBezTo>
                <a:lnTo>
                  <a:pt x="0" y="9324262"/>
                </a:lnTo>
                <a:lnTo>
                  <a:pt x="0" y="4126044"/>
                </a:lnTo>
                <a:lnTo>
                  <a:pt x="28610" y="4111461"/>
                </a:lnTo>
                <a:cubicBezTo>
                  <a:pt x="1156705" y="3502625"/>
                  <a:pt x="1951434" y="2388660"/>
                  <a:pt x="2049770" y="1065494"/>
                </a:cubicBezTo>
                <a:cubicBezTo>
                  <a:pt x="2074354" y="734702"/>
                  <a:pt x="2053959" y="410408"/>
                  <a:pt x="1993511" y="98024"/>
                </a:cubicBezTo>
                <a:close/>
              </a:path>
            </a:pathLst>
          </a:custGeom>
          <a:solidFill>
            <a:schemeClr val="tx1">
              <a:lumMod val="90000"/>
              <a:lumOff val="10000"/>
            </a:schemeClr>
          </a:solidFill>
        </p:spPr>
        <p:txBody>
          <a:bodyPr wrap="square">
            <a:noAutofit/>
          </a:bodyPr>
          <a:lstStyle>
            <a:lvl1pPr marL="0" indent="0">
              <a:buNone/>
              <a:defRPr>
                <a:solidFill>
                  <a:schemeClr val="tx1"/>
                </a:solidFill>
              </a:defRPr>
            </a:lvl1pPr>
          </a:lstStyle>
          <a:p>
            <a:r>
              <a:rPr lang="fr-FR" dirty="0"/>
              <a:t>Cliquez sur l’icône pour changer l’image</a:t>
            </a:r>
          </a:p>
        </p:txBody>
      </p:sp>
      <p:sp>
        <p:nvSpPr>
          <p:cNvPr id="15" name="object 11">
            <a:extLst>
              <a:ext uri="{FF2B5EF4-FFF2-40B4-BE49-F238E27FC236}">
                <a16:creationId xmlns:a16="http://schemas.microsoft.com/office/drawing/2014/main" id="{28200230-EE00-CB18-FE98-B4D6B3AFA489}"/>
              </a:ext>
            </a:extLst>
          </p:cNvPr>
          <p:cNvSpPr/>
          <p:nvPr/>
        </p:nvSpPr>
        <p:spPr>
          <a:xfrm>
            <a:off x="11397941" y="0"/>
            <a:ext cx="794059" cy="6858000"/>
          </a:xfrm>
          <a:custGeom>
            <a:avLst/>
            <a:gdLst/>
            <a:ahLst/>
            <a:cxnLst/>
            <a:rect l="l" t="t" r="r" b="b"/>
            <a:pathLst>
              <a:path w="1309369" h="11308715">
                <a:moveTo>
                  <a:pt x="1308860" y="0"/>
                </a:moveTo>
                <a:lnTo>
                  <a:pt x="0" y="0"/>
                </a:lnTo>
                <a:lnTo>
                  <a:pt x="0" y="11308556"/>
                </a:lnTo>
                <a:lnTo>
                  <a:pt x="1308860" y="11308556"/>
                </a:lnTo>
                <a:lnTo>
                  <a:pt x="1308860" y="0"/>
                </a:lnTo>
                <a:close/>
              </a:path>
            </a:pathLst>
          </a:custGeom>
          <a:solidFill>
            <a:schemeClr val="bg1"/>
          </a:solidFill>
          <a:ln>
            <a:noFill/>
          </a:ln>
        </p:spPr>
        <p:txBody>
          <a:bodyPr wrap="square" lIns="0" tIns="0" rIns="0" bIns="0" rtlCol="0"/>
          <a:lstStyle/>
          <a:p>
            <a:endParaRPr sz="1092"/>
          </a:p>
        </p:txBody>
      </p:sp>
      <p:sp>
        <p:nvSpPr>
          <p:cNvPr id="16" name="object 14">
            <a:extLst>
              <a:ext uri="{FF2B5EF4-FFF2-40B4-BE49-F238E27FC236}">
                <a16:creationId xmlns:a16="http://schemas.microsoft.com/office/drawing/2014/main" id="{B5C63C2D-312C-96AA-A80F-C593CAD56FEC}"/>
              </a:ext>
            </a:extLst>
          </p:cNvPr>
          <p:cNvSpPr/>
          <p:nvPr/>
        </p:nvSpPr>
        <p:spPr>
          <a:xfrm>
            <a:off x="11397456" y="6063824"/>
            <a:ext cx="794059" cy="0"/>
          </a:xfrm>
          <a:custGeom>
            <a:avLst/>
            <a:gdLst/>
            <a:ahLst/>
            <a:cxnLst/>
            <a:rect l="l" t="t" r="r" b="b"/>
            <a:pathLst>
              <a:path w="1309369">
                <a:moveTo>
                  <a:pt x="0" y="0"/>
                </a:moveTo>
                <a:lnTo>
                  <a:pt x="1308860" y="0"/>
                </a:lnTo>
              </a:path>
            </a:pathLst>
          </a:custGeom>
          <a:ln w="7853">
            <a:solidFill>
              <a:schemeClr val="tx1"/>
            </a:solidFill>
          </a:ln>
        </p:spPr>
        <p:txBody>
          <a:bodyPr wrap="square" lIns="0" tIns="0" rIns="0" bIns="0" rtlCol="0"/>
          <a:lstStyle/>
          <a:p>
            <a:endParaRPr sz="1092"/>
          </a:p>
        </p:txBody>
      </p:sp>
      <p:sp>
        <p:nvSpPr>
          <p:cNvPr id="3" name="Espace réservé du texte 2">
            <a:extLst>
              <a:ext uri="{FF2B5EF4-FFF2-40B4-BE49-F238E27FC236}">
                <a16:creationId xmlns:a16="http://schemas.microsoft.com/office/drawing/2014/main" id="{FBC80FA1-F71F-368E-9526-CFB3F5DEC81B}"/>
              </a:ext>
            </a:extLst>
          </p:cNvPr>
          <p:cNvSpPr>
            <a:spLocks noGrp="1"/>
          </p:cNvSpPr>
          <p:nvPr>
            <p:ph type="body" idx="1"/>
          </p:nvPr>
        </p:nvSpPr>
        <p:spPr>
          <a:xfrm>
            <a:off x="5219700" y="1518834"/>
            <a:ext cx="5334000" cy="815608"/>
          </a:xfrm>
        </p:spPr>
        <p:txBody>
          <a:bodyPr vert="horz" lIns="91440" tIns="45720" rIns="91440" bIns="45720" rtlCol="0">
            <a:spAutoFit/>
          </a:bodyPr>
          <a:lstStyle>
            <a:lvl1pPr marL="457200" indent="-457200">
              <a:lnSpc>
                <a:spcPct val="120000"/>
              </a:lnSpc>
              <a:spcBef>
                <a:spcPts val="0"/>
              </a:spcBef>
              <a:spcAft>
                <a:spcPts val="1200"/>
              </a:spcAft>
              <a:buFont typeface="+mj-lt"/>
              <a:buAutoNum type="arabicPeriod"/>
              <a:defRPr lang="fr-FR" sz="2000" dirty="0">
                <a:solidFill>
                  <a:schemeClr val="bg1"/>
                </a:solidFill>
              </a:defRPr>
            </a:lvl1pPr>
          </a:lstStyle>
          <a:p>
            <a:pPr marL="457200" lvl="0" indent="-457200" defTabSz="554492">
              <a:spcBef>
                <a:spcPts val="606"/>
              </a:spcBef>
              <a:spcAft>
                <a:spcPts val="600"/>
              </a:spcAft>
              <a:buClr>
                <a:schemeClr val="tx2"/>
              </a:buClr>
            </a:pPr>
            <a:r>
              <a:rPr lang="fr-FR"/>
              <a:t>Cliquez pour modifier les styles du texte du masque</a:t>
            </a:r>
          </a:p>
        </p:txBody>
      </p:sp>
      <p:pic>
        <p:nvPicPr>
          <p:cNvPr id="17" name="Graphique 16">
            <a:extLst>
              <a:ext uri="{FF2B5EF4-FFF2-40B4-BE49-F238E27FC236}">
                <a16:creationId xmlns:a16="http://schemas.microsoft.com/office/drawing/2014/main" id="{F5DA0E10-B77F-F3C9-7113-35BB51E47AA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646607" y="6340088"/>
            <a:ext cx="330919" cy="214383"/>
          </a:xfrm>
          <a:prstGeom prst="rect">
            <a:avLst/>
          </a:prstGeom>
        </p:spPr>
      </p:pic>
      <p:sp>
        <p:nvSpPr>
          <p:cNvPr id="31" name="Espace réservé du pied de page 4">
            <a:extLst>
              <a:ext uri="{FF2B5EF4-FFF2-40B4-BE49-F238E27FC236}">
                <a16:creationId xmlns:a16="http://schemas.microsoft.com/office/drawing/2014/main" id="{EAB405FE-4634-E451-7B47-48E572E501F0}"/>
              </a:ext>
            </a:extLst>
          </p:cNvPr>
          <p:cNvSpPr>
            <a:spLocks noGrp="1"/>
          </p:cNvSpPr>
          <p:nvPr>
            <p:ph type="ftr" sz="quarter" idx="3"/>
          </p:nvPr>
        </p:nvSpPr>
        <p:spPr>
          <a:xfrm rot="16200000">
            <a:off x="9737570" y="2572960"/>
            <a:ext cx="4114800" cy="365125"/>
          </a:xfrm>
          <a:prstGeom prst="rect">
            <a:avLst/>
          </a:prstGeom>
        </p:spPr>
        <p:txBody>
          <a:bodyPr vert="horz" lIns="91440" tIns="45720" rIns="91440" bIns="45720" rtlCol="0" anchor="ctr"/>
          <a:lstStyle>
            <a:lvl1pPr>
              <a:defRPr lang="en-US" sz="728" dirty="0">
                <a:solidFill>
                  <a:schemeClr val="tx1"/>
                </a:solidFill>
                <a:latin typeface="Poppins" pitchFamily="2" charset="77"/>
                <a:cs typeface="Poppins" pitchFamily="2" charset="77"/>
              </a:defRPr>
            </a:lvl1pPr>
          </a:lstStyle>
          <a:p>
            <a:endParaRPr lang="fr-FR"/>
          </a:p>
        </p:txBody>
      </p:sp>
      <p:sp>
        <p:nvSpPr>
          <p:cNvPr id="32" name="Espace réservé du numéro de diapositive 18">
            <a:extLst>
              <a:ext uri="{FF2B5EF4-FFF2-40B4-BE49-F238E27FC236}">
                <a16:creationId xmlns:a16="http://schemas.microsoft.com/office/drawing/2014/main" id="{0B352C8D-D63E-6D55-03C3-53152F53D065}"/>
              </a:ext>
            </a:extLst>
          </p:cNvPr>
          <p:cNvSpPr>
            <a:spLocks noGrp="1"/>
          </p:cNvSpPr>
          <p:nvPr>
            <p:ph type="sldNum" sz="quarter" idx="4"/>
          </p:nvPr>
        </p:nvSpPr>
        <p:spPr>
          <a:xfrm>
            <a:off x="11588253" y="165403"/>
            <a:ext cx="420073" cy="365125"/>
          </a:xfrm>
          <a:prstGeom prst="rect">
            <a:avLst/>
          </a:prstGeom>
        </p:spPr>
        <p:txBody>
          <a:bodyPr/>
          <a:lstStyle>
            <a:lvl1pPr algn="ctr">
              <a:defRPr lang="en-US" sz="800" b="1" smtClean="0">
                <a:solidFill>
                  <a:schemeClr val="tx1"/>
                </a:solidFill>
                <a:latin typeface="Poppins" pitchFamily="2" charset="77"/>
                <a:cs typeface="Poppins" pitchFamily="2" charset="77"/>
              </a:defRPr>
            </a:lvl1pPr>
          </a:lstStyle>
          <a:p>
            <a:fld id="{DB34802F-08A5-CF4A-8AFE-09DC492A8170}" type="slidenum">
              <a:rPr lang="fr-FR" smtClean="0"/>
              <a:t>‹N°›</a:t>
            </a:fld>
            <a:endParaRPr lang="fr-FR"/>
          </a:p>
        </p:txBody>
      </p:sp>
      <p:sp>
        <p:nvSpPr>
          <p:cNvPr id="37" name="Titre 35">
            <a:extLst>
              <a:ext uri="{FF2B5EF4-FFF2-40B4-BE49-F238E27FC236}">
                <a16:creationId xmlns:a16="http://schemas.microsoft.com/office/drawing/2014/main" id="{9D57E03E-039D-6D25-DBDC-A37C4AD4E7BA}"/>
              </a:ext>
            </a:extLst>
          </p:cNvPr>
          <p:cNvSpPr>
            <a:spLocks noGrp="1"/>
          </p:cNvSpPr>
          <p:nvPr>
            <p:ph type="title" hasCustomPrompt="1"/>
          </p:nvPr>
        </p:nvSpPr>
        <p:spPr>
          <a:xfrm>
            <a:off x="1092201" y="1344451"/>
            <a:ext cx="4075614" cy="775597"/>
          </a:xfrm>
          <a:noFill/>
        </p:spPr>
        <p:txBody>
          <a:bodyPr wrap="square" rtlCol="0">
            <a:spAutoFit/>
          </a:bodyPr>
          <a:lstStyle>
            <a:lvl1pPr>
              <a:defRPr lang="en-US" sz="4800" dirty="0">
                <a:solidFill>
                  <a:schemeClr val="bg1"/>
                </a:solidFill>
                <a:ea typeface="+mn-ea"/>
              </a:defRPr>
            </a:lvl1pPr>
          </a:lstStyle>
          <a:p>
            <a:pPr marL="0" lvl="0"/>
            <a:r>
              <a:rPr lang="fr-FR" dirty="0"/>
              <a:t>Sommaire</a:t>
            </a:r>
            <a:endParaRPr lang="en-US" dirty="0"/>
          </a:p>
        </p:txBody>
      </p:sp>
    </p:spTree>
    <p:extLst>
      <p:ext uri="{BB962C8B-B14F-4D97-AF65-F5344CB8AC3E}">
        <p14:creationId xmlns:p14="http://schemas.microsoft.com/office/powerpoint/2010/main" val="29686306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3_Page de sommaire_2">
    <p:bg>
      <p:bgPr>
        <a:solidFill>
          <a:schemeClr val="tx1"/>
        </a:solidFill>
        <a:effectLst/>
      </p:bgPr>
    </p:bg>
    <p:spTree>
      <p:nvGrpSpPr>
        <p:cNvPr id="1" name=""/>
        <p:cNvGrpSpPr/>
        <p:nvPr/>
      </p:nvGrpSpPr>
      <p:grpSpPr>
        <a:xfrm>
          <a:off x="0" y="0"/>
          <a:ext cx="0" cy="0"/>
          <a:chOff x="0" y="0"/>
          <a:chExt cx="0" cy="0"/>
        </a:xfrm>
      </p:grpSpPr>
      <p:sp>
        <p:nvSpPr>
          <p:cNvPr id="15" name="object 11">
            <a:extLst>
              <a:ext uri="{FF2B5EF4-FFF2-40B4-BE49-F238E27FC236}">
                <a16:creationId xmlns:a16="http://schemas.microsoft.com/office/drawing/2014/main" id="{28200230-EE00-CB18-FE98-B4D6B3AFA489}"/>
              </a:ext>
            </a:extLst>
          </p:cNvPr>
          <p:cNvSpPr/>
          <p:nvPr/>
        </p:nvSpPr>
        <p:spPr>
          <a:xfrm>
            <a:off x="11397941" y="0"/>
            <a:ext cx="794059" cy="6858000"/>
          </a:xfrm>
          <a:custGeom>
            <a:avLst/>
            <a:gdLst/>
            <a:ahLst/>
            <a:cxnLst/>
            <a:rect l="l" t="t" r="r" b="b"/>
            <a:pathLst>
              <a:path w="1309369" h="11308715">
                <a:moveTo>
                  <a:pt x="1308860" y="0"/>
                </a:moveTo>
                <a:lnTo>
                  <a:pt x="0" y="0"/>
                </a:lnTo>
                <a:lnTo>
                  <a:pt x="0" y="11308556"/>
                </a:lnTo>
                <a:lnTo>
                  <a:pt x="1308860" y="11308556"/>
                </a:lnTo>
                <a:lnTo>
                  <a:pt x="1308860" y="0"/>
                </a:lnTo>
                <a:close/>
              </a:path>
            </a:pathLst>
          </a:custGeom>
          <a:solidFill>
            <a:schemeClr val="bg1"/>
          </a:solidFill>
          <a:ln>
            <a:noFill/>
          </a:ln>
        </p:spPr>
        <p:txBody>
          <a:bodyPr wrap="square" lIns="0" tIns="0" rIns="0" bIns="0" rtlCol="0"/>
          <a:lstStyle/>
          <a:p>
            <a:endParaRPr sz="1092"/>
          </a:p>
        </p:txBody>
      </p:sp>
      <p:sp>
        <p:nvSpPr>
          <p:cNvPr id="16" name="object 14">
            <a:extLst>
              <a:ext uri="{FF2B5EF4-FFF2-40B4-BE49-F238E27FC236}">
                <a16:creationId xmlns:a16="http://schemas.microsoft.com/office/drawing/2014/main" id="{B5C63C2D-312C-96AA-A80F-C593CAD56FEC}"/>
              </a:ext>
            </a:extLst>
          </p:cNvPr>
          <p:cNvSpPr/>
          <p:nvPr/>
        </p:nvSpPr>
        <p:spPr>
          <a:xfrm>
            <a:off x="11397456" y="6063824"/>
            <a:ext cx="794059" cy="0"/>
          </a:xfrm>
          <a:custGeom>
            <a:avLst/>
            <a:gdLst/>
            <a:ahLst/>
            <a:cxnLst/>
            <a:rect l="l" t="t" r="r" b="b"/>
            <a:pathLst>
              <a:path w="1309369">
                <a:moveTo>
                  <a:pt x="0" y="0"/>
                </a:moveTo>
                <a:lnTo>
                  <a:pt x="1308860" y="0"/>
                </a:lnTo>
              </a:path>
            </a:pathLst>
          </a:custGeom>
          <a:ln w="7853">
            <a:solidFill>
              <a:schemeClr val="tx1"/>
            </a:solidFill>
          </a:ln>
        </p:spPr>
        <p:txBody>
          <a:bodyPr wrap="square" lIns="0" tIns="0" rIns="0" bIns="0" rtlCol="0"/>
          <a:lstStyle/>
          <a:p>
            <a:endParaRPr sz="1092"/>
          </a:p>
        </p:txBody>
      </p:sp>
      <p:sp>
        <p:nvSpPr>
          <p:cNvPr id="13" name="Espace réservé pour une image  23">
            <a:extLst>
              <a:ext uri="{FF2B5EF4-FFF2-40B4-BE49-F238E27FC236}">
                <a16:creationId xmlns:a16="http://schemas.microsoft.com/office/drawing/2014/main" id="{2A4226E3-04CC-18CE-3F9C-628336375209}"/>
              </a:ext>
            </a:extLst>
          </p:cNvPr>
          <p:cNvSpPr>
            <a:spLocks noGrp="1"/>
          </p:cNvSpPr>
          <p:nvPr>
            <p:ph type="pic" sz="quarter" idx="14" hasCustomPrompt="1"/>
          </p:nvPr>
        </p:nvSpPr>
        <p:spPr>
          <a:xfrm>
            <a:off x="0" y="0"/>
            <a:ext cx="4236749" cy="5654241"/>
          </a:xfrm>
          <a:custGeom>
            <a:avLst/>
            <a:gdLst>
              <a:gd name="connsiteX0" fmla="*/ 1971880 w 6986223"/>
              <a:gd name="connsiteY0" fmla="*/ 0 h 9324262"/>
              <a:gd name="connsiteX1" fmla="*/ 6948265 w 6986223"/>
              <a:gd name="connsiteY1" fmla="*/ 0 h 9324262"/>
              <a:gd name="connsiteX2" fmla="*/ 6958021 w 6986223"/>
              <a:gd name="connsiteY2" fmla="*/ 91012 h 9324262"/>
              <a:gd name="connsiteX3" fmla="*/ 6962287 w 6986223"/>
              <a:gd name="connsiteY3" fmla="*/ 1430585 h 9324262"/>
              <a:gd name="connsiteX4" fmla="*/ 45273 w 6986223"/>
              <a:gd name="connsiteY4" fmla="*/ 9315265 h 9324262"/>
              <a:gd name="connsiteX5" fmla="*/ 0 w 6986223"/>
              <a:gd name="connsiteY5" fmla="*/ 9324262 h 9324262"/>
              <a:gd name="connsiteX6" fmla="*/ 0 w 6986223"/>
              <a:gd name="connsiteY6" fmla="*/ 4126044 h 9324262"/>
              <a:gd name="connsiteX7" fmla="*/ 28610 w 6986223"/>
              <a:gd name="connsiteY7" fmla="*/ 4111461 h 9324262"/>
              <a:gd name="connsiteX8" fmla="*/ 2049770 w 6986223"/>
              <a:gd name="connsiteY8" fmla="*/ 1065494 h 9324262"/>
              <a:gd name="connsiteX9" fmla="*/ 1993511 w 6986223"/>
              <a:gd name="connsiteY9" fmla="*/ 98024 h 9324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986223" h="9324262">
                <a:moveTo>
                  <a:pt x="1971880" y="0"/>
                </a:moveTo>
                <a:lnTo>
                  <a:pt x="6948265" y="0"/>
                </a:lnTo>
                <a:lnTo>
                  <a:pt x="6958021" y="91012"/>
                </a:lnTo>
                <a:cubicBezTo>
                  <a:pt x="6993736" y="530345"/>
                  <a:pt x="6995941" y="977756"/>
                  <a:pt x="6962287" y="1430585"/>
                </a:cubicBezTo>
                <a:cubicBezTo>
                  <a:pt x="6670622" y="5355102"/>
                  <a:pt x="3775301" y="8479040"/>
                  <a:pt x="45273" y="9315265"/>
                </a:cubicBezTo>
                <a:lnTo>
                  <a:pt x="0" y="9324262"/>
                </a:lnTo>
                <a:lnTo>
                  <a:pt x="0" y="4126044"/>
                </a:lnTo>
                <a:lnTo>
                  <a:pt x="28610" y="4111461"/>
                </a:lnTo>
                <a:cubicBezTo>
                  <a:pt x="1156705" y="3502625"/>
                  <a:pt x="1951434" y="2388660"/>
                  <a:pt x="2049770" y="1065494"/>
                </a:cubicBezTo>
                <a:cubicBezTo>
                  <a:pt x="2074354" y="734702"/>
                  <a:pt x="2053959" y="410408"/>
                  <a:pt x="1993511" y="98024"/>
                </a:cubicBezTo>
                <a:close/>
              </a:path>
            </a:pathLst>
          </a:custGeom>
          <a:solidFill>
            <a:schemeClr val="tx1">
              <a:lumMod val="90000"/>
              <a:lumOff val="10000"/>
            </a:schemeClr>
          </a:solidFill>
        </p:spPr>
        <p:txBody>
          <a:bodyPr vert="horz" wrap="square" lIns="91440" tIns="45720" rIns="91440" bIns="45720" rtlCol="0">
            <a:noAutofit/>
          </a:bodyPr>
          <a:lstStyle>
            <a:lvl1pPr>
              <a:defRPr lang="fr-FR" dirty="0"/>
            </a:lvl1pPr>
          </a:lstStyle>
          <a:p>
            <a:pPr lvl="0" indent="0"/>
            <a:r>
              <a:rPr lang="fr-FR" dirty="0"/>
              <a:t>Cliquez sur l’icône pour changer l’image</a:t>
            </a:r>
          </a:p>
        </p:txBody>
      </p:sp>
      <p:pic>
        <p:nvPicPr>
          <p:cNvPr id="17" name="Graphique 16">
            <a:extLst>
              <a:ext uri="{FF2B5EF4-FFF2-40B4-BE49-F238E27FC236}">
                <a16:creationId xmlns:a16="http://schemas.microsoft.com/office/drawing/2014/main" id="{F5DA0E10-B77F-F3C9-7113-35BB51E47AA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646607" y="6340088"/>
            <a:ext cx="330919" cy="214383"/>
          </a:xfrm>
          <a:prstGeom prst="rect">
            <a:avLst/>
          </a:prstGeom>
        </p:spPr>
      </p:pic>
      <p:sp>
        <p:nvSpPr>
          <p:cNvPr id="38" name="Espace réservé du pied de page 4">
            <a:extLst>
              <a:ext uri="{FF2B5EF4-FFF2-40B4-BE49-F238E27FC236}">
                <a16:creationId xmlns:a16="http://schemas.microsoft.com/office/drawing/2014/main" id="{0ACCB1B1-1135-203E-7DEE-38E033BE645A}"/>
              </a:ext>
            </a:extLst>
          </p:cNvPr>
          <p:cNvSpPr>
            <a:spLocks noGrp="1"/>
          </p:cNvSpPr>
          <p:nvPr>
            <p:ph type="ftr" sz="quarter" idx="3"/>
          </p:nvPr>
        </p:nvSpPr>
        <p:spPr>
          <a:xfrm rot="16200000">
            <a:off x="9737570" y="2572960"/>
            <a:ext cx="4114800" cy="365125"/>
          </a:xfrm>
          <a:prstGeom prst="rect">
            <a:avLst/>
          </a:prstGeom>
        </p:spPr>
        <p:txBody>
          <a:bodyPr vert="horz" lIns="91440" tIns="45720" rIns="91440" bIns="45720" rtlCol="0" anchor="ctr"/>
          <a:lstStyle>
            <a:lvl1pPr>
              <a:defRPr lang="en-US" sz="728" dirty="0">
                <a:solidFill>
                  <a:schemeClr val="tx1"/>
                </a:solidFill>
                <a:latin typeface="Poppins" pitchFamily="2" charset="77"/>
                <a:cs typeface="Poppins" pitchFamily="2" charset="77"/>
              </a:defRPr>
            </a:lvl1pPr>
          </a:lstStyle>
          <a:p>
            <a:endParaRPr lang="fr-FR"/>
          </a:p>
        </p:txBody>
      </p:sp>
      <p:sp>
        <p:nvSpPr>
          <p:cNvPr id="39" name="Espace réservé du numéro de diapositive 18">
            <a:extLst>
              <a:ext uri="{FF2B5EF4-FFF2-40B4-BE49-F238E27FC236}">
                <a16:creationId xmlns:a16="http://schemas.microsoft.com/office/drawing/2014/main" id="{4238BE99-A8BD-5C75-5D49-56AA9B8F4A5C}"/>
              </a:ext>
            </a:extLst>
          </p:cNvPr>
          <p:cNvSpPr>
            <a:spLocks noGrp="1"/>
          </p:cNvSpPr>
          <p:nvPr>
            <p:ph type="sldNum" sz="quarter" idx="4"/>
          </p:nvPr>
        </p:nvSpPr>
        <p:spPr>
          <a:xfrm>
            <a:off x="11588253" y="165403"/>
            <a:ext cx="420073" cy="365125"/>
          </a:xfrm>
          <a:prstGeom prst="rect">
            <a:avLst/>
          </a:prstGeom>
        </p:spPr>
        <p:txBody>
          <a:bodyPr/>
          <a:lstStyle>
            <a:lvl1pPr algn="ctr">
              <a:defRPr lang="en-US" sz="800" b="1" smtClean="0">
                <a:solidFill>
                  <a:schemeClr val="tx1"/>
                </a:solidFill>
                <a:latin typeface="Poppins" pitchFamily="2" charset="77"/>
                <a:cs typeface="Poppins" pitchFamily="2" charset="77"/>
              </a:defRPr>
            </a:lvl1pPr>
          </a:lstStyle>
          <a:p>
            <a:fld id="{DB34802F-08A5-CF4A-8AFE-09DC492A8170}" type="slidenum">
              <a:rPr lang="fr-FR" smtClean="0"/>
              <a:t>‹N°›</a:t>
            </a:fld>
            <a:endParaRPr lang="fr-FR"/>
          </a:p>
        </p:txBody>
      </p:sp>
      <p:sp>
        <p:nvSpPr>
          <p:cNvPr id="4" name="Espace réservé du texte 2">
            <a:extLst>
              <a:ext uri="{FF2B5EF4-FFF2-40B4-BE49-F238E27FC236}">
                <a16:creationId xmlns:a16="http://schemas.microsoft.com/office/drawing/2014/main" id="{937BB6BA-3CC3-C028-5810-4558C63D8680}"/>
              </a:ext>
            </a:extLst>
          </p:cNvPr>
          <p:cNvSpPr>
            <a:spLocks noGrp="1"/>
          </p:cNvSpPr>
          <p:nvPr>
            <p:ph type="body" idx="15" hasCustomPrompt="1"/>
          </p:nvPr>
        </p:nvSpPr>
        <p:spPr>
          <a:xfrm>
            <a:off x="4064265" y="3083850"/>
            <a:ext cx="774435" cy="658642"/>
          </a:xfrm>
        </p:spPr>
        <p:txBody>
          <a:bodyPr vert="horz" wrap="square" lIns="91440" tIns="45720" rIns="91440" bIns="45720" rtlCol="0">
            <a:spAutoFit/>
          </a:bodyPr>
          <a:lstStyle>
            <a:lvl1pPr marL="0" indent="0" algn="r">
              <a:lnSpc>
                <a:spcPct val="120000"/>
              </a:lnSpc>
              <a:spcBef>
                <a:spcPts val="0"/>
              </a:spcBef>
              <a:spcAft>
                <a:spcPts val="1200"/>
              </a:spcAft>
              <a:buFont typeface="+mj-lt"/>
              <a:buNone/>
              <a:defRPr lang="fr-FR" sz="3200" dirty="0">
                <a:solidFill>
                  <a:schemeClr val="tx2"/>
                </a:solidFill>
              </a:defRPr>
            </a:lvl1pPr>
          </a:lstStyle>
          <a:p>
            <a:pPr marL="457200" lvl="0" indent="-457200" defTabSz="554492">
              <a:spcBef>
                <a:spcPts val="606"/>
              </a:spcBef>
              <a:spcAft>
                <a:spcPts val="600"/>
              </a:spcAft>
              <a:buClr>
                <a:schemeClr val="tx2"/>
              </a:buClr>
            </a:pPr>
            <a:r>
              <a:rPr lang="fr-FR" dirty="0"/>
              <a:t>X.</a:t>
            </a:r>
          </a:p>
        </p:txBody>
      </p:sp>
      <p:sp>
        <p:nvSpPr>
          <p:cNvPr id="2" name="Titre 1">
            <a:extLst>
              <a:ext uri="{FF2B5EF4-FFF2-40B4-BE49-F238E27FC236}">
                <a16:creationId xmlns:a16="http://schemas.microsoft.com/office/drawing/2014/main" id="{F9ED3F4D-4F9B-F4A9-119A-E103A9870173}"/>
              </a:ext>
            </a:extLst>
          </p:cNvPr>
          <p:cNvSpPr>
            <a:spLocks noGrp="1"/>
          </p:cNvSpPr>
          <p:nvPr>
            <p:ph type="title" hasCustomPrompt="1"/>
          </p:nvPr>
        </p:nvSpPr>
        <p:spPr>
          <a:xfrm>
            <a:off x="4845988" y="3074007"/>
            <a:ext cx="6096354" cy="1249573"/>
          </a:xfrm>
        </p:spPr>
        <p:txBody>
          <a:bodyPr anchor="t"/>
          <a:lstStyle>
            <a:lvl1pPr marL="0" indent="0">
              <a:buClr>
                <a:schemeClr val="tx2"/>
              </a:buClr>
              <a:buFont typeface="+mj-lt"/>
              <a:buNone/>
              <a:defRPr sz="3200" b="0">
                <a:solidFill>
                  <a:schemeClr val="bg1"/>
                </a:solidFill>
              </a:defRPr>
            </a:lvl1pPr>
          </a:lstStyle>
          <a:p>
            <a:r>
              <a:rPr lang="fr-FR" dirty="0"/>
              <a:t>Cliquez ici pour modifier le titre de la partie</a:t>
            </a:r>
            <a:endParaRPr lang="en-US" dirty="0"/>
          </a:p>
        </p:txBody>
      </p:sp>
    </p:spTree>
    <p:extLst>
      <p:ext uri="{BB962C8B-B14F-4D97-AF65-F5344CB8AC3E}">
        <p14:creationId xmlns:p14="http://schemas.microsoft.com/office/powerpoint/2010/main" val="37803862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2_Page de sommaire_3">
    <p:bg>
      <p:bgPr>
        <a:solidFill>
          <a:schemeClr val="tx1"/>
        </a:solidFill>
        <a:effectLst/>
      </p:bgPr>
    </p:bg>
    <p:spTree>
      <p:nvGrpSpPr>
        <p:cNvPr id="1" name=""/>
        <p:cNvGrpSpPr/>
        <p:nvPr/>
      </p:nvGrpSpPr>
      <p:grpSpPr>
        <a:xfrm>
          <a:off x="0" y="0"/>
          <a:ext cx="0" cy="0"/>
          <a:chOff x="0" y="0"/>
          <a:chExt cx="0" cy="0"/>
        </a:xfrm>
      </p:grpSpPr>
      <p:sp>
        <p:nvSpPr>
          <p:cNvPr id="15" name="object 11">
            <a:extLst>
              <a:ext uri="{FF2B5EF4-FFF2-40B4-BE49-F238E27FC236}">
                <a16:creationId xmlns:a16="http://schemas.microsoft.com/office/drawing/2014/main" id="{28200230-EE00-CB18-FE98-B4D6B3AFA489}"/>
              </a:ext>
            </a:extLst>
          </p:cNvPr>
          <p:cNvSpPr/>
          <p:nvPr/>
        </p:nvSpPr>
        <p:spPr>
          <a:xfrm>
            <a:off x="11397941" y="0"/>
            <a:ext cx="794059" cy="6858000"/>
          </a:xfrm>
          <a:custGeom>
            <a:avLst/>
            <a:gdLst/>
            <a:ahLst/>
            <a:cxnLst/>
            <a:rect l="l" t="t" r="r" b="b"/>
            <a:pathLst>
              <a:path w="1309369" h="11308715">
                <a:moveTo>
                  <a:pt x="1308860" y="0"/>
                </a:moveTo>
                <a:lnTo>
                  <a:pt x="0" y="0"/>
                </a:lnTo>
                <a:lnTo>
                  <a:pt x="0" y="11308556"/>
                </a:lnTo>
                <a:lnTo>
                  <a:pt x="1308860" y="11308556"/>
                </a:lnTo>
                <a:lnTo>
                  <a:pt x="1308860" y="0"/>
                </a:lnTo>
                <a:close/>
              </a:path>
            </a:pathLst>
          </a:custGeom>
          <a:solidFill>
            <a:schemeClr val="bg1"/>
          </a:solidFill>
          <a:ln>
            <a:noFill/>
          </a:ln>
        </p:spPr>
        <p:txBody>
          <a:bodyPr wrap="square" lIns="0" tIns="0" rIns="0" bIns="0" rtlCol="0"/>
          <a:lstStyle/>
          <a:p>
            <a:endParaRPr sz="1092"/>
          </a:p>
        </p:txBody>
      </p:sp>
      <p:sp>
        <p:nvSpPr>
          <p:cNvPr id="16" name="object 14">
            <a:extLst>
              <a:ext uri="{FF2B5EF4-FFF2-40B4-BE49-F238E27FC236}">
                <a16:creationId xmlns:a16="http://schemas.microsoft.com/office/drawing/2014/main" id="{B5C63C2D-312C-96AA-A80F-C593CAD56FEC}"/>
              </a:ext>
            </a:extLst>
          </p:cNvPr>
          <p:cNvSpPr/>
          <p:nvPr/>
        </p:nvSpPr>
        <p:spPr>
          <a:xfrm>
            <a:off x="11397456" y="6063824"/>
            <a:ext cx="794059" cy="0"/>
          </a:xfrm>
          <a:custGeom>
            <a:avLst/>
            <a:gdLst/>
            <a:ahLst/>
            <a:cxnLst/>
            <a:rect l="l" t="t" r="r" b="b"/>
            <a:pathLst>
              <a:path w="1309369">
                <a:moveTo>
                  <a:pt x="0" y="0"/>
                </a:moveTo>
                <a:lnTo>
                  <a:pt x="1308860" y="0"/>
                </a:lnTo>
              </a:path>
            </a:pathLst>
          </a:custGeom>
          <a:ln w="7853">
            <a:solidFill>
              <a:schemeClr val="tx1"/>
            </a:solidFill>
          </a:ln>
        </p:spPr>
        <p:txBody>
          <a:bodyPr wrap="square" lIns="0" tIns="0" rIns="0" bIns="0" rtlCol="0"/>
          <a:lstStyle/>
          <a:p>
            <a:endParaRPr sz="1092"/>
          </a:p>
        </p:txBody>
      </p:sp>
      <p:sp>
        <p:nvSpPr>
          <p:cNvPr id="13" name="Espace réservé pour une image  23">
            <a:extLst>
              <a:ext uri="{FF2B5EF4-FFF2-40B4-BE49-F238E27FC236}">
                <a16:creationId xmlns:a16="http://schemas.microsoft.com/office/drawing/2014/main" id="{2A4226E3-04CC-18CE-3F9C-628336375209}"/>
              </a:ext>
            </a:extLst>
          </p:cNvPr>
          <p:cNvSpPr>
            <a:spLocks noGrp="1"/>
          </p:cNvSpPr>
          <p:nvPr>
            <p:ph type="pic" sz="quarter" idx="14" hasCustomPrompt="1"/>
          </p:nvPr>
        </p:nvSpPr>
        <p:spPr>
          <a:xfrm>
            <a:off x="0" y="0"/>
            <a:ext cx="4236749" cy="5654241"/>
          </a:xfrm>
          <a:custGeom>
            <a:avLst/>
            <a:gdLst>
              <a:gd name="connsiteX0" fmla="*/ 1971880 w 6986223"/>
              <a:gd name="connsiteY0" fmla="*/ 0 h 9324262"/>
              <a:gd name="connsiteX1" fmla="*/ 6948265 w 6986223"/>
              <a:gd name="connsiteY1" fmla="*/ 0 h 9324262"/>
              <a:gd name="connsiteX2" fmla="*/ 6958021 w 6986223"/>
              <a:gd name="connsiteY2" fmla="*/ 91012 h 9324262"/>
              <a:gd name="connsiteX3" fmla="*/ 6962287 w 6986223"/>
              <a:gd name="connsiteY3" fmla="*/ 1430585 h 9324262"/>
              <a:gd name="connsiteX4" fmla="*/ 45273 w 6986223"/>
              <a:gd name="connsiteY4" fmla="*/ 9315265 h 9324262"/>
              <a:gd name="connsiteX5" fmla="*/ 0 w 6986223"/>
              <a:gd name="connsiteY5" fmla="*/ 9324262 h 9324262"/>
              <a:gd name="connsiteX6" fmla="*/ 0 w 6986223"/>
              <a:gd name="connsiteY6" fmla="*/ 4126044 h 9324262"/>
              <a:gd name="connsiteX7" fmla="*/ 28610 w 6986223"/>
              <a:gd name="connsiteY7" fmla="*/ 4111461 h 9324262"/>
              <a:gd name="connsiteX8" fmla="*/ 2049770 w 6986223"/>
              <a:gd name="connsiteY8" fmla="*/ 1065494 h 9324262"/>
              <a:gd name="connsiteX9" fmla="*/ 1993511 w 6986223"/>
              <a:gd name="connsiteY9" fmla="*/ 98024 h 9324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986223" h="9324262">
                <a:moveTo>
                  <a:pt x="1971880" y="0"/>
                </a:moveTo>
                <a:lnTo>
                  <a:pt x="6948265" y="0"/>
                </a:lnTo>
                <a:lnTo>
                  <a:pt x="6958021" y="91012"/>
                </a:lnTo>
                <a:cubicBezTo>
                  <a:pt x="6993736" y="530345"/>
                  <a:pt x="6995941" y="977756"/>
                  <a:pt x="6962287" y="1430585"/>
                </a:cubicBezTo>
                <a:cubicBezTo>
                  <a:pt x="6670622" y="5355102"/>
                  <a:pt x="3775301" y="8479040"/>
                  <a:pt x="45273" y="9315265"/>
                </a:cubicBezTo>
                <a:lnTo>
                  <a:pt x="0" y="9324262"/>
                </a:lnTo>
                <a:lnTo>
                  <a:pt x="0" y="4126044"/>
                </a:lnTo>
                <a:lnTo>
                  <a:pt x="28610" y="4111461"/>
                </a:lnTo>
                <a:cubicBezTo>
                  <a:pt x="1156705" y="3502625"/>
                  <a:pt x="1951434" y="2388660"/>
                  <a:pt x="2049770" y="1065494"/>
                </a:cubicBezTo>
                <a:cubicBezTo>
                  <a:pt x="2074354" y="734702"/>
                  <a:pt x="2053959" y="410408"/>
                  <a:pt x="1993511" y="98024"/>
                </a:cubicBezTo>
                <a:close/>
              </a:path>
            </a:pathLst>
          </a:custGeom>
          <a:solidFill>
            <a:schemeClr val="tx1">
              <a:lumMod val="90000"/>
              <a:lumOff val="10000"/>
            </a:schemeClr>
          </a:solidFill>
        </p:spPr>
        <p:txBody>
          <a:bodyPr wrap="square">
            <a:noAutofit/>
          </a:bodyPr>
          <a:lstStyle>
            <a:lvl1pPr marL="0" indent="0">
              <a:buNone/>
              <a:defRPr>
                <a:solidFill>
                  <a:schemeClr val="tx1"/>
                </a:solidFill>
              </a:defRPr>
            </a:lvl1pPr>
          </a:lstStyle>
          <a:p>
            <a:r>
              <a:rPr lang="fr-FR" dirty="0"/>
              <a:t>Cliquez sur l’icône pour changer l’image</a:t>
            </a:r>
          </a:p>
        </p:txBody>
      </p:sp>
      <p:sp>
        <p:nvSpPr>
          <p:cNvPr id="3" name="Espace réservé du texte 2">
            <a:extLst>
              <a:ext uri="{FF2B5EF4-FFF2-40B4-BE49-F238E27FC236}">
                <a16:creationId xmlns:a16="http://schemas.microsoft.com/office/drawing/2014/main" id="{FBC80FA1-F71F-368E-9526-CFB3F5DEC81B}"/>
              </a:ext>
            </a:extLst>
          </p:cNvPr>
          <p:cNvSpPr>
            <a:spLocks noGrp="1"/>
          </p:cNvSpPr>
          <p:nvPr>
            <p:ph type="body" idx="1"/>
          </p:nvPr>
        </p:nvSpPr>
        <p:spPr>
          <a:xfrm>
            <a:off x="4845988" y="3410515"/>
            <a:ext cx="5274066" cy="1732988"/>
          </a:xfrm>
        </p:spPr>
        <p:txBody>
          <a:bodyPr>
            <a:normAutofit/>
          </a:bodyPr>
          <a:lstStyle>
            <a:lvl1pPr marL="0" indent="0">
              <a:spcBef>
                <a:spcPts val="0"/>
              </a:spcBef>
              <a:spcAft>
                <a:spcPts val="1200"/>
              </a:spcAft>
              <a:buNone/>
              <a:defRPr sz="20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pic>
        <p:nvPicPr>
          <p:cNvPr id="17" name="Graphique 16">
            <a:extLst>
              <a:ext uri="{FF2B5EF4-FFF2-40B4-BE49-F238E27FC236}">
                <a16:creationId xmlns:a16="http://schemas.microsoft.com/office/drawing/2014/main" id="{F5DA0E10-B77F-F3C9-7113-35BB51E47AA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646607" y="6340088"/>
            <a:ext cx="330919" cy="214383"/>
          </a:xfrm>
          <a:prstGeom prst="rect">
            <a:avLst/>
          </a:prstGeom>
        </p:spPr>
      </p:pic>
      <p:sp>
        <p:nvSpPr>
          <p:cNvPr id="20" name="Titre 1">
            <a:extLst>
              <a:ext uri="{FF2B5EF4-FFF2-40B4-BE49-F238E27FC236}">
                <a16:creationId xmlns:a16="http://schemas.microsoft.com/office/drawing/2014/main" id="{39D69711-73CE-F85A-9479-7BB50D5BECD1}"/>
              </a:ext>
            </a:extLst>
          </p:cNvPr>
          <p:cNvSpPr>
            <a:spLocks noGrp="1"/>
          </p:cNvSpPr>
          <p:nvPr>
            <p:ph type="title" hasCustomPrompt="1"/>
          </p:nvPr>
        </p:nvSpPr>
        <p:spPr>
          <a:xfrm>
            <a:off x="4845988" y="1676400"/>
            <a:ext cx="6096354" cy="1249573"/>
          </a:xfrm>
        </p:spPr>
        <p:txBody>
          <a:bodyPr anchor="t"/>
          <a:lstStyle>
            <a:lvl1pPr marL="0" indent="0">
              <a:buClr>
                <a:schemeClr val="tx2"/>
              </a:buClr>
              <a:buFont typeface="+mj-lt"/>
              <a:buNone/>
              <a:defRPr sz="3200" b="0">
                <a:solidFill>
                  <a:schemeClr val="bg1"/>
                </a:solidFill>
              </a:defRPr>
            </a:lvl1pPr>
          </a:lstStyle>
          <a:p>
            <a:r>
              <a:rPr lang="fr-FR" dirty="0"/>
              <a:t>Cliquez ici pour modifier le titre de la partie</a:t>
            </a:r>
            <a:endParaRPr lang="en-US" dirty="0"/>
          </a:p>
        </p:txBody>
      </p:sp>
      <p:sp>
        <p:nvSpPr>
          <p:cNvPr id="29" name="Espace réservé du pied de page 4">
            <a:extLst>
              <a:ext uri="{FF2B5EF4-FFF2-40B4-BE49-F238E27FC236}">
                <a16:creationId xmlns:a16="http://schemas.microsoft.com/office/drawing/2014/main" id="{A4A112C0-941E-D56E-DBDB-A19FD3F8F1ED}"/>
              </a:ext>
            </a:extLst>
          </p:cNvPr>
          <p:cNvSpPr>
            <a:spLocks noGrp="1"/>
          </p:cNvSpPr>
          <p:nvPr>
            <p:ph type="ftr" sz="quarter" idx="3"/>
          </p:nvPr>
        </p:nvSpPr>
        <p:spPr>
          <a:xfrm rot="16200000">
            <a:off x="9737570" y="2572960"/>
            <a:ext cx="4114800" cy="365125"/>
          </a:xfrm>
          <a:prstGeom prst="rect">
            <a:avLst/>
          </a:prstGeom>
        </p:spPr>
        <p:txBody>
          <a:bodyPr vert="horz" lIns="91440" tIns="45720" rIns="91440" bIns="45720" rtlCol="0" anchor="ctr"/>
          <a:lstStyle>
            <a:lvl1pPr>
              <a:defRPr lang="en-US" sz="728" dirty="0">
                <a:solidFill>
                  <a:schemeClr val="tx1"/>
                </a:solidFill>
                <a:latin typeface="Poppins" pitchFamily="2" charset="77"/>
                <a:cs typeface="Poppins" pitchFamily="2" charset="77"/>
              </a:defRPr>
            </a:lvl1pPr>
          </a:lstStyle>
          <a:p>
            <a:endParaRPr lang="fr-FR"/>
          </a:p>
        </p:txBody>
      </p:sp>
      <p:sp>
        <p:nvSpPr>
          <p:cNvPr id="30" name="Espace réservé du numéro de diapositive 18">
            <a:extLst>
              <a:ext uri="{FF2B5EF4-FFF2-40B4-BE49-F238E27FC236}">
                <a16:creationId xmlns:a16="http://schemas.microsoft.com/office/drawing/2014/main" id="{784F6A51-1F51-6D26-73AE-7CAE9167F28D}"/>
              </a:ext>
            </a:extLst>
          </p:cNvPr>
          <p:cNvSpPr>
            <a:spLocks noGrp="1"/>
          </p:cNvSpPr>
          <p:nvPr>
            <p:ph type="sldNum" sz="quarter" idx="4"/>
          </p:nvPr>
        </p:nvSpPr>
        <p:spPr>
          <a:xfrm>
            <a:off x="11588253" y="165403"/>
            <a:ext cx="420073" cy="365125"/>
          </a:xfrm>
          <a:prstGeom prst="rect">
            <a:avLst/>
          </a:prstGeom>
        </p:spPr>
        <p:txBody>
          <a:bodyPr/>
          <a:lstStyle>
            <a:lvl1pPr algn="ctr">
              <a:defRPr lang="en-US" sz="800" b="1" smtClean="0">
                <a:solidFill>
                  <a:schemeClr val="tx1"/>
                </a:solidFill>
                <a:latin typeface="Poppins" pitchFamily="2" charset="77"/>
                <a:cs typeface="Poppins" pitchFamily="2" charset="77"/>
              </a:defRPr>
            </a:lvl1pPr>
          </a:lstStyle>
          <a:p>
            <a:fld id="{DB34802F-08A5-CF4A-8AFE-09DC492A8170}" type="slidenum">
              <a:rPr lang="fr-FR" smtClean="0"/>
              <a:t>‹N°›</a:t>
            </a:fld>
            <a:endParaRPr lang="fr-FR"/>
          </a:p>
        </p:txBody>
      </p:sp>
      <p:sp>
        <p:nvSpPr>
          <p:cNvPr id="5" name="Espace réservé du texte 2">
            <a:extLst>
              <a:ext uri="{FF2B5EF4-FFF2-40B4-BE49-F238E27FC236}">
                <a16:creationId xmlns:a16="http://schemas.microsoft.com/office/drawing/2014/main" id="{56CB524F-A345-8BBF-02FB-24633ECB0C16}"/>
              </a:ext>
            </a:extLst>
          </p:cNvPr>
          <p:cNvSpPr>
            <a:spLocks noGrp="1"/>
          </p:cNvSpPr>
          <p:nvPr>
            <p:ph type="body" idx="16" hasCustomPrompt="1"/>
          </p:nvPr>
        </p:nvSpPr>
        <p:spPr>
          <a:xfrm>
            <a:off x="4032382" y="1676400"/>
            <a:ext cx="774435" cy="658642"/>
          </a:xfrm>
        </p:spPr>
        <p:txBody>
          <a:bodyPr vert="horz" wrap="square" lIns="91440" tIns="45720" rIns="91440" bIns="45720" rtlCol="0">
            <a:spAutoFit/>
          </a:bodyPr>
          <a:lstStyle>
            <a:lvl1pPr marL="0" indent="0" algn="r">
              <a:lnSpc>
                <a:spcPct val="120000"/>
              </a:lnSpc>
              <a:spcBef>
                <a:spcPts val="0"/>
              </a:spcBef>
              <a:spcAft>
                <a:spcPts val="1200"/>
              </a:spcAft>
              <a:buFont typeface="+mj-lt"/>
              <a:buNone/>
              <a:defRPr lang="fr-FR" sz="3200" dirty="0">
                <a:solidFill>
                  <a:schemeClr val="tx2"/>
                </a:solidFill>
              </a:defRPr>
            </a:lvl1pPr>
          </a:lstStyle>
          <a:p>
            <a:pPr marL="457200" lvl="0" indent="-457200" defTabSz="554492">
              <a:spcBef>
                <a:spcPts val="606"/>
              </a:spcBef>
              <a:spcAft>
                <a:spcPts val="600"/>
              </a:spcAft>
              <a:buClr>
                <a:schemeClr val="tx2"/>
              </a:buClr>
            </a:pPr>
            <a:r>
              <a:rPr lang="fr-FR" dirty="0"/>
              <a:t>X.</a:t>
            </a:r>
          </a:p>
        </p:txBody>
      </p:sp>
    </p:spTree>
    <p:extLst>
      <p:ext uri="{BB962C8B-B14F-4D97-AF65-F5344CB8AC3E}">
        <p14:creationId xmlns:p14="http://schemas.microsoft.com/office/powerpoint/2010/main" val="15536723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3_Page de lot ou de sous-partie">
    <p:bg>
      <p:bgPr>
        <a:solidFill>
          <a:schemeClr val="bg2"/>
        </a:solidFill>
        <a:effectLst/>
      </p:bgPr>
    </p:bg>
    <p:spTree>
      <p:nvGrpSpPr>
        <p:cNvPr id="1" name=""/>
        <p:cNvGrpSpPr/>
        <p:nvPr/>
      </p:nvGrpSpPr>
      <p:grpSpPr>
        <a:xfrm>
          <a:off x="0" y="0"/>
          <a:ext cx="0" cy="0"/>
          <a:chOff x="0" y="0"/>
          <a:chExt cx="0" cy="0"/>
        </a:xfrm>
      </p:grpSpPr>
      <p:sp>
        <p:nvSpPr>
          <p:cNvPr id="15" name="object 11">
            <a:extLst>
              <a:ext uri="{FF2B5EF4-FFF2-40B4-BE49-F238E27FC236}">
                <a16:creationId xmlns:a16="http://schemas.microsoft.com/office/drawing/2014/main" id="{28200230-EE00-CB18-FE98-B4D6B3AFA489}"/>
              </a:ext>
            </a:extLst>
          </p:cNvPr>
          <p:cNvSpPr/>
          <p:nvPr/>
        </p:nvSpPr>
        <p:spPr>
          <a:xfrm>
            <a:off x="11397941" y="0"/>
            <a:ext cx="794059" cy="6858000"/>
          </a:xfrm>
          <a:custGeom>
            <a:avLst/>
            <a:gdLst/>
            <a:ahLst/>
            <a:cxnLst/>
            <a:rect l="l" t="t" r="r" b="b"/>
            <a:pathLst>
              <a:path w="1309369" h="11308715">
                <a:moveTo>
                  <a:pt x="1308860" y="0"/>
                </a:moveTo>
                <a:lnTo>
                  <a:pt x="0" y="0"/>
                </a:lnTo>
                <a:lnTo>
                  <a:pt x="0" y="11308556"/>
                </a:lnTo>
                <a:lnTo>
                  <a:pt x="1308860" y="11308556"/>
                </a:lnTo>
                <a:lnTo>
                  <a:pt x="1308860" y="0"/>
                </a:lnTo>
                <a:close/>
              </a:path>
            </a:pathLst>
          </a:custGeom>
          <a:solidFill>
            <a:schemeClr val="bg1"/>
          </a:solidFill>
          <a:ln>
            <a:noFill/>
          </a:ln>
        </p:spPr>
        <p:txBody>
          <a:bodyPr wrap="square" lIns="0" tIns="0" rIns="0" bIns="0" rtlCol="0"/>
          <a:lstStyle/>
          <a:p>
            <a:endParaRPr sz="1092"/>
          </a:p>
        </p:txBody>
      </p:sp>
      <p:sp>
        <p:nvSpPr>
          <p:cNvPr id="16" name="object 14">
            <a:extLst>
              <a:ext uri="{FF2B5EF4-FFF2-40B4-BE49-F238E27FC236}">
                <a16:creationId xmlns:a16="http://schemas.microsoft.com/office/drawing/2014/main" id="{B5C63C2D-312C-96AA-A80F-C593CAD56FEC}"/>
              </a:ext>
            </a:extLst>
          </p:cNvPr>
          <p:cNvSpPr/>
          <p:nvPr/>
        </p:nvSpPr>
        <p:spPr>
          <a:xfrm>
            <a:off x="11397456" y="6063824"/>
            <a:ext cx="794059" cy="0"/>
          </a:xfrm>
          <a:custGeom>
            <a:avLst/>
            <a:gdLst/>
            <a:ahLst/>
            <a:cxnLst/>
            <a:rect l="l" t="t" r="r" b="b"/>
            <a:pathLst>
              <a:path w="1309369">
                <a:moveTo>
                  <a:pt x="0" y="0"/>
                </a:moveTo>
                <a:lnTo>
                  <a:pt x="1308860" y="0"/>
                </a:lnTo>
              </a:path>
            </a:pathLst>
          </a:custGeom>
          <a:ln w="7853">
            <a:solidFill>
              <a:schemeClr val="tx1"/>
            </a:solidFill>
          </a:ln>
        </p:spPr>
        <p:txBody>
          <a:bodyPr wrap="square" lIns="0" tIns="0" rIns="0" bIns="0" rtlCol="0"/>
          <a:lstStyle/>
          <a:p>
            <a:endParaRPr sz="1092"/>
          </a:p>
        </p:txBody>
      </p:sp>
      <p:sp>
        <p:nvSpPr>
          <p:cNvPr id="13" name="Espace réservé pour une image  23">
            <a:extLst>
              <a:ext uri="{FF2B5EF4-FFF2-40B4-BE49-F238E27FC236}">
                <a16:creationId xmlns:a16="http://schemas.microsoft.com/office/drawing/2014/main" id="{2A4226E3-04CC-18CE-3F9C-628336375209}"/>
              </a:ext>
            </a:extLst>
          </p:cNvPr>
          <p:cNvSpPr>
            <a:spLocks noGrp="1"/>
          </p:cNvSpPr>
          <p:nvPr>
            <p:ph type="pic" sz="quarter" idx="14" hasCustomPrompt="1"/>
          </p:nvPr>
        </p:nvSpPr>
        <p:spPr>
          <a:xfrm>
            <a:off x="0" y="0"/>
            <a:ext cx="4236749" cy="5654241"/>
          </a:xfrm>
          <a:custGeom>
            <a:avLst/>
            <a:gdLst>
              <a:gd name="connsiteX0" fmla="*/ 1971880 w 6986223"/>
              <a:gd name="connsiteY0" fmla="*/ 0 h 9324262"/>
              <a:gd name="connsiteX1" fmla="*/ 6948265 w 6986223"/>
              <a:gd name="connsiteY1" fmla="*/ 0 h 9324262"/>
              <a:gd name="connsiteX2" fmla="*/ 6958021 w 6986223"/>
              <a:gd name="connsiteY2" fmla="*/ 91012 h 9324262"/>
              <a:gd name="connsiteX3" fmla="*/ 6962287 w 6986223"/>
              <a:gd name="connsiteY3" fmla="*/ 1430585 h 9324262"/>
              <a:gd name="connsiteX4" fmla="*/ 45273 w 6986223"/>
              <a:gd name="connsiteY4" fmla="*/ 9315265 h 9324262"/>
              <a:gd name="connsiteX5" fmla="*/ 0 w 6986223"/>
              <a:gd name="connsiteY5" fmla="*/ 9324262 h 9324262"/>
              <a:gd name="connsiteX6" fmla="*/ 0 w 6986223"/>
              <a:gd name="connsiteY6" fmla="*/ 4126044 h 9324262"/>
              <a:gd name="connsiteX7" fmla="*/ 28610 w 6986223"/>
              <a:gd name="connsiteY7" fmla="*/ 4111461 h 9324262"/>
              <a:gd name="connsiteX8" fmla="*/ 2049770 w 6986223"/>
              <a:gd name="connsiteY8" fmla="*/ 1065494 h 9324262"/>
              <a:gd name="connsiteX9" fmla="*/ 1993511 w 6986223"/>
              <a:gd name="connsiteY9" fmla="*/ 98024 h 9324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986223" h="9324262">
                <a:moveTo>
                  <a:pt x="1971880" y="0"/>
                </a:moveTo>
                <a:lnTo>
                  <a:pt x="6948265" y="0"/>
                </a:lnTo>
                <a:lnTo>
                  <a:pt x="6958021" y="91012"/>
                </a:lnTo>
                <a:cubicBezTo>
                  <a:pt x="6993736" y="530345"/>
                  <a:pt x="6995941" y="977756"/>
                  <a:pt x="6962287" y="1430585"/>
                </a:cubicBezTo>
                <a:cubicBezTo>
                  <a:pt x="6670622" y="5355102"/>
                  <a:pt x="3775301" y="8479040"/>
                  <a:pt x="45273" y="9315265"/>
                </a:cubicBezTo>
                <a:lnTo>
                  <a:pt x="0" y="9324262"/>
                </a:lnTo>
                <a:lnTo>
                  <a:pt x="0" y="4126044"/>
                </a:lnTo>
                <a:lnTo>
                  <a:pt x="28610" y="4111461"/>
                </a:lnTo>
                <a:cubicBezTo>
                  <a:pt x="1156705" y="3502625"/>
                  <a:pt x="1951434" y="2388660"/>
                  <a:pt x="2049770" y="1065494"/>
                </a:cubicBezTo>
                <a:cubicBezTo>
                  <a:pt x="2074354" y="734702"/>
                  <a:pt x="2053959" y="410408"/>
                  <a:pt x="1993511" y="98024"/>
                </a:cubicBezTo>
                <a:close/>
              </a:path>
            </a:pathLst>
          </a:custGeom>
          <a:solidFill>
            <a:schemeClr val="bg1"/>
          </a:solidFill>
        </p:spPr>
        <p:txBody>
          <a:bodyPr wrap="square">
            <a:noAutofit/>
          </a:bodyPr>
          <a:lstStyle>
            <a:lvl1pPr marL="0" indent="0">
              <a:spcBef>
                <a:spcPts val="0"/>
              </a:spcBef>
              <a:spcAft>
                <a:spcPts val="600"/>
              </a:spcAft>
              <a:buNone/>
              <a:defRPr>
                <a:solidFill>
                  <a:schemeClr val="tx1"/>
                </a:solidFill>
              </a:defRPr>
            </a:lvl1pPr>
          </a:lstStyle>
          <a:p>
            <a:r>
              <a:rPr lang="fr-FR" dirty="0"/>
              <a:t>Cliquez sur l’icône pour changer l’image</a:t>
            </a:r>
          </a:p>
        </p:txBody>
      </p:sp>
      <p:pic>
        <p:nvPicPr>
          <p:cNvPr id="17" name="Graphique 16">
            <a:extLst>
              <a:ext uri="{FF2B5EF4-FFF2-40B4-BE49-F238E27FC236}">
                <a16:creationId xmlns:a16="http://schemas.microsoft.com/office/drawing/2014/main" id="{F5DA0E10-B77F-F3C9-7113-35BB51E47AA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646607" y="6340088"/>
            <a:ext cx="330919" cy="214383"/>
          </a:xfrm>
          <a:prstGeom prst="rect">
            <a:avLst/>
          </a:prstGeom>
        </p:spPr>
      </p:pic>
      <p:sp>
        <p:nvSpPr>
          <p:cNvPr id="29" name="Espace réservé du contenu 1">
            <a:extLst>
              <a:ext uri="{FF2B5EF4-FFF2-40B4-BE49-F238E27FC236}">
                <a16:creationId xmlns:a16="http://schemas.microsoft.com/office/drawing/2014/main" id="{A986FEF4-EBA4-67B7-459B-C579A5183853}"/>
              </a:ext>
            </a:extLst>
          </p:cNvPr>
          <p:cNvSpPr>
            <a:spLocks noGrp="1"/>
          </p:cNvSpPr>
          <p:nvPr>
            <p:ph sz="quarter" idx="13" hasCustomPrompt="1"/>
          </p:nvPr>
        </p:nvSpPr>
        <p:spPr>
          <a:xfrm>
            <a:off x="4838700" y="2539907"/>
            <a:ext cx="6112788" cy="658642"/>
          </a:xfrm>
        </p:spPr>
        <p:txBody>
          <a:bodyPr>
            <a:spAutoFit/>
          </a:bodyPr>
          <a:lstStyle>
            <a:lvl1pPr marL="0" indent="0">
              <a:spcBef>
                <a:spcPts val="0"/>
              </a:spcBef>
              <a:buNone/>
              <a:defRPr sz="3200" b="1">
                <a:solidFill>
                  <a:schemeClr val="tx1">
                    <a:lumMod val="75000"/>
                    <a:lumOff val="25000"/>
                  </a:schemeClr>
                </a:solidFill>
              </a:defRPr>
            </a:lvl1pPr>
          </a:lstStyle>
          <a:p>
            <a:r>
              <a:rPr lang="en-US" dirty="0" err="1"/>
              <a:t>Titre</a:t>
            </a:r>
            <a:r>
              <a:rPr lang="en-US" dirty="0"/>
              <a:t> </a:t>
            </a:r>
            <a:r>
              <a:rPr lang="en-US" dirty="0" err="1"/>
              <a:t>ici</a:t>
            </a:r>
            <a:r>
              <a:rPr lang="en-US" dirty="0"/>
              <a:t>. Par </a:t>
            </a:r>
            <a:r>
              <a:rPr lang="en-US" dirty="0" err="1"/>
              <a:t>exemple</a:t>
            </a:r>
            <a:r>
              <a:rPr lang="en-US" dirty="0"/>
              <a:t> “Lot 1”</a:t>
            </a:r>
          </a:p>
        </p:txBody>
      </p:sp>
      <p:sp>
        <p:nvSpPr>
          <p:cNvPr id="30" name="Espace réservé du contenu 2">
            <a:extLst>
              <a:ext uri="{FF2B5EF4-FFF2-40B4-BE49-F238E27FC236}">
                <a16:creationId xmlns:a16="http://schemas.microsoft.com/office/drawing/2014/main" id="{517FE897-2680-C6AE-959C-0037320766C5}"/>
              </a:ext>
            </a:extLst>
          </p:cNvPr>
          <p:cNvSpPr>
            <a:spLocks noGrp="1"/>
          </p:cNvSpPr>
          <p:nvPr>
            <p:ph sz="quarter" idx="15" hasCustomPrompt="1"/>
          </p:nvPr>
        </p:nvSpPr>
        <p:spPr>
          <a:xfrm>
            <a:off x="4838700" y="2147925"/>
            <a:ext cx="6112788" cy="348557"/>
          </a:xfrm>
        </p:spPr>
        <p:txBody>
          <a:bodyPr>
            <a:normAutofit/>
          </a:bodyPr>
          <a:lstStyle>
            <a:lvl1pPr marL="0" indent="0">
              <a:spcBef>
                <a:spcPts val="0"/>
              </a:spcBef>
              <a:spcAft>
                <a:spcPts val="600"/>
              </a:spcAft>
              <a:buNone/>
              <a:defRPr sz="1800">
                <a:solidFill>
                  <a:schemeClr val="tx2"/>
                </a:solidFill>
              </a:defRPr>
            </a:lvl1pPr>
          </a:lstStyle>
          <a:p>
            <a:r>
              <a:rPr lang="en-US" dirty="0" err="1"/>
              <a:t>Numéro</a:t>
            </a:r>
            <a:r>
              <a:rPr lang="en-US" dirty="0"/>
              <a:t> de </a:t>
            </a:r>
            <a:r>
              <a:rPr lang="en-US" dirty="0" err="1"/>
              <a:t>partie</a:t>
            </a:r>
            <a:r>
              <a:rPr lang="en-US" dirty="0"/>
              <a:t> </a:t>
            </a:r>
            <a:r>
              <a:rPr lang="en-US" dirty="0" err="1"/>
              <a:t>ici</a:t>
            </a:r>
            <a:endParaRPr lang="en-US" dirty="0"/>
          </a:p>
        </p:txBody>
      </p:sp>
      <p:sp>
        <p:nvSpPr>
          <p:cNvPr id="31" name="Titre 3">
            <a:extLst>
              <a:ext uri="{FF2B5EF4-FFF2-40B4-BE49-F238E27FC236}">
                <a16:creationId xmlns:a16="http://schemas.microsoft.com/office/drawing/2014/main" id="{C1C67F2E-4F65-1868-F9EE-BF71BA40354C}"/>
              </a:ext>
            </a:extLst>
          </p:cNvPr>
          <p:cNvSpPr>
            <a:spLocks noGrp="1"/>
          </p:cNvSpPr>
          <p:nvPr>
            <p:ph type="ctrTitle" hasCustomPrompt="1"/>
          </p:nvPr>
        </p:nvSpPr>
        <p:spPr>
          <a:xfrm>
            <a:off x="4838700" y="1351961"/>
            <a:ext cx="6112788" cy="340093"/>
          </a:xfrm>
        </p:spPr>
        <p:txBody>
          <a:bodyPr/>
          <a:lstStyle>
            <a:lvl1pPr>
              <a:spcAft>
                <a:spcPts val="600"/>
              </a:spcAft>
              <a:defRPr b="0">
                <a:solidFill>
                  <a:schemeClr val="tx1">
                    <a:lumMod val="50000"/>
                    <a:lumOff val="50000"/>
                  </a:schemeClr>
                </a:solidFill>
              </a:defRPr>
            </a:lvl1pPr>
          </a:lstStyle>
          <a:p>
            <a:r>
              <a:rPr lang="en-US" dirty="0"/>
              <a:t>Nom de la </a:t>
            </a:r>
            <a:r>
              <a:rPr lang="en-US" dirty="0" err="1"/>
              <a:t>partie</a:t>
            </a:r>
            <a:endParaRPr lang="en-US" dirty="0"/>
          </a:p>
        </p:txBody>
      </p:sp>
      <p:sp>
        <p:nvSpPr>
          <p:cNvPr id="35" name="Espace réservé du pied de page 4">
            <a:extLst>
              <a:ext uri="{FF2B5EF4-FFF2-40B4-BE49-F238E27FC236}">
                <a16:creationId xmlns:a16="http://schemas.microsoft.com/office/drawing/2014/main" id="{C66B673E-4933-A7ED-DF2C-FF45E96CA09B}"/>
              </a:ext>
            </a:extLst>
          </p:cNvPr>
          <p:cNvSpPr>
            <a:spLocks noGrp="1"/>
          </p:cNvSpPr>
          <p:nvPr>
            <p:ph type="ftr" sz="quarter" idx="3"/>
          </p:nvPr>
        </p:nvSpPr>
        <p:spPr>
          <a:xfrm rot="16200000">
            <a:off x="9737570" y="2572960"/>
            <a:ext cx="4114800" cy="365125"/>
          </a:xfrm>
          <a:prstGeom prst="rect">
            <a:avLst/>
          </a:prstGeom>
        </p:spPr>
        <p:txBody>
          <a:bodyPr vert="horz" lIns="91440" tIns="45720" rIns="91440" bIns="45720" rtlCol="0" anchor="ctr"/>
          <a:lstStyle>
            <a:lvl1pPr>
              <a:defRPr lang="en-US" sz="728" dirty="0">
                <a:solidFill>
                  <a:schemeClr val="tx1"/>
                </a:solidFill>
                <a:latin typeface="Poppins" pitchFamily="2" charset="77"/>
                <a:cs typeface="Poppins" pitchFamily="2" charset="77"/>
              </a:defRPr>
            </a:lvl1pPr>
          </a:lstStyle>
          <a:p>
            <a:endParaRPr lang="fr-FR"/>
          </a:p>
        </p:txBody>
      </p:sp>
      <p:sp>
        <p:nvSpPr>
          <p:cNvPr id="36" name="Espace réservé du numéro de diapositive 18">
            <a:extLst>
              <a:ext uri="{FF2B5EF4-FFF2-40B4-BE49-F238E27FC236}">
                <a16:creationId xmlns:a16="http://schemas.microsoft.com/office/drawing/2014/main" id="{FA9A9777-1181-3CBC-A9D7-F86B6C399A9A}"/>
              </a:ext>
            </a:extLst>
          </p:cNvPr>
          <p:cNvSpPr>
            <a:spLocks noGrp="1"/>
          </p:cNvSpPr>
          <p:nvPr>
            <p:ph type="sldNum" sz="quarter" idx="4"/>
          </p:nvPr>
        </p:nvSpPr>
        <p:spPr>
          <a:xfrm>
            <a:off x="11588253" y="165403"/>
            <a:ext cx="420073" cy="365125"/>
          </a:xfrm>
          <a:prstGeom prst="rect">
            <a:avLst/>
          </a:prstGeom>
        </p:spPr>
        <p:txBody>
          <a:bodyPr/>
          <a:lstStyle>
            <a:lvl1pPr algn="ctr">
              <a:defRPr lang="en-US" sz="800" b="1" smtClean="0">
                <a:solidFill>
                  <a:schemeClr val="tx1"/>
                </a:solidFill>
                <a:latin typeface="Poppins" pitchFamily="2" charset="77"/>
                <a:cs typeface="Poppins" pitchFamily="2" charset="77"/>
              </a:defRPr>
            </a:lvl1pPr>
          </a:lstStyle>
          <a:p>
            <a:fld id="{DB34802F-08A5-CF4A-8AFE-09DC492A8170}" type="slidenum">
              <a:rPr lang="fr-FR" smtClean="0"/>
              <a:t>‹N°›</a:t>
            </a:fld>
            <a:endParaRPr lang="fr-FR"/>
          </a:p>
        </p:txBody>
      </p:sp>
    </p:spTree>
    <p:extLst>
      <p:ext uri="{BB962C8B-B14F-4D97-AF65-F5344CB8AC3E}">
        <p14:creationId xmlns:p14="http://schemas.microsoft.com/office/powerpoint/2010/main" val="11618515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3_Sous-partie_niveau 3">
    <p:bg>
      <p:bgPr>
        <a:solidFill>
          <a:schemeClr val="tx1"/>
        </a:solidFill>
        <a:effectLst/>
      </p:bgPr>
    </p:bg>
    <p:spTree>
      <p:nvGrpSpPr>
        <p:cNvPr id="1" name=""/>
        <p:cNvGrpSpPr/>
        <p:nvPr/>
      </p:nvGrpSpPr>
      <p:grpSpPr>
        <a:xfrm>
          <a:off x="0" y="0"/>
          <a:ext cx="0" cy="0"/>
          <a:chOff x="0" y="0"/>
          <a:chExt cx="0" cy="0"/>
        </a:xfrm>
      </p:grpSpPr>
      <p:sp>
        <p:nvSpPr>
          <p:cNvPr id="15" name="Espace réservé pour une image  14">
            <a:extLst>
              <a:ext uri="{FF2B5EF4-FFF2-40B4-BE49-F238E27FC236}">
                <a16:creationId xmlns:a16="http://schemas.microsoft.com/office/drawing/2014/main" id="{813D8739-85F3-112A-7C9B-9EFE25148EBC}"/>
              </a:ext>
            </a:extLst>
          </p:cNvPr>
          <p:cNvSpPr>
            <a:spLocks noGrp="1"/>
          </p:cNvSpPr>
          <p:nvPr>
            <p:ph type="pic" sz="quarter" idx="13" hasCustomPrompt="1"/>
          </p:nvPr>
        </p:nvSpPr>
        <p:spPr>
          <a:xfrm flipH="1">
            <a:off x="0" y="0"/>
            <a:ext cx="11396971" cy="6856075"/>
          </a:xfrm>
          <a:solidFill>
            <a:schemeClr val="tx1"/>
          </a:solidFill>
        </p:spPr>
        <p:txBody>
          <a:bodyPr/>
          <a:lstStyle>
            <a:lvl1pPr marL="0" indent="0">
              <a:buNone/>
              <a:defRPr/>
            </a:lvl1pPr>
          </a:lstStyle>
          <a:p>
            <a:r>
              <a:rPr lang="fr-FR" dirty="0"/>
              <a:t>Insérer une image pleine page avec un motif fort à droite</a:t>
            </a:r>
          </a:p>
        </p:txBody>
      </p:sp>
      <p:sp>
        <p:nvSpPr>
          <p:cNvPr id="24" name="Espace réservé du texte 19">
            <a:extLst>
              <a:ext uri="{FF2B5EF4-FFF2-40B4-BE49-F238E27FC236}">
                <a16:creationId xmlns:a16="http://schemas.microsoft.com/office/drawing/2014/main" id="{051B994E-91EE-861A-7ED0-3A239B835225}"/>
              </a:ext>
            </a:extLst>
          </p:cNvPr>
          <p:cNvSpPr>
            <a:spLocks noGrp="1"/>
          </p:cNvSpPr>
          <p:nvPr>
            <p:ph type="body" sz="quarter" idx="14" hasCustomPrompt="1"/>
          </p:nvPr>
        </p:nvSpPr>
        <p:spPr>
          <a:xfrm>
            <a:off x="1158499" y="2817280"/>
            <a:ext cx="4899402" cy="287002"/>
          </a:xfrm>
        </p:spPr>
        <p:txBody>
          <a:bodyPr vert="horz" lIns="91440" tIns="45720" rIns="91440" bIns="45720" rtlCol="0">
            <a:spAutoFit/>
          </a:bodyPr>
          <a:lstStyle>
            <a:lvl1pPr>
              <a:spcBef>
                <a:spcPts val="0"/>
              </a:spcBef>
              <a:defRPr lang="fr-FR" dirty="0">
                <a:solidFill>
                  <a:schemeClr val="bg1"/>
                </a:solidFill>
              </a:defRPr>
            </a:lvl1pPr>
          </a:lstStyle>
          <a:p>
            <a:pPr marL="0" lvl="0" indent="0" defTabSz="554492">
              <a:spcBef>
                <a:spcPts val="606"/>
              </a:spcBef>
              <a:spcAft>
                <a:spcPts val="600"/>
              </a:spcAft>
              <a:buClr>
                <a:schemeClr val="tx2"/>
              </a:buClr>
              <a:buNone/>
            </a:pPr>
            <a:r>
              <a:rPr lang="fr-FR" dirty="0"/>
              <a:t>Description de la sous-partie</a:t>
            </a:r>
          </a:p>
        </p:txBody>
      </p:sp>
      <p:sp>
        <p:nvSpPr>
          <p:cNvPr id="27" name="Titre 17">
            <a:extLst>
              <a:ext uri="{FF2B5EF4-FFF2-40B4-BE49-F238E27FC236}">
                <a16:creationId xmlns:a16="http://schemas.microsoft.com/office/drawing/2014/main" id="{14682711-49D2-59FA-C651-C34FC667BFEE}"/>
              </a:ext>
            </a:extLst>
          </p:cNvPr>
          <p:cNvSpPr>
            <a:spLocks noGrp="1"/>
          </p:cNvSpPr>
          <p:nvPr>
            <p:ph type="title" hasCustomPrompt="1"/>
          </p:nvPr>
        </p:nvSpPr>
        <p:spPr>
          <a:xfrm>
            <a:off x="1155369" y="971076"/>
            <a:ext cx="4902532" cy="1361270"/>
          </a:xfrm>
        </p:spPr>
        <p:txBody>
          <a:bodyPr vert="horz" wrap="square" lIns="91440" tIns="45720" rIns="91440" bIns="45720" rtlCol="0" anchor="t" anchorCtr="0">
            <a:spAutoFit/>
          </a:bodyPr>
          <a:lstStyle>
            <a:lvl1pPr>
              <a:lnSpc>
                <a:spcPct val="120000"/>
              </a:lnSpc>
              <a:spcAft>
                <a:spcPts val="600"/>
              </a:spcAft>
              <a:defRPr lang="fr-FR" sz="4400" dirty="0">
                <a:solidFill>
                  <a:schemeClr val="bg1"/>
                </a:solidFill>
              </a:defRPr>
            </a:lvl1pPr>
          </a:lstStyle>
          <a:p>
            <a:pPr lvl="0">
              <a:lnSpc>
                <a:spcPts val="4851"/>
              </a:lnSpc>
            </a:pPr>
            <a:r>
              <a:rPr lang="fr-FR" dirty="0"/>
              <a:t>Titre de la sous-partie</a:t>
            </a:r>
          </a:p>
        </p:txBody>
      </p:sp>
      <p:sp>
        <p:nvSpPr>
          <p:cNvPr id="2" name="Espace réservé du texte 22">
            <a:extLst>
              <a:ext uri="{FF2B5EF4-FFF2-40B4-BE49-F238E27FC236}">
                <a16:creationId xmlns:a16="http://schemas.microsoft.com/office/drawing/2014/main" id="{EF7D9C66-60E1-2922-CA29-DB33673DD477}"/>
              </a:ext>
            </a:extLst>
          </p:cNvPr>
          <p:cNvSpPr>
            <a:spLocks noGrp="1"/>
          </p:cNvSpPr>
          <p:nvPr>
            <p:ph type="body" sz="quarter" idx="16" hasCustomPrompt="1"/>
          </p:nvPr>
        </p:nvSpPr>
        <p:spPr>
          <a:xfrm>
            <a:off x="1155369" y="360437"/>
            <a:ext cx="9817431" cy="263149"/>
          </a:xfrm>
          <a:noFill/>
        </p:spPr>
        <p:txBody>
          <a:bodyPr wrap="square" anchor="b">
            <a:noAutofit/>
          </a:bodyPr>
          <a:lstStyle>
            <a:lvl1pPr marL="0" indent="0">
              <a:lnSpc>
                <a:spcPct val="120000"/>
              </a:lnSpc>
              <a:spcBef>
                <a:spcPts val="0"/>
              </a:spcBef>
              <a:spcAft>
                <a:spcPts val="600"/>
              </a:spcAft>
              <a:buNone/>
              <a:defRPr sz="1200" b="0">
                <a:solidFill>
                  <a:schemeClr val="tx2"/>
                </a:solidFill>
              </a:defRPr>
            </a:lvl1pPr>
          </a:lstStyle>
          <a:p>
            <a:pPr lvl="0"/>
            <a:r>
              <a:rPr lang="fr-FR" dirty="0"/>
              <a:t>Reprendre le titre de la partie ou le numéro du lot</a:t>
            </a:r>
          </a:p>
        </p:txBody>
      </p:sp>
      <p:sp>
        <p:nvSpPr>
          <p:cNvPr id="6" name="object 11">
            <a:extLst>
              <a:ext uri="{FF2B5EF4-FFF2-40B4-BE49-F238E27FC236}">
                <a16:creationId xmlns:a16="http://schemas.microsoft.com/office/drawing/2014/main" id="{12A480E5-1EED-DFE2-12F4-F017695F0CB4}"/>
              </a:ext>
            </a:extLst>
          </p:cNvPr>
          <p:cNvSpPr/>
          <p:nvPr/>
        </p:nvSpPr>
        <p:spPr>
          <a:xfrm>
            <a:off x="11397941" y="0"/>
            <a:ext cx="794059" cy="6857615"/>
          </a:xfrm>
          <a:custGeom>
            <a:avLst/>
            <a:gdLst/>
            <a:ahLst/>
            <a:cxnLst/>
            <a:rect l="l" t="t" r="r" b="b"/>
            <a:pathLst>
              <a:path w="1309369" h="11308715">
                <a:moveTo>
                  <a:pt x="1308860" y="0"/>
                </a:moveTo>
                <a:lnTo>
                  <a:pt x="0" y="0"/>
                </a:lnTo>
                <a:lnTo>
                  <a:pt x="0" y="11308556"/>
                </a:lnTo>
                <a:lnTo>
                  <a:pt x="1308860" y="11308556"/>
                </a:lnTo>
                <a:lnTo>
                  <a:pt x="1308860" y="0"/>
                </a:lnTo>
                <a:close/>
              </a:path>
            </a:pathLst>
          </a:custGeom>
          <a:solidFill>
            <a:schemeClr val="tx1"/>
          </a:solidFill>
          <a:ln>
            <a:noFill/>
          </a:ln>
        </p:spPr>
        <p:txBody>
          <a:bodyPr wrap="square" lIns="0" tIns="0" rIns="0" bIns="0" rtlCol="0"/>
          <a:lstStyle/>
          <a:p>
            <a:endParaRPr sz="1092"/>
          </a:p>
        </p:txBody>
      </p:sp>
      <p:sp>
        <p:nvSpPr>
          <p:cNvPr id="7" name="object 14">
            <a:extLst>
              <a:ext uri="{FF2B5EF4-FFF2-40B4-BE49-F238E27FC236}">
                <a16:creationId xmlns:a16="http://schemas.microsoft.com/office/drawing/2014/main" id="{E817936F-5987-FE42-7A9D-B603502E4FE0}"/>
              </a:ext>
            </a:extLst>
          </p:cNvPr>
          <p:cNvSpPr/>
          <p:nvPr/>
        </p:nvSpPr>
        <p:spPr>
          <a:xfrm>
            <a:off x="11397456" y="6063824"/>
            <a:ext cx="794059" cy="0"/>
          </a:xfrm>
          <a:custGeom>
            <a:avLst/>
            <a:gdLst/>
            <a:ahLst/>
            <a:cxnLst/>
            <a:rect l="l" t="t" r="r" b="b"/>
            <a:pathLst>
              <a:path w="1309369">
                <a:moveTo>
                  <a:pt x="0" y="0"/>
                </a:moveTo>
                <a:lnTo>
                  <a:pt x="1308860" y="0"/>
                </a:lnTo>
              </a:path>
            </a:pathLst>
          </a:custGeom>
          <a:ln w="7853">
            <a:solidFill>
              <a:schemeClr val="bg1"/>
            </a:solidFill>
          </a:ln>
        </p:spPr>
        <p:txBody>
          <a:bodyPr wrap="square" lIns="0" tIns="0" rIns="0" bIns="0" rtlCol="0"/>
          <a:lstStyle/>
          <a:p>
            <a:endParaRPr sz="1092"/>
          </a:p>
        </p:txBody>
      </p:sp>
      <p:grpSp>
        <p:nvGrpSpPr>
          <p:cNvPr id="10" name="Graphique 21">
            <a:extLst>
              <a:ext uri="{FF2B5EF4-FFF2-40B4-BE49-F238E27FC236}">
                <a16:creationId xmlns:a16="http://schemas.microsoft.com/office/drawing/2014/main" id="{9E1BF114-166D-68F5-346B-D9EAE997E825}"/>
              </a:ext>
            </a:extLst>
          </p:cNvPr>
          <p:cNvGrpSpPr/>
          <p:nvPr/>
        </p:nvGrpSpPr>
        <p:grpSpPr>
          <a:xfrm>
            <a:off x="11646607" y="6340088"/>
            <a:ext cx="329427" cy="214383"/>
            <a:chOff x="19204770" y="10455275"/>
            <a:chExt cx="543212" cy="353534"/>
          </a:xfrm>
        </p:grpSpPr>
        <p:sp>
          <p:nvSpPr>
            <p:cNvPr id="12" name="Forme libre : forme 3">
              <a:extLst>
                <a:ext uri="{FF2B5EF4-FFF2-40B4-BE49-F238E27FC236}">
                  <a16:creationId xmlns:a16="http://schemas.microsoft.com/office/drawing/2014/main" id="{A62FFC20-86DB-A7A2-C7CB-A9219F8C4B67}"/>
                </a:ext>
              </a:extLst>
            </p:cNvPr>
            <p:cNvSpPr/>
            <p:nvPr/>
          </p:nvSpPr>
          <p:spPr>
            <a:xfrm>
              <a:off x="19204770" y="10455275"/>
              <a:ext cx="373208" cy="353534"/>
            </a:xfrm>
            <a:custGeom>
              <a:avLst/>
              <a:gdLst>
                <a:gd name="connsiteX0" fmla="*/ 187219 w 373208"/>
                <a:gd name="connsiteY0" fmla="*/ 0 h 353534"/>
                <a:gd name="connsiteX1" fmla="*/ 0 w 373208"/>
                <a:gd name="connsiteY1" fmla="*/ 177228 h 353534"/>
                <a:gd name="connsiteX2" fmla="*/ 185990 w 373208"/>
                <a:gd name="connsiteY2" fmla="*/ 353534 h 353534"/>
                <a:gd name="connsiteX3" fmla="*/ 373209 w 373208"/>
                <a:gd name="connsiteY3" fmla="*/ 175998 h 353534"/>
                <a:gd name="connsiteX4" fmla="*/ 187219 w 373208"/>
                <a:gd name="connsiteY4" fmla="*/ 0 h 353534"/>
                <a:gd name="connsiteX5" fmla="*/ 187219 w 373208"/>
                <a:gd name="connsiteY5" fmla="*/ 252777 h 353534"/>
                <a:gd name="connsiteX6" fmla="*/ 115437 w 373208"/>
                <a:gd name="connsiteY6" fmla="*/ 175922 h 353534"/>
                <a:gd name="connsiteX7" fmla="*/ 185990 w 373208"/>
                <a:gd name="connsiteY7" fmla="*/ 100373 h 353534"/>
                <a:gd name="connsiteX8" fmla="*/ 257772 w 373208"/>
                <a:gd name="connsiteY8" fmla="*/ 177228 h 353534"/>
                <a:gd name="connsiteX9" fmla="*/ 187219 w 373208"/>
                <a:gd name="connsiteY9" fmla="*/ 252777 h 353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73208" h="353534">
                  <a:moveTo>
                    <a:pt x="187219" y="0"/>
                  </a:moveTo>
                  <a:cubicBezTo>
                    <a:pt x="78623" y="0"/>
                    <a:pt x="0" y="81159"/>
                    <a:pt x="0" y="177228"/>
                  </a:cubicBezTo>
                  <a:cubicBezTo>
                    <a:pt x="0" y="273297"/>
                    <a:pt x="78008" y="353534"/>
                    <a:pt x="185990" y="353534"/>
                  </a:cubicBezTo>
                  <a:cubicBezTo>
                    <a:pt x="293971" y="353534"/>
                    <a:pt x="373209" y="272144"/>
                    <a:pt x="373209" y="175998"/>
                  </a:cubicBezTo>
                  <a:cubicBezTo>
                    <a:pt x="373209" y="79853"/>
                    <a:pt x="295201" y="0"/>
                    <a:pt x="187219" y="0"/>
                  </a:cubicBezTo>
                  <a:moveTo>
                    <a:pt x="187219" y="252777"/>
                  </a:moveTo>
                  <a:cubicBezTo>
                    <a:pt x="145410" y="252777"/>
                    <a:pt x="115437" y="217193"/>
                    <a:pt x="115437" y="175922"/>
                  </a:cubicBezTo>
                  <a:cubicBezTo>
                    <a:pt x="115437" y="134650"/>
                    <a:pt x="142951" y="100373"/>
                    <a:pt x="185990" y="100373"/>
                  </a:cubicBezTo>
                  <a:cubicBezTo>
                    <a:pt x="227799" y="100373"/>
                    <a:pt x="257772" y="135957"/>
                    <a:pt x="257772" y="177228"/>
                  </a:cubicBezTo>
                  <a:cubicBezTo>
                    <a:pt x="257772" y="218499"/>
                    <a:pt x="230566" y="252777"/>
                    <a:pt x="187219" y="252777"/>
                  </a:cubicBezTo>
                </a:path>
              </a:pathLst>
            </a:custGeom>
            <a:solidFill>
              <a:schemeClr val="bg1"/>
            </a:solidFill>
            <a:ln w="7647" cap="flat">
              <a:noFill/>
              <a:prstDash val="solid"/>
              <a:miter/>
            </a:ln>
          </p:spPr>
          <p:txBody>
            <a:bodyPr rtlCol="0" anchor="ctr"/>
            <a:lstStyle/>
            <a:p>
              <a:endParaRPr lang="fr-FR" sz="1092"/>
            </a:p>
          </p:txBody>
        </p:sp>
        <p:sp>
          <p:nvSpPr>
            <p:cNvPr id="13" name="Forme libre : forme 4">
              <a:extLst>
                <a:ext uri="{FF2B5EF4-FFF2-40B4-BE49-F238E27FC236}">
                  <a16:creationId xmlns:a16="http://schemas.microsoft.com/office/drawing/2014/main" id="{E728315D-854D-1E86-469A-BB7B9C753129}"/>
                </a:ext>
              </a:extLst>
            </p:cNvPr>
            <p:cNvSpPr/>
            <p:nvPr/>
          </p:nvSpPr>
          <p:spPr>
            <a:xfrm>
              <a:off x="19603033" y="10663629"/>
              <a:ext cx="144948" cy="144948"/>
            </a:xfrm>
            <a:custGeom>
              <a:avLst/>
              <a:gdLst>
                <a:gd name="connsiteX0" fmla="*/ 144949 w 144948"/>
                <a:gd name="connsiteY0" fmla="*/ 72474 h 144948"/>
                <a:gd name="connsiteX1" fmla="*/ 72474 w 144948"/>
                <a:gd name="connsiteY1" fmla="*/ 144949 h 144948"/>
                <a:gd name="connsiteX2" fmla="*/ 0 w 144948"/>
                <a:gd name="connsiteY2" fmla="*/ 72474 h 144948"/>
                <a:gd name="connsiteX3" fmla="*/ 72474 w 144948"/>
                <a:gd name="connsiteY3" fmla="*/ 0 h 144948"/>
                <a:gd name="connsiteX4" fmla="*/ 144949 w 144948"/>
                <a:gd name="connsiteY4" fmla="*/ 72474 h 1449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4948" h="144948">
                  <a:moveTo>
                    <a:pt x="144949" y="72474"/>
                  </a:moveTo>
                  <a:cubicBezTo>
                    <a:pt x="144949" y="112501"/>
                    <a:pt x="112501" y="144949"/>
                    <a:pt x="72474" y="144949"/>
                  </a:cubicBezTo>
                  <a:cubicBezTo>
                    <a:pt x="32448" y="144949"/>
                    <a:pt x="0" y="112501"/>
                    <a:pt x="0" y="72474"/>
                  </a:cubicBezTo>
                  <a:cubicBezTo>
                    <a:pt x="0" y="32448"/>
                    <a:pt x="32448" y="0"/>
                    <a:pt x="72474" y="0"/>
                  </a:cubicBezTo>
                  <a:cubicBezTo>
                    <a:pt x="112501" y="0"/>
                    <a:pt x="144949" y="32448"/>
                    <a:pt x="144949" y="72474"/>
                  </a:cubicBezTo>
                </a:path>
              </a:pathLst>
            </a:custGeom>
            <a:solidFill>
              <a:srgbClr val="0099D9"/>
            </a:solidFill>
            <a:ln w="7647" cap="flat">
              <a:noFill/>
              <a:prstDash val="solid"/>
              <a:miter/>
            </a:ln>
          </p:spPr>
          <p:txBody>
            <a:bodyPr rtlCol="0" anchor="ctr"/>
            <a:lstStyle/>
            <a:p>
              <a:endParaRPr lang="fr-FR" sz="1092"/>
            </a:p>
          </p:txBody>
        </p:sp>
      </p:grpSp>
      <p:sp>
        <p:nvSpPr>
          <p:cNvPr id="3" name="Espace réservé du pied de page 4">
            <a:extLst>
              <a:ext uri="{FF2B5EF4-FFF2-40B4-BE49-F238E27FC236}">
                <a16:creationId xmlns:a16="http://schemas.microsoft.com/office/drawing/2014/main" id="{AD882DE2-9400-C306-C84E-15CF92F9DF37}"/>
              </a:ext>
            </a:extLst>
          </p:cNvPr>
          <p:cNvSpPr>
            <a:spLocks noGrp="1"/>
          </p:cNvSpPr>
          <p:nvPr>
            <p:ph type="ftr" sz="quarter" idx="3"/>
          </p:nvPr>
        </p:nvSpPr>
        <p:spPr>
          <a:xfrm rot="16200000">
            <a:off x="9737570" y="2572960"/>
            <a:ext cx="4114800" cy="365125"/>
          </a:xfrm>
          <a:prstGeom prst="rect">
            <a:avLst/>
          </a:prstGeom>
        </p:spPr>
        <p:txBody>
          <a:bodyPr vert="horz" lIns="91440" tIns="45720" rIns="91440" bIns="45720" rtlCol="0" anchor="ctr"/>
          <a:lstStyle>
            <a:lvl1pPr>
              <a:defRPr lang="en-US" sz="728" dirty="0">
                <a:solidFill>
                  <a:schemeClr val="bg1"/>
                </a:solidFill>
                <a:latin typeface="Poppins" pitchFamily="2" charset="77"/>
                <a:cs typeface="Poppins" pitchFamily="2" charset="77"/>
              </a:defRPr>
            </a:lvl1pPr>
          </a:lstStyle>
          <a:p>
            <a:endParaRPr lang="fr-FR"/>
          </a:p>
        </p:txBody>
      </p:sp>
      <p:sp>
        <p:nvSpPr>
          <p:cNvPr id="4" name="Espace réservé du numéro de diapositive 18">
            <a:extLst>
              <a:ext uri="{FF2B5EF4-FFF2-40B4-BE49-F238E27FC236}">
                <a16:creationId xmlns:a16="http://schemas.microsoft.com/office/drawing/2014/main" id="{F92265EA-7B84-BEB9-BFE0-90E472A707E8}"/>
              </a:ext>
            </a:extLst>
          </p:cNvPr>
          <p:cNvSpPr>
            <a:spLocks noGrp="1"/>
          </p:cNvSpPr>
          <p:nvPr>
            <p:ph type="sldNum" sz="quarter" idx="4"/>
          </p:nvPr>
        </p:nvSpPr>
        <p:spPr>
          <a:xfrm>
            <a:off x="11588253" y="165403"/>
            <a:ext cx="420073" cy="365125"/>
          </a:xfrm>
          <a:prstGeom prst="rect">
            <a:avLst/>
          </a:prstGeom>
        </p:spPr>
        <p:txBody>
          <a:bodyPr/>
          <a:lstStyle>
            <a:lvl1pPr algn="ctr">
              <a:defRPr lang="en-US" sz="800" b="1" smtClean="0">
                <a:solidFill>
                  <a:schemeClr val="bg1"/>
                </a:solidFill>
                <a:latin typeface="Poppins" pitchFamily="2" charset="77"/>
                <a:cs typeface="Poppins" pitchFamily="2" charset="77"/>
              </a:defRPr>
            </a:lvl1pPr>
          </a:lstStyle>
          <a:p>
            <a:fld id="{DB34802F-08A5-CF4A-8AFE-09DC492A8170}" type="slidenum">
              <a:rPr lang="fr-FR" smtClean="0"/>
              <a:t>‹N°›</a:t>
            </a:fld>
            <a:endParaRPr lang="fr-FR"/>
          </a:p>
        </p:txBody>
      </p:sp>
      <p:sp>
        <p:nvSpPr>
          <p:cNvPr id="26" name="TextBox 79">
            <a:extLst>
              <a:ext uri="{FF2B5EF4-FFF2-40B4-BE49-F238E27FC236}">
                <a16:creationId xmlns:a16="http://schemas.microsoft.com/office/drawing/2014/main" id="{D0CA99E6-F5CF-9D74-FD1C-82245E69F394}"/>
              </a:ext>
            </a:extLst>
          </p:cNvPr>
          <p:cNvSpPr txBox="1"/>
          <p:nvPr/>
        </p:nvSpPr>
        <p:spPr>
          <a:xfrm rot="16200000">
            <a:off x="-542386" y="6323510"/>
            <a:ext cx="704039" cy="184666"/>
          </a:xfrm>
          <a:prstGeom prst="rect">
            <a:avLst/>
          </a:prstGeom>
          <a:noFill/>
        </p:spPr>
        <p:txBody>
          <a:bodyPr wrap="none" rtlCol="0">
            <a:spAutoFit/>
          </a:bodyPr>
          <a:lstStyle/>
          <a:p>
            <a:pPr algn="r"/>
            <a:r>
              <a:rPr lang="en-US" sz="600" dirty="0">
                <a:solidFill>
                  <a:schemeClr val="tx1">
                    <a:lumMod val="50000"/>
                    <a:lumOff val="50000"/>
                  </a:schemeClr>
                </a:solidFill>
                <a:latin typeface="Poppins" pitchFamily="2" charset="77"/>
                <a:cs typeface="Poppins" pitchFamily="2" charset="77"/>
              </a:rPr>
              <a:t>R</a:t>
            </a:r>
            <a:r>
              <a:rPr lang="en-FR" sz="600" dirty="0">
                <a:solidFill>
                  <a:schemeClr val="tx1">
                    <a:lumMod val="50000"/>
                    <a:lumOff val="50000"/>
                  </a:schemeClr>
                </a:solidFill>
                <a:latin typeface="Poppins" pitchFamily="2" charset="77"/>
                <a:cs typeface="Poppins" pitchFamily="2" charset="77"/>
              </a:rPr>
              <a:t>ègle de trois</a:t>
            </a:r>
          </a:p>
        </p:txBody>
      </p:sp>
      <p:sp>
        <p:nvSpPr>
          <p:cNvPr id="28" name="TextBox 80">
            <a:extLst>
              <a:ext uri="{FF2B5EF4-FFF2-40B4-BE49-F238E27FC236}">
                <a16:creationId xmlns:a16="http://schemas.microsoft.com/office/drawing/2014/main" id="{69E9CEF9-2D4E-EDEE-B54F-1E96E843D763}"/>
              </a:ext>
            </a:extLst>
          </p:cNvPr>
          <p:cNvSpPr txBox="1"/>
          <p:nvPr/>
        </p:nvSpPr>
        <p:spPr>
          <a:xfrm rot="16200000">
            <a:off x="-775222" y="6379615"/>
            <a:ext cx="816249" cy="184666"/>
          </a:xfrm>
          <a:prstGeom prst="rect">
            <a:avLst/>
          </a:prstGeom>
          <a:noFill/>
        </p:spPr>
        <p:txBody>
          <a:bodyPr wrap="none" rtlCol="0">
            <a:spAutoFit/>
          </a:bodyPr>
          <a:lstStyle/>
          <a:p>
            <a:pPr algn="r"/>
            <a:r>
              <a:rPr lang="fr-FR" sz="600" dirty="0">
                <a:solidFill>
                  <a:schemeClr val="tx1">
                    <a:lumMod val="50000"/>
                    <a:lumOff val="50000"/>
                  </a:schemeClr>
                </a:solidFill>
                <a:latin typeface="Poppins" pitchFamily="2" charset="77"/>
                <a:cs typeface="Poppins" pitchFamily="2" charset="77"/>
              </a:rPr>
              <a:t>Divisé par 2 ou 4</a:t>
            </a:r>
            <a:endParaRPr lang="en-FR" sz="600" dirty="0">
              <a:solidFill>
                <a:schemeClr val="tx1">
                  <a:lumMod val="50000"/>
                  <a:lumOff val="50000"/>
                </a:schemeClr>
              </a:solidFill>
              <a:latin typeface="Poppins" pitchFamily="2" charset="77"/>
              <a:cs typeface="Poppins" pitchFamily="2" charset="77"/>
            </a:endParaRPr>
          </a:p>
        </p:txBody>
      </p:sp>
      <p:sp>
        <p:nvSpPr>
          <p:cNvPr id="29" name="TextBox 81">
            <a:extLst>
              <a:ext uri="{FF2B5EF4-FFF2-40B4-BE49-F238E27FC236}">
                <a16:creationId xmlns:a16="http://schemas.microsoft.com/office/drawing/2014/main" id="{A8767219-9A3B-5F52-9754-237DB5758855}"/>
              </a:ext>
            </a:extLst>
          </p:cNvPr>
          <p:cNvSpPr txBox="1"/>
          <p:nvPr/>
        </p:nvSpPr>
        <p:spPr>
          <a:xfrm rot="16200000">
            <a:off x="-1012121" y="6408469"/>
            <a:ext cx="873957" cy="184666"/>
          </a:xfrm>
          <a:prstGeom prst="rect">
            <a:avLst/>
          </a:prstGeom>
          <a:noFill/>
        </p:spPr>
        <p:txBody>
          <a:bodyPr wrap="none" rtlCol="0">
            <a:spAutoFit/>
          </a:bodyPr>
          <a:lstStyle/>
          <a:p>
            <a:pPr algn="r"/>
            <a:r>
              <a:rPr lang="fr-FR" sz="600" dirty="0">
                <a:solidFill>
                  <a:schemeClr val="tx1">
                    <a:lumMod val="50000"/>
                    <a:lumOff val="50000"/>
                  </a:schemeClr>
                </a:solidFill>
                <a:latin typeface="Poppins" pitchFamily="2" charset="77"/>
                <a:cs typeface="Poppins" pitchFamily="2" charset="77"/>
              </a:rPr>
              <a:t>Ratio nombre d’or</a:t>
            </a:r>
            <a:endParaRPr lang="en-FR" sz="600" dirty="0">
              <a:solidFill>
                <a:schemeClr val="tx1">
                  <a:lumMod val="50000"/>
                  <a:lumOff val="50000"/>
                </a:schemeClr>
              </a:solidFill>
              <a:latin typeface="Poppins" pitchFamily="2" charset="77"/>
              <a:cs typeface="Poppins" pitchFamily="2" charset="77"/>
            </a:endParaRPr>
          </a:p>
        </p:txBody>
      </p:sp>
      <p:sp>
        <p:nvSpPr>
          <p:cNvPr id="30" name="ZoneTexte 29">
            <a:extLst>
              <a:ext uri="{FF2B5EF4-FFF2-40B4-BE49-F238E27FC236}">
                <a16:creationId xmlns:a16="http://schemas.microsoft.com/office/drawing/2014/main" id="{892E6652-2C06-F9A5-5C8D-59319A311497}"/>
              </a:ext>
            </a:extLst>
          </p:cNvPr>
          <p:cNvSpPr txBox="1"/>
          <p:nvPr/>
        </p:nvSpPr>
        <p:spPr>
          <a:xfrm rot="16200000">
            <a:off x="-2531255" y="5123182"/>
            <a:ext cx="3348994" cy="276999"/>
          </a:xfrm>
          <a:prstGeom prst="rect">
            <a:avLst/>
          </a:prstGeom>
          <a:noFill/>
        </p:spPr>
        <p:txBody>
          <a:bodyPr wrap="none" rtlCol="0">
            <a:spAutoFit/>
          </a:bodyPr>
          <a:lstStyle/>
          <a:p>
            <a:r>
              <a:rPr lang="fr-FR" sz="1200" b="1" dirty="0">
                <a:solidFill>
                  <a:schemeClr val="tx1">
                    <a:lumMod val="50000"/>
                    <a:lumOff val="50000"/>
                  </a:schemeClr>
                </a:solidFill>
                <a:latin typeface="+mj-lt"/>
              </a:rPr>
              <a:t>Guide pour gérer les alignements verticaux</a:t>
            </a:r>
            <a:endParaRPr lang="en-US" sz="1200" b="0" i="1" dirty="0">
              <a:solidFill>
                <a:schemeClr val="tx1">
                  <a:lumMod val="50000"/>
                  <a:lumOff val="50000"/>
                </a:schemeClr>
              </a:solidFill>
              <a:latin typeface="+mj-lt"/>
            </a:endParaRPr>
          </a:p>
        </p:txBody>
      </p:sp>
      <p:grpSp>
        <p:nvGrpSpPr>
          <p:cNvPr id="32" name="Groupe 31">
            <a:extLst>
              <a:ext uri="{FF2B5EF4-FFF2-40B4-BE49-F238E27FC236}">
                <a16:creationId xmlns:a16="http://schemas.microsoft.com/office/drawing/2014/main" id="{ACF337F9-D89D-92A0-C27D-BADABFF49F3A}"/>
              </a:ext>
            </a:extLst>
          </p:cNvPr>
          <p:cNvGrpSpPr/>
          <p:nvPr/>
        </p:nvGrpSpPr>
        <p:grpSpPr>
          <a:xfrm>
            <a:off x="-686042" y="971076"/>
            <a:ext cx="532402" cy="5086823"/>
            <a:chOff x="-686042" y="1651818"/>
            <a:chExt cx="532402" cy="4406081"/>
          </a:xfrm>
        </p:grpSpPr>
        <p:grpSp>
          <p:nvGrpSpPr>
            <p:cNvPr id="5" name="Groupe 4">
              <a:extLst>
                <a:ext uri="{FF2B5EF4-FFF2-40B4-BE49-F238E27FC236}">
                  <a16:creationId xmlns:a16="http://schemas.microsoft.com/office/drawing/2014/main" id="{024D769E-3928-9ECF-C7C2-11F37CC41A3B}"/>
                </a:ext>
              </a:extLst>
            </p:cNvPr>
            <p:cNvGrpSpPr/>
            <p:nvPr/>
          </p:nvGrpSpPr>
          <p:grpSpPr>
            <a:xfrm>
              <a:off x="-686042" y="1651818"/>
              <a:ext cx="532402" cy="4406081"/>
              <a:chOff x="-686042" y="1667816"/>
              <a:chExt cx="532402" cy="4233649"/>
            </a:xfrm>
            <a:noFill/>
          </p:grpSpPr>
          <p:grpSp>
            <p:nvGrpSpPr>
              <p:cNvPr id="8" name="Group 65">
                <a:extLst>
                  <a:ext uri="{FF2B5EF4-FFF2-40B4-BE49-F238E27FC236}">
                    <a16:creationId xmlns:a16="http://schemas.microsoft.com/office/drawing/2014/main" id="{AA5FB440-2811-6980-DC08-7512F93C90E8}"/>
                  </a:ext>
                </a:extLst>
              </p:cNvPr>
              <p:cNvGrpSpPr/>
              <p:nvPr/>
            </p:nvGrpSpPr>
            <p:grpSpPr>
              <a:xfrm>
                <a:off x="-686042" y="1669575"/>
                <a:ext cx="76803" cy="4231890"/>
                <a:chOff x="-279739" y="1825625"/>
                <a:chExt cx="89877" cy="4231890"/>
              </a:xfrm>
              <a:grpFill/>
            </p:grpSpPr>
            <p:sp>
              <p:nvSpPr>
                <p:cNvPr id="23" name="Rectangle 22">
                  <a:extLst>
                    <a:ext uri="{FF2B5EF4-FFF2-40B4-BE49-F238E27FC236}">
                      <a16:creationId xmlns:a16="http://schemas.microsoft.com/office/drawing/2014/main" id="{2058C2B8-64BC-637F-8563-5596218B96E2}"/>
                    </a:ext>
                  </a:extLst>
                </p:cNvPr>
                <p:cNvSpPr/>
                <p:nvPr/>
              </p:nvSpPr>
              <p:spPr bwMode="auto">
                <a:xfrm>
                  <a:off x="-279739" y="3552584"/>
                  <a:ext cx="88780" cy="2504931"/>
                </a:xfrm>
                <a:prstGeom prst="rect">
                  <a:avLst/>
                </a:prstGeom>
                <a:grpFill/>
                <a:ln w="9525">
                  <a:solidFill>
                    <a:schemeClr val="tx1">
                      <a:lumMod val="50000"/>
                      <a:lumOff val="50000"/>
                    </a:schemeClr>
                  </a:solidFill>
                  <a:prstDash val="sysDash"/>
                  <a:round/>
                  <a:headEnd/>
                  <a:tailEnd/>
                </a:ln>
              </p:spPr>
              <p:txBody>
                <a:bodyPr lIns="72000" tIns="36000" rIns="72000" bIns="36000" rtlCol="0" anchor="ctr">
                  <a:prstTxWarp prst="textNoShape">
                    <a:avLst/>
                  </a:prstTxWarp>
                  <a:noAutofit/>
                </a:bodyPr>
                <a:lstStyle/>
                <a:p>
                  <a:pPr algn="ctr" fontAlgn="base">
                    <a:lnSpc>
                      <a:spcPct val="112000"/>
                    </a:lnSpc>
                    <a:spcAft>
                      <a:spcPct val="0"/>
                    </a:spcAft>
                    <a:buFont typeface="Abadi MT Condensed Extra Bold" pitchFamily="-106" charset="0"/>
                    <a:buNone/>
                  </a:pPr>
                  <a:endParaRPr lang="en-GB" sz="1400" b="0" i="0">
                    <a:solidFill>
                      <a:srgbClr val="000000"/>
                    </a:solidFill>
                    <a:latin typeface="Helvetica" pitchFamily="2" charset="0"/>
                  </a:endParaRPr>
                </a:p>
              </p:txBody>
            </p:sp>
            <p:sp>
              <p:nvSpPr>
                <p:cNvPr id="25" name="Rectangle 24">
                  <a:extLst>
                    <a:ext uri="{FF2B5EF4-FFF2-40B4-BE49-F238E27FC236}">
                      <a16:creationId xmlns:a16="http://schemas.microsoft.com/office/drawing/2014/main" id="{C7AA1239-D8E6-5551-C339-414236C02C1B}"/>
                    </a:ext>
                  </a:extLst>
                </p:cNvPr>
                <p:cNvSpPr/>
                <p:nvPr/>
              </p:nvSpPr>
              <p:spPr bwMode="auto">
                <a:xfrm>
                  <a:off x="-278640" y="1825625"/>
                  <a:ext cx="88778" cy="1602427"/>
                </a:xfrm>
                <a:prstGeom prst="rect">
                  <a:avLst/>
                </a:prstGeom>
                <a:grpFill/>
                <a:ln w="9525">
                  <a:solidFill>
                    <a:schemeClr val="tx1">
                      <a:lumMod val="50000"/>
                      <a:lumOff val="50000"/>
                    </a:schemeClr>
                  </a:solidFill>
                  <a:prstDash val="sysDash"/>
                  <a:round/>
                  <a:headEnd/>
                  <a:tailEnd/>
                </a:ln>
              </p:spPr>
              <p:txBody>
                <a:bodyPr lIns="72000" tIns="36000" rIns="72000" bIns="36000" rtlCol="0" anchor="ctr">
                  <a:prstTxWarp prst="textNoShape">
                    <a:avLst/>
                  </a:prstTxWarp>
                  <a:noAutofit/>
                </a:bodyPr>
                <a:lstStyle/>
                <a:p>
                  <a:pPr algn="ctr" fontAlgn="base">
                    <a:lnSpc>
                      <a:spcPct val="112000"/>
                    </a:lnSpc>
                    <a:spcAft>
                      <a:spcPct val="0"/>
                    </a:spcAft>
                    <a:buFont typeface="Abadi MT Condensed Extra Bold" pitchFamily="-106" charset="0"/>
                    <a:buNone/>
                  </a:pPr>
                  <a:endParaRPr lang="en-GB" sz="1400" b="0" i="0">
                    <a:solidFill>
                      <a:srgbClr val="000000"/>
                    </a:solidFill>
                    <a:latin typeface="Helvetica" pitchFamily="2" charset="0"/>
                  </a:endParaRPr>
                </a:p>
              </p:txBody>
            </p:sp>
          </p:grpSp>
          <p:grpSp>
            <p:nvGrpSpPr>
              <p:cNvPr id="9" name="Group 68">
                <a:extLst>
                  <a:ext uri="{FF2B5EF4-FFF2-40B4-BE49-F238E27FC236}">
                    <a16:creationId xmlns:a16="http://schemas.microsoft.com/office/drawing/2014/main" id="{76F6D13C-D6C6-4F37-272D-B7F87FA8BE6C}"/>
                  </a:ext>
                </a:extLst>
              </p:cNvPr>
              <p:cNvGrpSpPr/>
              <p:nvPr/>
            </p:nvGrpSpPr>
            <p:grpSpPr>
              <a:xfrm rot="10800000">
                <a:off x="-543939" y="1667816"/>
                <a:ext cx="89065" cy="4231889"/>
                <a:chOff x="-279739" y="1825626"/>
                <a:chExt cx="104227" cy="4231889"/>
              </a:xfrm>
              <a:grpFill/>
            </p:grpSpPr>
            <p:sp>
              <p:nvSpPr>
                <p:cNvPr id="21" name="Rectangle 20">
                  <a:extLst>
                    <a:ext uri="{FF2B5EF4-FFF2-40B4-BE49-F238E27FC236}">
                      <a16:creationId xmlns:a16="http://schemas.microsoft.com/office/drawing/2014/main" id="{2432492C-2F8F-5883-1701-FC31B8FE9420}"/>
                    </a:ext>
                  </a:extLst>
                </p:cNvPr>
                <p:cNvSpPr/>
                <p:nvPr/>
              </p:nvSpPr>
              <p:spPr bwMode="auto">
                <a:xfrm>
                  <a:off x="-279739" y="3552584"/>
                  <a:ext cx="98743" cy="2504931"/>
                </a:xfrm>
                <a:prstGeom prst="rect">
                  <a:avLst/>
                </a:prstGeom>
                <a:grpFill/>
                <a:ln w="9525">
                  <a:solidFill>
                    <a:schemeClr val="tx1">
                      <a:lumMod val="50000"/>
                      <a:lumOff val="50000"/>
                    </a:schemeClr>
                  </a:solidFill>
                  <a:prstDash val="sysDash"/>
                  <a:round/>
                  <a:headEnd/>
                  <a:tailEnd/>
                </a:ln>
              </p:spPr>
              <p:txBody>
                <a:bodyPr lIns="72000" tIns="36000" rIns="72000" bIns="36000" rtlCol="0" anchor="ctr">
                  <a:prstTxWarp prst="textNoShape">
                    <a:avLst/>
                  </a:prstTxWarp>
                  <a:noAutofit/>
                </a:bodyPr>
                <a:lstStyle/>
                <a:p>
                  <a:pPr algn="ctr" fontAlgn="base">
                    <a:lnSpc>
                      <a:spcPct val="112000"/>
                    </a:lnSpc>
                    <a:spcAft>
                      <a:spcPct val="0"/>
                    </a:spcAft>
                    <a:buFont typeface="Abadi MT Condensed Extra Bold" pitchFamily="-106" charset="0"/>
                    <a:buNone/>
                  </a:pPr>
                  <a:endParaRPr lang="en-GB" sz="1400" b="0" i="0">
                    <a:solidFill>
                      <a:srgbClr val="000000"/>
                    </a:solidFill>
                    <a:latin typeface="Helvetica" pitchFamily="2" charset="0"/>
                  </a:endParaRPr>
                </a:p>
              </p:txBody>
            </p:sp>
            <p:sp>
              <p:nvSpPr>
                <p:cNvPr id="22" name="Rectangle 21">
                  <a:extLst>
                    <a:ext uri="{FF2B5EF4-FFF2-40B4-BE49-F238E27FC236}">
                      <a16:creationId xmlns:a16="http://schemas.microsoft.com/office/drawing/2014/main" id="{D343DB2C-FAA3-6C69-812A-264AFE558383}"/>
                    </a:ext>
                  </a:extLst>
                </p:cNvPr>
                <p:cNvSpPr/>
                <p:nvPr/>
              </p:nvSpPr>
              <p:spPr bwMode="auto">
                <a:xfrm>
                  <a:off x="-278640" y="1825626"/>
                  <a:ext cx="103128" cy="1602427"/>
                </a:xfrm>
                <a:prstGeom prst="rect">
                  <a:avLst/>
                </a:prstGeom>
                <a:grpFill/>
                <a:ln w="9525">
                  <a:solidFill>
                    <a:schemeClr val="tx1">
                      <a:lumMod val="50000"/>
                      <a:lumOff val="50000"/>
                    </a:schemeClr>
                  </a:solidFill>
                  <a:prstDash val="sysDash"/>
                  <a:round/>
                  <a:headEnd/>
                  <a:tailEnd/>
                </a:ln>
              </p:spPr>
              <p:txBody>
                <a:bodyPr lIns="72000" tIns="36000" rIns="72000" bIns="36000" rtlCol="0" anchor="ctr">
                  <a:prstTxWarp prst="textNoShape">
                    <a:avLst/>
                  </a:prstTxWarp>
                  <a:noAutofit/>
                </a:bodyPr>
                <a:lstStyle/>
                <a:p>
                  <a:pPr algn="ctr" fontAlgn="base">
                    <a:lnSpc>
                      <a:spcPct val="112000"/>
                    </a:lnSpc>
                    <a:spcAft>
                      <a:spcPct val="0"/>
                    </a:spcAft>
                    <a:buFont typeface="Abadi MT Condensed Extra Bold" pitchFamily="-106" charset="0"/>
                    <a:buNone/>
                  </a:pPr>
                  <a:endParaRPr lang="en-GB" sz="1400" b="0" i="0">
                    <a:solidFill>
                      <a:srgbClr val="000000"/>
                    </a:solidFill>
                    <a:latin typeface="Helvetica" pitchFamily="2" charset="0"/>
                  </a:endParaRPr>
                </a:p>
              </p:txBody>
            </p:sp>
          </p:grpSp>
          <p:sp>
            <p:nvSpPr>
              <p:cNvPr id="11" name="Rectangle 10">
                <a:extLst>
                  <a:ext uri="{FF2B5EF4-FFF2-40B4-BE49-F238E27FC236}">
                    <a16:creationId xmlns:a16="http://schemas.microsoft.com/office/drawing/2014/main" id="{4EFDFC24-0C11-E9DB-1BEB-B762F3CE397C}"/>
                  </a:ext>
                </a:extLst>
              </p:cNvPr>
              <p:cNvSpPr/>
              <p:nvPr/>
            </p:nvSpPr>
            <p:spPr bwMode="auto">
              <a:xfrm flipH="1">
                <a:off x="-391108" y="1672248"/>
                <a:ext cx="87680" cy="1016056"/>
              </a:xfrm>
              <a:prstGeom prst="rect">
                <a:avLst/>
              </a:prstGeom>
              <a:grpFill/>
              <a:ln w="9525">
                <a:solidFill>
                  <a:schemeClr val="tx1">
                    <a:lumMod val="50000"/>
                    <a:lumOff val="50000"/>
                  </a:schemeClr>
                </a:solidFill>
                <a:prstDash val="sysDash"/>
                <a:round/>
                <a:headEnd/>
                <a:tailEnd/>
              </a:ln>
            </p:spPr>
            <p:txBody>
              <a:bodyPr lIns="72000" tIns="36000" rIns="72000" bIns="36000" rtlCol="0" anchor="ctr">
                <a:prstTxWarp prst="textNoShape">
                  <a:avLst/>
                </a:prstTxWarp>
                <a:noAutofit/>
              </a:bodyPr>
              <a:lstStyle/>
              <a:p>
                <a:pPr algn="ctr" fontAlgn="base">
                  <a:lnSpc>
                    <a:spcPct val="112000"/>
                  </a:lnSpc>
                  <a:spcAft>
                    <a:spcPct val="0"/>
                  </a:spcAft>
                  <a:buFont typeface="Abadi MT Condensed Extra Bold" pitchFamily="-106" charset="0"/>
                  <a:buNone/>
                </a:pPr>
                <a:endParaRPr lang="en-GB" sz="1400" b="0" i="0">
                  <a:solidFill>
                    <a:srgbClr val="000000"/>
                  </a:solidFill>
                  <a:latin typeface="Helvetica" pitchFamily="2" charset="0"/>
                </a:endParaRPr>
              </a:p>
            </p:txBody>
          </p:sp>
          <p:sp>
            <p:nvSpPr>
              <p:cNvPr id="14" name="Rectangle 13">
                <a:extLst>
                  <a:ext uri="{FF2B5EF4-FFF2-40B4-BE49-F238E27FC236}">
                    <a16:creationId xmlns:a16="http://schemas.microsoft.com/office/drawing/2014/main" id="{D0D13B44-038D-CAEE-EDBC-195431AB0903}"/>
                  </a:ext>
                </a:extLst>
              </p:cNvPr>
              <p:cNvSpPr/>
              <p:nvPr/>
            </p:nvSpPr>
            <p:spPr bwMode="auto">
              <a:xfrm flipH="1">
                <a:off x="-391108" y="2742715"/>
                <a:ext cx="87680" cy="1016056"/>
              </a:xfrm>
              <a:prstGeom prst="rect">
                <a:avLst/>
              </a:prstGeom>
              <a:grpFill/>
              <a:ln w="9525">
                <a:solidFill>
                  <a:schemeClr val="tx1">
                    <a:lumMod val="50000"/>
                    <a:lumOff val="50000"/>
                  </a:schemeClr>
                </a:solidFill>
                <a:prstDash val="sysDash"/>
                <a:round/>
                <a:headEnd/>
                <a:tailEnd/>
              </a:ln>
            </p:spPr>
            <p:txBody>
              <a:bodyPr lIns="72000" tIns="36000" rIns="72000" bIns="36000" rtlCol="0" anchor="ctr">
                <a:prstTxWarp prst="textNoShape">
                  <a:avLst/>
                </a:prstTxWarp>
                <a:noAutofit/>
              </a:bodyPr>
              <a:lstStyle/>
              <a:p>
                <a:pPr algn="ctr" fontAlgn="base">
                  <a:lnSpc>
                    <a:spcPct val="112000"/>
                  </a:lnSpc>
                  <a:spcAft>
                    <a:spcPct val="0"/>
                  </a:spcAft>
                  <a:buFont typeface="Abadi MT Condensed Extra Bold" pitchFamily="-106" charset="0"/>
                  <a:buNone/>
                </a:pPr>
                <a:endParaRPr lang="en-GB" sz="1400" b="0" i="0">
                  <a:solidFill>
                    <a:srgbClr val="000000"/>
                  </a:solidFill>
                  <a:latin typeface="Helvetica" pitchFamily="2" charset="0"/>
                </a:endParaRPr>
              </a:p>
            </p:txBody>
          </p:sp>
          <p:sp>
            <p:nvSpPr>
              <p:cNvPr id="16" name="Rectangle 15">
                <a:extLst>
                  <a:ext uri="{FF2B5EF4-FFF2-40B4-BE49-F238E27FC236}">
                    <a16:creationId xmlns:a16="http://schemas.microsoft.com/office/drawing/2014/main" id="{73708DC5-A375-E9DA-AC05-2D82325987D1}"/>
                  </a:ext>
                </a:extLst>
              </p:cNvPr>
              <p:cNvSpPr/>
              <p:nvPr/>
            </p:nvSpPr>
            <p:spPr bwMode="auto">
              <a:xfrm flipH="1">
                <a:off x="-391108" y="3813182"/>
                <a:ext cx="87680" cy="1016056"/>
              </a:xfrm>
              <a:prstGeom prst="rect">
                <a:avLst/>
              </a:prstGeom>
              <a:grpFill/>
              <a:ln w="9525">
                <a:solidFill>
                  <a:schemeClr val="tx1">
                    <a:lumMod val="50000"/>
                    <a:lumOff val="50000"/>
                  </a:schemeClr>
                </a:solidFill>
                <a:prstDash val="sysDash"/>
                <a:round/>
                <a:headEnd/>
                <a:tailEnd/>
              </a:ln>
            </p:spPr>
            <p:txBody>
              <a:bodyPr lIns="72000" tIns="36000" rIns="72000" bIns="36000" rtlCol="0" anchor="ctr">
                <a:prstTxWarp prst="textNoShape">
                  <a:avLst/>
                </a:prstTxWarp>
                <a:noAutofit/>
              </a:bodyPr>
              <a:lstStyle/>
              <a:p>
                <a:pPr algn="ctr" fontAlgn="base">
                  <a:lnSpc>
                    <a:spcPct val="112000"/>
                  </a:lnSpc>
                  <a:spcAft>
                    <a:spcPct val="0"/>
                  </a:spcAft>
                  <a:buFont typeface="Abadi MT Condensed Extra Bold" pitchFamily="-106" charset="0"/>
                  <a:buNone/>
                </a:pPr>
                <a:endParaRPr lang="en-GB" sz="1400" b="0" i="0">
                  <a:solidFill>
                    <a:srgbClr val="000000"/>
                  </a:solidFill>
                  <a:latin typeface="Helvetica" pitchFamily="2" charset="0"/>
                </a:endParaRPr>
              </a:p>
            </p:txBody>
          </p:sp>
          <p:sp>
            <p:nvSpPr>
              <p:cNvPr id="17" name="Rectangle 16">
                <a:extLst>
                  <a:ext uri="{FF2B5EF4-FFF2-40B4-BE49-F238E27FC236}">
                    <a16:creationId xmlns:a16="http://schemas.microsoft.com/office/drawing/2014/main" id="{76BC7D2D-19B4-0AB0-9621-78C55170AC3D}"/>
                  </a:ext>
                </a:extLst>
              </p:cNvPr>
              <p:cNvSpPr/>
              <p:nvPr/>
            </p:nvSpPr>
            <p:spPr bwMode="auto">
              <a:xfrm flipH="1">
                <a:off x="-391108" y="4883650"/>
                <a:ext cx="87680" cy="1016056"/>
              </a:xfrm>
              <a:prstGeom prst="rect">
                <a:avLst/>
              </a:prstGeom>
              <a:grpFill/>
              <a:ln w="9525">
                <a:solidFill>
                  <a:schemeClr val="tx1">
                    <a:lumMod val="50000"/>
                    <a:lumOff val="50000"/>
                  </a:schemeClr>
                </a:solidFill>
                <a:prstDash val="sysDash"/>
                <a:round/>
                <a:headEnd/>
                <a:tailEnd/>
              </a:ln>
            </p:spPr>
            <p:txBody>
              <a:bodyPr lIns="72000" tIns="36000" rIns="72000" bIns="36000" rtlCol="0" anchor="ctr">
                <a:prstTxWarp prst="textNoShape">
                  <a:avLst/>
                </a:prstTxWarp>
                <a:noAutofit/>
              </a:bodyPr>
              <a:lstStyle/>
              <a:p>
                <a:pPr algn="ctr" fontAlgn="base">
                  <a:lnSpc>
                    <a:spcPct val="112000"/>
                  </a:lnSpc>
                  <a:spcAft>
                    <a:spcPct val="0"/>
                  </a:spcAft>
                  <a:buFont typeface="Abadi MT Condensed Extra Bold" pitchFamily="-106" charset="0"/>
                  <a:buNone/>
                </a:pPr>
                <a:endParaRPr lang="en-GB" sz="1400" b="0" i="0">
                  <a:solidFill>
                    <a:srgbClr val="000000"/>
                  </a:solidFill>
                  <a:latin typeface="Helvetica" pitchFamily="2" charset="0"/>
                </a:endParaRPr>
              </a:p>
            </p:txBody>
          </p:sp>
          <p:sp>
            <p:nvSpPr>
              <p:cNvPr id="18" name="Rectangle 17">
                <a:extLst>
                  <a:ext uri="{FF2B5EF4-FFF2-40B4-BE49-F238E27FC236}">
                    <a16:creationId xmlns:a16="http://schemas.microsoft.com/office/drawing/2014/main" id="{B768EA63-923A-93F2-32F0-82C6C9A5F2E2}"/>
                  </a:ext>
                </a:extLst>
              </p:cNvPr>
              <p:cNvSpPr/>
              <p:nvPr/>
            </p:nvSpPr>
            <p:spPr bwMode="auto">
              <a:xfrm flipH="1">
                <a:off x="-238020" y="4591433"/>
                <a:ext cx="84380" cy="1307168"/>
              </a:xfrm>
              <a:prstGeom prst="rect">
                <a:avLst/>
              </a:prstGeom>
              <a:grpFill/>
              <a:ln w="9525">
                <a:solidFill>
                  <a:schemeClr val="tx1">
                    <a:lumMod val="50000"/>
                    <a:lumOff val="50000"/>
                  </a:schemeClr>
                </a:solidFill>
                <a:prstDash val="sysDash"/>
                <a:round/>
                <a:headEnd/>
                <a:tailEnd/>
              </a:ln>
            </p:spPr>
            <p:txBody>
              <a:bodyPr lIns="72000" tIns="36000" rIns="72000" bIns="36000" rtlCol="0" anchor="ctr">
                <a:prstTxWarp prst="textNoShape">
                  <a:avLst/>
                </a:prstTxWarp>
                <a:noAutofit/>
              </a:bodyPr>
              <a:lstStyle/>
              <a:p>
                <a:pPr algn="ctr" fontAlgn="base">
                  <a:lnSpc>
                    <a:spcPct val="112000"/>
                  </a:lnSpc>
                  <a:spcAft>
                    <a:spcPct val="0"/>
                  </a:spcAft>
                  <a:buFont typeface="Abadi MT Condensed Extra Bold" pitchFamily="-106" charset="0"/>
                  <a:buNone/>
                </a:pPr>
                <a:endParaRPr lang="en-GB" sz="1400" b="0" i="0">
                  <a:solidFill>
                    <a:srgbClr val="000000"/>
                  </a:solidFill>
                  <a:latin typeface="Helvetica" pitchFamily="2" charset="0"/>
                </a:endParaRPr>
              </a:p>
            </p:txBody>
          </p:sp>
          <p:sp>
            <p:nvSpPr>
              <p:cNvPr id="19" name="Rectangle 18">
                <a:extLst>
                  <a:ext uri="{FF2B5EF4-FFF2-40B4-BE49-F238E27FC236}">
                    <a16:creationId xmlns:a16="http://schemas.microsoft.com/office/drawing/2014/main" id="{9DBF64DB-DFF1-44E5-24BE-6D094D20BF91}"/>
                  </a:ext>
                </a:extLst>
              </p:cNvPr>
              <p:cNvSpPr/>
              <p:nvPr/>
            </p:nvSpPr>
            <p:spPr bwMode="auto">
              <a:xfrm flipH="1">
                <a:off x="-238020" y="3133916"/>
                <a:ext cx="84380" cy="1307168"/>
              </a:xfrm>
              <a:prstGeom prst="rect">
                <a:avLst/>
              </a:prstGeom>
              <a:grpFill/>
              <a:ln w="9525">
                <a:solidFill>
                  <a:schemeClr val="tx1">
                    <a:lumMod val="50000"/>
                    <a:lumOff val="50000"/>
                  </a:schemeClr>
                </a:solidFill>
                <a:prstDash val="sysDash"/>
                <a:round/>
                <a:headEnd/>
                <a:tailEnd/>
              </a:ln>
            </p:spPr>
            <p:txBody>
              <a:bodyPr lIns="72000" tIns="36000" rIns="72000" bIns="36000" rtlCol="0" anchor="ctr">
                <a:prstTxWarp prst="textNoShape">
                  <a:avLst/>
                </a:prstTxWarp>
                <a:noAutofit/>
              </a:bodyPr>
              <a:lstStyle/>
              <a:p>
                <a:pPr algn="ctr" fontAlgn="base">
                  <a:lnSpc>
                    <a:spcPct val="112000"/>
                  </a:lnSpc>
                  <a:spcAft>
                    <a:spcPct val="0"/>
                  </a:spcAft>
                  <a:buFont typeface="Abadi MT Condensed Extra Bold" pitchFamily="-106" charset="0"/>
                  <a:buNone/>
                </a:pPr>
                <a:endParaRPr lang="en-GB" sz="1400" b="0" i="0">
                  <a:solidFill>
                    <a:srgbClr val="000000"/>
                  </a:solidFill>
                  <a:latin typeface="Helvetica" pitchFamily="2" charset="0"/>
                </a:endParaRPr>
              </a:p>
            </p:txBody>
          </p:sp>
          <p:sp>
            <p:nvSpPr>
              <p:cNvPr id="20" name="Rectangle 19">
                <a:extLst>
                  <a:ext uri="{FF2B5EF4-FFF2-40B4-BE49-F238E27FC236}">
                    <a16:creationId xmlns:a16="http://schemas.microsoft.com/office/drawing/2014/main" id="{78631285-E9DF-CAA2-E065-017396534926}"/>
                  </a:ext>
                </a:extLst>
              </p:cNvPr>
              <p:cNvSpPr/>
              <p:nvPr/>
            </p:nvSpPr>
            <p:spPr bwMode="auto">
              <a:xfrm flipH="1">
                <a:off x="-238020" y="1676400"/>
                <a:ext cx="84380" cy="1307168"/>
              </a:xfrm>
              <a:prstGeom prst="rect">
                <a:avLst/>
              </a:prstGeom>
              <a:grpFill/>
              <a:ln w="9525">
                <a:solidFill>
                  <a:schemeClr val="tx1">
                    <a:lumMod val="50000"/>
                    <a:lumOff val="50000"/>
                  </a:schemeClr>
                </a:solidFill>
                <a:prstDash val="sysDash"/>
                <a:round/>
                <a:headEnd/>
                <a:tailEnd/>
              </a:ln>
            </p:spPr>
            <p:txBody>
              <a:bodyPr lIns="72000" tIns="36000" rIns="72000" bIns="36000" rtlCol="0" anchor="ctr">
                <a:prstTxWarp prst="textNoShape">
                  <a:avLst/>
                </a:prstTxWarp>
                <a:noAutofit/>
              </a:bodyPr>
              <a:lstStyle/>
              <a:p>
                <a:pPr algn="ctr" fontAlgn="base">
                  <a:lnSpc>
                    <a:spcPct val="112000"/>
                  </a:lnSpc>
                  <a:spcAft>
                    <a:spcPct val="0"/>
                  </a:spcAft>
                  <a:buFont typeface="Abadi MT Condensed Extra Bold" pitchFamily="-106" charset="0"/>
                  <a:buNone/>
                </a:pPr>
                <a:endParaRPr lang="en-GB" sz="1400" b="0" i="0">
                  <a:solidFill>
                    <a:srgbClr val="000000"/>
                  </a:solidFill>
                  <a:latin typeface="Helvetica" pitchFamily="2" charset="0"/>
                </a:endParaRPr>
              </a:p>
            </p:txBody>
          </p:sp>
        </p:grpSp>
        <p:sp>
          <p:nvSpPr>
            <p:cNvPr id="31" name="Ellipse 30">
              <a:extLst>
                <a:ext uri="{FF2B5EF4-FFF2-40B4-BE49-F238E27FC236}">
                  <a16:creationId xmlns:a16="http://schemas.microsoft.com/office/drawing/2014/main" id="{6BA93782-5B69-C8D7-3102-4F59A3FC3B58}"/>
                </a:ext>
              </a:extLst>
            </p:cNvPr>
            <p:cNvSpPr/>
            <p:nvPr/>
          </p:nvSpPr>
          <p:spPr>
            <a:xfrm>
              <a:off x="-387701" y="3822440"/>
              <a:ext cx="80122" cy="80122"/>
            </a:xfrm>
            <a:prstGeom prst="ellipse">
              <a:avLst/>
            </a:prstGeom>
            <a:solidFill>
              <a:srgbClr val="86909A"/>
            </a:solidFill>
            <a:ln>
              <a:noFill/>
            </a:ln>
          </p:spPr>
          <p:txBody>
            <a:bodyPr wrap="square" lIns="182880" tIns="182880" rIns="182880" bIns="182880" rtlCol="0" anchor="ctr"/>
            <a:lstStyle/>
            <a:p>
              <a:pPr algn="l" defTabSz="554492">
                <a:spcAft>
                  <a:spcPts val="600"/>
                </a:spcAft>
              </a:pPr>
              <a:endParaRPr lang="fr-FR" sz="1100" dirty="0">
                <a:latin typeface="Poppins" pitchFamily="2" charset="77"/>
                <a:cs typeface="Poppins" pitchFamily="2" charset="77"/>
              </a:endParaRPr>
            </a:p>
          </p:txBody>
        </p:sp>
      </p:grpSp>
    </p:spTree>
    <p:extLst>
      <p:ext uri="{BB962C8B-B14F-4D97-AF65-F5344CB8AC3E}">
        <p14:creationId xmlns:p14="http://schemas.microsoft.com/office/powerpoint/2010/main" val="20121994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4_Contenu par défaut">
    <p:bg>
      <p:bgPr>
        <a:solidFill>
          <a:schemeClr val="bg1"/>
        </a:solidFill>
        <a:effectLst/>
      </p:bgPr>
    </p:bg>
    <p:spTree>
      <p:nvGrpSpPr>
        <p:cNvPr id="1" name=""/>
        <p:cNvGrpSpPr/>
        <p:nvPr/>
      </p:nvGrpSpPr>
      <p:grpSpPr>
        <a:xfrm>
          <a:off x="0" y="0"/>
          <a:ext cx="0" cy="0"/>
          <a:chOff x="0" y="0"/>
          <a:chExt cx="0" cy="0"/>
        </a:xfrm>
      </p:grpSpPr>
      <p:sp>
        <p:nvSpPr>
          <p:cNvPr id="18" name="Titre 17">
            <a:extLst>
              <a:ext uri="{FF2B5EF4-FFF2-40B4-BE49-F238E27FC236}">
                <a16:creationId xmlns:a16="http://schemas.microsoft.com/office/drawing/2014/main" id="{9BF63F1F-3A67-261C-3E83-C3BDAD5FAB9E}"/>
              </a:ext>
            </a:extLst>
          </p:cNvPr>
          <p:cNvSpPr>
            <a:spLocks noGrp="1"/>
          </p:cNvSpPr>
          <p:nvPr>
            <p:ph type="title" hasCustomPrompt="1"/>
          </p:nvPr>
        </p:nvSpPr>
        <p:spPr>
          <a:xfrm>
            <a:off x="1143000" y="992051"/>
            <a:ext cx="9871029" cy="547842"/>
          </a:xfrm>
          <a:noFill/>
        </p:spPr>
        <p:txBody>
          <a:bodyPr wrap="square" anchor="b" anchorCtr="0">
            <a:spAutoFit/>
          </a:bodyPr>
          <a:lstStyle>
            <a:lvl1pPr>
              <a:lnSpc>
                <a:spcPct val="90000"/>
              </a:lnSpc>
              <a:defRPr sz="3200"/>
            </a:lvl1pPr>
          </a:lstStyle>
          <a:p>
            <a:r>
              <a:rPr lang="fr-FR" dirty="0"/>
              <a:t>Titre du slide taille 32</a:t>
            </a:r>
          </a:p>
        </p:txBody>
      </p:sp>
      <p:sp>
        <p:nvSpPr>
          <p:cNvPr id="2" name="Espace réservé du texte 22">
            <a:extLst>
              <a:ext uri="{FF2B5EF4-FFF2-40B4-BE49-F238E27FC236}">
                <a16:creationId xmlns:a16="http://schemas.microsoft.com/office/drawing/2014/main" id="{4F9C8CCD-EBA5-5A84-4676-57223226ED16}"/>
              </a:ext>
            </a:extLst>
          </p:cNvPr>
          <p:cNvSpPr>
            <a:spLocks noGrp="1"/>
          </p:cNvSpPr>
          <p:nvPr>
            <p:ph type="body" sz="quarter" idx="14" hasCustomPrompt="1"/>
          </p:nvPr>
        </p:nvSpPr>
        <p:spPr>
          <a:xfrm>
            <a:off x="1139871" y="1596125"/>
            <a:ext cx="9871029" cy="392864"/>
          </a:xfrm>
          <a:noFill/>
        </p:spPr>
        <p:txBody>
          <a:bodyPr wrap="square">
            <a:spAutoFit/>
          </a:bodyPr>
          <a:lstStyle>
            <a:lvl1pPr marL="0" indent="0">
              <a:spcBef>
                <a:spcPts val="0"/>
              </a:spcBef>
              <a:buNone/>
              <a:defRPr sz="1698" b="0">
                <a:solidFill>
                  <a:schemeClr val="tx1"/>
                </a:solidFill>
              </a:defRPr>
            </a:lvl1pPr>
          </a:lstStyle>
          <a:p>
            <a:pPr lvl="0"/>
            <a:r>
              <a:rPr lang="fr-FR" dirty="0"/>
              <a:t>Détail de la variante si plusieurs variantes se rapportant au même titre du slide</a:t>
            </a:r>
          </a:p>
        </p:txBody>
      </p:sp>
      <p:sp>
        <p:nvSpPr>
          <p:cNvPr id="14" name="object 11">
            <a:extLst>
              <a:ext uri="{FF2B5EF4-FFF2-40B4-BE49-F238E27FC236}">
                <a16:creationId xmlns:a16="http://schemas.microsoft.com/office/drawing/2014/main" id="{B45671E5-6D7F-935A-2EB6-CB3A3C2FA41F}"/>
              </a:ext>
            </a:extLst>
          </p:cNvPr>
          <p:cNvSpPr/>
          <p:nvPr/>
        </p:nvSpPr>
        <p:spPr>
          <a:xfrm>
            <a:off x="11397941" y="0"/>
            <a:ext cx="794059" cy="6857615"/>
          </a:xfrm>
          <a:custGeom>
            <a:avLst/>
            <a:gdLst/>
            <a:ahLst/>
            <a:cxnLst/>
            <a:rect l="l" t="t" r="r" b="b"/>
            <a:pathLst>
              <a:path w="1309369" h="11308715">
                <a:moveTo>
                  <a:pt x="1308860" y="0"/>
                </a:moveTo>
                <a:lnTo>
                  <a:pt x="0" y="0"/>
                </a:lnTo>
                <a:lnTo>
                  <a:pt x="0" y="11308556"/>
                </a:lnTo>
                <a:lnTo>
                  <a:pt x="1308860" y="11308556"/>
                </a:lnTo>
                <a:lnTo>
                  <a:pt x="1308860" y="0"/>
                </a:lnTo>
                <a:close/>
              </a:path>
            </a:pathLst>
          </a:custGeom>
          <a:solidFill>
            <a:schemeClr val="tx1"/>
          </a:solidFill>
          <a:ln>
            <a:noFill/>
          </a:ln>
        </p:spPr>
        <p:txBody>
          <a:bodyPr wrap="square" lIns="0" tIns="0" rIns="0" bIns="0" rtlCol="0"/>
          <a:lstStyle/>
          <a:p>
            <a:endParaRPr sz="1092"/>
          </a:p>
        </p:txBody>
      </p:sp>
      <p:sp>
        <p:nvSpPr>
          <p:cNvPr id="17" name="object 14">
            <a:extLst>
              <a:ext uri="{FF2B5EF4-FFF2-40B4-BE49-F238E27FC236}">
                <a16:creationId xmlns:a16="http://schemas.microsoft.com/office/drawing/2014/main" id="{512B2B4F-390F-DE4C-2750-BBB7F73259C8}"/>
              </a:ext>
            </a:extLst>
          </p:cNvPr>
          <p:cNvSpPr/>
          <p:nvPr/>
        </p:nvSpPr>
        <p:spPr>
          <a:xfrm>
            <a:off x="11397456" y="6063824"/>
            <a:ext cx="794059" cy="0"/>
          </a:xfrm>
          <a:custGeom>
            <a:avLst/>
            <a:gdLst/>
            <a:ahLst/>
            <a:cxnLst/>
            <a:rect l="l" t="t" r="r" b="b"/>
            <a:pathLst>
              <a:path w="1309369">
                <a:moveTo>
                  <a:pt x="0" y="0"/>
                </a:moveTo>
                <a:lnTo>
                  <a:pt x="1308860" y="0"/>
                </a:lnTo>
              </a:path>
            </a:pathLst>
          </a:custGeom>
          <a:ln w="7853">
            <a:solidFill>
              <a:schemeClr val="bg1"/>
            </a:solidFill>
          </a:ln>
        </p:spPr>
        <p:txBody>
          <a:bodyPr wrap="square" lIns="0" tIns="0" rIns="0" bIns="0" rtlCol="0"/>
          <a:lstStyle/>
          <a:p>
            <a:endParaRPr sz="1092"/>
          </a:p>
        </p:txBody>
      </p:sp>
      <p:grpSp>
        <p:nvGrpSpPr>
          <p:cNvPr id="3" name="Graphique 21">
            <a:extLst>
              <a:ext uri="{FF2B5EF4-FFF2-40B4-BE49-F238E27FC236}">
                <a16:creationId xmlns:a16="http://schemas.microsoft.com/office/drawing/2014/main" id="{01C592DA-DCA4-459C-FD15-3FE1652368D4}"/>
              </a:ext>
            </a:extLst>
          </p:cNvPr>
          <p:cNvGrpSpPr/>
          <p:nvPr/>
        </p:nvGrpSpPr>
        <p:grpSpPr>
          <a:xfrm>
            <a:off x="11646607" y="6340088"/>
            <a:ext cx="329427" cy="214383"/>
            <a:chOff x="19204770" y="10455275"/>
            <a:chExt cx="543212" cy="353534"/>
          </a:xfrm>
        </p:grpSpPr>
        <p:sp>
          <p:nvSpPr>
            <p:cNvPr id="4" name="Forme libre : forme 3">
              <a:extLst>
                <a:ext uri="{FF2B5EF4-FFF2-40B4-BE49-F238E27FC236}">
                  <a16:creationId xmlns:a16="http://schemas.microsoft.com/office/drawing/2014/main" id="{6274DC71-EC7E-F06F-5D89-F3E683965DC9}"/>
                </a:ext>
              </a:extLst>
            </p:cNvPr>
            <p:cNvSpPr/>
            <p:nvPr/>
          </p:nvSpPr>
          <p:spPr>
            <a:xfrm>
              <a:off x="19204770" y="10455275"/>
              <a:ext cx="373208" cy="353534"/>
            </a:xfrm>
            <a:custGeom>
              <a:avLst/>
              <a:gdLst>
                <a:gd name="connsiteX0" fmla="*/ 187219 w 373208"/>
                <a:gd name="connsiteY0" fmla="*/ 0 h 353534"/>
                <a:gd name="connsiteX1" fmla="*/ 0 w 373208"/>
                <a:gd name="connsiteY1" fmla="*/ 177228 h 353534"/>
                <a:gd name="connsiteX2" fmla="*/ 185990 w 373208"/>
                <a:gd name="connsiteY2" fmla="*/ 353534 h 353534"/>
                <a:gd name="connsiteX3" fmla="*/ 373209 w 373208"/>
                <a:gd name="connsiteY3" fmla="*/ 175998 h 353534"/>
                <a:gd name="connsiteX4" fmla="*/ 187219 w 373208"/>
                <a:gd name="connsiteY4" fmla="*/ 0 h 353534"/>
                <a:gd name="connsiteX5" fmla="*/ 187219 w 373208"/>
                <a:gd name="connsiteY5" fmla="*/ 252777 h 353534"/>
                <a:gd name="connsiteX6" fmla="*/ 115437 w 373208"/>
                <a:gd name="connsiteY6" fmla="*/ 175922 h 353534"/>
                <a:gd name="connsiteX7" fmla="*/ 185990 w 373208"/>
                <a:gd name="connsiteY7" fmla="*/ 100373 h 353534"/>
                <a:gd name="connsiteX8" fmla="*/ 257772 w 373208"/>
                <a:gd name="connsiteY8" fmla="*/ 177228 h 353534"/>
                <a:gd name="connsiteX9" fmla="*/ 187219 w 373208"/>
                <a:gd name="connsiteY9" fmla="*/ 252777 h 353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73208" h="353534">
                  <a:moveTo>
                    <a:pt x="187219" y="0"/>
                  </a:moveTo>
                  <a:cubicBezTo>
                    <a:pt x="78623" y="0"/>
                    <a:pt x="0" y="81159"/>
                    <a:pt x="0" y="177228"/>
                  </a:cubicBezTo>
                  <a:cubicBezTo>
                    <a:pt x="0" y="273297"/>
                    <a:pt x="78008" y="353534"/>
                    <a:pt x="185990" y="353534"/>
                  </a:cubicBezTo>
                  <a:cubicBezTo>
                    <a:pt x="293971" y="353534"/>
                    <a:pt x="373209" y="272144"/>
                    <a:pt x="373209" y="175998"/>
                  </a:cubicBezTo>
                  <a:cubicBezTo>
                    <a:pt x="373209" y="79853"/>
                    <a:pt x="295201" y="0"/>
                    <a:pt x="187219" y="0"/>
                  </a:cubicBezTo>
                  <a:moveTo>
                    <a:pt x="187219" y="252777"/>
                  </a:moveTo>
                  <a:cubicBezTo>
                    <a:pt x="145410" y="252777"/>
                    <a:pt x="115437" y="217193"/>
                    <a:pt x="115437" y="175922"/>
                  </a:cubicBezTo>
                  <a:cubicBezTo>
                    <a:pt x="115437" y="134650"/>
                    <a:pt x="142951" y="100373"/>
                    <a:pt x="185990" y="100373"/>
                  </a:cubicBezTo>
                  <a:cubicBezTo>
                    <a:pt x="227799" y="100373"/>
                    <a:pt x="257772" y="135957"/>
                    <a:pt x="257772" y="177228"/>
                  </a:cubicBezTo>
                  <a:cubicBezTo>
                    <a:pt x="257772" y="218499"/>
                    <a:pt x="230566" y="252777"/>
                    <a:pt x="187219" y="252777"/>
                  </a:cubicBezTo>
                </a:path>
              </a:pathLst>
            </a:custGeom>
            <a:solidFill>
              <a:schemeClr val="bg1"/>
            </a:solidFill>
            <a:ln w="7647" cap="flat">
              <a:noFill/>
              <a:prstDash val="solid"/>
              <a:miter/>
            </a:ln>
          </p:spPr>
          <p:txBody>
            <a:bodyPr rtlCol="0" anchor="ctr"/>
            <a:lstStyle/>
            <a:p>
              <a:endParaRPr lang="fr-FR" sz="1092"/>
            </a:p>
          </p:txBody>
        </p:sp>
        <p:sp>
          <p:nvSpPr>
            <p:cNvPr id="5" name="Forme libre : forme 4">
              <a:extLst>
                <a:ext uri="{FF2B5EF4-FFF2-40B4-BE49-F238E27FC236}">
                  <a16:creationId xmlns:a16="http://schemas.microsoft.com/office/drawing/2014/main" id="{F5EBD552-C98D-0F6D-48D6-4104D622D3CA}"/>
                </a:ext>
              </a:extLst>
            </p:cNvPr>
            <p:cNvSpPr/>
            <p:nvPr/>
          </p:nvSpPr>
          <p:spPr>
            <a:xfrm>
              <a:off x="19603033" y="10663629"/>
              <a:ext cx="144948" cy="144948"/>
            </a:xfrm>
            <a:custGeom>
              <a:avLst/>
              <a:gdLst>
                <a:gd name="connsiteX0" fmla="*/ 144949 w 144948"/>
                <a:gd name="connsiteY0" fmla="*/ 72474 h 144948"/>
                <a:gd name="connsiteX1" fmla="*/ 72474 w 144948"/>
                <a:gd name="connsiteY1" fmla="*/ 144949 h 144948"/>
                <a:gd name="connsiteX2" fmla="*/ 0 w 144948"/>
                <a:gd name="connsiteY2" fmla="*/ 72474 h 144948"/>
                <a:gd name="connsiteX3" fmla="*/ 72474 w 144948"/>
                <a:gd name="connsiteY3" fmla="*/ 0 h 144948"/>
                <a:gd name="connsiteX4" fmla="*/ 144949 w 144948"/>
                <a:gd name="connsiteY4" fmla="*/ 72474 h 1449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4948" h="144948">
                  <a:moveTo>
                    <a:pt x="144949" y="72474"/>
                  </a:moveTo>
                  <a:cubicBezTo>
                    <a:pt x="144949" y="112501"/>
                    <a:pt x="112501" y="144949"/>
                    <a:pt x="72474" y="144949"/>
                  </a:cubicBezTo>
                  <a:cubicBezTo>
                    <a:pt x="32448" y="144949"/>
                    <a:pt x="0" y="112501"/>
                    <a:pt x="0" y="72474"/>
                  </a:cubicBezTo>
                  <a:cubicBezTo>
                    <a:pt x="0" y="32448"/>
                    <a:pt x="32448" y="0"/>
                    <a:pt x="72474" y="0"/>
                  </a:cubicBezTo>
                  <a:cubicBezTo>
                    <a:pt x="112501" y="0"/>
                    <a:pt x="144949" y="32448"/>
                    <a:pt x="144949" y="72474"/>
                  </a:cubicBezTo>
                </a:path>
              </a:pathLst>
            </a:custGeom>
            <a:solidFill>
              <a:srgbClr val="0099D9"/>
            </a:solidFill>
            <a:ln w="7647" cap="flat">
              <a:noFill/>
              <a:prstDash val="solid"/>
              <a:miter/>
            </a:ln>
          </p:spPr>
          <p:txBody>
            <a:bodyPr rtlCol="0" anchor="ctr"/>
            <a:lstStyle/>
            <a:p>
              <a:endParaRPr lang="fr-FR" sz="1092"/>
            </a:p>
          </p:txBody>
        </p:sp>
      </p:grpSp>
      <p:sp>
        <p:nvSpPr>
          <p:cNvPr id="11" name="Espace réservé du texte 22">
            <a:extLst>
              <a:ext uri="{FF2B5EF4-FFF2-40B4-BE49-F238E27FC236}">
                <a16:creationId xmlns:a16="http://schemas.microsoft.com/office/drawing/2014/main" id="{1201E6B0-BEB4-F91D-F363-F1F1DA09D93A}"/>
              </a:ext>
            </a:extLst>
          </p:cNvPr>
          <p:cNvSpPr>
            <a:spLocks noGrp="1"/>
          </p:cNvSpPr>
          <p:nvPr>
            <p:ph type="body" sz="quarter" idx="17" hasCustomPrompt="1"/>
          </p:nvPr>
        </p:nvSpPr>
        <p:spPr>
          <a:xfrm>
            <a:off x="1139871" y="360437"/>
            <a:ext cx="9871029" cy="263149"/>
          </a:xfrm>
          <a:noFill/>
        </p:spPr>
        <p:txBody>
          <a:bodyPr wrap="square" anchor="b">
            <a:noAutofit/>
          </a:bodyPr>
          <a:lstStyle>
            <a:lvl1pPr marL="0" indent="0">
              <a:lnSpc>
                <a:spcPct val="120000"/>
              </a:lnSpc>
              <a:spcBef>
                <a:spcPts val="0"/>
              </a:spcBef>
              <a:spcAft>
                <a:spcPts val="600"/>
              </a:spcAft>
              <a:buNone/>
              <a:defRPr sz="1200" b="0">
                <a:solidFill>
                  <a:schemeClr val="tx2"/>
                </a:solidFill>
              </a:defRPr>
            </a:lvl1pPr>
          </a:lstStyle>
          <a:p>
            <a:pPr lvl="0"/>
            <a:r>
              <a:rPr lang="fr-FR" dirty="0"/>
              <a:t>Reprendre le titre de la partie / reprendre le titre de la sous-partie</a:t>
            </a:r>
          </a:p>
        </p:txBody>
      </p:sp>
      <p:sp>
        <p:nvSpPr>
          <p:cNvPr id="6" name="Espace réservé du pied de page 4">
            <a:extLst>
              <a:ext uri="{FF2B5EF4-FFF2-40B4-BE49-F238E27FC236}">
                <a16:creationId xmlns:a16="http://schemas.microsoft.com/office/drawing/2014/main" id="{9E6800F6-C69D-A16F-6BB6-ADD7C7519231}"/>
              </a:ext>
            </a:extLst>
          </p:cNvPr>
          <p:cNvSpPr>
            <a:spLocks noGrp="1"/>
          </p:cNvSpPr>
          <p:nvPr>
            <p:ph type="ftr" sz="quarter" idx="3"/>
          </p:nvPr>
        </p:nvSpPr>
        <p:spPr>
          <a:xfrm rot="16200000">
            <a:off x="9737570" y="2572960"/>
            <a:ext cx="4114800" cy="365125"/>
          </a:xfrm>
          <a:prstGeom prst="rect">
            <a:avLst/>
          </a:prstGeom>
        </p:spPr>
        <p:txBody>
          <a:bodyPr vert="horz" lIns="91440" tIns="45720" rIns="91440" bIns="45720" rtlCol="0" anchor="ctr"/>
          <a:lstStyle>
            <a:lvl1pPr>
              <a:defRPr lang="en-US" sz="728" dirty="0">
                <a:solidFill>
                  <a:schemeClr val="bg1"/>
                </a:solidFill>
                <a:latin typeface="Poppins" pitchFamily="2" charset="77"/>
                <a:cs typeface="Poppins" pitchFamily="2" charset="77"/>
              </a:defRPr>
            </a:lvl1pPr>
          </a:lstStyle>
          <a:p>
            <a:endParaRPr lang="fr-FR"/>
          </a:p>
        </p:txBody>
      </p:sp>
      <p:sp>
        <p:nvSpPr>
          <p:cNvPr id="7" name="Espace réservé du numéro de diapositive 18">
            <a:extLst>
              <a:ext uri="{FF2B5EF4-FFF2-40B4-BE49-F238E27FC236}">
                <a16:creationId xmlns:a16="http://schemas.microsoft.com/office/drawing/2014/main" id="{908AD856-9FAA-A9D6-02CD-B72336B783FB}"/>
              </a:ext>
            </a:extLst>
          </p:cNvPr>
          <p:cNvSpPr>
            <a:spLocks noGrp="1"/>
          </p:cNvSpPr>
          <p:nvPr>
            <p:ph type="sldNum" sz="quarter" idx="4"/>
          </p:nvPr>
        </p:nvSpPr>
        <p:spPr>
          <a:xfrm>
            <a:off x="11588253" y="165403"/>
            <a:ext cx="420073" cy="365125"/>
          </a:xfrm>
          <a:prstGeom prst="rect">
            <a:avLst/>
          </a:prstGeom>
        </p:spPr>
        <p:txBody>
          <a:bodyPr/>
          <a:lstStyle>
            <a:lvl1pPr algn="ctr">
              <a:defRPr lang="en-US" sz="800" b="1" smtClean="0">
                <a:solidFill>
                  <a:schemeClr val="bg1"/>
                </a:solidFill>
                <a:latin typeface="Poppins" pitchFamily="2" charset="77"/>
                <a:cs typeface="Poppins" pitchFamily="2" charset="77"/>
              </a:defRPr>
            </a:lvl1pPr>
          </a:lstStyle>
          <a:p>
            <a:fld id="{DB34802F-08A5-CF4A-8AFE-09DC492A8170}" type="slidenum">
              <a:rPr lang="fr-FR" smtClean="0"/>
              <a:t>‹N°›</a:t>
            </a:fld>
            <a:endParaRPr lang="fr-FR"/>
          </a:p>
        </p:txBody>
      </p:sp>
      <p:sp>
        <p:nvSpPr>
          <p:cNvPr id="9" name="Espace réservé du texte 2">
            <a:extLst>
              <a:ext uri="{FF2B5EF4-FFF2-40B4-BE49-F238E27FC236}">
                <a16:creationId xmlns:a16="http://schemas.microsoft.com/office/drawing/2014/main" id="{F02FD199-598F-2969-2C7E-DD285CC85687}"/>
              </a:ext>
            </a:extLst>
          </p:cNvPr>
          <p:cNvSpPr>
            <a:spLocks noGrp="1"/>
          </p:cNvSpPr>
          <p:nvPr>
            <p:ph idx="18" hasCustomPrompt="1"/>
          </p:nvPr>
        </p:nvSpPr>
        <p:spPr>
          <a:xfrm>
            <a:off x="1139871" y="2365826"/>
            <a:ext cx="6556329" cy="3667927"/>
          </a:xfrm>
          <a:prstGeom prst="rect">
            <a:avLst/>
          </a:prstGeom>
        </p:spPr>
        <p:txBody>
          <a:bodyPr vert="horz" lIns="91440" tIns="45720" rIns="91440" bIns="45720" rtlCol="0">
            <a:spAutoFit/>
          </a:bodyPr>
          <a:lstStyle>
            <a:lvl1pPr marL="0" indent="0">
              <a:lnSpc>
                <a:spcPct val="120000"/>
              </a:lnSpc>
              <a:spcBef>
                <a:spcPts val="0"/>
              </a:spcBef>
              <a:buClr>
                <a:schemeClr val="tx2"/>
              </a:buClr>
              <a:buNone/>
              <a:defRPr lang="fr-FR" dirty="0">
                <a:latin typeface="Poppins" pitchFamily="2" charset="77"/>
                <a:cs typeface="Poppins" pitchFamily="2" charset="77"/>
              </a:defRPr>
            </a:lvl1pPr>
            <a:lvl2pPr>
              <a:lnSpc>
                <a:spcPct val="120000"/>
              </a:lnSpc>
              <a:spcBef>
                <a:spcPts val="0"/>
              </a:spcBef>
              <a:buClr>
                <a:schemeClr val="tx2"/>
              </a:buClr>
              <a:defRPr lang="fr-FR" dirty="0">
                <a:latin typeface="Poppins" pitchFamily="2" charset="77"/>
                <a:cs typeface="Poppins" pitchFamily="2" charset="77"/>
              </a:defRPr>
            </a:lvl2pPr>
            <a:lvl3pPr>
              <a:lnSpc>
                <a:spcPct val="120000"/>
              </a:lnSpc>
              <a:spcBef>
                <a:spcPts val="0"/>
              </a:spcBef>
              <a:buClr>
                <a:schemeClr val="tx2"/>
              </a:buClr>
              <a:defRPr lang="fr-FR" dirty="0">
                <a:latin typeface="Poppins" pitchFamily="2" charset="77"/>
                <a:cs typeface="Poppins" pitchFamily="2" charset="77"/>
              </a:defRPr>
            </a:lvl3pPr>
            <a:lvl4pPr>
              <a:lnSpc>
                <a:spcPct val="120000"/>
              </a:lnSpc>
              <a:spcBef>
                <a:spcPts val="0"/>
              </a:spcBef>
              <a:buClr>
                <a:schemeClr val="tx2"/>
              </a:buClr>
              <a:defRPr lang="fr-FR" dirty="0">
                <a:latin typeface="Poppins" pitchFamily="2" charset="77"/>
                <a:cs typeface="Poppins" pitchFamily="2" charset="77"/>
              </a:defRPr>
            </a:lvl4pPr>
            <a:lvl5pPr>
              <a:lnSpc>
                <a:spcPct val="120000"/>
              </a:lnSpc>
              <a:spcBef>
                <a:spcPts val="0"/>
              </a:spcBef>
              <a:buClr>
                <a:schemeClr val="tx2"/>
              </a:buClr>
              <a:defRPr lang="fr-FR" dirty="0">
                <a:latin typeface="Poppins" pitchFamily="2" charset="77"/>
                <a:cs typeface="Poppins" pitchFamily="2" charset="77"/>
              </a:defRPr>
            </a:lvl5pPr>
          </a:lstStyle>
          <a:p>
            <a:pPr lvl="0">
              <a:spcAft>
                <a:spcPts val="600"/>
              </a:spcAft>
            </a:pPr>
            <a:r>
              <a:rPr lang="fr-FR" dirty="0"/>
              <a:t>At </a:t>
            </a:r>
            <a:r>
              <a:rPr lang="fr-FR" dirty="0" err="1"/>
              <a:t>vero</a:t>
            </a:r>
            <a:r>
              <a:rPr lang="fr-FR" dirty="0"/>
              <a:t> </a:t>
            </a:r>
            <a:r>
              <a:rPr lang="fr-FR" dirty="0" err="1"/>
              <a:t>eos</a:t>
            </a:r>
            <a:r>
              <a:rPr lang="fr-FR" dirty="0"/>
              <a:t> et </a:t>
            </a:r>
            <a:r>
              <a:rPr lang="fr-FR" dirty="0" err="1"/>
              <a:t>accusamus</a:t>
            </a:r>
            <a:r>
              <a:rPr lang="fr-FR" dirty="0"/>
              <a:t> et </a:t>
            </a:r>
            <a:r>
              <a:rPr lang="fr-FR" dirty="0" err="1"/>
              <a:t>iusto</a:t>
            </a:r>
            <a:r>
              <a:rPr lang="fr-FR" dirty="0"/>
              <a:t> </a:t>
            </a:r>
            <a:r>
              <a:rPr lang="fr-FR" dirty="0" err="1"/>
              <a:t>odio</a:t>
            </a:r>
            <a:r>
              <a:rPr lang="fr-FR" dirty="0"/>
              <a:t> </a:t>
            </a:r>
            <a:r>
              <a:rPr lang="fr-FR" dirty="0" err="1"/>
              <a:t>dignissimos</a:t>
            </a:r>
            <a:r>
              <a:rPr lang="fr-FR" dirty="0"/>
              <a:t> </a:t>
            </a:r>
            <a:r>
              <a:rPr lang="fr-FR" dirty="0" err="1"/>
              <a:t>ducimus</a:t>
            </a:r>
            <a:r>
              <a:rPr lang="fr-FR" dirty="0"/>
              <a:t> qui </a:t>
            </a:r>
            <a:r>
              <a:rPr lang="fr-FR" dirty="0" err="1"/>
              <a:t>blanditiis</a:t>
            </a:r>
            <a:r>
              <a:rPr lang="fr-FR" dirty="0"/>
              <a:t> </a:t>
            </a:r>
            <a:r>
              <a:rPr lang="fr-FR" dirty="0" err="1"/>
              <a:t>praesentium</a:t>
            </a:r>
            <a:r>
              <a:rPr lang="fr-FR" dirty="0"/>
              <a:t> </a:t>
            </a:r>
            <a:r>
              <a:rPr lang="fr-FR" dirty="0" err="1"/>
              <a:t>voluptatum</a:t>
            </a:r>
            <a:r>
              <a:rPr lang="fr-FR" dirty="0"/>
              <a:t> </a:t>
            </a:r>
            <a:r>
              <a:rPr lang="fr-FR" dirty="0" err="1"/>
              <a:t>deleniti</a:t>
            </a:r>
            <a:r>
              <a:rPr lang="fr-FR" dirty="0"/>
              <a:t> </a:t>
            </a:r>
            <a:r>
              <a:rPr lang="fr-FR" dirty="0" err="1"/>
              <a:t>atque</a:t>
            </a:r>
            <a:r>
              <a:rPr lang="fr-FR" dirty="0"/>
              <a:t> </a:t>
            </a:r>
            <a:r>
              <a:rPr lang="fr-FR" dirty="0" err="1"/>
              <a:t>corrupti</a:t>
            </a:r>
            <a:r>
              <a:rPr lang="fr-FR" dirty="0"/>
              <a:t> </a:t>
            </a:r>
            <a:r>
              <a:rPr lang="fr-FR" dirty="0" err="1"/>
              <a:t>quos</a:t>
            </a:r>
            <a:r>
              <a:rPr lang="fr-FR" dirty="0"/>
              <a:t> </a:t>
            </a:r>
            <a:r>
              <a:rPr lang="fr-FR" dirty="0" err="1"/>
              <a:t>dolores</a:t>
            </a:r>
            <a:r>
              <a:rPr lang="fr-FR" dirty="0"/>
              <a:t> et </a:t>
            </a:r>
            <a:r>
              <a:rPr lang="fr-FR" dirty="0" err="1"/>
              <a:t>quas</a:t>
            </a:r>
            <a:r>
              <a:rPr lang="fr-FR" dirty="0"/>
              <a:t> </a:t>
            </a:r>
            <a:r>
              <a:rPr lang="fr-FR" dirty="0" err="1"/>
              <a:t>molestias</a:t>
            </a:r>
            <a:r>
              <a:rPr lang="fr-FR" dirty="0"/>
              <a:t> </a:t>
            </a:r>
            <a:r>
              <a:rPr lang="fr-FR" dirty="0" err="1"/>
              <a:t>excepturi</a:t>
            </a:r>
            <a:r>
              <a:rPr lang="fr-FR" dirty="0"/>
              <a:t> </a:t>
            </a:r>
            <a:r>
              <a:rPr lang="fr-FR" dirty="0" err="1"/>
              <a:t>sint</a:t>
            </a:r>
            <a:r>
              <a:rPr lang="fr-FR" dirty="0"/>
              <a:t> </a:t>
            </a:r>
            <a:r>
              <a:rPr lang="fr-FR" dirty="0" err="1"/>
              <a:t>occaecati</a:t>
            </a:r>
            <a:r>
              <a:rPr lang="fr-FR" dirty="0"/>
              <a:t> </a:t>
            </a:r>
            <a:r>
              <a:rPr lang="fr-FR" dirty="0" err="1"/>
              <a:t>cupiditate</a:t>
            </a:r>
            <a:r>
              <a:rPr lang="fr-FR" dirty="0"/>
              <a:t> non provident, </a:t>
            </a:r>
            <a:r>
              <a:rPr lang="fr-FR" dirty="0" err="1"/>
              <a:t>similique</a:t>
            </a:r>
            <a:r>
              <a:rPr lang="fr-FR" dirty="0"/>
              <a:t> </a:t>
            </a:r>
            <a:r>
              <a:rPr lang="fr-FR" dirty="0" err="1"/>
              <a:t>sunt</a:t>
            </a:r>
            <a:r>
              <a:rPr lang="fr-FR" dirty="0"/>
              <a:t> in culpa qui officia </a:t>
            </a:r>
            <a:r>
              <a:rPr lang="fr-FR" dirty="0" err="1"/>
              <a:t>deserunt</a:t>
            </a:r>
            <a:r>
              <a:rPr lang="fr-FR" dirty="0"/>
              <a:t> </a:t>
            </a:r>
            <a:r>
              <a:rPr lang="fr-FR" dirty="0" err="1"/>
              <a:t>mollitia</a:t>
            </a:r>
            <a:r>
              <a:rPr lang="fr-FR" dirty="0"/>
              <a:t> </a:t>
            </a:r>
            <a:r>
              <a:rPr lang="fr-FR" dirty="0" err="1"/>
              <a:t>animi</a:t>
            </a:r>
            <a:r>
              <a:rPr lang="fr-FR" dirty="0"/>
              <a:t>, id est </a:t>
            </a:r>
            <a:r>
              <a:rPr lang="fr-FR" dirty="0" err="1"/>
              <a:t>laborum</a:t>
            </a:r>
            <a:r>
              <a:rPr lang="fr-FR" dirty="0"/>
              <a:t> et </a:t>
            </a:r>
            <a:r>
              <a:rPr lang="fr-FR" dirty="0" err="1"/>
              <a:t>dolorum</a:t>
            </a:r>
            <a:r>
              <a:rPr lang="fr-FR" dirty="0"/>
              <a:t> </a:t>
            </a:r>
            <a:r>
              <a:rPr lang="fr-FR" dirty="0" err="1"/>
              <a:t>fuga</a:t>
            </a:r>
            <a:r>
              <a:rPr lang="fr-FR" dirty="0"/>
              <a:t>.</a:t>
            </a:r>
          </a:p>
          <a:p>
            <a:pPr lvl="0">
              <a:spcAft>
                <a:spcPts val="600"/>
              </a:spcAft>
            </a:pPr>
            <a:r>
              <a:rPr lang="fr-FR" dirty="0"/>
              <a:t>Et </a:t>
            </a:r>
            <a:r>
              <a:rPr lang="fr-FR" dirty="0" err="1"/>
              <a:t>harum</a:t>
            </a:r>
            <a:r>
              <a:rPr lang="fr-FR" dirty="0"/>
              <a:t> </a:t>
            </a:r>
            <a:r>
              <a:rPr lang="fr-FR" dirty="0" err="1"/>
              <a:t>quidem</a:t>
            </a:r>
            <a:r>
              <a:rPr lang="fr-FR" dirty="0"/>
              <a:t> </a:t>
            </a:r>
            <a:r>
              <a:rPr lang="fr-FR" dirty="0" err="1"/>
              <a:t>rerum</a:t>
            </a:r>
            <a:r>
              <a:rPr lang="fr-FR" dirty="0"/>
              <a:t> </a:t>
            </a:r>
            <a:r>
              <a:rPr lang="fr-FR" dirty="0" err="1"/>
              <a:t>facilis</a:t>
            </a:r>
            <a:r>
              <a:rPr lang="fr-FR" dirty="0"/>
              <a:t> est et </a:t>
            </a:r>
            <a:r>
              <a:rPr lang="fr-FR" dirty="0" err="1"/>
              <a:t>expedita</a:t>
            </a:r>
            <a:r>
              <a:rPr lang="fr-FR" dirty="0"/>
              <a:t> </a:t>
            </a:r>
            <a:r>
              <a:rPr lang="fr-FR" dirty="0" err="1"/>
              <a:t>distinctio</a:t>
            </a:r>
            <a:r>
              <a:rPr lang="fr-FR" dirty="0"/>
              <a:t>. Nam libero </a:t>
            </a:r>
            <a:r>
              <a:rPr lang="fr-FR" dirty="0" err="1"/>
              <a:t>tempore</a:t>
            </a:r>
            <a:r>
              <a:rPr lang="fr-FR" dirty="0"/>
              <a:t>, cum </a:t>
            </a:r>
            <a:r>
              <a:rPr lang="fr-FR" dirty="0" err="1"/>
              <a:t>soluta</a:t>
            </a:r>
            <a:r>
              <a:rPr lang="fr-FR" dirty="0"/>
              <a:t> </a:t>
            </a:r>
            <a:r>
              <a:rPr lang="fr-FR" dirty="0" err="1"/>
              <a:t>nobis</a:t>
            </a:r>
            <a:r>
              <a:rPr lang="fr-FR" dirty="0"/>
              <a:t> est </a:t>
            </a:r>
            <a:r>
              <a:rPr lang="fr-FR" dirty="0" err="1"/>
              <a:t>eligendi</a:t>
            </a:r>
            <a:r>
              <a:rPr lang="fr-FR" dirty="0"/>
              <a:t> </a:t>
            </a:r>
            <a:r>
              <a:rPr lang="fr-FR" dirty="0" err="1"/>
              <a:t>optio</a:t>
            </a:r>
            <a:r>
              <a:rPr lang="fr-FR" dirty="0"/>
              <a:t> </a:t>
            </a:r>
            <a:r>
              <a:rPr lang="fr-FR" dirty="0" err="1"/>
              <a:t>cumque</a:t>
            </a:r>
            <a:r>
              <a:rPr lang="fr-FR" dirty="0"/>
              <a:t> nihil </a:t>
            </a:r>
            <a:r>
              <a:rPr lang="fr-FR" dirty="0" err="1"/>
              <a:t>impedit</a:t>
            </a:r>
            <a:r>
              <a:rPr lang="fr-FR" dirty="0"/>
              <a:t> quo minus id quod maxime </a:t>
            </a:r>
            <a:r>
              <a:rPr lang="fr-FR" dirty="0" err="1"/>
              <a:t>placeat</a:t>
            </a:r>
            <a:r>
              <a:rPr lang="fr-FR" dirty="0"/>
              <a:t> </a:t>
            </a:r>
            <a:r>
              <a:rPr lang="fr-FR" dirty="0" err="1"/>
              <a:t>facere</a:t>
            </a:r>
            <a:r>
              <a:rPr lang="fr-FR" dirty="0"/>
              <a:t> </a:t>
            </a:r>
            <a:r>
              <a:rPr lang="fr-FR" dirty="0" err="1"/>
              <a:t>possimus</a:t>
            </a:r>
            <a:r>
              <a:rPr lang="fr-FR" dirty="0"/>
              <a:t>, </a:t>
            </a:r>
            <a:r>
              <a:rPr lang="fr-FR" dirty="0" err="1"/>
              <a:t>omnis</a:t>
            </a:r>
            <a:r>
              <a:rPr lang="fr-FR" dirty="0"/>
              <a:t> </a:t>
            </a:r>
            <a:r>
              <a:rPr lang="fr-FR" dirty="0" err="1"/>
              <a:t>voluptas</a:t>
            </a:r>
            <a:r>
              <a:rPr lang="fr-FR" dirty="0"/>
              <a:t> </a:t>
            </a:r>
            <a:r>
              <a:rPr lang="fr-FR" dirty="0" err="1"/>
              <a:t>assumenda</a:t>
            </a:r>
            <a:r>
              <a:rPr lang="fr-FR" dirty="0"/>
              <a:t> est, </a:t>
            </a:r>
            <a:r>
              <a:rPr lang="fr-FR" dirty="0" err="1"/>
              <a:t>omnis</a:t>
            </a:r>
            <a:r>
              <a:rPr lang="fr-FR" dirty="0"/>
              <a:t> </a:t>
            </a:r>
            <a:r>
              <a:rPr lang="fr-FR" dirty="0" err="1"/>
              <a:t>dolor</a:t>
            </a:r>
            <a:r>
              <a:rPr lang="fr-FR" dirty="0"/>
              <a:t> </a:t>
            </a:r>
            <a:r>
              <a:rPr lang="fr-FR" dirty="0" err="1"/>
              <a:t>repellendus</a:t>
            </a:r>
            <a:r>
              <a:rPr lang="fr-FR" dirty="0"/>
              <a:t>.</a:t>
            </a:r>
          </a:p>
          <a:p>
            <a:pPr lvl="0">
              <a:spcAft>
                <a:spcPts val="600"/>
              </a:spcAft>
            </a:pPr>
            <a:r>
              <a:rPr lang="fr-FR" dirty="0" err="1"/>
              <a:t>Temporibus</a:t>
            </a:r>
            <a:r>
              <a:rPr lang="fr-FR" dirty="0"/>
              <a:t> </a:t>
            </a:r>
            <a:r>
              <a:rPr lang="fr-FR" dirty="0" err="1"/>
              <a:t>autem</a:t>
            </a:r>
            <a:r>
              <a:rPr lang="fr-FR" dirty="0"/>
              <a:t> </a:t>
            </a:r>
            <a:r>
              <a:rPr lang="fr-FR" dirty="0" err="1"/>
              <a:t>quibusdam</a:t>
            </a:r>
            <a:r>
              <a:rPr lang="fr-FR" dirty="0"/>
              <a:t> et </a:t>
            </a:r>
            <a:r>
              <a:rPr lang="fr-FR" dirty="0" err="1"/>
              <a:t>aut</a:t>
            </a:r>
            <a:r>
              <a:rPr lang="fr-FR" dirty="0"/>
              <a:t> </a:t>
            </a:r>
            <a:r>
              <a:rPr lang="fr-FR" dirty="0" err="1"/>
              <a:t>officiis</a:t>
            </a:r>
            <a:r>
              <a:rPr lang="fr-FR" dirty="0"/>
              <a:t> </a:t>
            </a:r>
            <a:r>
              <a:rPr lang="fr-FR" dirty="0" err="1"/>
              <a:t>debitis</a:t>
            </a:r>
            <a:r>
              <a:rPr lang="fr-FR" dirty="0"/>
              <a:t> </a:t>
            </a:r>
            <a:r>
              <a:rPr lang="fr-FR" dirty="0" err="1"/>
              <a:t>aut</a:t>
            </a:r>
            <a:r>
              <a:rPr lang="fr-FR" dirty="0"/>
              <a:t> </a:t>
            </a:r>
            <a:r>
              <a:rPr lang="fr-FR" dirty="0" err="1"/>
              <a:t>rerum</a:t>
            </a:r>
            <a:r>
              <a:rPr lang="fr-FR" dirty="0"/>
              <a:t> </a:t>
            </a:r>
            <a:r>
              <a:rPr lang="fr-FR" dirty="0" err="1"/>
              <a:t>necessitatibus</a:t>
            </a:r>
            <a:r>
              <a:rPr lang="fr-FR" dirty="0"/>
              <a:t> </a:t>
            </a:r>
            <a:r>
              <a:rPr lang="fr-FR" dirty="0" err="1"/>
              <a:t>saepe</a:t>
            </a:r>
            <a:r>
              <a:rPr lang="fr-FR" dirty="0"/>
              <a:t> </a:t>
            </a:r>
            <a:r>
              <a:rPr lang="fr-FR" dirty="0" err="1"/>
              <a:t>eveniet</a:t>
            </a:r>
            <a:r>
              <a:rPr lang="fr-FR" dirty="0"/>
              <a:t> ut et </a:t>
            </a:r>
            <a:r>
              <a:rPr lang="fr-FR" dirty="0" err="1"/>
              <a:t>voluptates</a:t>
            </a:r>
            <a:r>
              <a:rPr lang="fr-FR" dirty="0"/>
              <a:t> </a:t>
            </a:r>
            <a:r>
              <a:rPr lang="fr-FR" dirty="0" err="1"/>
              <a:t>repudiandae</a:t>
            </a:r>
            <a:r>
              <a:rPr lang="fr-FR" dirty="0"/>
              <a:t> </a:t>
            </a:r>
            <a:r>
              <a:rPr lang="fr-FR" dirty="0" err="1"/>
              <a:t>sint</a:t>
            </a:r>
            <a:r>
              <a:rPr lang="fr-FR" dirty="0"/>
              <a:t> et </a:t>
            </a:r>
            <a:r>
              <a:rPr lang="fr-FR" dirty="0" err="1"/>
              <a:t>molestiae</a:t>
            </a:r>
            <a:r>
              <a:rPr lang="fr-FR" dirty="0"/>
              <a:t> non </a:t>
            </a:r>
            <a:r>
              <a:rPr lang="fr-FR" dirty="0" err="1"/>
              <a:t>recusandae</a:t>
            </a:r>
            <a:r>
              <a:rPr lang="fr-FR" dirty="0"/>
              <a:t>. </a:t>
            </a:r>
            <a:r>
              <a:rPr lang="fr-FR" dirty="0" err="1"/>
              <a:t>Itaque</a:t>
            </a:r>
            <a:r>
              <a:rPr lang="fr-FR" dirty="0"/>
              <a:t> </a:t>
            </a:r>
            <a:r>
              <a:rPr lang="fr-FR" dirty="0" err="1"/>
              <a:t>earum</a:t>
            </a:r>
            <a:r>
              <a:rPr lang="fr-FR" dirty="0"/>
              <a:t> </a:t>
            </a:r>
            <a:r>
              <a:rPr lang="fr-FR" dirty="0" err="1"/>
              <a:t>rerum</a:t>
            </a:r>
            <a:r>
              <a:rPr lang="fr-FR" dirty="0"/>
              <a:t> hic </a:t>
            </a:r>
            <a:r>
              <a:rPr lang="fr-FR" dirty="0" err="1"/>
              <a:t>tenetur</a:t>
            </a:r>
            <a:r>
              <a:rPr lang="fr-FR" dirty="0"/>
              <a:t> a </a:t>
            </a:r>
            <a:r>
              <a:rPr lang="fr-FR" dirty="0" err="1"/>
              <a:t>sapiente</a:t>
            </a:r>
            <a:r>
              <a:rPr lang="fr-FR" dirty="0"/>
              <a:t> </a:t>
            </a:r>
            <a:r>
              <a:rPr lang="fr-FR" dirty="0" err="1"/>
              <a:t>delectus</a:t>
            </a:r>
            <a:r>
              <a:rPr lang="fr-FR" dirty="0"/>
              <a:t>, ut </a:t>
            </a:r>
            <a:r>
              <a:rPr lang="fr-FR" dirty="0" err="1"/>
              <a:t>aut</a:t>
            </a:r>
            <a:r>
              <a:rPr lang="fr-FR" dirty="0"/>
              <a:t> </a:t>
            </a:r>
            <a:r>
              <a:rPr lang="fr-FR" dirty="0" err="1"/>
              <a:t>reiciendis</a:t>
            </a:r>
            <a:r>
              <a:rPr lang="fr-FR" dirty="0"/>
              <a:t> </a:t>
            </a:r>
            <a:r>
              <a:rPr lang="fr-FR" dirty="0" err="1"/>
              <a:t>voluptatibus</a:t>
            </a:r>
            <a:r>
              <a:rPr lang="fr-FR" dirty="0"/>
              <a:t> </a:t>
            </a:r>
            <a:r>
              <a:rPr lang="fr-FR" dirty="0" err="1"/>
              <a:t>maiores</a:t>
            </a:r>
            <a:r>
              <a:rPr lang="fr-FR" dirty="0"/>
              <a:t> alias </a:t>
            </a:r>
            <a:r>
              <a:rPr lang="fr-FR" dirty="0" err="1"/>
              <a:t>consequatur</a:t>
            </a:r>
            <a:r>
              <a:rPr lang="fr-FR" dirty="0"/>
              <a:t> </a:t>
            </a:r>
            <a:r>
              <a:rPr lang="fr-FR" dirty="0" err="1"/>
              <a:t>aut</a:t>
            </a:r>
            <a:r>
              <a:rPr lang="fr-FR" dirty="0"/>
              <a:t> </a:t>
            </a:r>
            <a:r>
              <a:rPr lang="fr-FR" dirty="0" err="1"/>
              <a:t>perferendis</a:t>
            </a:r>
            <a:r>
              <a:rPr lang="fr-FR" dirty="0"/>
              <a:t> </a:t>
            </a:r>
            <a:r>
              <a:rPr lang="fr-FR" dirty="0" err="1"/>
              <a:t>doloribus</a:t>
            </a:r>
            <a:r>
              <a:rPr lang="fr-FR" dirty="0"/>
              <a:t> </a:t>
            </a:r>
            <a:r>
              <a:rPr lang="fr-FR" dirty="0" err="1"/>
              <a:t>asperiores</a:t>
            </a:r>
            <a:r>
              <a:rPr lang="fr-FR" dirty="0"/>
              <a:t> </a:t>
            </a:r>
            <a:r>
              <a:rPr lang="fr-FR" dirty="0" err="1"/>
              <a:t>repellat</a:t>
            </a:r>
            <a:r>
              <a:rPr lang="fr-FR" dirty="0"/>
              <a:t>. Cliquez pour modifier les styles du texte du masque</a:t>
            </a:r>
          </a:p>
          <a:p>
            <a:pPr lvl="1">
              <a:spcAft>
                <a:spcPts val="600"/>
              </a:spcAft>
            </a:pPr>
            <a:r>
              <a:rPr lang="fr-FR" dirty="0"/>
              <a:t>Deuxième niveau</a:t>
            </a:r>
          </a:p>
          <a:p>
            <a:pPr lvl="2">
              <a:spcAft>
                <a:spcPts val="600"/>
              </a:spcAft>
            </a:pPr>
            <a:r>
              <a:rPr lang="fr-FR" dirty="0"/>
              <a:t>Troisième niveau</a:t>
            </a:r>
          </a:p>
          <a:p>
            <a:pPr lvl="3">
              <a:spcAft>
                <a:spcPts val="600"/>
              </a:spcAft>
            </a:pPr>
            <a:r>
              <a:rPr lang="fr-FR" dirty="0"/>
              <a:t>Quatrième niveau</a:t>
            </a:r>
          </a:p>
          <a:p>
            <a:pPr lvl="4">
              <a:spcAft>
                <a:spcPts val="600"/>
              </a:spcAft>
            </a:pPr>
            <a:r>
              <a:rPr lang="fr-FR" dirty="0"/>
              <a:t>Cinquième niveau</a:t>
            </a:r>
          </a:p>
        </p:txBody>
      </p:sp>
      <p:sp>
        <p:nvSpPr>
          <p:cNvPr id="8" name="TextBox 79">
            <a:extLst>
              <a:ext uri="{FF2B5EF4-FFF2-40B4-BE49-F238E27FC236}">
                <a16:creationId xmlns:a16="http://schemas.microsoft.com/office/drawing/2014/main" id="{837F7567-429E-DDCA-B618-ECA9F1ACA69C}"/>
              </a:ext>
            </a:extLst>
          </p:cNvPr>
          <p:cNvSpPr txBox="1"/>
          <p:nvPr/>
        </p:nvSpPr>
        <p:spPr>
          <a:xfrm rot="16200000">
            <a:off x="-542386" y="6323510"/>
            <a:ext cx="704039" cy="184666"/>
          </a:xfrm>
          <a:prstGeom prst="rect">
            <a:avLst/>
          </a:prstGeom>
          <a:noFill/>
        </p:spPr>
        <p:txBody>
          <a:bodyPr wrap="none" rtlCol="0">
            <a:spAutoFit/>
          </a:bodyPr>
          <a:lstStyle/>
          <a:p>
            <a:pPr algn="r"/>
            <a:r>
              <a:rPr lang="en-US" sz="600" dirty="0">
                <a:solidFill>
                  <a:schemeClr val="tx1">
                    <a:lumMod val="50000"/>
                    <a:lumOff val="50000"/>
                  </a:schemeClr>
                </a:solidFill>
                <a:latin typeface="Poppins" pitchFamily="2" charset="77"/>
                <a:cs typeface="Poppins" pitchFamily="2" charset="77"/>
              </a:rPr>
              <a:t>R</a:t>
            </a:r>
            <a:r>
              <a:rPr lang="en-FR" sz="600" dirty="0">
                <a:solidFill>
                  <a:schemeClr val="tx1">
                    <a:lumMod val="50000"/>
                    <a:lumOff val="50000"/>
                  </a:schemeClr>
                </a:solidFill>
                <a:latin typeface="Poppins" pitchFamily="2" charset="77"/>
                <a:cs typeface="Poppins" pitchFamily="2" charset="77"/>
              </a:rPr>
              <a:t>ègle de trois</a:t>
            </a:r>
          </a:p>
        </p:txBody>
      </p:sp>
      <p:sp>
        <p:nvSpPr>
          <p:cNvPr id="10" name="TextBox 80">
            <a:extLst>
              <a:ext uri="{FF2B5EF4-FFF2-40B4-BE49-F238E27FC236}">
                <a16:creationId xmlns:a16="http://schemas.microsoft.com/office/drawing/2014/main" id="{4FA354A3-8E6E-01CB-84CF-AEED61E0B435}"/>
              </a:ext>
            </a:extLst>
          </p:cNvPr>
          <p:cNvSpPr txBox="1"/>
          <p:nvPr/>
        </p:nvSpPr>
        <p:spPr>
          <a:xfrm rot="16200000">
            <a:off x="-775222" y="6379615"/>
            <a:ext cx="816249" cy="184666"/>
          </a:xfrm>
          <a:prstGeom prst="rect">
            <a:avLst/>
          </a:prstGeom>
          <a:noFill/>
        </p:spPr>
        <p:txBody>
          <a:bodyPr wrap="none" rtlCol="0">
            <a:spAutoFit/>
          </a:bodyPr>
          <a:lstStyle/>
          <a:p>
            <a:pPr algn="r"/>
            <a:r>
              <a:rPr lang="fr-FR" sz="600" dirty="0">
                <a:solidFill>
                  <a:schemeClr val="tx1">
                    <a:lumMod val="50000"/>
                    <a:lumOff val="50000"/>
                  </a:schemeClr>
                </a:solidFill>
                <a:latin typeface="Poppins" pitchFamily="2" charset="77"/>
                <a:cs typeface="Poppins" pitchFamily="2" charset="77"/>
              </a:rPr>
              <a:t>Divisé par 2 ou 4</a:t>
            </a:r>
            <a:endParaRPr lang="en-FR" sz="600" dirty="0">
              <a:solidFill>
                <a:schemeClr val="tx1">
                  <a:lumMod val="50000"/>
                  <a:lumOff val="50000"/>
                </a:schemeClr>
              </a:solidFill>
              <a:latin typeface="Poppins" pitchFamily="2" charset="77"/>
              <a:cs typeface="Poppins" pitchFamily="2" charset="77"/>
            </a:endParaRPr>
          </a:p>
        </p:txBody>
      </p:sp>
      <p:sp>
        <p:nvSpPr>
          <p:cNvPr id="12" name="TextBox 81">
            <a:extLst>
              <a:ext uri="{FF2B5EF4-FFF2-40B4-BE49-F238E27FC236}">
                <a16:creationId xmlns:a16="http://schemas.microsoft.com/office/drawing/2014/main" id="{39911FA1-798F-A025-199C-25C923AC5716}"/>
              </a:ext>
            </a:extLst>
          </p:cNvPr>
          <p:cNvSpPr txBox="1"/>
          <p:nvPr/>
        </p:nvSpPr>
        <p:spPr>
          <a:xfrm rot="16200000">
            <a:off x="-1012121" y="6408469"/>
            <a:ext cx="873957" cy="184666"/>
          </a:xfrm>
          <a:prstGeom prst="rect">
            <a:avLst/>
          </a:prstGeom>
          <a:noFill/>
        </p:spPr>
        <p:txBody>
          <a:bodyPr wrap="none" rtlCol="0">
            <a:spAutoFit/>
          </a:bodyPr>
          <a:lstStyle/>
          <a:p>
            <a:pPr algn="r"/>
            <a:r>
              <a:rPr lang="fr-FR" sz="600" dirty="0">
                <a:solidFill>
                  <a:schemeClr val="tx1">
                    <a:lumMod val="50000"/>
                    <a:lumOff val="50000"/>
                  </a:schemeClr>
                </a:solidFill>
                <a:latin typeface="Poppins" pitchFamily="2" charset="77"/>
                <a:cs typeface="Poppins" pitchFamily="2" charset="77"/>
              </a:rPr>
              <a:t>Ratio nombre d’or</a:t>
            </a:r>
            <a:endParaRPr lang="en-FR" sz="600" dirty="0">
              <a:solidFill>
                <a:schemeClr val="tx1">
                  <a:lumMod val="50000"/>
                  <a:lumOff val="50000"/>
                </a:schemeClr>
              </a:solidFill>
              <a:latin typeface="Poppins" pitchFamily="2" charset="77"/>
              <a:cs typeface="Poppins" pitchFamily="2" charset="77"/>
            </a:endParaRPr>
          </a:p>
        </p:txBody>
      </p:sp>
      <p:sp>
        <p:nvSpPr>
          <p:cNvPr id="13" name="ZoneTexte 12">
            <a:extLst>
              <a:ext uri="{FF2B5EF4-FFF2-40B4-BE49-F238E27FC236}">
                <a16:creationId xmlns:a16="http://schemas.microsoft.com/office/drawing/2014/main" id="{EAD74FC3-80A9-B735-0837-DDB5ED00A7F3}"/>
              </a:ext>
            </a:extLst>
          </p:cNvPr>
          <p:cNvSpPr txBox="1"/>
          <p:nvPr/>
        </p:nvSpPr>
        <p:spPr>
          <a:xfrm rot="16200000">
            <a:off x="-2531255" y="5123182"/>
            <a:ext cx="3348994" cy="276999"/>
          </a:xfrm>
          <a:prstGeom prst="rect">
            <a:avLst/>
          </a:prstGeom>
          <a:noFill/>
        </p:spPr>
        <p:txBody>
          <a:bodyPr wrap="none" rtlCol="0">
            <a:spAutoFit/>
          </a:bodyPr>
          <a:lstStyle/>
          <a:p>
            <a:r>
              <a:rPr lang="fr-FR" sz="1200" b="1" dirty="0">
                <a:solidFill>
                  <a:schemeClr val="tx1">
                    <a:lumMod val="50000"/>
                    <a:lumOff val="50000"/>
                  </a:schemeClr>
                </a:solidFill>
                <a:latin typeface="+mj-lt"/>
              </a:rPr>
              <a:t>Guide pour gérer les alignements verticaux</a:t>
            </a:r>
            <a:endParaRPr lang="en-US" sz="1200" b="0" i="1" dirty="0">
              <a:solidFill>
                <a:schemeClr val="tx1">
                  <a:lumMod val="50000"/>
                  <a:lumOff val="50000"/>
                </a:schemeClr>
              </a:solidFill>
              <a:latin typeface="+mj-lt"/>
            </a:endParaRPr>
          </a:p>
        </p:txBody>
      </p:sp>
      <p:grpSp>
        <p:nvGrpSpPr>
          <p:cNvPr id="15" name="Groupe 14">
            <a:extLst>
              <a:ext uri="{FF2B5EF4-FFF2-40B4-BE49-F238E27FC236}">
                <a16:creationId xmlns:a16="http://schemas.microsoft.com/office/drawing/2014/main" id="{11FA51A3-B95A-7525-2233-EE72A315E1C4}"/>
              </a:ext>
            </a:extLst>
          </p:cNvPr>
          <p:cNvGrpSpPr/>
          <p:nvPr/>
        </p:nvGrpSpPr>
        <p:grpSpPr>
          <a:xfrm>
            <a:off x="-686042" y="2365826"/>
            <a:ext cx="532402" cy="3692073"/>
            <a:chOff x="-686042" y="1651818"/>
            <a:chExt cx="532402" cy="4406081"/>
          </a:xfrm>
        </p:grpSpPr>
        <p:grpSp>
          <p:nvGrpSpPr>
            <p:cNvPr id="16" name="Groupe 15">
              <a:extLst>
                <a:ext uri="{FF2B5EF4-FFF2-40B4-BE49-F238E27FC236}">
                  <a16:creationId xmlns:a16="http://schemas.microsoft.com/office/drawing/2014/main" id="{D7C0CCC0-A720-735A-45EA-A8A8EF2344CE}"/>
                </a:ext>
              </a:extLst>
            </p:cNvPr>
            <p:cNvGrpSpPr/>
            <p:nvPr/>
          </p:nvGrpSpPr>
          <p:grpSpPr>
            <a:xfrm>
              <a:off x="-686042" y="1651818"/>
              <a:ext cx="532402" cy="4406081"/>
              <a:chOff x="-686042" y="1667816"/>
              <a:chExt cx="532402" cy="4233649"/>
            </a:xfrm>
            <a:noFill/>
          </p:grpSpPr>
          <p:grpSp>
            <p:nvGrpSpPr>
              <p:cNvPr id="20" name="Group 65">
                <a:extLst>
                  <a:ext uri="{FF2B5EF4-FFF2-40B4-BE49-F238E27FC236}">
                    <a16:creationId xmlns:a16="http://schemas.microsoft.com/office/drawing/2014/main" id="{4F2EA601-B4A8-E665-0CEF-6440E7BB13A1}"/>
                  </a:ext>
                </a:extLst>
              </p:cNvPr>
              <p:cNvGrpSpPr/>
              <p:nvPr/>
            </p:nvGrpSpPr>
            <p:grpSpPr>
              <a:xfrm>
                <a:off x="-686042" y="1669575"/>
                <a:ext cx="76803" cy="4231890"/>
                <a:chOff x="-279739" y="1825625"/>
                <a:chExt cx="89877" cy="4231890"/>
              </a:xfrm>
              <a:grpFill/>
            </p:grpSpPr>
            <p:sp>
              <p:nvSpPr>
                <p:cNvPr id="31" name="Rectangle 30">
                  <a:extLst>
                    <a:ext uri="{FF2B5EF4-FFF2-40B4-BE49-F238E27FC236}">
                      <a16:creationId xmlns:a16="http://schemas.microsoft.com/office/drawing/2014/main" id="{7ACFF97B-F6A2-D0B6-D5E2-27F0C91BF35D}"/>
                    </a:ext>
                  </a:extLst>
                </p:cNvPr>
                <p:cNvSpPr/>
                <p:nvPr/>
              </p:nvSpPr>
              <p:spPr bwMode="auto">
                <a:xfrm>
                  <a:off x="-279739" y="3552584"/>
                  <a:ext cx="88780" cy="2504931"/>
                </a:xfrm>
                <a:prstGeom prst="rect">
                  <a:avLst/>
                </a:prstGeom>
                <a:grpFill/>
                <a:ln w="9525">
                  <a:solidFill>
                    <a:schemeClr val="tx1">
                      <a:lumMod val="50000"/>
                      <a:lumOff val="50000"/>
                    </a:schemeClr>
                  </a:solidFill>
                  <a:prstDash val="sysDash"/>
                  <a:round/>
                  <a:headEnd/>
                  <a:tailEnd/>
                </a:ln>
              </p:spPr>
              <p:txBody>
                <a:bodyPr lIns="72000" tIns="36000" rIns="72000" bIns="36000" rtlCol="0" anchor="ctr">
                  <a:prstTxWarp prst="textNoShape">
                    <a:avLst/>
                  </a:prstTxWarp>
                  <a:noAutofit/>
                </a:bodyPr>
                <a:lstStyle/>
                <a:p>
                  <a:pPr algn="ctr" fontAlgn="base">
                    <a:lnSpc>
                      <a:spcPct val="112000"/>
                    </a:lnSpc>
                    <a:spcAft>
                      <a:spcPct val="0"/>
                    </a:spcAft>
                    <a:buFont typeface="Abadi MT Condensed Extra Bold" pitchFamily="-106" charset="0"/>
                    <a:buNone/>
                  </a:pPr>
                  <a:endParaRPr lang="en-GB" sz="1400" b="0" i="0">
                    <a:solidFill>
                      <a:srgbClr val="000000"/>
                    </a:solidFill>
                    <a:latin typeface="Helvetica" pitchFamily="2" charset="0"/>
                  </a:endParaRPr>
                </a:p>
              </p:txBody>
            </p:sp>
            <p:sp>
              <p:nvSpPr>
                <p:cNvPr id="32" name="Rectangle 31">
                  <a:extLst>
                    <a:ext uri="{FF2B5EF4-FFF2-40B4-BE49-F238E27FC236}">
                      <a16:creationId xmlns:a16="http://schemas.microsoft.com/office/drawing/2014/main" id="{04404EA9-3F0A-75A5-AA1D-719E034DBD63}"/>
                    </a:ext>
                  </a:extLst>
                </p:cNvPr>
                <p:cNvSpPr/>
                <p:nvPr/>
              </p:nvSpPr>
              <p:spPr bwMode="auto">
                <a:xfrm>
                  <a:off x="-278640" y="1825625"/>
                  <a:ext cx="88778" cy="1602427"/>
                </a:xfrm>
                <a:prstGeom prst="rect">
                  <a:avLst/>
                </a:prstGeom>
                <a:grpFill/>
                <a:ln w="9525">
                  <a:solidFill>
                    <a:schemeClr val="tx1">
                      <a:lumMod val="50000"/>
                      <a:lumOff val="50000"/>
                    </a:schemeClr>
                  </a:solidFill>
                  <a:prstDash val="sysDash"/>
                  <a:round/>
                  <a:headEnd/>
                  <a:tailEnd/>
                </a:ln>
              </p:spPr>
              <p:txBody>
                <a:bodyPr lIns="72000" tIns="36000" rIns="72000" bIns="36000" rtlCol="0" anchor="ctr">
                  <a:prstTxWarp prst="textNoShape">
                    <a:avLst/>
                  </a:prstTxWarp>
                  <a:noAutofit/>
                </a:bodyPr>
                <a:lstStyle/>
                <a:p>
                  <a:pPr algn="ctr" fontAlgn="base">
                    <a:lnSpc>
                      <a:spcPct val="112000"/>
                    </a:lnSpc>
                    <a:spcAft>
                      <a:spcPct val="0"/>
                    </a:spcAft>
                    <a:buFont typeface="Abadi MT Condensed Extra Bold" pitchFamily="-106" charset="0"/>
                    <a:buNone/>
                  </a:pPr>
                  <a:endParaRPr lang="en-GB" sz="1400" b="0" i="0">
                    <a:solidFill>
                      <a:srgbClr val="000000"/>
                    </a:solidFill>
                    <a:latin typeface="Helvetica" pitchFamily="2" charset="0"/>
                  </a:endParaRPr>
                </a:p>
              </p:txBody>
            </p:sp>
          </p:grpSp>
          <p:grpSp>
            <p:nvGrpSpPr>
              <p:cNvPr id="21" name="Group 68">
                <a:extLst>
                  <a:ext uri="{FF2B5EF4-FFF2-40B4-BE49-F238E27FC236}">
                    <a16:creationId xmlns:a16="http://schemas.microsoft.com/office/drawing/2014/main" id="{A30EC41D-6EFA-B7E3-4B31-EE8DD5F79ADA}"/>
                  </a:ext>
                </a:extLst>
              </p:cNvPr>
              <p:cNvGrpSpPr/>
              <p:nvPr/>
            </p:nvGrpSpPr>
            <p:grpSpPr>
              <a:xfrm rot="10800000">
                <a:off x="-543939" y="1667816"/>
                <a:ext cx="89065" cy="4231889"/>
                <a:chOff x="-279739" y="1825626"/>
                <a:chExt cx="104227" cy="4231889"/>
              </a:xfrm>
              <a:grpFill/>
            </p:grpSpPr>
            <p:sp>
              <p:nvSpPr>
                <p:cNvPr id="29" name="Rectangle 28">
                  <a:extLst>
                    <a:ext uri="{FF2B5EF4-FFF2-40B4-BE49-F238E27FC236}">
                      <a16:creationId xmlns:a16="http://schemas.microsoft.com/office/drawing/2014/main" id="{DA9F9193-8919-4D87-3EED-10E2D609AD5F}"/>
                    </a:ext>
                  </a:extLst>
                </p:cNvPr>
                <p:cNvSpPr/>
                <p:nvPr/>
              </p:nvSpPr>
              <p:spPr bwMode="auto">
                <a:xfrm>
                  <a:off x="-279739" y="3552584"/>
                  <a:ext cx="98743" cy="2504931"/>
                </a:xfrm>
                <a:prstGeom prst="rect">
                  <a:avLst/>
                </a:prstGeom>
                <a:grpFill/>
                <a:ln w="9525">
                  <a:solidFill>
                    <a:schemeClr val="tx1">
                      <a:lumMod val="50000"/>
                      <a:lumOff val="50000"/>
                    </a:schemeClr>
                  </a:solidFill>
                  <a:prstDash val="sysDash"/>
                  <a:round/>
                  <a:headEnd/>
                  <a:tailEnd/>
                </a:ln>
              </p:spPr>
              <p:txBody>
                <a:bodyPr lIns="72000" tIns="36000" rIns="72000" bIns="36000" rtlCol="0" anchor="ctr">
                  <a:prstTxWarp prst="textNoShape">
                    <a:avLst/>
                  </a:prstTxWarp>
                  <a:noAutofit/>
                </a:bodyPr>
                <a:lstStyle/>
                <a:p>
                  <a:pPr algn="ctr" fontAlgn="base">
                    <a:lnSpc>
                      <a:spcPct val="112000"/>
                    </a:lnSpc>
                    <a:spcAft>
                      <a:spcPct val="0"/>
                    </a:spcAft>
                    <a:buFont typeface="Abadi MT Condensed Extra Bold" pitchFamily="-106" charset="0"/>
                    <a:buNone/>
                  </a:pPr>
                  <a:endParaRPr lang="en-GB" sz="1400" b="0" i="0">
                    <a:solidFill>
                      <a:srgbClr val="000000"/>
                    </a:solidFill>
                    <a:latin typeface="Helvetica" pitchFamily="2" charset="0"/>
                  </a:endParaRPr>
                </a:p>
              </p:txBody>
            </p:sp>
            <p:sp>
              <p:nvSpPr>
                <p:cNvPr id="30" name="Rectangle 29">
                  <a:extLst>
                    <a:ext uri="{FF2B5EF4-FFF2-40B4-BE49-F238E27FC236}">
                      <a16:creationId xmlns:a16="http://schemas.microsoft.com/office/drawing/2014/main" id="{FDB75526-D81C-0C5F-8003-5B25D8C6A557}"/>
                    </a:ext>
                  </a:extLst>
                </p:cNvPr>
                <p:cNvSpPr/>
                <p:nvPr/>
              </p:nvSpPr>
              <p:spPr bwMode="auto">
                <a:xfrm>
                  <a:off x="-278640" y="1825626"/>
                  <a:ext cx="103128" cy="1602427"/>
                </a:xfrm>
                <a:prstGeom prst="rect">
                  <a:avLst/>
                </a:prstGeom>
                <a:grpFill/>
                <a:ln w="9525">
                  <a:solidFill>
                    <a:schemeClr val="tx1">
                      <a:lumMod val="50000"/>
                      <a:lumOff val="50000"/>
                    </a:schemeClr>
                  </a:solidFill>
                  <a:prstDash val="sysDash"/>
                  <a:round/>
                  <a:headEnd/>
                  <a:tailEnd/>
                </a:ln>
              </p:spPr>
              <p:txBody>
                <a:bodyPr lIns="72000" tIns="36000" rIns="72000" bIns="36000" rtlCol="0" anchor="ctr">
                  <a:prstTxWarp prst="textNoShape">
                    <a:avLst/>
                  </a:prstTxWarp>
                  <a:noAutofit/>
                </a:bodyPr>
                <a:lstStyle/>
                <a:p>
                  <a:pPr algn="ctr" fontAlgn="base">
                    <a:lnSpc>
                      <a:spcPct val="112000"/>
                    </a:lnSpc>
                    <a:spcAft>
                      <a:spcPct val="0"/>
                    </a:spcAft>
                    <a:buFont typeface="Abadi MT Condensed Extra Bold" pitchFamily="-106" charset="0"/>
                    <a:buNone/>
                  </a:pPr>
                  <a:endParaRPr lang="en-GB" sz="1400" b="0" i="0">
                    <a:solidFill>
                      <a:srgbClr val="000000"/>
                    </a:solidFill>
                    <a:latin typeface="Helvetica" pitchFamily="2" charset="0"/>
                  </a:endParaRPr>
                </a:p>
              </p:txBody>
            </p:sp>
          </p:grpSp>
          <p:sp>
            <p:nvSpPr>
              <p:cNvPr id="22" name="Rectangle 21">
                <a:extLst>
                  <a:ext uri="{FF2B5EF4-FFF2-40B4-BE49-F238E27FC236}">
                    <a16:creationId xmlns:a16="http://schemas.microsoft.com/office/drawing/2014/main" id="{7BACF03A-4BCE-DC46-3572-4C3EC11F2FEF}"/>
                  </a:ext>
                </a:extLst>
              </p:cNvPr>
              <p:cNvSpPr/>
              <p:nvPr/>
            </p:nvSpPr>
            <p:spPr bwMode="auto">
              <a:xfrm flipH="1">
                <a:off x="-391108" y="1672248"/>
                <a:ext cx="87680" cy="1016056"/>
              </a:xfrm>
              <a:prstGeom prst="rect">
                <a:avLst/>
              </a:prstGeom>
              <a:grpFill/>
              <a:ln w="9525">
                <a:solidFill>
                  <a:schemeClr val="tx1">
                    <a:lumMod val="50000"/>
                    <a:lumOff val="50000"/>
                  </a:schemeClr>
                </a:solidFill>
                <a:prstDash val="sysDash"/>
                <a:round/>
                <a:headEnd/>
                <a:tailEnd/>
              </a:ln>
            </p:spPr>
            <p:txBody>
              <a:bodyPr lIns="72000" tIns="36000" rIns="72000" bIns="36000" rtlCol="0" anchor="ctr">
                <a:prstTxWarp prst="textNoShape">
                  <a:avLst/>
                </a:prstTxWarp>
                <a:noAutofit/>
              </a:bodyPr>
              <a:lstStyle/>
              <a:p>
                <a:pPr algn="ctr" fontAlgn="base">
                  <a:lnSpc>
                    <a:spcPct val="112000"/>
                  </a:lnSpc>
                  <a:spcAft>
                    <a:spcPct val="0"/>
                  </a:spcAft>
                  <a:buFont typeface="Abadi MT Condensed Extra Bold" pitchFamily="-106" charset="0"/>
                  <a:buNone/>
                </a:pPr>
                <a:endParaRPr lang="en-GB" sz="1400" b="0" i="0">
                  <a:solidFill>
                    <a:srgbClr val="000000"/>
                  </a:solidFill>
                  <a:latin typeface="Helvetica" pitchFamily="2" charset="0"/>
                </a:endParaRPr>
              </a:p>
            </p:txBody>
          </p:sp>
          <p:sp>
            <p:nvSpPr>
              <p:cNvPr id="23" name="Rectangle 22">
                <a:extLst>
                  <a:ext uri="{FF2B5EF4-FFF2-40B4-BE49-F238E27FC236}">
                    <a16:creationId xmlns:a16="http://schemas.microsoft.com/office/drawing/2014/main" id="{F9EA2FD8-D024-4EC8-2E90-78EB61842F88}"/>
                  </a:ext>
                </a:extLst>
              </p:cNvPr>
              <p:cNvSpPr/>
              <p:nvPr/>
            </p:nvSpPr>
            <p:spPr bwMode="auto">
              <a:xfrm flipH="1">
                <a:off x="-391108" y="2742715"/>
                <a:ext cx="87680" cy="1016056"/>
              </a:xfrm>
              <a:prstGeom prst="rect">
                <a:avLst/>
              </a:prstGeom>
              <a:grpFill/>
              <a:ln w="9525">
                <a:solidFill>
                  <a:schemeClr val="tx1">
                    <a:lumMod val="50000"/>
                    <a:lumOff val="50000"/>
                  </a:schemeClr>
                </a:solidFill>
                <a:prstDash val="sysDash"/>
                <a:round/>
                <a:headEnd/>
                <a:tailEnd/>
              </a:ln>
            </p:spPr>
            <p:txBody>
              <a:bodyPr lIns="72000" tIns="36000" rIns="72000" bIns="36000" rtlCol="0" anchor="ctr">
                <a:prstTxWarp prst="textNoShape">
                  <a:avLst/>
                </a:prstTxWarp>
                <a:noAutofit/>
              </a:bodyPr>
              <a:lstStyle/>
              <a:p>
                <a:pPr algn="ctr" fontAlgn="base">
                  <a:lnSpc>
                    <a:spcPct val="112000"/>
                  </a:lnSpc>
                  <a:spcAft>
                    <a:spcPct val="0"/>
                  </a:spcAft>
                  <a:buFont typeface="Abadi MT Condensed Extra Bold" pitchFamily="-106" charset="0"/>
                  <a:buNone/>
                </a:pPr>
                <a:endParaRPr lang="en-GB" sz="1400" b="0" i="0">
                  <a:solidFill>
                    <a:srgbClr val="000000"/>
                  </a:solidFill>
                  <a:latin typeface="Helvetica" pitchFamily="2" charset="0"/>
                </a:endParaRPr>
              </a:p>
            </p:txBody>
          </p:sp>
          <p:sp>
            <p:nvSpPr>
              <p:cNvPr id="24" name="Rectangle 23">
                <a:extLst>
                  <a:ext uri="{FF2B5EF4-FFF2-40B4-BE49-F238E27FC236}">
                    <a16:creationId xmlns:a16="http://schemas.microsoft.com/office/drawing/2014/main" id="{514FD4FC-FD07-10B7-593C-D9AC8084D251}"/>
                  </a:ext>
                </a:extLst>
              </p:cNvPr>
              <p:cNvSpPr/>
              <p:nvPr/>
            </p:nvSpPr>
            <p:spPr bwMode="auto">
              <a:xfrm flipH="1">
                <a:off x="-391108" y="3813182"/>
                <a:ext cx="87680" cy="1016056"/>
              </a:xfrm>
              <a:prstGeom prst="rect">
                <a:avLst/>
              </a:prstGeom>
              <a:grpFill/>
              <a:ln w="9525">
                <a:solidFill>
                  <a:schemeClr val="tx1">
                    <a:lumMod val="50000"/>
                    <a:lumOff val="50000"/>
                  </a:schemeClr>
                </a:solidFill>
                <a:prstDash val="sysDash"/>
                <a:round/>
                <a:headEnd/>
                <a:tailEnd/>
              </a:ln>
            </p:spPr>
            <p:txBody>
              <a:bodyPr lIns="72000" tIns="36000" rIns="72000" bIns="36000" rtlCol="0" anchor="ctr">
                <a:prstTxWarp prst="textNoShape">
                  <a:avLst/>
                </a:prstTxWarp>
                <a:noAutofit/>
              </a:bodyPr>
              <a:lstStyle/>
              <a:p>
                <a:pPr algn="ctr" fontAlgn="base">
                  <a:lnSpc>
                    <a:spcPct val="112000"/>
                  </a:lnSpc>
                  <a:spcAft>
                    <a:spcPct val="0"/>
                  </a:spcAft>
                  <a:buFont typeface="Abadi MT Condensed Extra Bold" pitchFamily="-106" charset="0"/>
                  <a:buNone/>
                </a:pPr>
                <a:endParaRPr lang="en-GB" sz="1400" b="0" i="0">
                  <a:solidFill>
                    <a:srgbClr val="000000"/>
                  </a:solidFill>
                  <a:latin typeface="Helvetica" pitchFamily="2" charset="0"/>
                </a:endParaRPr>
              </a:p>
            </p:txBody>
          </p:sp>
          <p:sp>
            <p:nvSpPr>
              <p:cNvPr id="25" name="Rectangle 24">
                <a:extLst>
                  <a:ext uri="{FF2B5EF4-FFF2-40B4-BE49-F238E27FC236}">
                    <a16:creationId xmlns:a16="http://schemas.microsoft.com/office/drawing/2014/main" id="{41A5A75E-9AAE-C667-24AD-C1D8ED6A2A3F}"/>
                  </a:ext>
                </a:extLst>
              </p:cNvPr>
              <p:cNvSpPr/>
              <p:nvPr/>
            </p:nvSpPr>
            <p:spPr bwMode="auto">
              <a:xfrm flipH="1">
                <a:off x="-391108" y="4883650"/>
                <a:ext cx="87680" cy="1016056"/>
              </a:xfrm>
              <a:prstGeom prst="rect">
                <a:avLst/>
              </a:prstGeom>
              <a:grpFill/>
              <a:ln w="9525">
                <a:solidFill>
                  <a:schemeClr val="tx1">
                    <a:lumMod val="50000"/>
                    <a:lumOff val="50000"/>
                  </a:schemeClr>
                </a:solidFill>
                <a:prstDash val="sysDash"/>
                <a:round/>
                <a:headEnd/>
                <a:tailEnd/>
              </a:ln>
            </p:spPr>
            <p:txBody>
              <a:bodyPr lIns="72000" tIns="36000" rIns="72000" bIns="36000" rtlCol="0" anchor="ctr">
                <a:prstTxWarp prst="textNoShape">
                  <a:avLst/>
                </a:prstTxWarp>
                <a:noAutofit/>
              </a:bodyPr>
              <a:lstStyle/>
              <a:p>
                <a:pPr algn="ctr" fontAlgn="base">
                  <a:lnSpc>
                    <a:spcPct val="112000"/>
                  </a:lnSpc>
                  <a:spcAft>
                    <a:spcPct val="0"/>
                  </a:spcAft>
                  <a:buFont typeface="Abadi MT Condensed Extra Bold" pitchFamily="-106" charset="0"/>
                  <a:buNone/>
                </a:pPr>
                <a:endParaRPr lang="en-GB" sz="1400" b="0" i="0">
                  <a:solidFill>
                    <a:srgbClr val="000000"/>
                  </a:solidFill>
                  <a:latin typeface="Helvetica" pitchFamily="2" charset="0"/>
                </a:endParaRPr>
              </a:p>
            </p:txBody>
          </p:sp>
          <p:sp>
            <p:nvSpPr>
              <p:cNvPr id="26" name="Rectangle 25">
                <a:extLst>
                  <a:ext uri="{FF2B5EF4-FFF2-40B4-BE49-F238E27FC236}">
                    <a16:creationId xmlns:a16="http://schemas.microsoft.com/office/drawing/2014/main" id="{901355F8-9646-1A94-A0E8-DE22261AC377}"/>
                  </a:ext>
                </a:extLst>
              </p:cNvPr>
              <p:cNvSpPr/>
              <p:nvPr/>
            </p:nvSpPr>
            <p:spPr bwMode="auto">
              <a:xfrm flipH="1">
                <a:off x="-238020" y="4591433"/>
                <a:ext cx="84380" cy="1307168"/>
              </a:xfrm>
              <a:prstGeom prst="rect">
                <a:avLst/>
              </a:prstGeom>
              <a:grpFill/>
              <a:ln w="9525">
                <a:solidFill>
                  <a:schemeClr val="tx1">
                    <a:lumMod val="50000"/>
                    <a:lumOff val="50000"/>
                  </a:schemeClr>
                </a:solidFill>
                <a:prstDash val="sysDash"/>
                <a:round/>
                <a:headEnd/>
                <a:tailEnd/>
              </a:ln>
            </p:spPr>
            <p:txBody>
              <a:bodyPr lIns="72000" tIns="36000" rIns="72000" bIns="36000" rtlCol="0" anchor="ctr">
                <a:prstTxWarp prst="textNoShape">
                  <a:avLst/>
                </a:prstTxWarp>
                <a:noAutofit/>
              </a:bodyPr>
              <a:lstStyle/>
              <a:p>
                <a:pPr algn="ctr" fontAlgn="base">
                  <a:lnSpc>
                    <a:spcPct val="112000"/>
                  </a:lnSpc>
                  <a:spcAft>
                    <a:spcPct val="0"/>
                  </a:spcAft>
                  <a:buFont typeface="Abadi MT Condensed Extra Bold" pitchFamily="-106" charset="0"/>
                  <a:buNone/>
                </a:pPr>
                <a:endParaRPr lang="en-GB" sz="1400" b="0" i="0">
                  <a:solidFill>
                    <a:srgbClr val="000000"/>
                  </a:solidFill>
                  <a:latin typeface="Helvetica" pitchFamily="2" charset="0"/>
                </a:endParaRPr>
              </a:p>
            </p:txBody>
          </p:sp>
          <p:sp>
            <p:nvSpPr>
              <p:cNvPr id="27" name="Rectangle 26">
                <a:extLst>
                  <a:ext uri="{FF2B5EF4-FFF2-40B4-BE49-F238E27FC236}">
                    <a16:creationId xmlns:a16="http://schemas.microsoft.com/office/drawing/2014/main" id="{111B7295-C93D-BACE-BFBF-CBB081B5D24E}"/>
                  </a:ext>
                </a:extLst>
              </p:cNvPr>
              <p:cNvSpPr/>
              <p:nvPr/>
            </p:nvSpPr>
            <p:spPr bwMode="auto">
              <a:xfrm flipH="1">
                <a:off x="-238020" y="3133916"/>
                <a:ext cx="84380" cy="1307168"/>
              </a:xfrm>
              <a:prstGeom prst="rect">
                <a:avLst/>
              </a:prstGeom>
              <a:grpFill/>
              <a:ln w="9525">
                <a:solidFill>
                  <a:schemeClr val="tx1">
                    <a:lumMod val="50000"/>
                    <a:lumOff val="50000"/>
                  </a:schemeClr>
                </a:solidFill>
                <a:prstDash val="sysDash"/>
                <a:round/>
                <a:headEnd/>
                <a:tailEnd/>
              </a:ln>
            </p:spPr>
            <p:txBody>
              <a:bodyPr lIns="72000" tIns="36000" rIns="72000" bIns="36000" rtlCol="0" anchor="ctr">
                <a:prstTxWarp prst="textNoShape">
                  <a:avLst/>
                </a:prstTxWarp>
                <a:noAutofit/>
              </a:bodyPr>
              <a:lstStyle/>
              <a:p>
                <a:pPr algn="ctr" fontAlgn="base">
                  <a:lnSpc>
                    <a:spcPct val="112000"/>
                  </a:lnSpc>
                  <a:spcAft>
                    <a:spcPct val="0"/>
                  </a:spcAft>
                  <a:buFont typeface="Abadi MT Condensed Extra Bold" pitchFamily="-106" charset="0"/>
                  <a:buNone/>
                </a:pPr>
                <a:endParaRPr lang="en-GB" sz="1400" b="0" i="0">
                  <a:solidFill>
                    <a:srgbClr val="000000"/>
                  </a:solidFill>
                  <a:latin typeface="Helvetica" pitchFamily="2" charset="0"/>
                </a:endParaRPr>
              </a:p>
            </p:txBody>
          </p:sp>
          <p:sp>
            <p:nvSpPr>
              <p:cNvPr id="28" name="Rectangle 27">
                <a:extLst>
                  <a:ext uri="{FF2B5EF4-FFF2-40B4-BE49-F238E27FC236}">
                    <a16:creationId xmlns:a16="http://schemas.microsoft.com/office/drawing/2014/main" id="{0851075C-B56D-78FB-DF05-98AA7BBE158D}"/>
                  </a:ext>
                </a:extLst>
              </p:cNvPr>
              <p:cNvSpPr/>
              <p:nvPr/>
            </p:nvSpPr>
            <p:spPr bwMode="auto">
              <a:xfrm flipH="1">
                <a:off x="-238020" y="1676400"/>
                <a:ext cx="84380" cy="1307168"/>
              </a:xfrm>
              <a:prstGeom prst="rect">
                <a:avLst/>
              </a:prstGeom>
              <a:grpFill/>
              <a:ln w="9525">
                <a:solidFill>
                  <a:schemeClr val="tx1">
                    <a:lumMod val="50000"/>
                    <a:lumOff val="50000"/>
                  </a:schemeClr>
                </a:solidFill>
                <a:prstDash val="sysDash"/>
                <a:round/>
                <a:headEnd/>
                <a:tailEnd/>
              </a:ln>
            </p:spPr>
            <p:txBody>
              <a:bodyPr lIns="72000" tIns="36000" rIns="72000" bIns="36000" rtlCol="0" anchor="ctr">
                <a:prstTxWarp prst="textNoShape">
                  <a:avLst/>
                </a:prstTxWarp>
                <a:noAutofit/>
              </a:bodyPr>
              <a:lstStyle/>
              <a:p>
                <a:pPr algn="ctr" fontAlgn="base">
                  <a:lnSpc>
                    <a:spcPct val="112000"/>
                  </a:lnSpc>
                  <a:spcAft>
                    <a:spcPct val="0"/>
                  </a:spcAft>
                  <a:buFont typeface="Abadi MT Condensed Extra Bold" pitchFamily="-106" charset="0"/>
                  <a:buNone/>
                </a:pPr>
                <a:endParaRPr lang="en-GB" sz="1400" b="0" i="0">
                  <a:solidFill>
                    <a:srgbClr val="000000"/>
                  </a:solidFill>
                  <a:latin typeface="Helvetica" pitchFamily="2" charset="0"/>
                </a:endParaRPr>
              </a:p>
            </p:txBody>
          </p:sp>
        </p:grpSp>
        <p:sp>
          <p:nvSpPr>
            <p:cNvPr id="19" name="Ellipse 18">
              <a:extLst>
                <a:ext uri="{FF2B5EF4-FFF2-40B4-BE49-F238E27FC236}">
                  <a16:creationId xmlns:a16="http://schemas.microsoft.com/office/drawing/2014/main" id="{750FA9F8-22DF-D188-D885-582140D39BCE}"/>
                </a:ext>
              </a:extLst>
            </p:cNvPr>
            <p:cNvSpPr/>
            <p:nvPr/>
          </p:nvSpPr>
          <p:spPr>
            <a:xfrm>
              <a:off x="-387701" y="3822440"/>
              <a:ext cx="80122" cy="80122"/>
            </a:xfrm>
            <a:prstGeom prst="ellipse">
              <a:avLst/>
            </a:prstGeom>
            <a:solidFill>
              <a:srgbClr val="86909A"/>
            </a:solidFill>
            <a:ln>
              <a:noFill/>
            </a:ln>
          </p:spPr>
          <p:txBody>
            <a:bodyPr wrap="square" lIns="182880" tIns="182880" rIns="182880" bIns="182880" rtlCol="0" anchor="ctr"/>
            <a:lstStyle/>
            <a:p>
              <a:pPr algn="l" defTabSz="554492">
                <a:spcAft>
                  <a:spcPts val="600"/>
                </a:spcAft>
              </a:pPr>
              <a:endParaRPr lang="fr-FR" sz="1100" dirty="0">
                <a:latin typeface="Poppins" pitchFamily="2" charset="77"/>
                <a:cs typeface="Poppins" pitchFamily="2" charset="77"/>
              </a:endParaRPr>
            </a:p>
          </p:txBody>
        </p:sp>
      </p:grpSp>
    </p:spTree>
    <p:extLst>
      <p:ext uri="{BB962C8B-B14F-4D97-AF65-F5344CB8AC3E}">
        <p14:creationId xmlns:p14="http://schemas.microsoft.com/office/powerpoint/2010/main" val="15638527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4_Contenu_pour illustration">
    <p:bg>
      <p:bgPr>
        <a:solidFill>
          <a:schemeClr val="bg1"/>
        </a:solidFill>
        <a:effectLst/>
      </p:bgPr>
    </p:bg>
    <p:spTree>
      <p:nvGrpSpPr>
        <p:cNvPr id="1" name=""/>
        <p:cNvGrpSpPr/>
        <p:nvPr/>
      </p:nvGrpSpPr>
      <p:grpSpPr>
        <a:xfrm>
          <a:off x="0" y="0"/>
          <a:ext cx="0" cy="0"/>
          <a:chOff x="0" y="0"/>
          <a:chExt cx="0" cy="0"/>
        </a:xfrm>
      </p:grpSpPr>
      <p:sp>
        <p:nvSpPr>
          <p:cNvPr id="14" name="object 11">
            <a:extLst>
              <a:ext uri="{FF2B5EF4-FFF2-40B4-BE49-F238E27FC236}">
                <a16:creationId xmlns:a16="http://schemas.microsoft.com/office/drawing/2014/main" id="{B45671E5-6D7F-935A-2EB6-CB3A3C2FA41F}"/>
              </a:ext>
            </a:extLst>
          </p:cNvPr>
          <p:cNvSpPr/>
          <p:nvPr/>
        </p:nvSpPr>
        <p:spPr>
          <a:xfrm>
            <a:off x="11397941" y="0"/>
            <a:ext cx="794059" cy="6857615"/>
          </a:xfrm>
          <a:custGeom>
            <a:avLst/>
            <a:gdLst/>
            <a:ahLst/>
            <a:cxnLst/>
            <a:rect l="l" t="t" r="r" b="b"/>
            <a:pathLst>
              <a:path w="1309369" h="11308715">
                <a:moveTo>
                  <a:pt x="1308860" y="0"/>
                </a:moveTo>
                <a:lnTo>
                  <a:pt x="0" y="0"/>
                </a:lnTo>
                <a:lnTo>
                  <a:pt x="0" y="11308556"/>
                </a:lnTo>
                <a:lnTo>
                  <a:pt x="1308860" y="11308556"/>
                </a:lnTo>
                <a:lnTo>
                  <a:pt x="1308860" y="0"/>
                </a:lnTo>
                <a:close/>
              </a:path>
            </a:pathLst>
          </a:custGeom>
          <a:solidFill>
            <a:schemeClr val="tx1"/>
          </a:solidFill>
          <a:ln>
            <a:noFill/>
          </a:ln>
        </p:spPr>
        <p:txBody>
          <a:bodyPr wrap="square" lIns="0" tIns="0" rIns="0" bIns="0" rtlCol="0"/>
          <a:lstStyle/>
          <a:p>
            <a:endParaRPr sz="1092"/>
          </a:p>
        </p:txBody>
      </p:sp>
      <p:sp>
        <p:nvSpPr>
          <p:cNvPr id="17" name="object 14">
            <a:extLst>
              <a:ext uri="{FF2B5EF4-FFF2-40B4-BE49-F238E27FC236}">
                <a16:creationId xmlns:a16="http://schemas.microsoft.com/office/drawing/2014/main" id="{512B2B4F-390F-DE4C-2750-BBB7F73259C8}"/>
              </a:ext>
            </a:extLst>
          </p:cNvPr>
          <p:cNvSpPr/>
          <p:nvPr/>
        </p:nvSpPr>
        <p:spPr>
          <a:xfrm>
            <a:off x="11397456" y="6063824"/>
            <a:ext cx="794059" cy="0"/>
          </a:xfrm>
          <a:custGeom>
            <a:avLst/>
            <a:gdLst/>
            <a:ahLst/>
            <a:cxnLst/>
            <a:rect l="l" t="t" r="r" b="b"/>
            <a:pathLst>
              <a:path w="1309369">
                <a:moveTo>
                  <a:pt x="0" y="0"/>
                </a:moveTo>
                <a:lnTo>
                  <a:pt x="1308860" y="0"/>
                </a:lnTo>
              </a:path>
            </a:pathLst>
          </a:custGeom>
          <a:ln w="7853">
            <a:solidFill>
              <a:schemeClr val="bg1"/>
            </a:solidFill>
          </a:ln>
        </p:spPr>
        <p:txBody>
          <a:bodyPr wrap="square" lIns="0" tIns="0" rIns="0" bIns="0" rtlCol="0"/>
          <a:lstStyle/>
          <a:p>
            <a:endParaRPr sz="1092"/>
          </a:p>
        </p:txBody>
      </p:sp>
      <p:grpSp>
        <p:nvGrpSpPr>
          <p:cNvPr id="3" name="Graphique 21">
            <a:extLst>
              <a:ext uri="{FF2B5EF4-FFF2-40B4-BE49-F238E27FC236}">
                <a16:creationId xmlns:a16="http://schemas.microsoft.com/office/drawing/2014/main" id="{01C592DA-DCA4-459C-FD15-3FE1652368D4}"/>
              </a:ext>
            </a:extLst>
          </p:cNvPr>
          <p:cNvGrpSpPr/>
          <p:nvPr/>
        </p:nvGrpSpPr>
        <p:grpSpPr>
          <a:xfrm>
            <a:off x="11646607" y="6340088"/>
            <a:ext cx="329427" cy="214383"/>
            <a:chOff x="19204770" y="10455275"/>
            <a:chExt cx="543212" cy="353534"/>
          </a:xfrm>
        </p:grpSpPr>
        <p:sp>
          <p:nvSpPr>
            <p:cNvPr id="4" name="Forme libre : forme 3">
              <a:extLst>
                <a:ext uri="{FF2B5EF4-FFF2-40B4-BE49-F238E27FC236}">
                  <a16:creationId xmlns:a16="http://schemas.microsoft.com/office/drawing/2014/main" id="{6274DC71-EC7E-F06F-5D89-F3E683965DC9}"/>
                </a:ext>
              </a:extLst>
            </p:cNvPr>
            <p:cNvSpPr/>
            <p:nvPr/>
          </p:nvSpPr>
          <p:spPr>
            <a:xfrm>
              <a:off x="19204770" y="10455275"/>
              <a:ext cx="373208" cy="353534"/>
            </a:xfrm>
            <a:custGeom>
              <a:avLst/>
              <a:gdLst>
                <a:gd name="connsiteX0" fmla="*/ 187219 w 373208"/>
                <a:gd name="connsiteY0" fmla="*/ 0 h 353534"/>
                <a:gd name="connsiteX1" fmla="*/ 0 w 373208"/>
                <a:gd name="connsiteY1" fmla="*/ 177228 h 353534"/>
                <a:gd name="connsiteX2" fmla="*/ 185990 w 373208"/>
                <a:gd name="connsiteY2" fmla="*/ 353534 h 353534"/>
                <a:gd name="connsiteX3" fmla="*/ 373209 w 373208"/>
                <a:gd name="connsiteY3" fmla="*/ 175998 h 353534"/>
                <a:gd name="connsiteX4" fmla="*/ 187219 w 373208"/>
                <a:gd name="connsiteY4" fmla="*/ 0 h 353534"/>
                <a:gd name="connsiteX5" fmla="*/ 187219 w 373208"/>
                <a:gd name="connsiteY5" fmla="*/ 252777 h 353534"/>
                <a:gd name="connsiteX6" fmla="*/ 115437 w 373208"/>
                <a:gd name="connsiteY6" fmla="*/ 175922 h 353534"/>
                <a:gd name="connsiteX7" fmla="*/ 185990 w 373208"/>
                <a:gd name="connsiteY7" fmla="*/ 100373 h 353534"/>
                <a:gd name="connsiteX8" fmla="*/ 257772 w 373208"/>
                <a:gd name="connsiteY8" fmla="*/ 177228 h 353534"/>
                <a:gd name="connsiteX9" fmla="*/ 187219 w 373208"/>
                <a:gd name="connsiteY9" fmla="*/ 252777 h 353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73208" h="353534">
                  <a:moveTo>
                    <a:pt x="187219" y="0"/>
                  </a:moveTo>
                  <a:cubicBezTo>
                    <a:pt x="78623" y="0"/>
                    <a:pt x="0" y="81159"/>
                    <a:pt x="0" y="177228"/>
                  </a:cubicBezTo>
                  <a:cubicBezTo>
                    <a:pt x="0" y="273297"/>
                    <a:pt x="78008" y="353534"/>
                    <a:pt x="185990" y="353534"/>
                  </a:cubicBezTo>
                  <a:cubicBezTo>
                    <a:pt x="293971" y="353534"/>
                    <a:pt x="373209" y="272144"/>
                    <a:pt x="373209" y="175998"/>
                  </a:cubicBezTo>
                  <a:cubicBezTo>
                    <a:pt x="373209" y="79853"/>
                    <a:pt x="295201" y="0"/>
                    <a:pt x="187219" y="0"/>
                  </a:cubicBezTo>
                  <a:moveTo>
                    <a:pt x="187219" y="252777"/>
                  </a:moveTo>
                  <a:cubicBezTo>
                    <a:pt x="145410" y="252777"/>
                    <a:pt x="115437" y="217193"/>
                    <a:pt x="115437" y="175922"/>
                  </a:cubicBezTo>
                  <a:cubicBezTo>
                    <a:pt x="115437" y="134650"/>
                    <a:pt x="142951" y="100373"/>
                    <a:pt x="185990" y="100373"/>
                  </a:cubicBezTo>
                  <a:cubicBezTo>
                    <a:pt x="227799" y="100373"/>
                    <a:pt x="257772" y="135957"/>
                    <a:pt x="257772" y="177228"/>
                  </a:cubicBezTo>
                  <a:cubicBezTo>
                    <a:pt x="257772" y="218499"/>
                    <a:pt x="230566" y="252777"/>
                    <a:pt x="187219" y="252777"/>
                  </a:cubicBezTo>
                </a:path>
              </a:pathLst>
            </a:custGeom>
            <a:solidFill>
              <a:schemeClr val="bg1"/>
            </a:solidFill>
            <a:ln w="7647" cap="flat">
              <a:noFill/>
              <a:prstDash val="solid"/>
              <a:miter/>
            </a:ln>
          </p:spPr>
          <p:txBody>
            <a:bodyPr rtlCol="0" anchor="ctr"/>
            <a:lstStyle/>
            <a:p>
              <a:endParaRPr lang="fr-FR" sz="1092"/>
            </a:p>
          </p:txBody>
        </p:sp>
        <p:sp>
          <p:nvSpPr>
            <p:cNvPr id="5" name="Forme libre : forme 4">
              <a:extLst>
                <a:ext uri="{FF2B5EF4-FFF2-40B4-BE49-F238E27FC236}">
                  <a16:creationId xmlns:a16="http://schemas.microsoft.com/office/drawing/2014/main" id="{F5EBD552-C98D-0F6D-48D6-4104D622D3CA}"/>
                </a:ext>
              </a:extLst>
            </p:cNvPr>
            <p:cNvSpPr/>
            <p:nvPr/>
          </p:nvSpPr>
          <p:spPr>
            <a:xfrm>
              <a:off x="19603033" y="10663629"/>
              <a:ext cx="144948" cy="144948"/>
            </a:xfrm>
            <a:custGeom>
              <a:avLst/>
              <a:gdLst>
                <a:gd name="connsiteX0" fmla="*/ 144949 w 144948"/>
                <a:gd name="connsiteY0" fmla="*/ 72474 h 144948"/>
                <a:gd name="connsiteX1" fmla="*/ 72474 w 144948"/>
                <a:gd name="connsiteY1" fmla="*/ 144949 h 144948"/>
                <a:gd name="connsiteX2" fmla="*/ 0 w 144948"/>
                <a:gd name="connsiteY2" fmla="*/ 72474 h 144948"/>
                <a:gd name="connsiteX3" fmla="*/ 72474 w 144948"/>
                <a:gd name="connsiteY3" fmla="*/ 0 h 144948"/>
                <a:gd name="connsiteX4" fmla="*/ 144949 w 144948"/>
                <a:gd name="connsiteY4" fmla="*/ 72474 h 1449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4948" h="144948">
                  <a:moveTo>
                    <a:pt x="144949" y="72474"/>
                  </a:moveTo>
                  <a:cubicBezTo>
                    <a:pt x="144949" y="112501"/>
                    <a:pt x="112501" y="144949"/>
                    <a:pt x="72474" y="144949"/>
                  </a:cubicBezTo>
                  <a:cubicBezTo>
                    <a:pt x="32448" y="144949"/>
                    <a:pt x="0" y="112501"/>
                    <a:pt x="0" y="72474"/>
                  </a:cubicBezTo>
                  <a:cubicBezTo>
                    <a:pt x="0" y="32448"/>
                    <a:pt x="32448" y="0"/>
                    <a:pt x="72474" y="0"/>
                  </a:cubicBezTo>
                  <a:cubicBezTo>
                    <a:pt x="112501" y="0"/>
                    <a:pt x="144949" y="32448"/>
                    <a:pt x="144949" y="72474"/>
                  </a:cubicBezTo>
                </a:path>
              </a:pathLst>
            </a:custGeom>
            <a:solidFill>
              <a:srgbClr val="0099D9"/>
            </a:solidFill>
            <a:ln w="7647" cap="flat">
              <a:noFill/>
              <a:prstDash val="solid"/>
              <a:miter/>
            </a:ln>
          </p:spPr>
          <p:txBody>
            <a:bodyPr rtlCol="0" anchor="ctr"/>
            <a:lstStyle/>
            <a:p>
              <a:endParaRPr lang="fr-FR" sz="1092"/>
            </a:p>
          </p:txBody>
        </p:sp>
      </p:grpSp>
      <p:sp>
        <p:nvSpPr>
          <p:cNvPr id="18" name="Titre 17">
            <a:extLst>
              <a:ext uri="{FF2B5EF4-FFF2-40B4-BE49-F238E27FC236}">
                <a16:creationId xmlns:a16="http://schemas.microsoft.com/office/drawing/2014/main" id="{9BF63F1F-3A67-261C-3E83-C3BDAD5FAB9E}"/>
              </a:ext>
            </a:extLst>
          </p:cNvPr>
          <p:cNvSpPr>
            <a:spLocks noGrp="1"/>
          </p:cNvSpPr>
          <p:nvPr>
            <p:ph type="title" hasCustomPrompt="1"/>
          </p:nvPr>
        </p:nvSpPr>
        <p:spPr>
          <a:xfrm>
            <a:off x="1139871" y="693064"/>
            <a:ext cx="9871029" cy="291618"/>
          </a:xfrm>
          <a:noFill/>
        </p:spPr>
        <p:txBody>
          <a:bodyPr wrap="square" anchor="ctr" anchorCtr="0">
            <a:spAutoFit/>
          </a:bodyPr>
          <a:lstStyle>
            <a:lvl1pPr>
              <a:lnSpc>
                <a:spcPct val="90000"/>
              </a:lnSpc>
              <a:spcAft>
                <a:spcPts val="600"/>
              </a:spcAft>
              <a:defRPr sz="1400"/>
            </a:lvl1pPr>
          </a:lstStyle>
          <a:p>
            <a:r>
              <a:rPr lang="fr-FR" dirty="0"/>
              <a:t>Sous-titre d’illustration taille 14</a:t>
            </a:r>
          </a:p>
        </p:txBody>
      </p:sp>
      <p:sp>
        <p:nvSpPr>
          <p:cNvPr id="11" name="Espace réservé du texte 22">
            <a:extLst>
              <a:ext uri="{FF2B5EF4-FFF2-40B4-BE49-F238E27FC236}">
                <a16:creationId xmlns:a16="http://schemas.microsoft.com/office/drawing/2014/main" id="{1201E6B0-BEB4-F91D-F363-F1F1DA09D93A}"/>
              </a:ext>
            </a:extLst>
          </p:cNvPr>
          <p:cNvSpPr>
            <a:spLocks noGrp="1"/>
          </p:cNvSpPr>
          <p:nvPr>
            <p:ph type="body" sz="quarter" idx="17" hasCustomPrompt="1"/>
          </p:nvPr>
        </p:nvSpPr>
        <p:spPr>
          <a:xfrm>
            <a:off x="1139871" y="360437"/>
            <a:ext cx="9871029" cy="263149"/>
          </a:xfrm>
          <a:noFill/>
        </p:spPr>
        <p:txBody>
          <a:bodyPr wrap="square" anchor="b">
            <a:noAutofit/>
          </a:bodyPr>
          <a:lstStyle>
            <a:lvl1pPr marL="0" indent="0">
              <a:lnSpc>
                <a:spcPct val="100000"/>
              </a:lnSpc>
              <a:spcBef>
                <a:spcPts val="6"/>
              </a:spcBef>
              <a:spcAft>
                <a:spcPts val="600"/>
              </a:spcAft>
              <a:buNone/>
              <a:defRPr sz="1200" b="0">
                <a:solidFill>
                  <a:schemeClr val="tx2"/>
                </a:solidFill>
              </a:defRPr>
            </a:lvl1pPr>
          </a:lstStyle>
          <a:p>
            <a:pPr lvl="0"/>
            <a:r>
              <a:rPr lang="fr-FR" dirty="0"/>
              <a:t>Reprendre le titre de la partie / reprendre le titre de la sous-partie</a:t>
            </a:r>
          </a:p>
        </p:txBody>
      </p:sp>
      <p:sp>
        <p:nvSpPr>
          <p:cNvPr id="13" name="Espace réservé du texte 2">
            <a:extLst>
              <a:ext uri="{FF2B5EF4-FFF2-40B4-BE49-F238E27FC236}">
                <a16:creationId xmlns:a16="http://schemas.microsoft.com/office/drawing/2014/main" id="{6ED47B90-3386-7209-AD51-F2CA7A62AB51}"/>
              </a:ext>
            </a:extLst>
          </p:cNvPr>
          <p:cNvSpPr>
            <a:spLocks noGrp="1"/>
          </p:cNvSpPr>
          <p:nvPr>
            <p:ph idx="1" hasCustomPrompt="1"/>
          </p:nvPr>
        </p:nvSpPr>
        <p:spPr>
          <a:xfrm>
            <a:off x="1149927" y="1252710"/>
            <a:ext cx="6546273" cy="4683590"/>
          </a:xfrm>
          <a:prstGeom prst="rect">
            <a:avLst/>
          </a:prstGeom>
        </p:spPr>
        <p:txBody>
          <a:bodyPr vert="horz" lIns="91440" tIns="45720" rIns="91440" bIns="45720" rtlCol="0">
            <a:spAutoFit/>
          </a:bodyPr>
          <a:lstStyle>
            <a:lvl1pPr marL="0" indent="0">
              <a:lnSpc>
                <a:spcPct val="120000"/>
              </a:lnSpc>
              <a:spcBef>
                <a:spcPts val="0"/>
              </a:spcBef>
              <a:buClr>
                <a:schemeClr val="tx2"/>
              </a:buClr>
              <a:buNone/>
              <a:defRPr lang="fr-FR" dirty="0">
                <a:latin typeface="Poppins" pitchFamily="2" charset="77"/>
                <a:cs typeface="Poppins" pitchFamily="2" charset="77"/>
              </a:defRPr>
            </a:lvl1pPr>
            <a:lvl2pPr>
              <a:lnSpc>
                <a:spcPct val="120000"/>
              </a:lnSpc>
              <a:spcBef>
                <a:spcPts val="0"/>
              </a:spcBef>
              <a:buClr>
                <a:schemeClr val="tx2"/>
              </a:buClr>
              <a:defRPr lang="fr-FR" dirty="0">
                <a:latin typeface="Poppins" pitchFamily="2" charset="77"/>
                <a:cs typeface="Poppins" pitchFamily="2" charset="77"/>
              </a:defRPr>
            </a:lvl2pPr>
            <a:lvl3pPr>
              <a:lnSpc>
                <a:spcPct val="120000"/>
              </a:lnSpc>
              <a:spcBef>
                <a:spcPts val="0"/>
              </a:spcBef>
              <a:buClr>
                <a:schemeClr val="tx2"/>
              </a:buClr>
              <a:defRPr lang="fr-FR" dirty="0">
                <a:latin typeface="Poppins" pitchFamily="2" charset="77"/>
                <a:cs typeface="Poppins" pitchFamily="2" charset="77"/>
              </a:defRPr>
            </a:lvl3pPr>
            <a:lvl4pPr>
              <a:lnSpc>
                <a:spcPct val="120000"/>
              </a:lnSpc>
              <a:spcBef>
                <a:spcPts val="0"/>
              </a:spcBef>
              <a:buClr>
                <a:schemeClr val="tx2"/>
              </a:buClr>
              <a:defRPr lang="fr-FR" dirty="0">
                <a:latin typeface="Poppins" pitchFamily="2" charset="77"/>
                <a:cs typeface="Poppins" pitchFamily="2" charset="77"/>
              </a:defRPr>
            </a:lvl4pPr>
            <a:lvl5pPr>
              <a:lnSpc>
                <a:spcPct val="120000"/>
              </a:lnSpc>
              <a:spcBef>
                <a:spcPts val="0"/>
              </a:spcBef>
              <a:buClr>
                <a:schemeClr val="tx2"/>
              </a:buClr>
              <a:defRPr lang="fr-FR" dirty="0">
                <a:latin typeface="Poppins" pitchFamily="2" charset="77"/>
                <a:cs typeface="Poppins" pitchFamily="2" charset="77"/>
              </a:defRPr>
            </a:lvl5pPr>
          </a:lstStyle>
          <a:p>
            <a:pPr lvl="0">
              <a:spcAft>
                <a:spcPts val="600"/>
              </a:spcAft>
            </a:pPr>
            <a:r>
              <a:rPr lang="fr-FR" dirty="0"/>
              <a:t>At </a:t>
            </a:r>
            <a:r>
              <a:rPr lang="fr-FR" dirty="0" err="1"/>
              <a:t>vero</a:t>
            </a:r>
            <a:r>
              <a:rPr lang="fr-FR" dirty="0"/>
              <a:t> </a:t>
            </a:r>
            <a:r>
              <a:rPr lang="fr-FR" dirty="0" err="1"/>
              <a:t>eos</a:t>
            </a:r>
            <a:r>
              <a:rPr lang="fr-FR" dirty="0"/>
              <a:t> et </a:t>
            </a:r>
            <a:r>
              <a:rPr lang="fr-FR" dirty="0" err="1"/>
              <a:t>accusamus</a:t>
            </a:r>
            <a:r>
              <a:rPr lang="fr-FR" dirty="0"/>
              <a:t> et </a:t>
            </a:r>
            <a:r>
              <a:rPr lang="fr-FR" dirty="0" err="1"/>
              <a:t>iusto</a:t>
            </a:r>
            <a:r>
              <a:rPr lang="fr-FR" dirty="0"/>
              <a:t> </a:t>
            </a:r>
            <a:r>
              <a:rPr lang="fr-FR" dirty="0" err="1"/>
              <a:t>odio</a:t>
            </a:r>
            <a:r>
              <a:rPr lang="fr-FR" dirty="0"/>
              <a:t> </a:t>
            </a:r>
            <a:r>
              <a:rPr lang="fr-FR" dirty="0" err="1"/>
              <a:t>dignissimos</a:t>
            </a:r>
            <a:r>
              <a:rPr lang="fr-FR" dirty="0"/>
              <a:t> </a:t>
            </a:r>
            <a:r>
              <a:rPr lang="fr-FR" dirty="0" err="1"/>
              <a:t>ducimus</a:t>
            </a:r>
            <a:r>
              <a:rPr lang="fr-FR" dirty="0"/>
              <a:t> qui </a:t>
            </a:r>
            <a:r>
              <a:rPr lang="fr-FR" dirty="0" err="1"/>
              <a:t>blanditiis</a:t>
            </a:r>
            <a:r>
              <a:rPr lang="fr-FR" dirty="0"/>
              <a:t> </a:t>
            </a:r>
            <a:r>
              <a:rPr lang="fr-FR" dirty="0" err="1"/>
              <a:t>praesentium</a:t>
            </a:r>
            <a:r>
              <a:rPr lang="fr-FR" dirty="0"/>
              <a:t> </a:t>
            </a:r>
            <a:r>
              <a:rPr lang="fr-FR" dirty="0" err="1"/>
              <a:t>voluptatum</a:t>
            </a:r>
            <a:r>
              <a:rPr lang="fr-FR" dirty="0"/>
              <a:t> </a:t>
            </a:r>
            <a:r>
              <a:rPr lang="fr-FR" dirty="0" err="1"/>
              <a:t>deleniti</a:t>
            </a:r>
            <a:r>
              <a:rPr lang="fr-FR" dirty="0"/>
              <a:t> </a:t>
            </a:r>
            <a:r>
              <a:rPr lang="fr-FR" dirty="0" err="1"/>
              <a:t>atque</a:t>
            </a:r>
            <a:r>
              <a:rPr lang="fr-FR" dirty="0"/>
              <a:t> </a:t>
            </a:r>
            <a:r>
              <a:rPr lang="fr-FR" dirty="0" err="1"/>
              <a:t>corrupti</a:t>
            </a:r>
            <a:r>
              <a:rPr lang="fr-FR" dirty="0"/>
              <a:t> </a:t>
            </a:r>
            <a:r>
              <a:rPr lang="fr-FR" dirty="0" err="1"/>
              <a:t>quos</a:t>
            </a:r>
            <a:r>
              <a:rPr lang="fr-FR" dirty="0"/>
              <a:t> </a:t>
            </a:r>
            <a:r>
              <a:rPr lang="fr-FR" dirty="0" err="1"/>
              <a:t>dolores</a:t>
            </a:r>
            <a:r>
              <a:rPr lang="fr-FR" dirty="0"/>
              <a:t> et </a:t>
            </a:r>
            <a:r>
              <a:rPr lang="fr-FR" dirty="0" err="1"/>
              <a:t>quas</a:t>
            </a:r>
            <a:r>
              <a:rPr lang="fr-FR" dirty="0"/>
              <a:t> </a:t>
            </a:r>
            <a:r>
              <a:rPr lang="fr-FR" dirty="0" err="1"/>
              <a:t>molestias</a:t>
            </a:r>
            <a:r>
              <a:rPr lang="fr-FR" dirty="0"/>
              <a:t> </a:t>
            </a:r>
            <a:r>
              <a:rPr lang="fr-FR" dirty="0" err="1"/>
              <a:t>excepturi</a:t>
            </a:r>
            <a:r>
              <a:rPr lang="fr-FR" dirty="0"/>
              <a:t> </a:t>
            </a:r>
            <a:r>
              <a:rPr lang="fr-FR" dirty="0" err="1"/>
              <a:t>sint</a:t>
            </a:r>
            <a:r>
              <a:rPr lang="fr-FR" dirty="0"/>
              <a:t> </a:t>
            </a:r>
            <a:r>
              <a:rPr lang="fr-FR" dirty="0" err="1"/>
              <a:t>occaecati</a:t>
            </a:r>
            <a:r>
              <a:rPr lang="fr-FR" dirty="0"/>
              <a:t> </a:t>
            </a:r>
            <a:r>
              <a:rPr lang="fr-FR" dirty="0" err="1"/>
              <a:t>cupiditate</a:t>
            </a:r>
            <a:r>
              <a:rPr lang="fr-FR" dirty="0"/>
              <a:t> non provident, </a:t>
            </a:r>
            <a:r>
              <a:rPr lang="fr-FR" dirty="0" err="1"/>
              <a:t>similique</a:t>
            </a:r>
            <a:r>
              <a:rPr lang="fr-FR" dirty="0"/>
              <a:t> </a:t>
            </a:r>
            <a:r>
              <a:rPr lang="fr-FR" dirty="0" err="1"/>
              <a:t>sunt</a:t>
            </a:r>
            <a:r>
              <a:rPr lang="fr-FR" dirty="0"/>
              <a:t> in culpa qui officia </a:t>
            </a:r>
            <a:r>
              <a:rPr lang="fr-FR" dirty="0" err="1"/>
              <a:t>deserunt</a:t>
            </a:r>
            <a:r>
              <a:rPr lang="fr-FR" dirty="0"/>
              <a:t> </a:t>
            </a:r>
            <a:r>
              <a:rPr lang="fr-FR" dirty="0" err="1"/>
              <a:t>mollitia</a:t>
            </a:r>
            <a:r>
              <a:rPr lang="fr-FR" dirty="0"/>
              <a:t> </a:t>
            </a:r>
            <a:r>
              <a:rPr lang="fr-FR" dirty="0" err="1"/>
              <a:t>animi</a:t>
            </a:r>
            <a:r>
              <a:rPr lang="fr-FR" dirty="0"/>
              <a:t>, id est </a:t>
            </a:r>
            <a:r>
              <a:rPr lang="fr-FR" dirty="0" err="1"/>
              <a:t>laborum</a:t>
            </a:r>
            <a:r>
              <a:rPr lang="fr-FR" dirty="0"/>
              <a:t> et </a:t>
            </a:r>
            <a:r>
              <a:rPr lang="fr-FR" dirty="0" err="1"/>
              <a:t>dolorum</a:t>
            </a:r>
            <a:r>
              <a:rPr lang="fr-FR" dirty="0"/>
              <a:t> </a:t>
            </a:r>
            <a:r>
              <a:rPr lang="fr-FR" dirty="0" err="1"/>
              <a:t>fuga</a:t>
            </a:r>
            <a:r>
              <a:rPr lang="fr-FR" dirty="0"/>
              <a:t>. Et </a:t>
            </a:r>
            <a:r>
              <a:rPr lang="fr-FR" dirty="0" err="1"/>
              <a:t>harum</a:t>
            </a:r>
            <a:r>
              <a:rPr lang="fr-FR" dirty="0"/>
              <a:t> </a:t>
            </a:r>
            <a:r>
              <a:rPr lang="fr-FR" dirty="0" err="1"/>
              <a:t>quidem</a:t>
            </a:r>
            <a:r>
              <a:rPr lang="fr-FR" dirty="0"/>
              <a:t> </a:t>
            </a:r>
            <a:r>
              <a:rPr lang="fr-FR" dirty="0" err="1"/>
              <a:t>rerum</a:t>
            </a:r>
            <a:r>
              <a:rPr lang="fr-FR" dirty="0"/>
              <a:t> </a:t>
            </a:r>
            <a:r>
              <a:rPr lang="fr-FR" dirty="0" err="1"/>
              <a:t>facilis</a:t>
            </a:r>
            <a:r>
              <a:rPr lang="fr-FR" dirty="0"/>
              <a:t> est et </a:t>
            </a:r>
            <a:r>
              <a:rPr lang="fr-FR" dirty="0" err="1"/>
              <a:t>expedita</a:t>
            </a:r>
            <a:r>
              <a:rPr lang="fr-FR" dirty="0"/>
              <a:t> </a:t>
            </a:r>
            <a:r>
              <a:rPr lang="fr-FR" dirty="0" err="1"/>
              <a:t>distinctio</a:t>
            </a:r>
            <a:r>
              <a:rPr lang="fr-FR" dirty="0"/>
              <a:t>. Nam libero </a:t>
            </a:r>
            <a:r>
              <a:rPr lang="fr-FR" dirty="0" err="1"/>
              <a:t>tempore</a:t>
            </a:r>
            <a:r>
              <a:rPr lang="fr-FR" dirty="0"/>
              <a:t>, cum </a:t>
            </a:r>
            <a:r>
              <a:rPr lang="fr-FR" dirty="0" err="1"/>
              <a:t>soluta</a:t>
            </a:r>
            <a:r>
              <a:rPr lang="fr-FR" dirty="0"/>
              <a:t> </a:t>
            </a:r>
            <a:r>
              <a:rPr lang="fr-FR" dirty="0" err="1"/>
              <a:t>nobis</a:t>
            </a:r>
            <a:r>
              <a:rPr lang="fr-FR" dirty="0"/>
              <a:t> est </a:t>
            </a:r>
            <a:r>
              <a:rPr lang="fr-FR" dirty="0" err="1"/>
              <a:t>eligendi</a:t>
            </a:r>
            <a:r>
              <a:rPr lang="fr-FR" dirty="0"/>
              <a:t> </a:t>
            </a:r>
            <a:r>
              <a:rPr lang="fr-FR" dirty="0" err="1"/>
              <a:t>optio</a:t>
            </a:r>
            <a:r>
              <a:rPr lang="fr-FR" dirty="0"/>
              <a:t> </a:t>
            </a:r>
            <a:r>
              <a:rPr lang="fr-FR" dirty="0" err="1"/>
              <a:t>cumque</a:t>
            </a:r>
            <a:r>
              <a:rPr lang="fr-FR" dirty="0"/>
              <a:t> nihil </a:t>
            </a:r>
            <a:r>
              <a:rPr lang="fr-FR" dirty="0" err="1"/>
              <a:t>impedit</a:t>
            </a:r>
            <a:r>
              <a:rPr lang="fr-FR" dirty="0"/>
              <a:t> quo minus id quod maxime </a:t>
            </a:r>
            <a:r>
              <a:rPr lang="fr-FR" dirty="0" err="1"/>
              <a:t>placeat</a:t>
            </a:r>
            <a:r>
              <a:rPr lang="fr-FR" dirty="0"/>
              <a:t> </a:t>
            </a:r>
            <a:r>
              <a:rPr lang="fr-FR" dirty="0" err="1"/>
              <a:t>facere</a:t>
            </a:r>
            <a:r>
              <a:rPr lang="fr-FR" dirty="0"/>
              <a:t> </a:t>
            </a:r>
            <a:r>
              <a:rPr lang="fr-FR" dirty="0" err="1"/>
              <a:t>possimus</a:t>
            </a:r>
            <a:r>
              <a:rPr lang="fr-FR" dirty="0"/>
              <a:t>, </a:t>
            </a:r>
            <a:r>
              <a:rPr lang="fr-FR" dirty="0" err="1"/>
              <a:t>omnis</a:t>
            </a:r>
            <a:r>
              <a:rPr lang="fr-FR" dirty="0"/>
              <a:t> </a:t>
            </a:r>
            <a:r>
              <a:rPr lang="fr-FR" dirty="0" err="1"/>
              <a:t>voluptas</a:t>
            </a:r>
            <a:r>
              <a:rPr lang="fr-FR" dirty="0"/>
              <a:t> </a:t>
            </a:r>
            <a:r>
              <a:rPr lang="fr-FR" dirty="0" err="1"/>
              <a:t>assumenda</a:t>
            </a:r>
            <a:r>
              <a:rPr lang="fr-FR" dirty="0"/>
              <a:t> est, </a:t>
            </a:r>
            <a:r>
              <a:rPr lang="fr-FR" dirty="0" err="1"/>
              <a:t>omnis</a:t>
            </a:r>
            <a:r>
              <a:rPr lang="fr-FR" dirty="0"/>
              <a:t> </a:t>
            </a:r>
            <a:r>
              <a:rPr lang="fr-FR" dirty="0" err="1"/>
              <a:t>dolor</a:t>
            </a:r>
            <a:r>
              <a:rPr lang="fr-FR" dirty="0"/>
              <a:t> </a:t>
            </a:r>
            <a:r>
              <a:rPr lang="fr-FR" dirty="0" err="1"/>
              <a:t>repellendus</a:t>
            </a:r>
            <a:r>
              <a:rPr lang="fr-FR" dirty="0"/>
              <a:t>. </a:t>
            </a:r>
            <a:r>
              <a:rPr lang="fr-FR" dirty="0" err="1"/>
              <a:t>Temporibus</a:t>
            </a:r>
            <a:r>
              <a:rPr lang="fr-FR" dirty="0"/>
              <a:t> </a:t>
            </a:r>
            <a:r>
              <a:rPr lang="fr-FR" dirty="0" err="1"/>
              <a:t>autem</a:t>
            </a:r>
            <a:r>
              <a:rPr lang="fr-FR" dirty="0"/>
              <a:t> </a:t>
            </a:r>
            <a:r>
              <a:rPr lang="fr-FR" dirty="0" err="1"/>
              <a:t>quibusdam</a:t>
            </a:r>
            <a:r>
              <a:rPr lang="fr-FR" dirty="0"/>
              <a:t> et </a:t>
            </a:r>
            <a:r>
              <a:rPr lang="fr-FR" dirty="0" err="1"/>
              <a:t>aut</a:t>
            </a:r>
            <a:r>
              <a:rPr lang="fr-FR" dirty="0"/>
              <a:t> </a:t>
            </a:r>
            <a:r>
              <a:rPr lang="fr-FR" dirty="0" err="1"/>
              <a:t>officiis</a:t>
            </a:r>
            <a:r>
              <a:rPr lang="fr-FR" dirty="0"/>
              <a:t> </a:t>
            </a:r>
            <a:r>
              <a:rPr lang="fr-FR" dirty="0" err="1"/>
              <a:t>debitis</a:t>
            </a:r>
            <a:r>
              <a:rPr lang="fr-FR" dirty="0"/>
              <a:t> </a:t>
            </a:r>
            <a:r>
              <a:rPr lang="fr-FR" dirty="0" err="1"/>
              <a:t>aut</a:t>
            </a:r>
            <a:r>
              <a:rPr lang="fr-FR" dirty="0"/>
              <a:t> </a:t>
            </a:r>
            <a:r>
              <a:rPr lang="fr-FR" dirty="0" err="1"/>
              <a:t>rerum</a:t>
            </a:r>
            <a:r>
              <a:rPr lang="fr-FR" dirty="0"/>
              <a:t> </a:t>
            </a:r>
            <a:r>
              <a:rPr lang="fr-FR" dirty="0" err="1"/>
              <a:t>necessitatibus</a:t>
            </a:r>
            <a:r>
              <a:rPr lang="fr-FR" dirty="0"/>
              <a:t> </a:t>
            </a:r>
            <a:r>
              <a:rPr lang="fr-FR" dirty="0" err="1"/>
              <a:t>saepe</a:t>
            </a:r>
            <a:r>
              <a:rPr lang="fr-FR" dirty="0"/>
              <a:t> </a:t>
            </a:r>
            <a:r>
              <a:rPr lang="fr-FR" dirty="0" err="1"/>
              <a:t>eveniet</a:t>
            </a:r>
            <a:r>
              <a:rPr lang="fr-FR" dirty="0"/>
              <a:t> ut et </a:t>
            </a:r>
            <a:r>
              <a:rPr lang="fr-FR" dirty="0" err="1"/>
              <a:t>voluptates</a:t>
            </a:r>
            <a:r>
              <a:rPr lang="fr-FR" dirty="0"/>
              <a:t> </a:t>
            </a:r>
            <a:r>
              <a:rPr lang="fr-FR" dirty="0" err="1"/>
              <a:t>repudiandae</a:t>
            </a:r>
            <a:r>
              <a:rPr lang="fr-FR" dirty="0"/>
              <a:t> </a:t>
            </a:r>
            <a:r>
              <a:rPr lang="fr-FR" dirty="0" err="1"/>
              <a:t>sint</a:t>
            </a:r>
            <a:r>
              <a:rPr lang="fr-FR" dirty="0"/>
              <a:t> et </a:t>
            </a:r>
            <a:r>
              <a:rPr lang="fr-FR" dirty="0" err="1"/>
              <a:t>molestiae</a:t>
            </a:r>
            <a:r>
              <a:rPr lang="fr-FR" dirty="0"/>
              <a:t> non </a:t>
            </a:r>
            <a:r>
              <a:rPr lang="fr-FR" dirty="0" err="1"/>
              <a:t>recusandae</a:t>
            </a:r>
            <a:r>
              <a:rPr lang="fr-FR" dirty="0"/>
              <a:t>. </a:t>
            </a:r>
            <a:r>
              <a:rPr lang="fr-FR" dirty="0" err="1"/>
              <a:t>Itaque</a:t>
            </a:r>
            <a:r>
              <a:rPr lang="fr-FR" dirty="0"/>
              <a:t> </a:t>
            </a:r>
            <a:r>
              <a:rPr lang="fr-FR" dirty="0" err="1"/>
              <a:t>earum</a:t>
            </a:r>
            <a:r>
              <a:rPr lang="fr-FR" dirty="0"/>
              <a:t> </a:t>
            </a:r>
            <a:r>
              <a:rPr lang="fr-FR" dirty="0" err="1"/>
              <a:t>rerum</a:t>
            </a:r>
            <a:r>
              <a:rPr lang="fr-FR" dirty="0"/>
              <a:t> hic </a:t>
            </a:r>
            <a:r>
              <a:rPr lang="fr-FR" dirty="0" err="1"/>
              <a:t>tenetur</a:t>
            </a:r>
            <a:r>
              <a:rPr lang="fr-FR" dirty="0"/>
              <a:t> a </a:t>
            </a:r>
            <a:r>
              <a:rPr lang="fr-FR" dirty="0" err="1"/>
              <a:t>sapiente</a:t>
            </a:r>
            <a:r>
              <a:rPr lang="fr-FR" dirty="0"/>
              <a:t> </a:t>
            </a:r>
            <a:r>
              <a:rPr lang="fr-FR" dirty="0" err="1"/>
              <a:t>delectus</a:t>
            </a:r>
            <a:r>
              <a:rPr lang="fr-FR" dirty="0"/>
              <a:t>, ut </a:t>
            </a:r>
            <a:r>
              <a:rPr lang="fr-FR" dirty="0" err="1"/>
              <a:t>aut</a:t>
            </a:r>
            <a:r>
              <a:rPr lang="fr-FR" dirty="0"/>
              <a:t> </a:t>
            </a:r>
            <a:r>
              <a:rPr lang="fr-FR" dirty="0" err="1"/>
              <a:t>reiciendis</a:t>
            </a:r>
            <a:r>
              <a:rPr lang="fr-FR" dirty="0"/>
              <a:t> </a:t>
            </a:r>
            <a:r>
              <a:rPr lang="fr-FR" dirty="0" err="1"/>
              <a:t>voluptatibus</a:t>
            </a:r>
            <a:r>
              <a:rPr lang="fr-FR" dirty="0"/>
              <a:t> </a:t>
            </a:r>
            <a:r>
              <a:rPr lang="fr-FR" dirty="0" err="1"/>
              <a:t>maiores</a:t>
            </a:r>
            <a:r>
              <a:rPr lang="fr-FR" dirty="0"/>
              <a:t> alias </a:t>
            </a:r>
            <a:r>
              <a:rPr lang="fr-FR" dirty="0" err="1"/>
              <a:t>consequatur</a:t>
            </a:r>
            <a:r>
              <a:rPr lang="fr-FR" dirty="0"/>
              <a:t> </a:t>
            </a:r>
            <a:r>
              <a:rPr lang="fr-FR" dirty="0" err="1"/>
              <a:t>aut</a:t>
            </a:r>
            <a:r>
              <a:rPr lang="fr-FR" dirty="0"/>
              <a:t> </a:t>
            </a:r>
            <a:r>
              <a:rPr lang="fr-FR" dirty="0" err="1"/>
              <a:t>perferendis</a:t>
            </a:r>
            <a:r>
              <a:rPr lang="fr-FR" dirty="0"/>
              <a:t> </a:t>
            </a:r>
            <a:r>
              <a:rPr lang="fr-FR" dirty="0" err="1"/>
              <a:t>doloribus</a:t>
            </a:r>
            <a:r>
              <a:rPr lang="fr-FR" dirty="0"/>
              <a:t> </a:t>
            </a:r>
            <a:r>
              <a:rPr lang="fr-FR" dirty="0" err="1"/>
              <a:t>asperiores</a:t>
            </a:r>
            <a:r>
              <a:rPr lang="fr-FR" dirty="0"/>
              <a:t> </a:t>
            </a:r>
            <a:r>
              <a:rPr lang="fr-FR" dirty="0" err="1"/>
              <a:t>repellat</a:t>
            </a:r>
            <a:r>
              <a:rPr lang="fr-FR" dirty="0"/>
              <a:t>.</a:t>
            </a:r>
          </a:p>
          <a:p>
            <a:pPr lvl="0">
              <a:spcAft>
                <a:spcPts val="600"/>
              </a:spcAft>
            </a:pPr>
            <a:r>
              <a:rPr lang="fr-FR" b="0" i="0" dirty="0">
                <a:solidFill>
                  <a:srgbClr val="000000"/>
                </a:solidFill>
                <a:effectLst/>
                <a:latin typeface="Open Sans" panose="020B0606030504020204" pitchFamily="34" charset="0"/>
              </a:rPr>
              <a:t>At </a:t>
            </a:r>
            <a:r>
              <a:rPr lang="fr-FR" b="0" i="0" dirty="0" err="1">
                <a:solidFill>
                  <a:srgbClr val="000000"/>
                </a:solidFill>
                <a:effectLst/>
                <a:latin typeface="Open Sans" panose="020B0606030504020204" pitchFamily="34" charset="0"/>
              </a:rPr>
              <a:t>vero</a:t>
            </a:r>
            <a:r>
              <a:rPr lang="fr-FR" b="0" i="0" dirty="0">
                <a:solidFill>
                  <a:srgbClr val="000000"/>
                </a:solidFill>
                <a:effectLst/>
                <a:latin typeface="Open Sans" panose="020B0606030504020204" pitchFamily="34" charset="0"/>
              </a:rPr>
              <a:t> </a:t>
            </a:r>
            <a:r>
              <a:rPr lang="fr-FR" b="0" i="0" dirty="0" err="1">
                <a:solidFill>
                  <a:srgbClr val="000000"/>
                </a:solidFill>
                <a:effectLst/>
                <a:latin typeface="Open Sans" panose="020B0606030504020204" pitchFamily="34" charset="0"/>
              </a:rPr>
              <a:t>eos</a:t>
            </a:r>
            <a:r>
              <a:rPr lang="fr-FR" b="0" i="0" dirty="0">
                <a:solidFill>
                  <a:srgbClr val="000000"/>
                </a:solidFill>
                <a:effectLst/>
                <a:latin typeface="Open Sans" panose="020B0606030504020204" pitchFamily="34" charset="0"/>
              </a:rPr>
              <a:t> et </a:t>
            </a:r>
            <a:r>
              <a:rPr lang="fr-FR" b="0" i="0" dirty="0" err="1">
                <a:solidFill>
                  <a:srgbClr val="000000"/>
                </a:solidFill>
                <a:effectLst/>
                <a:latin typeface="Open Sans" panose="020B0606030504020204" pitchFamily="34" charset="0"/>
              </a:rPr>
              <a:t>accusamus</a:t>
            </a:r>
            <a:r>
              <a:rPr lang="fr-FR" b="0" i="0" dirty="0">
                <a:solidFill>
                  <a:srgbClr val="000000"/>
                </a:solidFill>
                <a:effectLst/>
                <a:latin typeface="Open Sans" panose="020B0606030504020204" pitchFamily="34" charset="0"/>
              </a:rPr>
              <a:t> et </a:t>
            </a:r>
            <a:r>
              <a:rPr lang="fr-FR" b="0" i="0" dirty="0" err="1">
                <a:solidFill>
                  <a:srgbClr val="000000"/>
                </a:solidFill>
                <a:effectLst/>
                <a:latin typeface="Open Sans" panose="020B0606030504020204" pitchFamily="34" charset="0"/>
              </a:rPr>
              <a:t>iusto</a:t>
            </a:r>
            <a:r>
              <a:rPr lang="fr-FR" b="0" i="0" dirty="0">
                <a:solidFill>
                  <a:srgbClr val="000000"/>
                </a:solidFill>
                <a:effectLst/>
                <a:latin typeface="Open Sans" panose="020B0606030504020204" pitchFamily="34" charset="0"/>
              </a:rPr>
              <a:t> </a:t>
            </a:r>
            <a:r>
              <a:rPr lang="fr-FR" b="0" i="0" dirty="0" err="1">
                <a:solidFill>
                  <a:srgbClr val="000000"/>
                </a:solidFill>
                <a:effectLst/>
                <a:latin typeface="Open Sans" panose="020B0606030504020204" pitchFamily="34" charset="0"/>
              </a:rPr>
              <a:t>odio</a:t>
            </a:r>
            <a:r>
              <a:rPr lang="fr-FR" b="0" i="0" dirty="0">
                <a:solidFill>
                  <a:srgbClr val="000000"/>
                </a:solidFill>
                <a:effectLst/>
                <a:latin typeface="Open Sans" panose="020B0606030504020204" pitchFamily="34" charset="0"/>
              </a:rPr>
              <a:t> </a:t>
            </a:r>
            <a:r>
              <a:rPr lang="fr-FR" b="0" i="0" dirty="0" err="1">
                <a:solidFill>
                  <a:srgbClr val="000000"/>
                </a:solidFill>
                <a:effectLst/>
                <a:latin typeface="Open Sans" panose="020B0606030504020204" pitchFamily="34" charset="0"/>
              </a:rPr>
              <a:t>dignissimos</a:t>
            </a:r>
            <a:r>
              <a:rPr lang="fr-FR" b="0" i="0" dirty="0">
                <a:solidFill>
                  <a:srgbClr val="000000"/>
                </a:solidFill>
                <a:effectLst/>
                <a:latin typeface="Open Sans" panose="020B0606030504020204" pitchFamily="34" charset="0"/>
              </a:rPr>
              <a:t> </a:t>
            </a:r>
            <a:r>
              <a:rPr lang="fr-FR" b="0" i="0" dirty="0" err="1">
                <a:solidFill>
                  <a:srgbClr val="000000"/>
                </a:solidFill>
                <a:effectLst/>
                <a:latin typeface="Open Sans" panose="020B0606030504020204" pitchFamily="34" charset="0"/>
              </a:rPr>
              <a:t>ducimus</a:t>
            </a:r>
            <a:r>
              <a:rPr lang="fr-FR" b="0" i="0" dirty="0">
                <a:solidFill>
                  <a:srgbClr val="000000"/>
                </a:solidFill>
                <a:effectLst/>
                <a:latin typeface="Open Sans" panose="020B0606030504020204" pitchFamily="34" charset="0"/>
              </a:rPr>
              <a:t> qui </a:t>
            </a:r>
            <a:r>
              <a:rPr lang="fr-FR" b="0" i="0" dirty="0" err="1">
                <a:solidFill>
                  <a:srgbClr val="000000"/>
                </a:solidFill>
                <a:effectLst/>
                <a:latin typeface="Open Sans" panose="020B0606030504020204" pitchFamily="34" charset="0"/>
              </a:rPr>
              <a:t>blanditiis</a:t>
            </a:r>
            <a:r>
              <a:rPr lang="fr-FR" b="0" i="0" dirty="0">
                <a:solidFill>
                  <a:srgbClr val="000000"/>
                </a:solidFill>
                <a:effectLst/>
                <a:latin typeface="Open Sans" panose="020B0606030504020204" pitchFamily="34" charset="0"/>
              </a:rPr>
              <a:t> </a:t>
            </a:r>
            <a:r>
              <a:rPr lang="fr-FR" b="0" i="0" dirty="0" err="1">
                <a:solidFill>
                  <a:srgbClr val="000000"/>
                </a:solidFill>
                <a:effectLst/>
                <a:latin typeface="Open Sans" panose="020B0606030504020204" pitchFamily="34" charset="0"/>
              </a:rPr>
              <a:t>praesentium</a:t>
            </a:r>
            <a:r>
              <a:rPr lang="fr-FR" b="0" i="0" dirty="0">
                <a:solidFill>
                  <a:srgbClr val="000000"/>
                </a:solidFill>
                <a:effectLst/>
                <a:latin typeface="Open Sans" panose="020B0606030504020204" pitchFamily="34" charset="0"/>
              </a:rPr>
              <a:t> </a:t>
            </a:r>
            <a:r>
              <a:rPr lang="fr-FR" b="0" i="0" dirty="0" err="1">
                <a:solidFill>
                  <a:srgbClr val="000000"/>
                </a:solidFill>
                <a:effectLst/>
                <a:latin typeface="Open Sans" panose="020B0606030504020204" pitchFamily="34" charset="0"/>
              </a:rPr>
              <a:t>voluptatum</a:t>
            </a:r>
            <a:r>
              <a:rPr lang="fr-FR" b="0" i="0" dirty="0">
                <a:solidFill>
                  <a:srgbClr val="000000"/>
                </a:solidFill>
                <a:effectLst/>
                <a:latin typeface="Open Sans" panose="020B0606030504020204" pitchFamily="34" charset="0"/>
              </a:rPr>
              <a:t> </a:t>
            </a:r>
            <a:r>
              <a:rPr lang="fr-FR" b="0" i="0" dirty="0" err="1">
                <a:solidFill>
                  <a:srgbClr val="000000"/>
                </a:solidFill>
                <a:effectLst/>
                <a:latin typeface="Open Sans" panose="020B0606030504020204" pitchFamily="34" charset="0"/>
              </a:rPr>
              <a:t>deleniti</a:t>
            </a:r>
            <a:r>
              <a:rPr lang="fr-FR" b="0" i="0" dirty="0">
                <a:solidFill>
                  <a:srgbClr val="000000"/>
                </a:solidFill>
                <a:effectLst/>
                <a:latin typeface="Open Sans" panose="020B0606030504020204" pitchFamily="34" charset="0"/>
              </a:rPr>
              <a:t> </a:t>
            </a:r>
            <a:r>
              <a:rPr lang="fr-FR" b="0" i="0" dirty="0" err="1">
                <a:solidFill>
                  <a:srgbClr val="000000"/>
                </a:solidFill>
                <a:effectLst/>
                <a:latin typeface="Open Sans" panose="020B0606030504020204" pitchFamily="34" charset="0"/>
              </a:rPr>
              <a:t>atque</a:t>
            </a:r>
            <a:r>
              <a:rPr lang="fr-FR" b="0" i="0" dirty="0">
                <a:solidFill>
                  <a:srgbClr val="000000"/>
                </a:solidFill>
                <a:effectLst/>
                <a:latin typeface="Open Sans" panose="020B0606030504020204" pitchFamily="34" charset="0"/>
              </a:rPr>
              <a:t> </a:t>
            </a:r>
            <a:r>
              <a:rPr lang="fr-FR" b="0" i="0" dirty="0" err="1">
                <a:solidFill>
                  <a:srgbClr val="000000"/>
                </a:solidFill>
                <a:effectLst/>
                <a:latin typeface="Open Sans" panose="020B0606030504020204" pitchFamily="34" charset="0"/>
              </a:rPr>
              <a:t>corrupti</a:t>
            </a:r>
            <a:r>
              <a:rPr lang="fr-FR" b="0" i="0" dirty="0">
                <a:solidFill>
                  <a:srgbClr val="000000"/>
                </a:solidFill>
                <a:effectLst/>
                <a:latin typeface="Open Sans" panose="020B0606030504020204" pitchFamily="34" charset="0"/>
              </a:rPr>
              <a:t> </a:t>
            </a:r>
            <a:r>
              <a:rPr lang="fr-FR" b="0" i="0" dirty="0" err="1">
                <a:solidFill>
                  <a:srgbClr val="000000"/>
                </a:solidFill>
                <a:effectLst/>
                <a:latin typeface="Open Sans" panose="020B0606030504020204" pitchFamily="34" charset="0"/>
              </a:rPr>
              <a:t>quos</a:t>
            </a:r>
            <a:r>
              <a:rPr lang="fr-FR" b="0" i="0" dirty="0">
                <a:solidFill>
                  <a:srgbClr val="000000"/>
                </a:solidFill>
                <a:effectLst/>
                <a:latin typeface="Open Sans" panose="020B0606030504020204" pitchFamily="34" charset="0"/>
              </a:rPr>
              <a:t> </a:t>
            </a:r>
            <a:r>
              <a:rPr lang="fr-FR" b="0" i="0" dirty="0" err="1">
                <a:solidFill>
                  <a:srgbClr val="000000"/>
                </a:solidFill>
                <a:effectLst/>
                <a:latin typeface="Open Sans" panose="020B0606030504020204" pitchFamily="34" charset="0"/>
              </a:rPr>
              <a:t>dolores</a:t>
            </a:r>
            <a:r>
              <a:rPr lang="fr-FR" b="0" i="0" dirty="0">
                <a:solidFill>
                  <a:srgbClr val="000000"/>
                </a:solidFill>
                <a:effectLst/>
                <a:latin typeface="Open Sans" panose="020B0606030504020204" pitchFamily="34" charset="0"/>
              </a:rPr>
              <a:t> et </a:t>
            </a:r>
            <a:r>
              <a:rPr lang="fr-FR" b="0" i="0" dirty="0" err="1">
                <a:solidFill>
                  <a:srgbClr val="000000"/>
                </a:solidFill>
                <a:effectLst/>
                <a:latin typeface="Open Sans" panose="020B0606030504020204" pitchFamily="34" charset="0"/>
              </a:rPr>
              <a:t>quas</a:t>
            </a:r>
            <a:r>
              <a:rPr lang="fr-FR" b="0" i="0" dirty="0">
                <a:solidFill>
                  <a:srgbClr val="000000"/>
                </a:solidFill>
                <a:effectLst/>
                <a:latin typeface="Open Sans" panose="020B0606030504020204" pitchFamily="34" charset="0"/>
              </a:rPr>
              <a:t> </a:t>
            </a:r>
            <a:r>
              <a:rPr lang="fr-FR" b="0" i="0" dirty="0" err="1">
                <a:solidFill>
                  <a:srgbClr val="000000"/>
                </a:solidFill>
                <a:effectLst/>
                <a:latin typeface="Open Sans" panose="020B0606030504020204" pitchFamily="34" charset="0"/>
              </a:rPr>
              <a:t>molestias</a:t>
            </a:r>
            <a:r>
              <a:rPr lang="fr-FR" b="0" i="0" dirty="0">
                <a:solidFill>
                  <a:srgbClr val="000000"/>
                </a:solidFill>
                <a:effectLst/>
                <a:latin typeface="Open Sans" panose="020B0606030504020204" pitchFamily="34" charset="0"/>
              </a:rPr>
              <a:t> </a:t>
            </a:r>
            <a:r>
              <a:rPr lang="fr-FR" b="0" i="0" dirty="0" err="1">
                <a:solidFill>
                  <a:srgbClr val="000000"/>
                </a:solidFill>
                <a:effectLst/>
                <a:latin typeface="Open Sans" panose="020B0606030504020204" pitchFamily="34" charset="0"/>
              </a:rPr>
              <a:t>excepturi</a:t>
            </a:r>
            <a:r>
              <a:rPr lang="fr-FR" b="0" i="0" dirty="0">
                <a:solidFill>
                  <a:srgbClr val="000000"/>
                </a:solidFill>
                <a:effectLst/>
                <a:latin typeface="Open Sans" panose="020B0606030504020204" pitchFamily="34" charset="0"/>
              </a:rPr>
              <a:t> </a:t>
            </a:r>
            <a:r>
              <a:rPr lang="fr-FR" b="0" i="0" dirty="0" err="1">
                <a:solidFill>
                  <a:srgbClr val="000000"/>
                </a:solidFill>
                <a:effectLst/>
                <a:latin typeface="Open Sans" panose="020B0606030504020204" pitchFamily="34" charset="0"/>
              </a:rPr>
              <a:t>sint</a:t>
            </a:r>
            <a:r>
              <a:rPr lang="fr-FR" b="0" i="0" dirty="0">
                <a:solidFill>
                  <a:srgbClr val="000000"/>
                </a:solidFill>
                <a:effectLst/>
                <a:latin typeface="Open Sans" panose="020B0606030504020204" pitchFamily="34" charset="0"/>
              </a:rPr>
              <a:t> </a:t>
            </a:r>
            <a:r>
              <a:rPr lang="fr-FR" b="0" i="0" dirty="0" err="1">
                <a:solidFill>
                  <a:srgbClr val="000000"/>
                </a:solidFill>
                <a:effectLst/>
                <a:latin typeface="Open Sans" panose="020B0606030504020204" pitchFamily="34" charset="0"/>
              </a:rPr>
              <a:t>occaecati</a:t>
            </a:r>
            <a:r>
              <a:rPr lang="fr-FR" b="0" i="0" dirty="0">
                <a:solidFill>
                  <a:srgbClr val="000000"/>
                </a:solidFill>
                <a:effectLst/>
                <a:latin typeface="Open Sans" panose="020B0606030504020204" pitchFamily="34" charset="0"/>
              </a:rPr>
              <a:t> </a:t>
            </a:r>
            <a:r>
              <a:rPr lang="fr-FR" b="0" i="0" dirty="0" err="1">
                <a:solidFill>
                  <a:srgbClr val="000000"/>
                </a:solidFill>
                <a:effectLst/>
                <a:latin typeface="Open Sans" panose="020B0606030504020204" pitchFamily="34" charset="0"/>
              </a:rPr>
              <a:t>cupiditate</a:t>
            </a:r>
            <a:r>
              <a:rPr lang="fr-FR" b="0" i="0" dirty="0">
                <a:solidFill>
                  <a:srgbClr val="000000"/>
                </a:solidFill>
                <a:effectLst/>
                <a:latin typeface="Open Sans" panose="020B0606030504020204" pitchFamily="34" charset="0"/>
              </a:rPr>
              <a:t> non provident, </a:t>
            </a:r>
            <a:r>
              <a:rPr lang="fr-FR" b="0" i="0" dirty="0" err="1">
                <a:solidFill>
                  <a:srgbClr val="000000"/>
                </a:solidFill>
                <a:effectLst/>
                <a:latin typeface="Open Sans" panose="020B0606030504020204" pitchFamily="34" charset="0"/>
              </a:rPr>
              <a:t>similique</a:t>
            </a:r>
            <a:r>
              <a:rPr lang="fr-FR" b="0" i="0" dirty="0">
                <a:solidFill>
                  <a:srgbClr val="000000"/>
                </a:solidFill>
                <a:effectLst/>
                <a:latin typeface="Open Sans" panose="020B0606030504020204" pitchFamily="34" charset="0"/>
              </a:rPr>
              <a:t> </a:t>
            </a:r>
            <a:r>
              <a:rPr lang="fr-FR" b="0" i="0" dirty="0" err="1">
                <a:solidFill>
                  <a:srgbClr val="000000"/>
                </a:solidFill>
                <a:effectLst/>
                <a:latin typeface="Open Sans" panose="020B0606030504020204" pitchFamily="34" charset="0"/>
              </a:rPr>
              <a:t>sunt</a:t>
            </a:r>
            <a:r>
              <a:rPr lang="fr-FR" b="0" i="0" dirty="0">
                <a:solidFill>
                  <a:srgbClr val="000000"/>
                </a:solidFill>
                <a:effectLst/>
                <a:latin typeface="Open Sans" panose="020B0606030504020204" pitchFamily="34" charset="0"/>
              </a:rPr>
              <a:t> in culpa qui officia </a:t>
            </a:r>
            <a:r>
              <a:rPr lang="fr-FR" b="0" i="0" dirty="0" err="1">
                <a:solidFill>
                  <a:srgbClr val="000000"/>
                </a:solidFill>
                <a:effectLst/>
                <a:latin typeface="Open Sans" panose="020B0606030504020204" pitchFamily="34" charset="0"/>
              </a:rPr>
              <a:t>deserunt</a:t>
            </a:r>
            <a:r>
              <a:rPr lang="fr-FR" b="0" i="0" dirty="0">
                <a:solidFill>
                  <a:srgbClr val="000000"/>
                </a:solidFill>
                <a:effectLst/>
                <a:latin typeface="Open Sans" panose="020B0606030504020204" pitchFamily="34" charset="0"/>
              </a:rPr>
              <a:t> </a:t>
            </a:r>
            <a:r>
              <a:rPr lang="fr-FR" b="0" i="0" dirty="0" err="1">
                <a:solidFill>
                  <a:srgbClr val="000000"/>
                </a:solidFill>
                <a:effectLst/>
                <a:latin typeface="Open Sans" panose="020B0606030504020204" pitchFamily="34" charset="0"/>
              </a:rPr>
              <a:t>mollitia</a:t>
            </a:r>
            <a:r>
              <a:rPr lang="fr-FR" b="0" i="0" dirty="0">
                <a:solidFill>
                  <a:srgbClr val="000000"/>
                </a:solidFill>
                <a:effectLst/>
                <a:latin typeface="Open Sans" panose="020B0606030504020204" pitchFamily="34" charset="0"/>
              </a:rPr>
              <a:t> </a:t>
            </a:r>
            <a:r>
              <a:rPr lang="fr-FR" b="0" i="0" dirty="0" err="1">
                <a:solidFill>
                  <a:srgbClr val="000000"/>
                </a:solidFill>
                <a:effectLst/>
                <a:latin typeface="Open Sans" panose="020B0606030504020204" pitchFamily="34" charset="0"/>
              </a:rPr>
              <a:t>animi</a:t>
            </a:r>
            <a:r>
              <a:rPr lang="fr-FR" b="0" i="0" dirty="0">
                <a:solidFill>
                  <a:srgbClr val="000000"/>
                </a:solidFill>
                <a:effectLst/>
                <a:latin typeface="Open Sans" panose="020B0606030504020204" pitchFamily="34" charset="0"/>
              </a:rPr>
              <a:t>, id est </a:t>
            </a:r>
            <a:r>
              <a:rPr lang="fr-FR" b="0" i="0" dirty="0" err="1">
                <a:solidFill>
                  <a:srgbClr val="000000"/>
                </a:solidFill>
                <a:effectLst/>
                <a:latin typeface="Open Sans" panose="020B0606030504020204" pitchFamily="34" charset="0"/>
              </a:rPr>
              <a:t>laborum</a:t>
            </a:r>
            <a:r>
              <a:rPr lang="fr-FR" b="0" i="0" dirty="0">
                <a:solidFill>
                  <a:srgbClr val="000000"/>
                </a:solidFill>
                <a:effectLst/>
                <a:latin typeface="Open Sans" panose="020B0606030504020204" pitchFamily="34" charset="0"/>
              </a:rPr>
              <a:t> et </a:t>
            </a:r>
            <a:r>
              <a:rPr lang="fr-FR" b="0" i="0" dirty="0" err="1">
                <a:solidFill>
                  <a:srgbClr val="000000"/>
                </a:solidFill>
                <a:effectLst/>
                <a:latin typeface="Open Sans" panose="020B0606030504020204" pitchFamily="34" charset="0"/>
              </a:rPr>
              <a:t>dolorum</a:t>
            </a:r>
            <a:r>
              <a:rPr lang="fr-FR" b="0" i="0" dirty="0">
                <a:solidFill>
                  <a:srgbClr val="000000"/>
                </a:solidFill>
                <a:effectLst/>
                <a:latin typeface="Open Sans" panose="020B0606030504020204" pitchFamily="34" charset="0"/>
              </a:rPr>
              <a:t> </a:t>
            </a:r>
            <a:r>
              <a:rPr lang="fr-FR" b="0" i="0" dirty="0" err="1">
                <a:solidFill>
                  <a:srgbClr val="000000"/>
                </a:solidFill>
                <a:effectLst/>
                <a:latin typeface="Open Sans" panose="020B0606030504020204" pitchFamily="34" charset="0"/>
              </a:rPr>
              <a:t>fuga</a:t>
            </a:r>
            <a:r>
              <a:rPr lang="fr-FR" b="0" i="0" dirty="0">
                <a:solidFill>
                  <a:srgbClr val="000000"/>
                </a:solidFill>
                <a:effectLst/>
                <a:latin typeface="Open Sans" panose="020B0606030504020204" pitchFamily="34" charset="0"/>
              </a:rPr>
              <a:t>. Et </a:t>
            </a:r>
            <a:r>
              <a:rPr lang="fr-FR" b="0" i="0" dirty="0" err="1">
                <a:solidFill>
                  <a:srgbClr val="000000"/>
                </a:solidFill>
                <a:effectLst/>
                <a:latin typeface="Open Sans" panose="020B0606030504020204" pitchFamily="34" charset="0"/>
              </a:rPr>
              <a:t>harum</a:t>
            </a:r>
            <a:r>
              <a:rPr lang="fr-FR" b="0" i="0" dirty="0">
                <a:solidFill>
                  <a:srgbClr val="000000"/>
                </a:solidFill>
                <a:effectLst/>
                <a:latin typeface="Open Sans" panose="020B0606030504020204" pitchFamily="34" charset="0"/>
              </a:rPr>
              <a:t> </a:t>
            </a:r>
            <a:r>
              <a:rPr lang="fr-FR" b="0" i="0" dirty="0" err="1">
                <a:solidFill>
                  <a:srgbClr val="000000"/>
                </a:solidFill>
                <a:effectLst/>
                <a:latin typeface="Open Sans" panose="020B0606030504020204" pitchFamily="34" charset="0"/>
              </a:rPr>
              <a:t>quidem</a:t>
            </a:r>
            <a:r>
              <a:rPr lang="fr-FR" b="0" i="0" dirty="0">
                <a:solidFill>
                  <a:srgbClr val="000000"/>
                </a:solidFill>
                <a:effectLst/>
                <a:latin typeface="Open Sans" panose="020B0606030504020204" pitchFamily="34" charset="0"/>
              </a:rPr>
              <a:t> </a:t>
            </a:r>
            <a:r>
              <a:rPr lang="fr-FR" b="0" i="0" dirty="0" err="1">
                <a:solidFill>
                  <a:srgbClr val="000000"/>
                </a:solidFill>
                <a:effectLst/>
                <a:latin typeface="Open Sans" panose="020B0606030504020204" pitchFamily="34" charset="0"/>
              </a:rPr>
              <a:t>rerum</a:t>
            </a:r>
            <a:r>
              <a:rPr lang="fr-FR" b="0" i="0" dirty="0">
                <a:solidFill>
                  <a:srgbClr val="000000"/>
                </a:solidFill>
                <a:effectLst/>
                <a:latin typeface="Open Sans" panose="020B0606030504020204" pitchFamily="34" charset="0"/>
              </a:rPr>
              <a:t> </a:t>
            </a:r>
            <a:r>
              <a:rPr lang="fr-FR" b="0" i="0" dirty="0" err="1">
                <a:solidFill>
                  <a:srgbClr val="000000"/>
                </a:solidFill>
                <a:effectLst/>
                <a:latin typeface="Open Sans" panose="020B0606030504020204" pitchFamily="34" charset="0"/>
              </a:rPr>
              <a:t>facilis</a:t>
            </a:r>
            <a:r>
              <a:rPr lang="fr-FR" b="0" i="0" dirty="0">
                <a:solidFill>
                  <a:srgbClr val="000000"/>
                </a:solidFill>
                <a:effectLst/>
                <a:latin typeface="Open Sans" panose="020B0606030504020204" pitchFamily="34" charset="0"/>
              </a:rPr>
              <a:t> est et </a:t>
            </a:r>
            <a:r>
              <a:rPr lang="fr-FR" b="0" i="0" dirty="0" err="1">
                <a:solidFill>
                  <a:srgbClr val="000000"/>
                </a:solidFill>
                <a:effectLst/>
                <a:latin typeface="Open Sans" panose="020B0606030504020204" pitchFamily="34" charset="0"/>
              </a:rPr>
              <a:t>expedita</a:t>
            </a:r>
            <a:r>
              <a:rPr lang="fr-FR" b="0" i="0" dirty="0">
                <a:solidFill>
                  <a:srgbClr val="000000"/>
                </a:solidFill>
                <a:effectLst/>
                <a:latin typeface="Open Sans" panose="020B0606030504020204" pitchFamily="34" charset="0"/>
              </a:rPr>
              <a:t> </a:t>
            </a:r>
            <a:r>
              <a:rPr lang="fr-FR" b="0" i="0" dirty="0" err="1">
                <a:solidFill>
                  <a:srgbClr val="000000"/>
                </a:solidFill>
                <a:effectLst/>
                <a:latin typeface="Open Sans" panose="020B0606030504020204" pitchFamily="34" charset="0"/>
              </a:rPr>
              <a:t>distinctio</a:t>
            </a:r>
            <a:r>
              <a:rPr lang="fr-FR" b="0" i="0" dirty="0">
                <a:solidFill>
                  <a:srgbClr val="000000"/>
                </a:solidFill>
                <a:effectLst/>
                <a:latin typeface="Open Sans" panose="020B0606030504020204" pitchFamily="34" charset="0"/>
              </a:rPr>
              <a:t>. Nam libero </a:t>
            </a:r>
            <a:r>
              <a:rPr lang="fr-FR" b="0" i="0" dirty="0" err="1">
                <a:solidFill>
                  <a:srgbClr val="000000"/>
                </a:solidFill>
                <a:effectLst/>
                <a:latin typeface="Open Sans" panose="020B0606030504020204" pitchFamily="34" charset="0"/>
              </a:rPr>
              <a:t>tempore</a:t>
            </a:r>
            <a:r>
              <a:rPr lang="fr-FR" b="0" i="0" dirty="0">
                <a:solidFill>
                  <a:srgbClr val="000000"/>
                </a:solidFill>
                <a:effectLst/>
                <a:latin typeface="Open Sans" panose="020B0606030504020204" pitchFamily="34" charset="0"/>
              </a:rPr>
              <a:t>, cum </a:t>
            </a:r>
            <a:r>
              <a:rPr lang="fr-FR" b="0" i="0" dirty="0" err="1">
                <a:solidFill>
                  <a:srgbClr val="000000"/>
                </a:solidFill>
                <a:effectLst/>
                <a:latin typeface="Open Sans" panose="020B0606030504020204" pitchFamily="34" charset="0"/>
              </a:rPr>
              <a:t>soluta</a:t>
            </a:r>
            <a:r>
              <a:rPr lang="fr-FR" b="0" i="0" dirty="0">
                <a:solidFill>
                  <a:srgbClr val="000000"/>
                </a:solidFill>
                <a:effectLst/>
                <a:latin typeface="Open Sans" panose="020B0606030504020204" pitchFamily="34" charset="0"/>
              </a:rPr>
              <a:t> </a:t>
            </a:r>
            <a:r>
              <a:rPr lang="fr-FR" b="0" i="0" dirty="0" err="1">
                <a:solidFill>
                  <a:srgbClr val="000000"/>
                </a:solidFill>
                <a:effectLst/>
                <a:latin typeface="Open Sans" panose="020B0606030504020204" pitchFamily="34" charset="0"/>
              </a:rPr>
              <a:t>nobis</a:t>
            </a:r>
            <a:r>
              <a:rPr lang="fr-FR" b="0" i="0" dirty="0">
                <a:solidFill>
                  <a:srgbClr val="000000"/>
                </a:solidFill>
                <a:effectLst/>
                <a:latin typeface="Open Sans" panose="020B0606030504020204" pitchFamily="34" charset="0"/>
              </a:rPr>
              <a:t> est </a:t>
            </a:r>
            <a:r>
              <a:rPr lang="fr-FR" b="0" i="0" dirty="0" err="1">
                <a:solidFill>
                  <a:srgbClr val="000000"/>
                </a:solidFill>
                <a:effectLst/>
                <a:latin typeface="Open Sans" panose="020B0606030504020204" pitchFamily="34" charset="0"/>
              </a:rPr>
              <a:t>eligendi</a:t>
            </a:r>
            <a:r>
              <a:rPr lang="fr-FR" b="0" i="0" dirty="0">
                <a:solidFill>
                  <a:srgbClr val="000000"/>
                </a:solidFill>
                <a:effectLst/>
                <a:latin typeface="Open Sans" panose="020B0606030504020204" pitchFamily="34" charset="0"/>
              </a:rPr>
              <a:t> </a:t>
            </a:r>
            <a:r>
              <a:rPr lang="fr-FR" b="0" i="0" dirty="0" err="1">
                <a:solidFill>
                  <a:srgbClr val="000000"/>
                </a:solidFill>
                <a:effectLst/>
                <a:latin typeface="Open Sans" panose="020B0606030504020204" pitchFamily="34" charset="0"/>
              </a:rPr>
              <a:t>optio</a:t>
            </a:r>
            <a:r>
              <a:rPr lang="fr-FR" b="0" i="0" dirty="0">
                <a:solidFill>
                  <a:srgbClr val="000000"/>
                </a:solidFill>
                <a:effectLst/>
                <a:latin typeface="Open Sans" panose="020B0606030504020204" pitchFamily="34" charset="0"/>
              </a:rPr>
              <a:t> </a:t>
            </a:r>
            <a:r>
              <a:rPr lang="fr-FR" b="0" i="0" dirty="0" err="1">
                <a:solidFill>
                  <a:srgbClr val="000000"/>
                </a:solidFill>
                <a:effectLst/>
                <a:latin typeface="Open Sans" panose="020B0606030504020204" pitchFamily="34" charset="0"/>
              </a:rPr>
              <a:t>cumque</a:t>
            </a:r>
            <a:r>
              <a:rPr lang="fr-FR" b="0" i="0" dirty="0">
                <a:solidFill>
                  <a:srgbClr val="000000"/>
                </a:solidFill>
                <a:effectLst/>
                <a:latin typeface="Open Sans" panose="020B0606030504020204" pitchFamily="34" charset="0"/>
              </a:rPr>
              <a:t> nihil </a:t>
            </a:r>
            <a:r>
              <a:rPr lang="fr-FR" b="0" i="0" dirty="0" err="1">
                <a:solidFill>
                  <a:srgbClr val="000000"/>
                </a:solidFill>
                <a:effectLst/>
                <a:latin typeface="Open Sans" panose="020B0606030504020204" pitchFamily="34" charset="0"/>
              </a:rPr>
              <a:t>impedit</a:t>
            </a:r>
            <a:r>
              <a:rPr lang="fr-FR" b="0" i="0" dirty="0">
                <a:solidFill>
                  <a:srgbClr val="000000"/>
                </a:solidFill>
                <a:effectLst/>
                <a:latin typeface="Open Sans" panose="020B0606030504020204" pitchFamily="34" charset="0"/>
              </a:rPr>
              <a:t> quo minus id quod maxime </a:t>
            </a:r>
            <a:r>
              <a:rPr lang="fr-FR" b="0" i="0" dirty="0" err="1">
                <a:solidFill>
                  <a:srgbClr val="000000"/>
                </a:solidFill>
                <a:effectLst/>
                <a:latin typeface="Open Sans" panose="020B0606030504020204" pitchFamily="34" charset="0"/>
              </a:rPr>
              <a:t>placeat</a:t>
            </a:r>
            <a:r>
              <a:rPr lang="fr-FR" b="0" i="0" dirty="0">
                <a:solidFill>
                  <a:srgbClr val="000000"/>
                </a:solidFill>
                <a:effectLst/>
                <a:latin typeface="Open Sans" panose="020B0606030504020204" pitchFamily="34" charset="0"/>
              </a:rPr>
              <a:t> </a:t>
            </a:r>
            <a:r>
              <a:rPr lang="fr-FR" b="0" i="0" dirty="0" err="1">
                <a:solidFill>
                  <a:srgbClr val="000000"/>
                </a:solidFill>
                <a:effectLst/>
                <a:latin typeface="Open Sans" panose="020B0606030504020204" pitchFamily="34" charset="0"/>
              </a:rPr>
              <a:t>facere</a:t>
            </a:r>
            <a:r>
              <a:rPr lang="fr-FR" b="0" i="0" dirty="0">
                <a:solidFill>
                  <a:srgbClr val="000000"/>
                </a:solidFill>
                <a:effectLst/>
                <a:latin typeface="Open Sans" panose="020B0606030504020204" pitchFamily="34" charset="0"/>
              </a:rPr>
              <a:t> </a:t>
            </a:r>
            <a:r>
              <a:rPr lang="fr-FR" b="0" i="0" dirty="0" err="1">
                <a:solidFill>
                  <a:srgbClr val="000000"/>
                </a:solidFill>
                <a:effectLst/>
                <a:latin typeface="Open Sans" panose="020B0606030504020204" pitchFamily="34" charset="0"/>
              </a:rPr>
              <a:t>possimus</a:t>
            </a:r>
            <a:r>
              <a:rPr lang="fr-FR" b="0" i="0" dirty="0">
                <a:solidFill>
                  <a:srgbClr val="000000"/>
                </a:solidFill>
                <a:effectLst/>
                <a:latin typeface="Open Sans" panose="020B0606030504020204" pitchFamily="34" charset="0"/>
              </a:rPr>
              <a:t>, </a:t>
            </a:r>
            <a:r>
              <a:rPr lang="fr-FR" b="0" i="0" dirty="0" err="1">
                <a:solidFill>
                  <a:srgbClr val="000000"/>
                </a:solidFill>
                <a:effectLst/>
                <a:latin typeface="Open Sans" panose="020B0606030504020204" pitchFamily="34" charset="0"/>
              </a:rPr>
              <a:t>omnis</a:t>
            </a:r>
            <a:r>
              <a:rPr lang="fr-FR" b="0" i="0" dirty="0">
                <a:solidFill>
                  <a:srgbClr val="000000"/>
                </a:solidFill>
                <a:effectLst/>
                <a:latin typeface="Open Sans" panose="020B0606030504020204" pitchFamily="34" charset="0"/>
              </a:rPr>
              <a:t> </a:t>
            </a:r>
            <a:r>
              <a:rPr lang="fr-FR" b="0" i="0" dirty="0" err="1">
                <a:solidFill>
                  <a:srgbClr val="000000"/>
                </a:solidFill>
                <a:effectLst/>
                <a:latin typeface="Open Sans" panose="020B0606030504020204" pitchFamily="34" charset="0"/>
              </a:rPr>
              <a:t>voluptas</a:t>
            </a:r>
            <a:r>
              <a:rPr lang="fr-FR" b="0" i="0" dirty="0">
                <a:solidFill>
                  <a:srgbClr val="000000"/>
                </a:solidFill>
                <a:effectLst/>
                <a:latin typeface="Open Sans" panose="020B0606030504020204" pitchFamily="34" charset="0"/>
              </a:rPr>
              <a:t> </a:t>
            </a:r>
            <a:r>
              <a:rPr lang="fr-FR" b="0" i="0" dirty="0" err="1">
                <a:solidFill>
                  <a:srgbClr val="000000"/>
                </a:solidFill>
                <a:effectLst/>
                <a:latin typeface="Open Sans" panose="020B0606030504020204" pitchFamily="34" charset="0"/>
              </a:rPr>
              <a:t>assumenda</a:t>
            </a:r>
            <a:r>
              <a:rPr lang="fr-FR" b="0" i="0" dirty="0">
                <a:solidFill>
                  <a:srgbClr val="000000"/>
                </a:solidFill>
                <a:effectLst/>
                <a:latin typeface="Open Sans" panose="020B0606030504020204" pitchFamily="34" charset="0"/>
              </a:rPr>
              <a:t> est, </a:t>
            </a:r>
            <a:r>
              <a:rPr lang="fr-FR" b="0" i="0" dirty="0" err="1">
                <a:solidFill>
                  <a:srgbClr val="000000"/>
                </a:solidFill>
                <a:effectLst/>
                <a:latin typeface="Open Sans" panose="020B0606030504020204" pitchFamily="34" charset="0"/>
              </a:rPr>
              <a:t>omnis</a:t>
            </a:r>
            <a:r>
              <a:rPr lang="fr-FR" b="0" i="0" dirty="0">
                <a:solidFill>
                  <a:srgbClr val="000000"/>
                </a:solidFill>
                <a:effectLst/>
                <a:latin typeface="Open Sans" panose="020B0606030504020204" pitchFamily="34" charset="0"/>
              </a:rPr>
              <a:t> </a:t>
            </a:r>
            <a:r>
              <a:rPr lang="fr-FR" b="0" i="0" dirty="0" err="1">
                <a:solidFill>
                  <a:srgbClr val="000000"/>
                </a:solidFill>
                <a:effectLst/>
                <a:latin typeface="Open Sans" panose="020B0606030504020204" pitchFamily="34" charset="0"/>
              </a:rPr>
              <a:t>dolor</a:t>
            </a:r>
            <a:r>
              <a:rPr lang="fr-FR" b="0" i="0" dirty="0">
                <a:solidFill>
                  <a:srgbClr val="000000"/>
                </a:solidFill>
                <a:effectLst/>
                <a:latin typeface="Open Sans" panose="020B0606030504020204" pitchFamily="34" charset="0"/>
              </a:rPr>
              <a:t> </a:t>
            </a:r>
            <a:r>
              <a:rPr lang="fr-FR" b="0" i="0" dirty="0" err="1">
                <a:solidFill>
                  <a:srgbClr val="000000"/>
                </a:solidFill>
                <a:effectLst/>
                <a:latin typeface="Open Sans" panose="020B0606030504020204" pitchFamily="34" charset="0"/>
              </a:rPr>
              <a:t>repellendus</a:t>
            </a:r>
            <a:r>
              <a:rPr lang="fr-FR" b="0" i="0" dirty="0">
                <a:solidFill>
                  <a:srgbClr val="000000"/>
                </a:solidFill>
                <a:effectLst/>
                <a:latin typeface="Open Sans" panose="020B0606030504020204" pitchFamily="34" charset="0"/>
              </a:rPr>
              <a:t>. </a:t>
            </a:r>
          </a:p>
          <a:p>
            <a:pPr lvl="0">
              <a:spcAft>
                <a:spcPts val="600"/>
              </a:spcAft>
            </a:pPr>
            <a:r>
              <a:rPr lang="fr-FR" dirty="0"/>
              <a:t>Cliquez pour modifier les styles du texte du masque</a:t>
            </a:r>
          </a:p>
          <a:p>
            <a:pPr lvl="1">
              <a:spcAft>
                <a:spcPts val="600"/>
              </a:spcAft>
            </a:pPr>
            <a:r>
              <a:rPr lang="fr-FR" dirty="0"/>
              <a:t>Deuxième niveau</a:t>
            </a:r>
          </a:p>
          <a:p>
            <a:pPr lvl="2">
              <a:spcAft>
                <a:spcPts val="600"/>
              </a:spcAft>
            </a:pPr>
            <a:r>
              <a:rPr lang="fr-FR" dirty="0"/>
              <a:t>Troisième niveau</a:t>
            </a:r>
          </a:p>
          <a:p>
            <a:pPr lvl="3">
              <a:spcAft>
                <a:spcPts val="600"/>
              </a:spcAft>
            </a:pPr>
            <a:r>
              <a:rPr lang="fr-FR" dirty="0"/>
              <a:t>Quatrième niveau</a:t>
            </a:r>
          </a:p>
          <a:p>
            <a:pPr lvl="4">
              <a:spcAft>
                <a:spcPts val="600"/>
              </a:spcAft>
            </a:pPr>
            <a:r>
              <a:rPr lang="fr-FR" dirty="0"/>
              <a:t>Cinquième niveau</a:t>
            </a:r>
          </a:p>
        </p:txBody>
      </p:sp>
      <p:sp>
        <p:nvSpPr>
          <p:cNvPr id="2" name="Espace réservé du pied de page 4">
            <a:extLst>
              <a:ext uri="{FF2B5EF4-FFF2-40B4-BE49-F238E27FC236}">
                <a16:creationId xmlns:a16="http://schemas.microsoft.com/office/drawing/2014/main" id="{400C3B57-0BE1-964D-919B-E26B440517F2}"/>
              </a:ext>
            </a:extLst>
          </p:cNvPr>
          <p:cNvSpPr>
            <a:spLocks noGrp="1"/>
          </p:cNvSpPr>
          <p:nvPr>
            <p:ph type="ftr" sz="quarter" idx="3"/>
          </p:nvPr>
        </p:nvSpPr>
        <p:spPr>
          <a:xfrm rot="16200000">
            <a:off x="9737570" y="2572960"/>
            <a:ext cx="4114800" cy="365125"/>
          </a:xfrm>
          <a:prstGeom prst="rect">
            <a:avLst/>
          </a:prstGeom>
        </p:spPr>
        <p:txBody>
          <a:bodyPr vert="horz" lIns="91440" tIns="45720" rIns="91440" bIns="45720" rtlCol="0" anchor="ctr"/>
          <a:lstStyle>
            <a:lvl1pPr>
              <a:defRPr lang="en-US" sz="728" dirty="0">
                <a:solidFill>
                  <a:schemeClr val="bg1"/>
                </a:solidFill>
                <a:latin typeface="Poppins" pitchFamily="2" charset="77"/>
                <a:cs typeface="Poppins" pitchFamily="2" charset="77"/>
              </a:defRPr>
            </a:lvl1pPr>
          </a:lstStyle>
          <a:p>
            <a:endParaRPr lang="fr-FR"/>
          </a:p>
        </p:txBody>
      </p:sp>
      <p:sp>
        <p:nvSpPr>
          <p:cNvPr id="6" name="Espace réservé du numéro de diapositive 18">
            <a:extLst>
              <a:ext uri="{FF2B5EF4-FFF2-40B4-BE49-F238E27FC236}">
                <a16:creationId xmlns:a16="http://schemas.microsoft.com/office/drawing/2014/main" id="{56D7B2D2-3DDC-1469-B727-D4EBA3E279FE}"/>
              </a:ext>
            </a:extLst>
          </p:cNvPr>
          <p:cNvSpPr>
            <a:spLocks noGrp="1"/>
          </p:cNvSpPr>
          <p:nvPr>
            <p:ph type="sldNum" sz="quarter" idx="4"/>
          </p:nvPr>
        </p:nvSpPr>
        <p:spPr>
          <a:xfrm>
            <a:off x="11588253" y="165403"/>
            <a:ext cx="420073" cy="365125"/>
          </a:xfrm>
          <a:prstGeom prst="rect">
            <a:avLst/>
          </a:prstGeom>
        </p:spPr>
        <p:txBody>
          <a:bodyPr/>
          <a:lstStyle>
            <a:lvl1pPr algn="ctr">
              <a:defRPr lang="en-US" sz="800" b="1" smtClean="0">
                <a:solidFill>
                  <a:schemeClr val="bg1"/>
                </a:solidFill>
                <a:latin typeface="Poppins" pitchFamily="2" charset="77"/>
                <a:cs typeface="Poppins" pitchFamily="2" charset="77"/>
              </a:defRPr>
            </a:lvl1pPr>
          </a:lstStyle>
          <a:p>
            <a:fld id="{DB34802F-08A5-CF4A-8AFE-09DC492A8170}" type="slidenum">
              <a:rPr lang="fr-FR" smtClean="0"/>
              <a:t>‹N°›</a:t>
            </a:fld>
            <a:endParaRPr lang="fr-FR"/>
          </a:p>
        </p:txBody>
      </p:sp>
      <p:sp>
        <p:nvSpPr>
          <p:cNvPr id="7" name="TextBox 79">
            <a:extLst>
              <a:ext uri="{FF2B5EF4-FFF2-40B4-BE49-F238E27FC236}">
                <a16:creationId xmlns:a16="http://schemas.microsoft.com/office/drawing/2014/main" id="{83F77B1C-E0E6-90D1-6DD1-6DBF0DE65F18}"/>
              </a:ext>
            </a:extLst>
          </p:cNvPr>
          <p:cNvSpPr txBox="1"/>
          <p:nvPr/>
        </p:nvSpPr>
        <p:spPr>
          <a:xfrm rot="16200000">
            <a:off x="-542386" y="6323510"/>
            <a:ext cx="704039" cy="184666"/>
          </a:xfrm>
          <a:prstGeom prst="rect">
            <a:avLst/>
          </a:prstGeom>
          <a:noFill/>
        </p:spPr>
        <p:txBody>
          <a:bodyPr wrap="none" rtlCol="0">
            <a:spAutoFit/>
          </a:bodyPr>
          <a:lstStyle/>
          <a:p>
            <a:pPr algn="r"/>
            <a:r>
              <a:rPr lang="en-US" sz="600" dirty="0">
                <a:solidFill>
                  <a:schemeClr val="tx1">
                    <a:lumMod val="50000"/>
                    <a:lumOff val="50000"/>
                  </a:schemeClr>
                </a:solidFill>
                <a:latin typeface="Poppins" pitchFamily="2" charset="77"/>
                <a:cs typeface="Poppins" pitchFamily="2" charset="77"/>
              </a:rPr>
              <a:t>R</a:t>
            </a:r>
            <a:r>
              <a:rPr lang="en-FR" sz="600" dirty="0">
                <a:solidFill>
                  <a:schemeClr val="tx1">
                    <a:lumMod val="50000"/>
                    <a:lumOff val="50000"/>
                  </a:schemeClr>
                </a:solidFill>
                <a:latin typeface="Poppins" pitchFamily="2" charset="77"/>
                <a:cs typeface="Poppins" pitchFamily="2" charset="77"/>
              </a:rPr>
              <a:t>ègle de trois</a:t>
            </a:r>
          </a:p>
        </p:txBody>
      </p:sp>
      <p:sp>
        <p:nvSpPr>
          <p:cNvPr id="8" name="TextBox 80">
            <a:extLst>
              <a:ext uri="{FF2B5EF4-FFF2-40B4-BE49-F238E27FC236}">
                <a16:creationId xmlns:a16="http://schemas.microsoft.com/office/drawing/2014/main" id="{D01CF9D3-17D3-510E-B6BC-922F98E89F61}"/>
              </a:ext>
            </a:extLst>
          </p:cNvPr>
          <p:cNvSpPr txBox="1"/>
          <p:nvPr/>
        </p:nvSpPr>
        <p:spPr>
          <a:xfrm rot="16200000">
            <a:off x="-775222" y="6379615"/>
            <a:ext cx="816249" cy="184666"/>
          </a:xfrm>
          <a:prstGeom prst="rect">
            <a:avLst/>
          </a:prstGeom>
          <a:noFill/>
        </p:spPr>
        <p:txBody>
          <a:bodyPr wrap="none" rtlCol="0">
            <a:spAutoFit/>
          </a:bodyPr>
          <a:lstStyle/>
          <a:p>
            <a:pPr algn="r"/>
            <a:r>
              <a:rPr lang="fr-FR" sz="600" dirty="0">
                <a:solidFill>
                  <a:schemeClr val="tx1">
                    <a:lumMod val="50000"/>
                    <a:lumOff val="50000"/>
                  </a:schemeClr>
                </a:solidFill>
                <a:latin typeface="Poppins" pitchFamily="2" charset="77"/>
                <a:cs typeface="Poppins" pitchFamily="2" charset="77"/>
              </a:rPr>
              <a:t>Divisé par 2 ou 4</a:t>
            </a:r>
            <a:endParaRPr lang="en-FR" sz="600" dirty="0">
              <a:solidFill>
                <a:schemeClr val="tx1">
                  <a:lumMod val="50000"/>
                  <a:lumOff val="50000"/>
                </a:schemeClr>
              </a:solidFill>
              <a:latin typeface="Poppins" pitchFamily="2" charset="77"/>
              <a:cs typeface="Poppins" pitchFamily="2" charset="77"/>
            </a:endParaRPr>
          </a:p>
        </p:txBody>
      </p:sp>
      <p:sp>
        <p:nvSpPr>
          <p:cNvPr id="9" name="TextBox 81">
            <a:extLst>
              <a:ext uri="{FF2B5EF4-FFF2-40B4-BE49-F238E27FC236}">
                <a16:creationId xmlns:a16="http://schemas.microsoft.com/office/drawing/2014/main" id="{ACAF38B8-7120-B9A2-1145-AEC521883CAB}"/>
              </a:ext>
            </a:extLst>
          </p:cNvPr>
          <p:cNvSpPr txBox="1"/>
          <p:nvPr/>
        </p:nvSpPr>
        <p:spPr>
          <a:xfrm rot="16200000">
            <a:off x="-1012121" y="6408469"/>
            <a:ext cx="873957" cy="184666"/>
          </a:xfrm>
          <a:prstGeom prst="rect">
            <a:avLst/>
          </a:prstGeom>
          <a:noFill/>
        </p:spPr>
        <p:txBody>
          <a:bodyPr wrap="none" rtlCol="0">
            <a:spAutoFit/>
          </a:bodyPr>
          <a:lstStyle/>
          <a:p>
            <a:pPr algn="r"/>
            <a:r>
              <a:rPr lang="fr-FR" sz="600" dirty="0">
                <a:solidFill>
                  <a:schemeClr val="tx1">
                    <a:lumMod val="50000"/>
                    <a:lumOff val="50000"/>
                  </a:schemeClr>
                </a:solidFill>
                <a:latin typeface="Poppins" pitchFamily="2" charset="77"/>
                <a:cs typeface="Poppins" pitchFamily="2" charset="77"/>
              </a:rPr>
              <a:t>Ratio nombre d’or</a:t>
            </a:r>
            <a:endParaRPr lang="en-FR" sz="600" dirty="0">
              <a:solidFill>
                <a:schemeClr val="tx1">
                  <a:lumMod val="50000"/>
                  <a:lumOff val="50000"/>
                </a:schemeClr>
              </a:solidFill>
              <a:latin typeface="Poppins" pitchFamily="2" charset="77"/>
              <a:cs typeface="Poppins" pitchFamily="2" charset="77"/>
            </a:endParaRPr>
          </a:p>
        </p:txBody>
      </p:sp>
      <p:sp>
        <p:nvSpPr>
          <p:cNvPr id="10" name="ZoneTexte 9">
            <a:extLst>
              <a:ext uri="{FF2B5EF4-FFF2-40B4-BE49-F238E27FC236}">
                <a16:creationId xmlns:a16="http://schemas.microsoft.com/office/drawing/2014/main" id="{21325520-BDD7-D286-DFC3-232061DA4147}"/>
              </a:ext>
            </a:extLst>
          </p:cNvPr>
          <p:cNvSpPr txBox="1"/>
          <p:nvPr/>
        </p:nvSpPr>
        <p:spPr>
          <a:xfrm rot="16200000">
            <a:off x="-2531255" y="5123182"/>
            <a:ext cx="3348994" cy="276999"/>
          </a:xfrm>
          <a:prstGeom prst="rect">
            <a:avLst/>
          </a:prstGeom>
          <a:noFill/>
        </p:spPr>
        <p:txBody>
          <a:bodyPr wrap="none" rtlCol="0">
            <a:spAutoFit/>
          </a:bodyPr>
          <a:lstStyle/>
          <a:p>
            <a:r>
              <a:rPr lang="fr-FR" sz="1200" b="1" dirty="0">
                <a:solidFill>
                  <a:schemeClr val="tx1">
                    <a:lumMod val="50000"/>
                    <a:lumOff val="50000"/>
                  </a:schemeClr>
                </a:solidFill>
                <a:latin typeface="+mj-lt"/>
              </a:rPr>
              <a:t>Guide pour gérer les alignements verticaux</a:t>
            </a:r>
            <a:endParaRPr lang="en-US" sz="1200" b="0" i="1" dirty="0">
              <a:solidFill>
                <a:schemeClr val="tx1">
                  <a:lumMod val="50000"/>
                  <a:lumOff val="50000"/>
                </a:schemeClr>
              </a:solidFill>
              <a:latin typeface="+mj-lt"/>
            </a:endParaRPr>
          </a:p>
        </p:txBody>
      </p:sp>
      <p:grpSp>
        <p:nvGrpSpPr>
          <p:cNvPr id="12" name="Groupe 11">
            <a:extLst>
              <a:ext uri="{FF2B5EF4-FFF2-40B4-BE49-F238E27FC236}">
                <a16:creationId xmlns:a16="http://schemas.microsoft.com/office/drawing/2014/main" id="{AA685517-D711-5BCB-D6E3-A197AC57691C}"/>
              </a:ext>
            </a:extLst>
          </p:cNvPr>
          <p:cNvGrpSpPr/>
          <p:nvPr/>
        </p:nvGrpSpPr>
        <p:grpSpPr>
          <a:xfrm>
            <a:off x="-686042" y="1252710"/>
            <a:ext cx="532402" cy="4805189"/>
            <a:chOff x="-686042" y="1651818"/>
            <a:chExt cx="532402" cy="4406081"/>
          </a:xfrm>
        </p:grpSpPr>
        <p:grpSp>
          <p:nvGrpSpPr>
            <p:cNvPr id="15" name="Groupe 14">
              <a:extLst>
                <a:ext uri="{FF2B5EF4-FFF2-40B4-BE49-F238E27FC236}">
                  <a16:creationId xmlns:a16="http://schemas.microsoft.com/office/drawing/2014/main" id="{1161A581-954F-6FF0-48CE-8718BA2F254B}"/>
                </a:ext>
              </a:extLst>
            </p:cNvPr>
            <p:cNvGrpSpPr/>
            <p:nvPr/>
          </p:nvGrpSpPr>
          <p:grpSpPr>
            <a:xfrm>
              <a:off x="-686042" y="1651818"/>
              <a:ext cx="532402" cy="4406081"/>
              <a:chOff x="-686042" y="1667816"/>
              <a:chExt cx="532402" cy="4233649"/>
            </a:xfrm>
            <a:noFill/>
          </p:grpSpPr>
          <p:grpSp>
            <p:nvGrpSpPr>
              <p:cNvPr id="19" name="Group 65">
                <a:extLst>
                  <a:ext uri="{FF2B5EF4-FFF2-40B4-BE49-F238E27FC236}">
                    <a16:creationId xmlns:a16="http://schemas.microsoft.com/office/drawing/2014/main" id="{2E27262D-FCF9-1843-6CCF-AAE5CFC49AEC}"/>
                  </a:ext>
                </a:extLst>
              </p:cNvPr>
              <p:cNvGrpSpPr/>
              <p:nvPr/>
            </p:nvGrpSpPr>
            <p:grpSpPr>
              <a:xfrm>
                <a:off x="-686042" y="1669575"/>
                <a:ext cx="76803" cy="4231890"/>
                <a:chOff x="-279739" y="1825625"/>
                <a:chExt cx="89877" cy="4231890"/>
              </a:xfrm>
              <a:grpFill/>
            </p:grpSpPr>
            <p:sp>
              <p:nvSpPr>
                <p:cNvPr id="30" name="Rectangle 29">
                  <a:extLst>
                    <a:ext uri="{FF2B5EF4-FFF2-40B4-BE49-F238E27FC236}">
                      <a16:creationId xmlns:a16="http://schemas.microsoft.com/office/drawing/2014/main" id="{7A483053-4DD3-345D-BD2C-D64C76D83F20}"/>
                    </a:ext>
                  </a:extLst>
                </p:cNvPr>
                <p:cNvSpPr/>
                <p:nvPr/>
              </p:nvSpPr>
              <p:spPr bwMode="auto">
                <a:xfrm>
                  <a:off x="-279739" y="3552584"/>
                  <a:ext cx="88780" cy="2504931"/>
                </a:xfrm>
                <a:prstGeom prst="rect">
                  <a:avLst/>
                </a:prstGeom>
                <a:grpFill/>
                <a:ln w="9525">
                  <a:solidFill>
                    <a:schemeClr val="tx1">
                      <a:lumMod val="50000"/>
                      <a:lumOff val="50000"/>
                    </a:schemeClr>
                  </a:solidFill>
                  <a:prstDash val="sysDash"/>
                  <a:round/>
                  <a:headEnd/>
                  <a:tailEnd/>
                </a:ln>
              </p:spPr>
              <p:txBody>
                <a:bodyPr lIns="72000" tIns="36000" rIns="72000" bIns="36000" rtlCol="0" anchor="ctr">
                  <a:prstTxWarp prst="textNoShape">
                    <a:avLst/>
                  </a:prstTxWarp>
                  <a:noAutofit/>
                </a:bodyPr>
                <a:lstStyle/>
                <a:p>
                  <a:pPr algn="ctr" fontAlgn="base">
                    <a:lnSpc>
                      <a:spcPct val="112000"/>
                    </a:lnSpc>
                    <a:spcAft>
                      <a:spcPct val="0"/>
                    </a:spcAft>
                    <a:buFont typeface="Abadi MT Condensed Extra Bold" pitchFamily="-106" charset="0"/>
                    <a:buNone/>
                  </a:pPr>
                  <a:endParaRPr lang="en-GB" sz="1400" b="0" i="0">
                    <a:solidFill>
                      <a:srgbClr val="000000"/>
                    </a:solidFill>
                    <a:latin typeface="Helvetica" pitchFamily="2" charset="0"/>
                  </a:endParaRPr>
                </a:p>
              </p:txBody>
            </p:sp>
            <p:sp>
              <p:nvSpPr>
                <p:cNvPr id="31" name="Rectangle 30">
                  <a:extLst>
                    <a:ext uri="{FF2B5EF4-FFF2-40B4-BE49-F238E27FC236}">
                      <a16:creationId xmlns:a16="http://schemas.microsoft.com/office/drawing/2014/main" id="{C51C3D14-7F79-CA24-434B-3C00DD94354F}"/>
                    </a:ext>
                  </a:extLst>
                </p:cNvPr>
                <p:cNvSpPr/>
                <p:nvPr/>
              </p:nvSpPr>
              <p:spPr bwMode="auto">
                <a:xfrm>
                  <a:off x="-278640" y="1825625"/>
                  <a:ext cx="88778" cy="1602427"/>
                </a:xfrm>
                <a:prstGeom prst="rect">
                  <a:avLst/>
                </a:prstGeom>
                <a:grpFill/>
                <a:ln w="9525">
                  <a:solidFill>
                    <a:schemeClr val="tx1">
                      <a:lumMod val="50000"/>
                      <a:lumOff val="50000"/>
                    </a:schemeClr>
                  </a:solidFill>
                  <a:prstDash val="sysDash"/>
                  <a:round/>
                  <a:headEnd/>
                  <a:tailEnd/>
                </a:ln>
              </p:spPr>
              <p:txBody>
                <a:bodyPr lIns="72000" tIns="36000" rIns="72000" bIns="36000" rtlCol="0" anchor="ctr">
                  <a:prstTxWarp prst="textNoShape">
                    <a:avLst/>
                  </a:prstTxWarp>
                  <a:noAutofit/>
                </a:bodyPr>
                <a:lstStyle/>
                <a:p>
                  <a:pPr algn="ctr" fontAlgn="base">
                    <a:lnSpc>
                      <a:spcPct val="112000"/>
                    </a:lnSpc>
                    <a:spcAft>
                      <a:spcPct val="0"/>
                    </a:spcAft>
                    <a:buFont typeface="Abadi MT Condensed Extra Bold" pitchFamily="-106" charset="0"/>
                    <a:buNone/>
                  </a:pPr>
                  <a:endParaRPr lang="en-GB" sz="1400" b="0" i="0">
                    <a:solidFill>
                      <a:srgbClr val="000000"/>
                    </a:solidFill>
                    <a:latin typeface="Helvetica" pitchFamily="2" charset="0"/>
                  </a:endParaRPr>
                </a:p>
              </p:txBody>
            </p:sp>
          </p:grpSp>
          <p:grpSp>
            <p:nvGrpSpPr>
              <p:cNvPr id="20" name="Group 68">
                <a:extLst>
                  <a:ext uri="{FF2B5EF4-FFF2-40B4-BE49-F238E27FC236}">
                    <a16:creationId xmlns:a16="http://schemas.microsoft.com/office/drawing/2014/main" id="{93EBCBAF-822A-0E51-9969-B41FAC9DEF39}"/>
                  </a:ext>
                </a:extLst>
              </p:cNvPr>
              <p:cNvGrpSpPr/>
              <p:nvPr/>
            </p:nvGrpSpPr>
            <p:grpSpPr>
              <a:xfrm rot="10800000">
                <a:off x="-543939" y="1667816"/>
                <a:ext cx="89065" cy="4231889"/>
                <a:chOff x="-279739" y="1825626"/>
                <a:chExt cx="104227" cy="4231889"/>
              </a:xfrm>
              <a:grpFill/>
            </p:grpSpPr>
            <p:sp>
              <p:nvSpPr>
                <p:cNvPr id="28" name="Rectangle 27">
                  <a:extLst>
                    <a:ext uri="{FF2B5EF4-FFF2-40B4-BE49-F238E27FC236}">
                      <a16:creationId xmlns:a16="http://schemas.microsoft.com/office/drawing/2014/main" id="{EFDB0CC2-E964-D580-5D33-DDFAAF1B3E73}"/>
                    </a:ext>
                  </a:extLst>
                </p:cNvPr>
                <p:cNvSpPr/>
                <p:nvPr/>
              </p:nvSpPr>
              <p:spPr bwMode="auto">
                <a:xfrm>
                  <a:off x="-279739" y="3552584"/>
                  <a:ext cx="98743" cy="2504931"/>
                </a:xfrm>
                <a:prstGeom prst="rect">
                  <a:avLst/>
                </a:prstGeom>
                <a:grpFill/>
                <a:ln w="9525">
                  <a:solidFill>
                    <a:schemeClr val="tx1">
                      <a:lumMod val="50000"/>
                      <a:lumOff val="50000"/>
                    </a:schemeClr>
                  </a:solidFill>
                  <a:prstDash val="sysDash"/>
                  <a:round/>
                  <a:headEnd/>
                  <a:tailEnd/>
                </a:ln>
              </p:spPr>
              <p:txBody>
                <a:bodyPr lIns="72000" tIns="36000" rIns="72000" bIns="36000" rtlCol="0" anchor="ctr">
                  <a:prstTxWarp prst="textNoShape">
                    <a:avLst/>
                  </a:prstTxWarp>
                  <a:noAutofit/>
                </a:bodyPr>
                <a:lstStyle/>
                <a:p>
                  <a:pPr algn="ctr" fontAlgn="base">
                    <a:lnSpc>
                      <a:spcPct val="112000"/>
                    </a:lnSpc>
                    <a:spcAft>
                      <a:spcPct val="0"/>
                    </a:spcAft>
                    <a:buFont typeface="Abadi MT Condensed Extra Bold" pitchFamily="-106" charset="0"/>
                    <a:buNone/>
                  </a:pPr>
                  <a:endParaRPr lang="en-GB" sz="1400" b="0" i="0">
                    <a:solidFill>
                      <a:srgbClr val="000000"/>
                    </a:solidFill>
                    <a:latin typeface="Helvetica" pitchFamily="2" charset="0"/>
                  </a:endParaRPr>
                </a:p>
              </p:txBody>
            </p:sp>
            <p:sp>
              <p:nvSpPr>
                <p:cNvPr id="29" name="Rectangle 28">
                  <a:extLst>
                    <a:ext uri="{FF2B5EF4-FFF2-40B4-BE49-F238E27FC236}">
                      <a16:creationId xmlns:a16="http://schemas.microsoft.com/office/drawing/2014/main" id="{34BACCA6-AB07-5295-7AD7-A374252A3457}"/>
                    </a:ext>
                  </a:extLst>
                </p:cNvPr>
                <p:cNvSpPr/>
                <p:nvPr/>
              </p:nvSpPr>
              <p:spPr bwMode="auto">
                <a:xfrm>
                  <a:off x="-278640" y="1825626"/>
                  <a:ext cx="103128" cy="1602427"/>
                </a:xfrm>
                <a:prstGeom prst="rect">
                  <a:avLst/>
                </a:prstGeom>
                <a:grpFill/>
                <a:ln w="9525">
                  <a:solidFill>
                    <a:schemeClr val="tx1">
                      <a:lumMod val="50000"/>
                      <a:lumOff val="50000"/>
                    </a:schemeClr>
                  </a:solidFill>
                  <a:prstDash val="sysDash"/>
                  <a:round/>
                  <a:headEnd/>
                  <a:tailEnd/>
                </a:ln>
              </p:spPr>
              <p:txBody>
                <a:bodyPr lIns="72000" tIns="36000" rIns="72000" bIns="36000" rtlCol="0" anchor="ctr">
                  <a:prstTxWarp prst="textNoShape">
                    <a:avLst/>
                  </a:prstTxWarp>
                  <a:noAutofit/>
                </a:bodyPr>
                <a:lstStyle/>
                <a:p>
                  <a:pPr algn="ctr" fontAlgn="base">
                    <a:lnSpc>
                      <a:spcPct val="112000"/>
                    </a:lnSpc>
                    <a:spcAft>
                      <a:spcPct val="0"/>
                    </a:spcAft>
                    <a:buFont typeface="Abadi MT Condensed Extra Bold" pitchFamily="-106" charset="0"/>
                    <a:buNone/>
                  </a:pPr>
                  <a:endParaRPr lang="en-GB" sz="1400" b="0" i="0">
                    <a:solidFill>
                      <a:srgbClr val="000000"/>
                    </a:solidFill>
                    <a:latin typeface="Helvetica" pitchFamily="2" charset="0"/>
                  </a:endParaRPr>
                </a:p>
              </p:txBody>
            </p:sp>
          </p:grpSp>
          <p:sp>
            <p:nvSpPr>
              <p:cNvPr id="21" name="Rectangle 20">
                <a:extLst>
                  <a:ext uri="{FF2B5EF4-FFF2-40B4-BE49-F238E27FC236}">
                    <a16:creationId xmlns:a16="http://schemas.microsoft.com/office/drawing/2014/main" id="{27B3C3E9-B87B-F64B-2BA6-2A82C9D9DE47}"/>
                  </a:ext>
                </a:extLst>
              </p:cNvPr>
              <p:cNvSpPr/>
              <p:nvPr/>
            </p:nvSpPr>
            <p:spPr bwMode="auto">
              <a:xfrm flipH="1">
                <a:off x="-391108" y="1672248"/>
                <a:ext cx="87680" cy="1016056"/>
              </a:xfrm>
              <a:prstGeom prst="rect">
                <a:avLst/>
              </a:prstGeom>
              <a:grpFill/>
              <a:ln w="9525">
                <a:solidFill>
                  <a:schemeClr val="tx1">
                    <a:lumMod val="50000"/>
                    <a:lumOff val="50000"/>
                  </a:schemeClr>
                </a:solidFill>
                <a:prstDash val="sysDash"/>
                <a:round/>
                <a:headEnd/>
                <a:tailEnd/>
              </a:ln>
            </p:spPr>
            <p:txBody>
              <a:bodyPr lIns="72000" tIns="36000" rIns="72000" bIns="36000" rtlCol="0" anchor="ctr">
                <a:prstTxWarp prst="textNoShape">
                  <a:avLst/>
                </a:prstTxWarp>
                <a:noAutofit/>
              </a:bodyPr>
              <a:lstStyle/>
              <a:p>
                <a:pPr algn="ctr" fontAlgn="base">
                  <a:lnSpc>
                    <a:spcPct val="112000"/>
                  </a:lnSpc>
                  <a:spcAft>
                    <a:spcPct val="0"/>
                  </a:spcAft>
                  <a:buFont typeface="Abadi MT Condensed Extra Bold" pitchFamily="-106" charset="0"/>
                  <a:buNone/>
                </a:pPr>
                <a:endParaRPr lang="en-GB" sz="1400" b="0" i="0">
                  <a:solidFill>
                    <a:srgbClr val="000000"/>
                  </a:solidFill>
                  <a:latin typeface="Helvetica" pitchFamily="2" charset="0"/>
                </a:endParaRPr>
              </a:p>
            </p:txBody>
          </p:sp>
          <p:sp>
            <p:nvSpPr>
              <p:cNvPr id="22" name="Rectangle 21">
                <a:extLst>
                  <a:ext uri="{FF2B5EF4-FFF2-40B4-BE49-F238E27FC236}">
                    <a16:creationId xmlns:a16="http://schemas.microsoft.com/office/drawing/2014/main" id="{5B47950E-3E8B-A651-D061-421496D71EB6}"/>
                  </a:ext>
                </a:extLst>
              </p:cNvPr>
              <p:cNvSpPr/>
              <p:nvPr/>
            </p:nvSpPr>
            <p:spPr bwMode="auto">
              <a:xfrm flipH="1">
                <a:off x="-391108" y="2742715"/>
                <a:ext cx="87680" cy="1016056"/>
              </a:xfrm>
              <a:prstGeom prst="rect">
                <a:avLst/>
              </a:prstGeom>
              <a:grpFill/>
              <a:ln w="9525">
                <a:solidFill>
                  <a:schemeClr val="tx1">
                    <a:lumMod val="50000"/>
                    <a:lumOff val="50000"/>
                  </a:schemeClr>
                </a:solidFill>
                <a:prstDash val="sysDash"/>
                <a:round/>
                <a:headEnd/>
                <a:tailEnd/>
              </a:ln>
            </p:spPr>
            <p:txBody>
              <a:bodyPr lIns="72000" tIns="36000" rIns="72000" bIns="36000" rtlCol="0" anchor="ctr">
                <a:prstTxWarp prst="textNoShape">
                  <a:avLst/>
                </a:prstTxWarp>
                <a:noAutofit/>
              </a:bodyPr>
              <a:lstStyle/>
              <a:p>
                <a:pPr algn="ctr" fontAlgn="base">
                  <a:lnSpc>
                    <a:spcPct val="112000"/>
                  </a:lnSpc>
                  <a:spcAft>
                    <a:spcPct val="0"/>
                  </a:spcAft>
                  <a:buFont typeface="Abadi MT Condensed Extra Bold" pitchFamily="-106" charset="0"/>
                  <a:buNone/>
                </a:pPr>
                <a:endParaRPr lang="en-GB" sz="1400" b="0" i="0">
                  <a:solidFill>
                    <a:srgbClr val="000000"/>
                  </a:solidFill>
                  <a:latin typeface="Helvetica" pitchFamily="2" charset="0"/>
                </a:endParaRPr>
              </a:p>
            </p:txBody>
          </p:sp>
          <p:sp>
            <p:nvSpPr>
              <p:cNvPr id="23" name="Rectangle 22">
                <a:extLst>
                  <a:ext uri="{FF2B5EF4-FFF2-40B4-BE49-F238E27FC236}">
                    <a16:creationId xmlns:a16="http://schemas.microsoft.com/office/drawing/2014/main" id="{9D957565-204E-E6B2-7D40-D648F1CB2D42}"/>
                  </a:ext>
                </a:extLst>
              </p:cNvPr>
              <p:cNvSpPr/>
              <p:nvPr/>
            </p:nvSpPr>
            <p:spPr bwMode="auto">
              <a:xfrm flipH="1">
                <a:off x="-391108" y="3813182"/>
                <a:ext cx="87680" cy="1016056"/>
              </a:xfrm>
              <a:prstGeom prst="rect">
                <a:avLst/>
              </a:prstGeom>
              <a:grpFill/>
              <a:ln w="9525">
                <a:solidFill>
                  <a:schemeClr val="tx1">
                    <a:lumMod val="50000"/>
                    <a:lumOff val="50000"/>
                  </a:schemeClr>
                </a:solidFill>
                <a:prstDash val="sysDash"/>
                <a:round/>
                <a:headEnd/>
                <a:tailEnd/>
              </a:ln>
            </p:spPr>
            <p:txBody>
              <a:bodyPr lIns="72000" tIns="36000" rIns="72000" bIns="36000" rtlCol="0" anchor="ctr">
                <a:prstTxWarp prst="textNoShape">
                  <a:avLst/>
                </a:prstTxWarp>
                <a:noAutofit/>
              </a:bodyPr>
              <a:lstStyle/>
              <a:p>
                <a:pPr algn="ctr" fontAlgn="base">
                  <a:lnSpc>
                    <a:spcPct val="112000"/>
                  </a:lnSpc>
                  <a:spcAft>
                    <a:spcPct val="0"/>
                  </a:spcAft>
                  <a:buFont typeface="Abadi MT Condensed Extra Bold" pitchFamily="-106" charset="0"/>
                  <a:buNone/>
                </a:pPr>
                <a:endParaRPr lang="en-GB" sz="1400" b="0" i="0">
                  <a:solidFill>
                    <a:srgbClr val="000000"/>
                  </a:solidFill>
                  <a:latin typeface="Helvetica" pitchFamily="2" charset="0"/>
                </a:endParaRPr>
              </a:p>
            </p:txBody>
          </p:sp>
          <p:sp>
            <p:nvSpPr>
              <p:cNvPr id="24" name="Rectangle 23">
                <a:extLst>
                  <a:ext uri="{FF2B5EF4-FFF2-40B4-BE49-F238E27FC236}">
                    <a16:creationId xmlns:a16="http://schemas.microsoft.com/office/drawing/2014/main" id="{AC1EDE0E-8C3C-A7BE-3854-E2E7F18B86CA}"/>
                  </a:ext>
                </a:extLst>
              </p:cNvPr>
              <p:cNvSpPr/>
              <p:nvPr/>
            </p:nvSpPr>
            <p:spPr bwMode="auto">
              <a:xfrm flipH="1">
                <a:off x="-391108" y="4883650"/>
                <a:ext cx="87680" cy="1016056"/>
              </a:xfrm>
              <a:prstGeom prst="rect">
                <a:avLst/>
              </a:prstGeom>
              <a:grpFill/>
              <a:ln w="9525">
                <a:solidFill>
                  <a:schemeClr val="tx1">
                    <a:lumMod val="50000"/>
                    <a:lumOff val="50000"/>
                  </a:schemeClr>
                </a:solidFill>
                <a:prstDash val="sysDash"/>
                <a:round/>
                <a:headEnd/>
                <a:tailEnd/>
              </a:ln>
            </p:spPr>
            <p:txBody>
              <a:bodyPr lIns="72000" tIns="36000" rIns="72000" bIns="36000" rtlCol="0" anchor="ctr">
                <a:prstTxWarp prst="textNoShape">
                  <a:avLst/>
                </a:prstTxWarp>
                <a:noAutofit/>
              </a:bodyPr>
              <a:lstStyle/>
              <a:p>
                <a:pPr algn="ctr" fontAlgn="base">
                  <a:lnSpc>
                    <a:spcPct val="112000"/>
                  </a:lnSpc>
                  <a:spcAft>
                    <a:spcPct val="0"/>
                  </a:spcAft>
                  <a:buFont typeface="Abadi MT Condensed Extra Bold" pitchFamily="-106" charset="0"/>
                  <a:buNone/>
                </a:pPr>
                <a:endParaRPr lang="en-GB" sz="1400" b="0" i="0">
                  <a:solidFill>
                    <a:srgbClr val="000000"/>
                  </a:solidFill>
                  <a:latin typeface="Helvetica" pitchFamily="2" charset="0"/>
                </a:endParaRPr>
              </a:p>
            </p:txBody>
          </p:sp>
          <p:sp>
            <p:nvSpPr>
              <p:cNvPr id="25" name="Rectangle 24">
                <a:extLst>
                  <a:ext uri="{FF2B5EF4-FFF2-40B4-BE49-F238E27FC236}">
                    <a16:creationId xmlns:a16="http://schemas.microsoft.com/office/drawing/2014/main" id="{197BD47C-6F72-CEF0-D25E-63B2EDCFF553}"/>
                  </a:ext>
                </a:extLst>
              </p:cNvPr>
              <p:cNvSpPr/>
              <p:nvPr/>
            </p:nvSpPr>
            <p:spPr bwMode="auto">
              <a:xfrm flipH="1">
                <a:off x="-238020" y="4591433"/>
                <a:ext cx="84380" cy="1307168"/>
              </a:xfrm>
              <a:prstGeom prst="rect">
                <a:avLst/>
              </a:prstGeom>
              <a:grpFill/>
              <a:ln w="9525">
                <a:solidFill>
                  <a:schemeClr val="tx1">
                    <a:lumMod val="50000"/>
                    <a:lumOff val="50000"/>
                  </a:schemeClr>
                </a:solidFill>
                <a:prstDash val="sysDash"/>
                <a:round/>
                <a:headEnd/>
                <a:tailEnd/>
              </a:ln>
            </p:spPr>
            <p:txBody>
              <a:bodyPr lIns="72000" tIns="36000" rIns="72000" bIns="36000" rtlCol="0" anchor="ctr">
                <a:prstTxWarp prst="textNoShape">
                  <a:avLst/>
                </a:prstTxWarp>
                <a:noAutofit/>
              </a:bodyPr>
              <a:lstStyle/>
              <a:p>
                <a:pPr algn="ctr" fontAlgn="base">
                  <a:lnSpc>
                    <a:spcPct val="112000"/>
                  </a:lnSpc>
                  <a:spcAft>
                    <a:spcPct val="0"/>
                  </a:spcAft>
                  <a:buFont typeface="Abadi MT Condensed Extra Bold" pitchFamily="-106" charset="0"/>
                  <a:buNone/>
                </a:pPr>
                <a:endParaRPr lang="en-GB" sz="1400" b="0" i="0">
                  <a:solidFill>
                    <a:srgbClr val="000000"/>
                  </a:solidFill>
                  <a:latin typeface="Helvetica" pitchFamily="2" charset="0"/>
                </a:endParaRPr>
              </a:p>
            </p:txBody>
          </p:sp>
          <p:sp>
            <p:nvSpPr>
              <p:cNvPr id="26" name="Rectangle 25">
                <a:extLst>
                  <a:ext uri="{FF2B5EF4-FFF2-40B4-BE49-F238E27FC236}">
                    <a16:creationId xmlns:a16="http://schemas.microsoft.com/office/drawing/2014/main" id="{5B557CD8-14CB-079A-145D-A52D8148A89C}"/>
                  </a:ext>
                </a:extLst>
              </p:cNvPr>
              <p:cNvSpPr/>
              <p:nvPr/>
            </p:nvSpPr>
            <p:spPr bwMode="auto">
              <a:xfrm flipH="1">
                <a:off x="-238020" y="3133916"/>
                <a:ext cx="84380" cy="1307168"/>
              </a:xfrm>
              <a:prstGeom prst="rect">
                <a:avLst/>
              </a:prstGeom>
              <a:grpFill/>
              <a:ln w="9525">
                <a:solidFill>
                  <a:schemeClr val="tx1">
                    <a:lumMod val="50000"/>
                    <a:lumOff val="50000"/>
                  </a:schemeClr>
                </a:solidFill>
                <a:prstDash val="sysDash"/>
                <a:round/>
                <a:headEnd/>
                <a:tailEnd/>
              </a:ln>
            </p:spPr>
            <p:txBody>
              <a:bodyPr lIns="72000" tIns="36000" rIns="72000" bIns="36000" rtlCol="0" anchor="ctr">
                <a:prstTxWarp prst="textNoShape">
                  <a:avLst/>
                </a:prstTxWarp>
                <a:noAutofit/>
              </a:bodyPr>
              <a:lstStyle/>
              <a:p>
                <a:pPr algn="ctr" fontAlgn="base">
                  <a:lnSpc>
                    <a:spcPct val="112000"/>
                  </a:lnSpc>
                  <a:spcAft>
                    <a:spcPct val="0"/>
                  </a:spcAft>
                  <a:buFont typeface="Abadi MT Condensed Extra Bold" pitchFamily="-106" charset="0"/>
                  <a:buNone/>
                </a:pPr>
                <a:endParaRPr lang="en-GB" sz="1400" b="0" i="0">
                  <a:solidFill>
                    <a:srgbClr val="000000"/>
                  </a:solidFill>
                  <a:latin typeface="Helvetica" pitchFamily="2" charset="0"/>
                </a:endParaRPr>
              </a:p>
            </p:txBody>
          </p:sp>
          <p:sp>
            <p:nvSpPr>
              <p:cNvPr id="27" name="Rectangle 26">
                <a:extLst>
                  <a:ext uri="{FF2B5EF4-FFF2-40B4-BE49-F238E27FC236}">
                    <a16:creationId xmlns:a16="http://schemas.microsoft.com/office/drawing/2014/main" id="{1D0879DB-C1D8-7713-61B8-D5EDE48C9DB0}"/>
                  </a:ext>
                </a:extLst>
              </p:cNvPr>
              <p:cNvSpPr/>
              <p:nvPr/>
            </p:nvSpPr>
            <p:spPr bwMode="auto">
              <a:xfrm flipH="1">
                <a:off x="-238020" y="1676400"/>
                <a:ext cx="84380" cy="1307168"/>
              </a:xfrm>
              <a:prstGeom prst="rect">
                <a:avLst/>
              </a:prstGeom>
              <a:grpFill/>
              <a:ln w="9525">
                <a:solidFill>
                  <a:schemeClr val="tx1">
                    <a:lumMod val="50000"/>
                    <a:lumOff val="50000"/>
                  </a:schemeClr>
                </a:solidFill>
                <a:prstDash val="sysDash"/>
                <a:round/>
                <a:headEnd/>
                <a:tailEnd/>
              </a:ln>
            </p:spPr>
            <p:txBody>
              <a:bodyPr lIns="72000" tIns="36000" rIns="72000" bIns="36000" rtlCol="0" anchor="ctr">
                <a:prstTxWarp prst="textNoShape">
                  <a:avLst/>
                </a:prstTxWarp>
                <a:noAutofit/>
              </a:bodyPr>
              <a:lstStyle/>
              <a:p>
                <a:pPr algn="ctr" fontAlgn="base">
                  <a:lnSpc>
                    <a:spcPct val="112000"/>
                  </a:lnSpc>
                  <a:spcAft>
                    <a:spcPct val="0"/>
                  </a:spcAft>
                  <a:buFont typeface="Abadi MT Condensed Extra Bold" pitchFamily="-106" charset="0"/>
                  <a:buNone/>
                </a:pPr>
                <a:endParaRPr lang="en-GB" sz="1400" b="0" i="0">
                  <a:solidFill>
                    <a:srgbClr val="000000"/>
                  </a:solidFill>
                  <a:latin typeface="Helvetica" pitchFamily="2" charset="0"/>
                </a:endParaRPr>
              </a:p>
            </p:txBody>
          </p:sp>
        </p:grpSp>
        <p:sp>
          <p:nvSpPr>
            <p:cNvPr id="16" name="Ellipse 15">
              <a:extLst>
                <a:ext uri="{FF2B5EF4-FFF2-40B4-BE49-F238E27FC236}">
                  <a16:creationId xmlns:a16="http://schemas.microsoft.com/office/drawing/2014/main" id="{DD5B6411-0F8E-8659-B08E-13FC91511D66}"/>
                </a:ext>
              </a:extLst>
            </p:cNvPr>
            <p:cNvSpPr/>
            <p:nvPr/>
          </p:nvSpPr>
          <p:spPr>
            <a:xfrm>
              <a:off x="-387701" y="3822440"/>
              <a:ext cx="80122" cy="80122"/>
            </a:xfrm>
            <a:prstGeom prst="ellipse">
              <a:avLst/>
            </a:prstGeom>
            <a:solidFill>
              <a:srgbClr val="86909A"/>
            </a:solidFill>
            <a:ln>
              <a:noFill/>
            </a:ln>
          </p:spPr>
          <p:txBody>
            <a:bodyPr wrap="square" lIns="182880" tIns="182880" rIns="182880" bIns="182880" rtlCol="0" anchor="ctr"/>
            <a:lstStyle/>
            <a:p>
              <a:pPr algn="l" defTabSz="554492">
                <a:spcAft>
                  <a:spcPts val="600"/>
                </a:spcAft>
              </a:pPr>
              <a:endParaRPr lang="fr-FR" sz="1100" dirty="0">
                <a:latin typeface="Poppins" pitchFamily="2" charset="77"/>
                <a:cs typeface="Poppins" pitchFamily="2" charset="77"/>
              </a:endParaRPr>
            </a:p>
          </p:txBody>
        </p:sp>
      </p:grpSp>
    </p:spTree>
    <p:extLst>
      <p:ext uri="{BB962C8B-B14F-4D97-AF65-F5344CB8AC3E}">
        <p14:creationId xmlns:p14="http://schemas.microsoft.com/office/powerpoint/2010/main" val="154887470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blank" preserve="1">
  <p:cSld name="4_Contenu_Page blanche">
    <p:spTree>
      <p:nvGrpSpPr>
        <p:cNvPr id="1" name=""/>
        <p:cNvGrpSpPr/>
        <p:nvPr/>
      </p:nvGrpSpPr>
      <p:grpSpPr>
        <a:xfrm>
          <a:off x="0" y="0"/>
          <a:ext cx="0" cy="0"/>
          <a:chOff x="0" y="0"/>
          <a:chExt cx="0" cy="0"/>
        </a:xfrm>
      </p:grpSpPr>
      <p:sp>
        <p:nvSpPr>
          <p:cNvPr id="4" name="object 11">
            <a:extLst>
              <a:ext uri="{FF2B5EF4-FFF2-40B4-BE49-F238E27FC236}">
                <a16:creationId xmlns:a16="http://schemas.microsoft.com/office/drawing/2014/main" id="{10D34413-DA51-D9D8-29E8-6DE8F8A5EFCE}"/>
              </a:ext>
            </a:extLst>
          </p:cNvPr>
          <p:cNvSpPr/>
          <p:nvPr/>
        </p:nvSpPr>
        <p:spPr>
          <a:xfrm>
            <a:off x="11397941" y="0"/>
            <a:ext cx="794059" cy="6857615"/>
          </a:xfrm>
          <a:custGeom>
            <a:avLst/>
            <a:gdLst/>
            <a:ahLst/>
            <a:cxnLst/>
            <a:rect l="l" t="t" r="r" b="b"/>
            <a:pathLst>
              <a:path w="1309369" h="11308715">
                <a:moveTo>
                  <a:pt x="1308860" y="0"/>
                </a:moveTo>
                <a:lnTo>
                  <a:pt x="0" y="0"/>
                </a:lnTo>
                <a:lnTo>
                  <a:pt x="0" y="11308556"/>
                </a:lnTo>
                <a:lnTo>
                  <a:pt x="1308860" y="11308556"/>
                </a:lnTo>
                <a:lnTo>
                  <a:pt x="1308860" y="0"/>
                </a:lnTo>
                <a:close/>
              </a:path>
            </a:pathLst>
          </a:custGeom>
          <a:solidFill>
            <a:schemeClr val="tx1"/>
          </a:solidFill>
          <a:ln>
            <a:noFill/>
          </a:ln>
        </p:spPr>
        <p:txBody>
          <a:bodyPr wrap="square" lIns="0" tIns="0" rIns="0" bIns="0" rtlCol="0"/>
          <a:lstStyle/>
          <a:p>
            <a:endParaRPr sz="1092"/>
          </a:p>
        </p:txBody>
      </p:sp>
      <p:sp>
        <p:nvSpPr>
          <p:cNvPr id="2" name="Espace réservé du pied de page 4">
            <a:extLst>
              <a:ext uri="{FF2B5EF4-FFF2-40B4-BE49-F238E27FC236}">
                <a16:creationId xmlns:a16="http://schemas.microsoft.com/office/drawing/2014/main" id="{97ADE9E6-DC8A-B79F-0E6A-9D6F3EC57782}"/>
              </a:ext>
            </a:extLst>
          </p:cNvPr>
          <p:cNvSpPr>
            <a:spLocks noGrp="1"/>
          </p:cNvSpPr>
          <p:nvPr>
            <p:ph type="ftr" sz="quarter" idx="3"/>
          </p:nvPr>
        </p:nvSpPr>
        <p:spPr>
          <a:xfrm rot="16200000">
            <a:off x="9737570" y="2572960"/>
            <a:ext cx="4114800" cy="365125"/>
          </a:xfrm>
          <a:prstGeom prst="rect">
            <a:avLst/>
          </a:prstGeom>
        </p:spPr>
        <p:txBody>
          <a:bodyPr vert="horz" lIns="91440" tIns="45720" rIns="91440" bIns="45720" rtlCol="0" anchor="ctr"/>
          <a:lstStyle>
            <a:lvl1pPr>
              <a:defRPr lang="en-US" sz="728" dirty="0">
                <a:solidFill>
                  <a:schemeClr val="bg1"/>
                </a:solidFill>
                <a:latin typeface="Poppins" pitchFamily="2" charset="77"/>
                <a:cs typeface="Poppins" pitchFamily="2" charset="77"/>
              </a:defRPr>
            </a:lvl1pPr>
          </a:lstStyle>
          <a:p>
            <a:endParaRPr lang="fr-FR"/>
          </a:p>
        </p:txBody>
      </p:sp>
      <p:sp>
        <p:nvSpPr>
          <p:cNvPr id="3" name="Espace réservé du numéro de diapositive 18">
            <a:extLst>
              <a:ext uri="{FF2B5EF4-FFF2-40B4-BE49-F238E27FC236}">
                <a16:creationId xmlns:a16="http://schemas.microsoft.com/office/drawing/2014/main" id="{40599553-1744-B948-F679-B18C359A2A19}"/>
              </a:ext>
            </a:extLst>
          </p:cNvPr>
          <p:cNvSpPr>
            <a:spLocks noGrp="1"/>
          </p:cNvSpPr>
          <p:nvPr>
            <p:ph type="sldNum" sz="quarter" idx="4"/>
          </p:nvPr>
        </p:nvSpPr>
        <p:spPr>
          <a:xfrm>
            <a:off x="11588253" y="165403"/>
            <a:ext cx="420073" cy="365125"/>
          </a:xfrm>
          <a:prstGeom prst="rect">
            <a:avLst/>
          </a:prstGeom>
        </p:spPr>
        <p:txBody>
          <a:bodyPr/>
          <a:lstStyle>
            <a:lvl1pPr algn="ctr">
              <a:defRPr lang="en-US" sz="800" b="1" smtClean="0">
                <a:solidFill>
                  <a:schemeClr val="bg1"/>
                </a:solidFill>
                <a:latin typeface="Poppins" pitchFamily="2" charset="77"/>
                <a:cs typeface="Poppins" pitchFamily="2" charset="77"/>
              </a:defRPr>
            </a:lvl1pPr>
          </a:lstStyle>
          <a:p>
            <a:fld id="{DB34802F-08A5-CF4A-8AFE-09DC492A8170}" type="slidenum">
              <a:rPr lang="fr-FR" smtClean="0"/>
              <a:t>‹N°›</a:t>
            </a:fld>
            <a:endParaRPr lang="fr-FR"/>
          </a:p>
        </p:txBody>
      </p:sp>
      <p:sp>
        <p:nvSpPr>
          <p:cNvPr id="5" name="object 14">
            <a:extLst>
              <a:ext uri="{FF2B5EF4-FFF2-40B4-BE49-F238E27FC236}">
                <a16:creationId xmlns:a16="http://schemas.microsoft.com/office/drawing/2014/main" id="{0BEBFB05-8DE3-A267-9D37-864C2BE599F7}"/>
              </a:ext>
            </a:extLst>
          </p:cNvPr>
          <p:cNvSpPr/>
          <p:nvPr/>
        </p:nvSpPr>
        <p:spPr>
          <a:xfrm>
            <a:off x="11397456" y="6063824"/>
            <a:ext cx="794059" cy="0"/>
          </a:xfrm>
          <a:custGeom>
            <a:avLst/>
            <a:gdLst/>
            <a:ahLst/>
            <a:cxnLst/>
            <a:rect l="l" t="t" r="r" b="b"/>
            <a:pathLst>
              <a:path w="1309369">
                <a:moveTo>
                  <a:pt x="0" y="0"/>
                </a:moveTo>
                <a:lnTo>
                  <a:pt x="1308860" y="0"/>
                </a:lnTo>
              </a:path>
            </a:pathLst>
          </a:custGeom>
          <a:ln w="7853">
            <a:solidFill>
              <a:schemeClr val="bg1"/>
            </a:solidFill>
          </a:ln>
        </p:spPr>
        <p:txBody>
          <a:bodyPr wrap="square" lIns="0" tIns="0" rIns="0" bIns="0" rtlCol="0"/>
          <a:lstStyle/>
          <a:p>
            <a:endParaRPr sz="1092"/>
          </a:p>
        </p:txBody>
      </p:sp>
      <p:grpSp>
        <p:nvGrpSpPr>
          <p:cNvPr id="6" name="Graphique 21">
            <a:extLst>
              <a:ext uri="{FF2B5EF4-FFF2-40B4-BE49-F238E27FC236}">
                <a16:creationId xmlns:a16="http://schemas.microsoft.com/office/drawing/2014/main" id="{53708514-84A2-1B09-3C16-DCBB1DDB6761}"/>
              </a:ext>
            </a:extLst>
          </p:cNvPr>
          <p:cNvGrpSpPr/>
          <p:nvPr/>
        </p:nvGrpSpPr>
        <p:grpSpPr>
          <a:xfrm>
            <a:off x="11646607" y="6340088"/>
            <a:ext cx="329427" cy="214383"/>
            <a:chOff x="19204770" y="10455275"/>
            <a:chExt cx="543212" cy="353534"/>
          </a:xfrm>
        </p:grpSpPr>
        <p:sp>
          <p:nvSpPr>
            <p:cNvPr id="7" name="Forme libre : forme 3">
              <a:extLst>
                <a:ext uri="{FF2B5EF4-FFF2-40B4-BE49-F238E27FC236}">
                  <a16:creationId xmlns:a16="http://schemas.microsoft.com/office/drawing/2014/main" id="{31C42F6D-7A13-B8E3-17A5-85FE87D2A64D}"/>
                </a:ext>
              </a:extLst>
            </p:cNvPr>
            <p:cNvSpPr/>
            <p:nvPr/>
          </p:nvSpPr>
          <p:spPr>
            <a:xfrm>
              <a:off x="19204770" y="10455275"/>
              <a:ext cx="373208" cy="353534"/>
            </a:xfrm>
            <a:custGeom>
              <a:avLst/>
              <a:gdLst>
                <a:gd name="connsiteX0" fmla="*/ 187219 w 373208"/>
                <a:gd name="connsiteY0" fmla="*/ 0 h 353534"/>
                <a:gd name="connsiteX1" fmla="*/ 0 w 373208"/>
                <a:gd name="connsiteY1" fmla="*/ 177228 h 353534"/>
                <a:gd name="connsiteX2" fmla="*/ 185990 w 373208"/>
                <a:gd name="connsiteY2" fmla="*/ 353534 h 353534"/>
                <a:gd name="connsiteX3" fmla="*/ 373209 w 373208"/>
                <a:gd name="connsiteY3" fmla="*/ 175998 h 353534"/>
                <a:gd name="connsiteX4" fmla="*/ 187219 w 373208"/>
                <a:gd name="connsiteY4" fmla="*/ 0 h 353534"/>
                <a:gd name="connsiteX5" fmla="*/ 187219 w 373208"/>
                <a:gd name="connsiteY5" fmla="*/ 252777 h 353534"/>
                <a:gd name="connsiteX6" fmla="*/ 115437 w 373208"/>
                <a:gd name="connsiteY6" fmla="*/ 175922 h 353534"/>
                <a:gd name="connsiteX7" fmla="*/ 185990 w 373208"/>
                <a:gd name="connsiteY7" fmla="*/ 100373 h 353534"/>
                <a:gd name="connsiteX8" fmla="*/ 257772 w 373208"/>
                <a:gd name="connsiteY8" fmla="*/ 177228 h 353534"/>
                <a:gd name="connsiteX9" fmla="*/ 187219 w 373208"/>
                <a:gd name="connsiteY9" fmla="*/ 252777 h 353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73208" h="353534">
                  <a:moveTo>
                    <a:pt x="187219" y="0"/>
                  </a:moveTo>
                  <a:cubicBezTo>
                    <a:pt x="78623" y="0"/>
                    <a:pt x="0" y="81159"/>
                    <a:pt x="0" y="177228"/>
                  </a:cubicBezTo>
                  <a:cubicBezTo>
                    <a:pt x="0" y="273297"/>
                    <a:pt x="78008" y="353534"/>
                    <a:pt x="185990" y="353534"/>
                  </a:cubicBezTo>
                  <a:cubicBezTo>
                    <a:pt x="293971" y="353534"/>
                    <a:pt x="373209" y="272144"/>
                    <a:pt x="373209" y="175998"/>
                  </a:cubicBezTo>
                  <a:cubicBezTo>
                    <a:pt x="373209" y="79853"/>
                    <a:pt x="295201" y="0"/>
                    <a:pt x="187219" y="0"/>
                  </a:cubicBezTo>
                  <a:moveTo>
                    <a:pt x="187219" y="252777"/>
                  </a:moveTo>
                  <a:cubicBezTo>
                    <a:pt x="145410" y="252777"/>
                    <a:pt x="115437" y="217193"/>
                    <a:pt x="115437" y="175922"/>
                  </a:cubicBezTo>
                  <a:cubicBezTo>
                    <a:pt x="115437" y="134650"/>
                    <a:pt x="142951" y="100373"/>
                    <a:pt x="185990" y="100373"/>
                  </a:cubicBezTo>
                  <a:cubicBezTo>
                    <a:pt x="227799" y="100373"/>
                    <a:pt x="257772" y="135957"/>
                    <a:pt x="257772" y="177228"/>
                  </a:cubicBezTo>
                  <a:cubicBezTo>
                    <a:pt x="257772" y="218499"/>
                    <a:pt x="230566" y="252777"/>
                    <a:pt x="187219" y="252777"/>
                  </a:cubicBezTo>
                </a:path>
              </a:pathLst>
            </a:custGeom>
            <a:solidFill>
              <a:schemeClr val="bg1"/>
            </a:solidFill>
            <a:ln w="7647" cap="flat">
              <a:noFill/>
              <a:prstDash val="solid"/>
              <a:miter/>
            </a:ln>
          </p:spPr>
          <p:txBody>
            <a:bodyPr rtlCol="0" anchor="ctr"/>
            <a:lstStyle/>
            <a:p>
              <a:endParaRPr lang="fr-FR" sz="1092"/>
            </a:p>
          </p:txBody>
        </p:sp>
        <p:sp>
          <p:nvSpPr>
            <p:cNvPr id="8" name="Forme libre : forme 4">
              <a:extLst>
                <a:ext uri="{FF2B5EF4-FFF2-40B4-BE49-F238E27FC236}">
                  <a16:creationId xmlns:a16="http://schemas.microsoft.com/office/drawing/2014/main" id="{47A73EB0-AB80-9491-022A-C1D2B9AF734E}"/>
                </a:ext>
              </a:extLst>
            </p:cNvPr>
            <p:cNvSpPr/>
            <p:nvPr/>
          </p:nvSpPr>
          <p:spPr>
            <a:xfrm>
              <a:off x="19603033" y="10663629"/>
              <a:ext cx="144948" cy="144948"/>
            </a:xfrm>
            <a:custGeom>
              <a:avLst/>
              <a:gdLst>
                <a:gd name="connsiteX0" fmla="*/ 144949 w 144948"/>
                <a:gd name="connsiteY0" fmla="*/ 72474 h 144948"/>
                <a:gd name="connsiteX1" fmla="*/ 72474 w 144948"/>
                <a:gd name="connsiteY1" fmla="*/ 144949 h 144948"/>
                <a:gd name="connsiteX2" fmla="*/ 0 w 144948"/>
                <a:gd name="connsiteY2" fmla="*/ 72474 h 144948"/>
                <a:gd name="connsiteX3" fmla="*/ 72474 w 144948"/>
                <a:gd name="connsiteY3" fmla="*/ 0 h 144948"/>
                <a:gd name="connsiteX4" fmla="*/ 144949 w 144948"/>
                <a:gd name="connsiteY4" fmla="*/ 72474 h 1449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4948" h="144948">
                  <a:moveTo>
                    <a:pt x="144949" y="72474"/>
                  </a:moveTo>
                  <a:cubicBezTo>
                    <a:pt x="144949" y="112501"/>
                    <a:pt x="112501" y="144949"/>
                    <a:pt x="72474" y="144949"/>
                  </a:cubicBezTo>
                  <a:cubicBezTo>
                    <a:pt x="32448" y="144949"/>
                    <a:pt x="0" y="112501"/>
                    <a:pt x="0" y="72474"/>
                  </a:cubicBezTo>
                  <a:cubicBezTo>
                    <a:pt x="0" y="32448"/>
                    <a:pt x="32448" y="0"/>
                    <a:pt x="72474" y="0"/>
                  </a:cubicBezTo>
                  <a:cubicBezTo>
                    <a:pt x="112501" y="0"/>
                    <a:pt x="144949" y="32448"/>
                    <a:pt x="144949" y="72474"/>
                  </a:cubicBezTo>
                </a:path>
              </a:pathLst>
            </a:custGeom>
            <a:solidFill>
              <a:srgbClr val="0099D9"/>
            </a:solidFill>
            <a:ln w="7647" cap="flat">
              <a:noFill/>
              <a:prstDash val="solid"/>
              <a:miter/>
            </a:ln>
          </p:spPr>
          <p:txBody>
            <a:bodyPr rtlCol="0" anchor="ctr"/>
            <a:lstStyle/>
            <a:p>
              <a:endParaRPr lang="fr-FR" sz="1092"/>
            </a:p>
          </p:txBody>
        </p:sp>
      </p:grpSp>
      <p:pic>
        <p:nvPicPr>
          <p:cNvPr id="9" name="Image 8">
            <a:extLst>
              <a:ext uri="{FF2B5EF4-FFF2-40B4-BE49-F238E27FC236}">
                <a16:creationId xmlns:a16="http://schemas.microsoft.com/office/drawing/2014/main" id="{8A80FA60-C89C-EDA3-5ECA-1587BF1172A1}"/>
              </a:ext>
            </a:extLst>
          </p:cNvPr>
          <p:cNvPicPr>
            <a:picLocks noChangeAspect="1"/>
          </p:cNvPicPr>
          <p:nvPr/>
        </p:nvPicPr>
        <p:blipFill>
          <a:blip r:embed="rId2" cstate="hqprint">
            <a:extLst>
              <a:ext uri="{28A0092B-C50C-407E-A947-70E740481C1C}">
                <a14:useLocalDpi xmlns:a14="http://schemas.microsoft.com/office/drawing/2010/main"/>
              </a:ext>
            </a:extLst>
          </a:blip>
          <a:stretch>
            <a:fillRect/>
          </a:stretch>
        </p:blipFill>
        <p:spPr>
          <a:xfrm>
            <a:off x="-14330" y="-687114"/>
            <a:ext cx="3214122" cy="233853"/>
          </a:xfrm>
          <a:prstGeom prst="rect">
            <a:avLst/>
          </a:prstGeom>
        </p:spPr>
      </p:pic>
      <p:sp>
        <p:nvSpPr>
          <p:cNvPr id="10" name="ZoneTexte 9">
            <a:extLst>
              <a:ext uri="{FF2B5EF4-FFF2-40B4-BE49-F238E27FC236}">
                <a16:creationId xmlns:a16="http://schemas.microsoft.com/office/drawing/2014/main" id="{BA8EAB09-9B80-AA15-A708-D5D370C14581}"/>
              </a:ext>
            </a:extLst>
          </p:cNvPr>
          <p:cNvSpPr txBox="1"/>
          <p:nvPr/>
        </p:nvSpPr>
        <p:spPr>
          <a:xfrm>
            <a:off x="-83525" y="-1272665"/>
            <a:ext cx="3352200" cy="415498"/>
          </a:xfrm>
          <a:prstGeom prst="rect">
            <a:avLst/>
          </a:prstGeom>
          <a:noFill/>
        </p:spPr>
        <p:txBody>
          <a:bodyPr wrap="none" rtlCol="0">
            <a:spAutoFit/>
          </a:bodyPr>
          <a:lstStyle/>
          <a:p>
            <a:r>
              <a:rPr lang="en-US" sz="1200" b="1" dirty="0">
                <a:solidFill>
                  <a:schemeClr val="tx1">
                    <a:lumMod val="50000"/>
                    <a:lumOff val="50000"/>
                  </a:schemeClr>
                </a:solidFill>
                <a:latin typeface="+mj-lt"/>
              </a:rPr>
              <a:t>Couleurs par </a:t>
            </a:r>
            <a:r>
              <a:rPr lang="fr-FR" sz="1200" b="1" noProof="0" dirty="0">
                <a:solidFill>
                  <a:schemeClr val="tx1">
                    <a:lumMod val="50000"/>
                    <a:lumOff val="50000"/>
                  </a:schemeClr>
                </a:solidFill>
                <a:latin typeface="+mj-lt"/>
              </a:rPr>
              <a:t>défaut</a:t>
            </a:r>
            <a:r>
              <a:rPr lang="en-US" sz="1200" b="1" dirty="0">
                <a:solidFill>
                  <a:schemeClr val="tx1">
                    <a:lumMod val="50000"/>
                    <a:lumOff val="50000"/>
                  </a:schemeClr>
                </a:solidFill>
                <a:latin typeface="+mj-lt"/>
              </a:rPr>
              <a:t> et proportions </a:t>
            </a:r>
            <a:r>
              <a:rPr lang="fr-FR" sz="1200" b="1" noProof="0" dirty="0">
                <a:solidFill>
                  <a:schemeClr val="tx1">
                    <a:lumMod val="50000"/>
                    <a:lumOff val="50000"/>
                  </a:schemeClr>
                </a:solidFill>
                <a:latin typeface="+mj-lt"/>
              </a:rPr>
              <a:t>d’usage</a:t>
            </a:r>
            <a:br>
              <a:rPr lang="en-US" sz="1200" b="1" dirty="0">
                <a:solidFill>
                  <a:schemeClr val="tx1">
                    <a:lumMod val="50000"/>
                    <a:lumOff val="50000"/>
                  </a:schemeClr>
                </a:solidFill>
                <a:latin typeface="+mj-lt"/>
              </a:rPr>
            </a:br>
            <a:r>
              <a:rPr lang="en-US" sz="900" b="0" i="1" dirty="0">
                <a:solidFill>
                  <a:schemeClr val="tx1">
                    <a:lumMod val="50000"/>
                    <a:lumOff val="50000"/>
                  </a:schemeClr>
                </a:solidFill>
                <a:latin typeface="+mj-lt"/>
              </a:rPr>
              <a:t>texts, titles, graphical elements</a:t>
            </a:r>
            <a:endParaRPr lang="en-US" sz="1200" b="0" i="1" dirty="0">
              <a:solidFill>
                <a:schemeClr val="tx1">
                  <a:lumMod val="50000"/>
                  <a:lumOff val="50000"/>
                </a:schemeClr>
              </a:solidFill>
              <a:latin typeface="+mj-lt"/>
            </a:endParaRPr>
          </a:p>
        </p:txBody>
      </p:sp>
      <p:sp>
        <p:nvSpPr>
          <p:cNvPr id="11" name="ZoneTexte 10">
            <a:extLst>
              <a:ext uri="{FF2B5EF4-FFF2-40B4-BE49-F238E27FC236}">
                <a16:creationId xmlns:a16="http://schemas.microsoft.com/office/drawing/2014/main" id="{739AD6C0-5540-50D1-0E50-0B2459692423}"/>
              </a:ext>
            </a:extLst>
          </p:cNvPr>
          <p:cNvSpPr txBox="1"/>
          <p:nvPr/>
        </p:nvSpPr>
        <p:spPr>
          <a:xfrm>
            <a:off x="5050611" y="-1272665"/>
            <a:ext cx="1901483" cy="415498"/>
          </a:xfrm>
          <a:prstGeom prst="rect">
            <a:avLst/>
          </a:prstGeom>
          <a:noFill/>
        </p:spPr>
        <p:txBody>
          <a:bodyPr wrap="none" rtlCol="0">
            <a:spAutoFit/>
          </a:bodyPr>
          <a:lstStyle/>
          <a:p>
            <a:r>
              <a:rPr lang="en-US" sz="1200" b="1" dirty="0">
                <a:solidFill>
                  <a:schemeClr val="tx1">
                    <a:lumMod val="50000"/>
                    <a:lumOff val="50000"/>
                  </a:schemeClr>
                </a:solidFill>
                <a:latin typeface="+mj-lt"/>
              </a:rPr>
              <a:t>Categorical Data colors</a:t>
            </a:r>
            <a:br>
              <a:rPr lang="en-US" sz="1200" b="1" dirty="0">
                <a:solidFill>
                  <a:schemeClr val="tx1">
                    <a:lumMod val="50000"/>
                    <a:lumOff val="50000"/>
                  </a:schemeClr>
                </a:solidFill>
                <a:latin typeface="+mj-lt"/>
              </a:rPr>
            </a:br>
            <a:r>
              <a:rPr lang="en-US" sz="900" b="0" i="1" dirty="0" err="1">
                <a:solidFill>
                  <a:schemeClr val="tx1">
                    <a:lumMod val="50000"/>
                    <a:lumOff val="50000"/>
                  </a:schemeClr>
                </a:solidFill>
                <a:latin typeface="+mj-lt"/>
              </a:rPr>
              <a:t>datavizualisation</a:t>
            </a:r>
            <a:endParaRPr lang="en-US" sz="1200" b="0" i="1" dirty="0">
              <a:solidFill>
                <a:schemeClr val="tx1">
                  <a:lumMod val="50000"/>
                  <a:lumOff val="50000"/>
                </a:schemeClr>
              </a:solidFill>
              <a:latin typeface="+mj-lt"/>
            </a:endParaRPr>
          </a:p>
        </p:txBody>
      </p:sp>
      <p:sp>
        <p:nvSpPr>
          <p:cNvPr id="12" name="ZoneTexte 11">
            <a:extLst>
              <a:ext uri="{FF2B5EF4-FFF2-40B4-BE49-F238E27FC236}">
                <a16:creationId xmlns:a16="http://schemas.microsoft.com/office/drawing/2014/main" id="{95D69A2C-3FB9-9DE5-DD15-10B26CE394B1}"/>
              </a:ext>
            </a:extLst>
          </p:cNvPr>
          <p:cNvSpPr txBox="1"/>
          <p:nvPr/>
        </p:nvSpPr>
        <p:spPr>
          <a:xfrm>
            <a:off x="8248756" y="-1272665"/>
            <a:ext cx="2666999" cy="415498"/>
          </a:xfrm>
          <a:prstGeom prst="rect">
            <a:avLst/>
          </a:prstGeom>
          <a:noFill/>
        </p:spPr>
        <p:txBody>
          <a:bodyPr wrap="square" rtlCol="0">
            <a:spAutoFit/>
          </a:bodyPr>
          <a:lstStyle/>
          <a:p>
            <a:r>
              <a:rPr lang="fr-FR" sz="1200" b="1" noProof="0" dirty="0">
                <a:solidFill>
                  <a:schemeClr val="tx1">
                    <a:lumMod val="50000"/>
                    <a:lumOff val="50000"/>
                  </a:schemeClr>
                </a:solidFill>
                <a:latin typeface="+mj-lt"/>
              </a:rPr>
              <a:t>Données</a:t>
            </a:r>
            <a:r>
              <a:rPr lang="en-US" sz="1200" b="1" dirty="0">
                <a:solidFill>
                  <a:schemeClr val="tx1">
                    <a:lumMod val="50000"/>
                    <a:lumOff val="50000"/>
                  </a:schemeClr>
                </a:solidFill>
                <a:latin typeface="+mj-lt"/>
              </a:rPr>
              <a:t> continues et </a:t>
            </a:r>
            <a:r>
              <a:rPr lang="fr-FR" sz="1200" b="1" noProof="0" dirty="0">
                <a:solidFill>
                  <a:schemeClr val="tx1">
                    <a:lumMod val="50000"/>
                    <a:lumOff val="50000"/>
                  </a:schemeClr>
                </a:solidFill>
                <a:latin typeface="+mj-lt"/>
              </a:rPr>
              <a:t>divergentes</a:t>
            </a:r>
            <a:br>
              <a:rPr lang="en-US" sz="1200" b="1" dirty="0">
                <a:solidFill>
                  <a:schemeClr val="tx1">
                    <a:lumMod val="50000"/>
                    <a:lumOff val="50000"/>
                  </a:schemeClr>
                </a:solidFill>
                <a:latin typeface="+mj-lt"/>
              </a:rPr>
            </a:br>
            <a:r>
              <a:rPr lang="en-US" sz="900" b="0" dirty="0">
                <a:solidFill>
                  <a:schemeClr val="tx1">
                    <a:lumMod val="50000"/>
                    <a:lumOff val="50000"/>
                  </a:schemeClr>
                </a:solidFill>
                <a:latin typeface="+mj-lt"/>
              </a:rPr>
              <a:t>Min/max </a:t>
            </a:r>
            <a:r>
              <a:rPr lang="en-US" sz="900" b="0" i="1" dirty="0">
                <a:solidFill>
                  <a:schemeClr val="tx1">
                    <a:lumMod val="50000"/>
                    <a:lumOff val="50000"/>
                  </a:schemeClr>
                </a:solidFill>
                <a:latin typeface="+mj-lt"/>
              </a:rPr>
              <a:t>e.g. from -20°C to +30°C</a:t>
            </a:r>
            <a:endParaRPr lang="en-US" sz="1200" b="0" i="1" dirty="0">
              <a:solidFill>
                <a:schemeClr val="tx1">
                  <a:lumMod val="50000"/>
                  <a:lumOff val="50000"/>
                </a:schemeClr>
              </a:solidFill>
              <a:latin typeface="+mj-lt"/>
            </a:endParaRPr>
          </a:p>
        </p:txBody>
      </p:sp>
      <p:sp>
        <p:nvSpPr>
          <p:cNvPr id="13" name="ZoneTexte 12">
            <a:extLst>
              <a:ext uri="{FF2B5EF4-FFF2-40B4-BE49-F238E27FC236}">
                <a16:creationId xmlns:a16="http://schemas.microsoft.com/office/drawing/2014/main" id="{863A4528-EC40-07D5-6417-8F9068ED77BE}"/>
              </a:ext>
            </a:extLst>
          </p:cNvPr>
          <p:cNvSpPr txBox="1"/>
          <p:nvPr/>
        </p:nvSpPr>
        <p:spPr>
          <a:xfrm>
            <a:off x="10900122" y="-1272665"/>
            <a:ext cx="1383712" cy="415498"/>
          </a:xfrm>
          <a:prstGeom prst="rect">
            <a:avLst/>
          </a:prstGeom>
          <a:noFill/>
        </p:spPr>
        <p:txBody>
          <a:bodyPr wrap="none" rtlCol="0">
            <a:spAutoFit/>
          </a:bodyPr>
          <a:lstStyle/>
          <a:p>
            <a:r>
              <a:rPr lang="en-US" sz="1200" b="1" i="1" dirty="0">
                <a:solidFill>
                  <a:schemeClr val="tx1">
                    <a:lumMod val="50000"/>
                    <a:lumOff val="50000"/>
                  </a:schemeClr>
                </a:solidFill>
                <a:latin typeface="+mj-lt"/>
              </a:rPr>
              <a:t>Semantical data</a:t>
            </a:r>
            <a:br>
              <a:rPr lang="en-US" sz="1200" b="1" i="1" dirty="0">
                <a:solidFill>
                  <a:schemeClr val="tx1">
                    <a:lumMod val="50000"/>
                    <a:lumOff val="50000"/>
                  </a:schemeClr>
                </a:solidFill>
                <a:latin typeface="+mj-lt"/>
              </a:rPr>
            </a:br>
            <a:r>
              <a:rPr lang="en-US" sz="900" b="0" i="1" dirty="0">
                <a:solidFill>
                  <a:schemeClr val="tx1">
                    <a:lumMod val="50000"/>
                    <a:lumOff val="50000"/>
                  </a:schemeClr>
                </a:solidFill>
                <a:latin typeface="+mj-lt"/>
              </a:rPr>
              <a:t>good, bad, caution, info</a:t>
            </a:r>
            <a:endParaRPr lang="en-US" sz="1200" b="0" i="1" dirty="0">
              <a:solidFill>
                <a:schemeClr val="tx1">
                  <a:lumMod val="50000"/>
                  <a:lumOff val="50000"/>
                </a:schemeClr>
              </a:solidFill>
              <a:latin typeface="+mj-lt"/>
            </a:endParaRPr>
          </a:p>
        </p:txBody>
      </p:sp>
      <p:grpSp>
        <p:nvGrpSpPr>
          <p:cNvPr id="14" name="Groupe 13">
            <a:extLst>
              <a:ext uri="{FF2B5EF4-FFF2-40B4-BE49-F238E27FC236}">
                <a16:creationId xmlns:a16="http://schemas.microsoft.com/office/drawing/2014/main" id="{A5E4C6B4-FC7B-F6AB-A79C-649A23909020}"/>
              </a:ext>
            </a:extLst>
          </p:cNvPr>
          <p:cNvGrpSpPr/>
          <p:nvPr/>
        </p:nvGrpSpPr>
        <p:grpSpPr>
          <a:xfrm rot="16200000">
            <a:off x="1519414" y="-1933185"/>
            <a:ext cx="177114" cy="3232055"/>
            <a:chOff x="12192000" y="3618000"/>
            <a:chExt cx="177114" cy="3232055"/>
          </a:xfrm>
          <a:effectLst>
            <a:outerShdw blurRad="50800" dist="38100" dir="16200000" rotWithShape="0">
              <a:prstClr val="black">
                <a:alpha val="40000"/>
              </a:prstClr>
            </a:outerShdw>
          </a:effectLst>
        </p:grpSpPr>
        <p:sp>
          <p:nvSpPr>
            <p:cNvPr id="15" name="Rectangle 14">
              <a:extLst>
                <a:ext uri="{FF2B5EF4-FFF2-40B4-BE49-F238E27FC236}">
                  <a16:creationId xmlns:a16="http://schemas.microsoft.com/office/drawing/2014/main" id="{3823D2AA-A1DE-F869-B9AC-0B7DD0413B91}"/>
                </a:ext>
              </a:extLst>
            </p:cNvPr>
            <p:cNvSpPr>
              <a:spLocks noChangeAspect="1"/>
            </p:cNvSpPr>
            <p:nvPr/>
          </p:nvSpPr>
          <p:spPr>
            <a:xfrm>
              <a:off x="12192000" y="3618000"/>
              <a:ext cx="177114" cy="360000"/>
            </a:xfrm>
            <a:prstGeom prst="rect">
              <a:avLst/>
            </a:prstGeom>
            <a:solidFill>
              <a:srgbClr val="E6F5FC"/>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srgbClr val="FEFEFE"/>
                </a:solidFill>
                <a:effectLst/>
                <a:uLnTx/>
                <a:uFillTx/>
                <a:latin typeface="Arial"/>
                <a:ea typeface="+mn-ea"/>
                <a:cs typeface="+mn-cs"/>
              </a:endParaRPr>
            </a:p>
          </p:txBody>
        </p:sp>
        <p:sp>
          <p:nvSpPr>
            <p:cNvPr id="16" name="Rectangle 15">
              <a:extLst>
                <a:ext uri="{FF2B5EF4-FFF2-40B4-BE49-F238E27FC236}">
                  <a16:creationId xmlns:a16="http://schemas.microsoft.com/office/drawing/2014/main" id="{24858AAB-7EB8-133A-049B-559B6CCDA94D}"/>
                </a:ext>
              </a:extLst>
            </p:cNvPr>
            <p:cNvSpPr>
              <a:spLocks noChangeAspect="1"/>
            </p:cNvSpPr>
            <p:nvPr/>
          </p:nvSpPr>
          <p:spPr>
            <a:xfrm>
              <a:off x="12192000" y="3978000"/>
              <a:ext cx="177114" cy="360000"/>
            </a:xfrm>
            <a:prstGeom prst="rect">
              <a:avLst/>
            </a:prstGeom>
            <a:solidFill>
              <a:srgbClr val="B2E1F6"/>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srgbClr val="FEFEFE"/>
                </a:solidFill>
                <a:effectLst/>
                <a:uLnTx/>
                <a:uFillTx/>
                <a:latin typeface="Arial"/>
                <a:ea typeface="+mn-ea"/>
                <a:cs typeface="+mn-cs"/>
              </a:endParaRPr>
            </a:p>
          </p:txBody>
        </p:sp>
        <p:sp>
          <p:nvSpPr>
            <p:cNvPr id="17" name="Rectangle 16">
              <a:extLst>
                <a:ext uri="{FF2B5EF4-FFF2-40B4-BE49-F238E27FC236}">
                  <a16:creationId xmlns:a16="http://schemas.microsoft.com/office/drawing/2014/main" id="{4092F618-1C3A-26F1-706B-E6C7FFC77BF1}"/>
                </a:ext>
              </a:extLst>
            </p:cNvPr>
            <p:cNvSpPr>
              <a:spLocks noChangeAspect="1"/>
            </p:cNvSpPr>
            <p:nvPr/>
          </p:nvSpPr>
          <p:spPr>
            <a:xfrm>
              <a:off x="12192000" y="4338000"/>
              <a:ext cx="177114" cy="360000"/>
            </a:xfrm>
            <a:prstGeom prst="rect">
              <a:avLst/>
            </a:prstGeom>
            <a:solidFill>
              <a:srgbClr val="66C4ED"/>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srgbClr val="FEFEFE"/>
                </a:solidFill>
                <a:effectLst/>
                <a:uLnTx/>
                <a:uFillTx/>
                <a:latin typeface="Arial"/>
                <a:ea typeface="+mn-ea"/>
                <a:cs typeface="+mn-cs"/>
              </a:endParaRPr>
            </a:p>
          </p:txBody>
        </p:sp>
        <p:sp>
          <p:nvSpPr>
            <p:cNvPr id="18" name="Rectangle 17">
              <a:extLst>
                <a:ext uri="{FF2B5EF4-FFF2-40B4-BE49-F238E27FC236}">
                  <a16:creationId xmlns:a16="http://schemas.microsoft.com/office/drawing/2014/main" id="{6803B16B-D135-F30F-78D4-BD4715D67FCF}"/>
                </a:ext>
              </a:extLst>
            </p:cNvPr>
            <p:cNvSpPr>
              <a:spLocks noChangeAspect="1"/>
            </p:cNvSpPr>
            <p:nvPr/>
          </p:nvSpPr>
          <p:spPr>
            <a:xfrm>
              <a:off x="12192000" y="4698000"/>
              <a:ext cx="177114" cy="360000"/>
            </a:xfrm>
            <a:prstGeom prst="rect">
              <a:avLst/>
            </a:prstGeom>
            <a:solidFill>
              <a:srgbClr val="33B1E5"/>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srgbClr val="FEFEFE"/>
                </a:solidFill>
                <a:effectLst/>
                <a:uLnTx/>
                <a:uFillTx/>
                <a:latin typeface="Arial"/>
                <a:ea typeface="+mn-ea"/>
                <a:cs typeface="+mn-cs"/>
              </a:endParaRPr>
            </a:p>
          </p:txBody>
        </p:sp>
        <p:sp>
          <p:nvSpPr>
            <p:cNvPr id="19" name="Rectangle 18">
              <a:extLst>
                <a:ext uri="{FF2B5EF4-FFF2-40B4-BE49-F238E27FC236}">
                  <a16:creationId xmlns:a16="http://schemas.microsoft.com/office/drawing/2014/main" id="{9E4AF846-B87E-3034-A9E9-FEB2AA0D6108}"/>
                </a:ext>
              </a:extLst>
            </p:cNvPr>
            <p:cNvSpPr>
              <a:spLocks noChangeAspect="1"/>
            </p:cNvSpPr>
            <p:nvPr/>
          </p:nvSpPr>
          <p:spPr>
            <a:xfrm>
              <a:off x="12192000" y="5058000"/>
              <a:ext cx="177114" cy="360000"/>
            </a:xfrm>
            <a:prstGeom prst="rect">
              <a:avLst/>
            </a:prstGeom>
            <a:solidFill>
              <a:srgbClr val="009DD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srgbClr val="FEFEFE"/>
                </a:solidFill>
                <a:effectLst/>
                <a:uLnTx/>
                <a:uFillTx/>
                <a:latin typeface="Arial"/>
                <a:ea typeface="+mn-ea"/>
                <a:cs typeface="+mn-cs"/>
              </a:endParaRPr>
            </a:p>
          </p:txBody>
        </p:sp>
        <p:sp>
          <p:nvSpPr>
            <p:cNvPr id="20" name="Rectangle 19">
              <a:extLst>
                <a:ext uri="{FF2B5EF4-FFF2-40B4-BE49-F238E27FC236}">
                  <a16:creationId xmlns:a16="http://schemas.microsoft.com/office/drawing/2014/main" id="{7DA30F33-B6FD-1BE5-8C32-C49DEDC4B5BC}"/>
                </a:ext>
              </a:extLst>
            </p:cNvPr>
            <p:cNvSpPr>
              <a:spLocks noChangeAspect="1"/>
            </p:cNvSpPr>
            <p:nvPr/>
          </p:nvSpPr>
          <p:spPr>
            <a:xfrm>
              <a:off x="12192000" y="5418000"/>
              <a:ext cx="177114" cy="360000"/>
            </a:xfrm>
            <a:prstGeom prst="rect">
              <a:avLst/>
            </a:prstGeom>
            <a:solidFill>
              <a:srgbClr val="0079B8"/>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srgbClr val="FEFEFE"/>
                </a:solidFill>
                <a:effectLst/>
                <a:uLnTx/>
                <a:uFillTx/>
                <a:latin typeface="Arial"/>
                <a:ea typeface="+mn-ea"/>
                <a:cs typeface="+mn-cs"/>
              </a:endParaRPr>
            </a:p>
          </p:txBody>
        </p:sp>
        <p:sp>
          <p:nvSpPr>
            <p:cNvPr id="21" name="Rectangle 20">
              <a:extLst>
                <a:ext uri="{FF2B5EF4-FFF2-40B4-BE49-F238E27FC236}">
                  <a16:creationId xmlns:a16="http://schemas.microsoft.com/office/drawing/2014/main" id="{83277AE1-3DD1-2109-2E01-B82E833544F4}"/>
                </a:ext>
              </a:extLst>
            </p:cNvPr>
            <p:cNvSpPr>
              <a:spLocks noChangeAspect="1"/>
            </p:cNvSpPr>
            <p:nvPr/>
          </p:nvSpPr>
          <p:spPr>
            <a:xfrm>
              <a:off x="12192000" y="5770055"/>
              <a:ext cx="177114" cy="360000"/>
            </a:xfrm>
            <a:prstGeom prst="rect">
              <a:avLst/>
            </a:prstGeom>
            <a:solidFill>
              <a:srgbClr val="015C9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srgbClr val="FEFEFE"/>
                </a:solidFill>
                <a:effectLst/>
                <a:uLnTx/>
                <a:uFillTx/>
                <a:latin typeface="Arial"/>
                <a:ea typeface="+mn-ea"/>
                <a:cs typeface="+mn-cs"/>
              </a:endParaRPr>
            </a:p>
          </p:txBody>
        </p:sp>
        <p:sp>
          <p:nvSpPr>
            <p:cNvPr id="22" name="Rectangle 21">
              <a:extLst>
                <a:ext uri="{FF2B5EF4-FFF2-40B4-BE49-F238E27FC236}">
                  <a16:creationId xmlns:a16="http://schemas.microsoft.com/office/drawing/2014/main" id="{97882A1A-44E0-D24F-935D-A1F41914F534}"/>
                </a:ext>
              </a:extLst>
            </p:cNvPr>
            <p:cNvSpPr>
              <a:spLocks noChangeAspect="1"/>
            </p:cNvSpPr>
            <p:nvPr/>
          </p:nvSpPr>
          <p:spPr>
            <a:xfrm>
              <a:off x="12192000" y="6130055"/>
              <a:ext cx="177114" cy="360000"/>
            </a:xfrm>
            <a:prstGeom prst="rect">
              <a:avLst/>
            </a:prstGeom>
            <a:solidFill>
              <a:srgbClr val="00406B"/>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srgbClr val="FEFEFE"/>
                </a:solidFill>
                <a:effectLst/>
                <a:uLnTx/>
                <a:uFillTx/>
                <a:latin typeface="Arial"/>
                <a:ea typeface="+mn-ea"/>
                <a:cs typeface="+mn-cs"/>
              </a:endParaRPr>
            </a:p>
          </p:txBody>
        </p:sp>
        <p:sp>
          <p:nvSpPr>
            <p:cNvPr id="23" name="Rectangle 22">
              <a:extLst>
                <a:ext uri="{FF2B5EF4-FFF2-40B4-BE49-F238E27FC236}">
                  <a16:creationId xmlns:a16="http://schemas.microsoft.com/office/drawing/2014/main" id="{33AF0B5B-45C8-B38E-4211-009B41980D3F}"/>
                </a:ext>
              </a:extLst>
            </p:cNvPr>
            <p:cNvSpPr>
              <a:spLocks noChangeAspect="1"/>
            </p:cNvSpPr>
            <p:nvPr/>
          </p:nvSpPr>
          <p:spPr>
            <a:xfrm>
              <a:off x="12192000" y="6490055"/>
              <a:ext cx="177114" cy="360000"/>
            </a:xfrm>
            <a:prstGeom prst="rect">
              <a:avLst/>
            </a:prstGeom>
            <a:solidFill>
              <a:srgbClr val="001F46"/>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dirty="0">
                <a:ln>
                  <a:noFill/>
                </a:ln>
                <a:solidFill>
                  <a:srgbClr val="FEFEFE"/>
                </a:solidFill>
                <a:effectLst/>
                <a:uLnTx/>
                <a:uFillTx/>
                <a:latin typeface="Arial"/>
                <a:ea typeface="+mn-ea"/>
                <a:cs typeface="+mn-cs"/>
              </a:endParaRPr>
            </a:p>
          </p:txBody>
        </p:sp>
      </p:grpSp>
      <p:sp>
        <p:nvSpPr>
          <p:cNvPr id="24" name="Rectangle 23">
            <a:extLst>
              <a:ext uri="{FF2B5EF4-FFF2-40B4-BE49-F238E27FC236}">
                <a16:creationId xmlns:a16="http://schemas.microsoft.com/office/drawing/2014/main" id="{B3B42031-C724-3511-5F99-1764BC4C0E24}"/>
              </a:ext>
            </a:extLst>
          </p:cNvPr>
          <p:cNvSpPr>
            <a:spLocks noChangeAspect="1"/>
          </p:cNvSpPr>
          <p:nvPr/>
        </p:nvSpPr>
        <p:spPr>
          <a:xfrm>
            <a:off x="3194971" y="-687114"/>
            <a:ext cx="360000" cy="458514"/>
          </a:xfrm>
          <a:prstGeom prst="rect">
            <a:avLst/>
          </a:prstGeom>
          <a:solidFill>
            <a:schemeClr val="bg2"/>
          </a:solidFill>
          <a:ln w="12700" cap="flat" cmpd="sng" algn="ctr">
            <a:noFill/>
            <a:prstDash val="solid"/>
            <a:miter lim="800000"/>
          </a:ln>
          <a:effectLst>
            <a:outerShdw blurRad="50800" dist="38100" algn="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srgbClr val="FEFEFE"/>
              </a:solidFill>
              <a:effectLst/>
              <a:uLnTx/>
              <a:uFillTx/>
              <a:latin typeface="Arial"/>
              <a:ea typeface="+mn-ea"/>
              <a:cs typeface="+mn-cs"/>
            </a:endParaRPr>
          </a:p>
        </p:txBody>
      </p:sp>
      <p:pic>
        <p:nvPicPr>
          <p:cNvPr id="25" name="Image 24">
            <a:extLst>
              <a:ext uri="{FF2B5EF4-FFF2-40B4-BE49-F238E27FC236}">
                <a16:creationId xmlns:a16="http://schemas.microsoft.com/office/drawing/2014/main" id="{6B0FD350-BE5A-0408-C7D7-67D7EDEE9F9D}"/>
              </a:ext>
            </a:extLst>
          </p:cNvPr>
          <p:cNvPicPr>
            <a:picLocks noChangeAspect="1"/>
          </p:cNvPicPr>
          <p:nvPr/>
        </p:nvPicPr>
        <p:blipFill>
          <a:blip r:embed="rId3" cstate="hqprint">
            <a:extLst>
              <a:ext uri="{28A0092B-C50C-407E-A947-70E740481C1C}">
                <a14:useLocalDpi xmlns:a14="http://schemas.microsoft.com/office/drawing/2010/main"/>
              </a:ext>
            </a:extLst>
          </a:blip>
          <a:stretch>
            <a:fillRect/>
          </a:stretch>
        </p:blipFill>
        <p:spPr>
          <a:xfrm>
            <a:off x="10992268" y="-684814"/>
            <a:ext cx="996358" cy="210768"/>
          </a:xfrm>
          <a:prstGeom prst="rect">
            <a:avLst/>
          </a:prstGeom>
        </p:spPr>
      </p:pic>
      <p:pic>
        <p:nvPicPr>
          <p:cNvPr id="26" name="Image 25">
            <a:extLst>
              <a:ext uri="{FF2B5EF4-FFF2-40B4-BE49-F238E27FC236}">
                <a16:creationId xmlns:a16="http://schemas.microsoft.com/office/drawing/2014/main" id="{52601517-4284-B050-31B6-821B5D7CCFD3}"/>
              </a:ext>
            </a:extLst>
          </p:cNvPr>
          <p:cNvPicPr>
            <a:picLocks noChangeAspect="1"/>
          </p:cNvPicPr>
          <p:nvPr/>
        </p:nvPicPr>
        <p:blipFill>
          <a:blip r:embed="rId4" cstate="hqprint">
            <a:extLst>
              <a:ext uri="{28A0092B-C50C-407E-A947-70E740481C1C}">
                <a14:useLocalDpi xmlns:a14="http://schemas.microsoft.com/office/drawing/2010/main"/>
              </a:ext>
            </a:extLst>
          </a:blip>
          <a:stretch>
            <a:fillRect/>
          </a:stretch>
        </p:blipFill>
        <p:spPr>
          <a:xfrm>
            <a:off x="8319971" y="-684815"/>
            <a:ext cx="1298176" cy="210998"/>
          </a:xfrm>
          <a:prstGeom prst="rect">
            <a:avLst/>
          </a:prstGeom>
        </p:spPr>
      </p:pic>
      <p:pic>
        <p:nvPicPr>
          <p:cNvPr id="27" name="Image 26">
            <a:extLst>
              <a:ext uri="{FF2B5EF4-FFF2-40B4-BE49-F238E27FC236}">
                <a16:creationId xmlns:a16="http://schemas.microsoft.com/office/drawing/2014/main" id="{57F7CEED-6CC1-0C0E-C1B3-53BDA4A8E56F}"/>
              </a:ext>
            </a:extLst>
          </p:cNvPr>
          <p:cNvPicPr>
            <a:picLocks noChangeAspect="1"/>
          </p:cNvPicPr>
          <p:nvPr/>
        </p:nvPicPr>
        <p:blipFill>
          <a:blip r:embed="rId5" cstate="hqprint">
            <a:extLst>
              <a:ext uri="{28A0092B-C50C-407E-A947-70E740481C1C}">
                <a14:useLocalDpi xmlns:a14="http://schemas.microsoft.com/office/drawing/2010/main"/>
              </a:ext>
            </a:extLst>
          </a:blip>
          <a:stretch>
            <a:fillRect/>
          </a:stretch>
        </p:blipFill>
        <p:spPr>
          <a:xfrm>
            <a:off x="3614053" y="-682287"/>
            <a:ext cx="1281206" cy="208240"/>
          </a:xfrm>
          <a:prstGeom prst="rect">
            <a:avLst/>
          </a:prstGeom>
        </p:spPr>
      </p:pic>
      <p:pic>
        <p:nvPicPr>
          <p:cNvPr id="28" name="Image 27">
            <a:extLst>
              <a:ext uri="{FF2B5EF4-FFF2-40B4-BE49-F238E27FC236}">
                <a16:creationId xmlns:a16="http://schemas.microsoft.com/office/drawing/2014/main" id="{E3B200A7-A489-1DCB-546D-D7C6CE2EAAFD}"/>
              </a:ext>
            </a:extLst>
          </p:cNvPr>
          <p:cNvPicPr>
            <a:picLocks noChangeAspect="1"/>
          </p:cNvPicPr>
          <p:nvPr/>
        </p:nvPicPr>
        <p:blipFill>
          <a:blip r:embed="rId6" cstate="hqprint">
            <a:extLst>
              <a:ext uri="{28A0092B-C50C-407E-A947-70E740481C1C}">
                <a14:useLocalDpi xmlns:a14="http://schemas.microsoft.com/office/drawing/2010/main"/>
              </a:ext>
            </a:extLst>
          </a:blip>
          <a:stretch>
            <a:fillRect/>
          </a:stretch>
        </p:blipFill>
        <p:spPr>
          <a:xfrm>
            <a:off x="8319972" y="-358968"/>
            <a:ext cx="1298175" cy="210998"/>
          </a:xfrm>
          <a:prstGeom prst="rect">
            <a:avLst/>
          </a:prstGeom>
        </p:spPr>
      </p:pic>
      <p:cxnSp>
        <p:nvCxnSpPr>
          <p:cNvPr id="29" name="Connecteur droit 28">
            <a:extLst>
              <a:ext uri="{FF2B5EF4-FFF2-40B4-BE49-F238E27FC236}">
                <a16:creationId xmlns:a16="http://schemas.microsoft.com/office/drawing/2014/main" id="{407E6B56-FBEC-B26B-7B2C-F827818EAE7C}"/>
              </a:ext>
            </a:extLst>
          </p:cNvPr>
          <p:cNvCxnSpPr>
            <a:cxnSpLocks/>
          </p:cNvCxnSpPr>
          <p:nvPr/>
        </p:nvCxnSpPr>
        <p:spPr>
          <a:xfrm>
            <a:off x="10900122" y="-1272666"/>
            <a:ext cx="0" cy="118872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30" name="Connecteur droit 29">
            <a:extLst>
              <a:ext uri="{FF2B5EF4-FFF2-40B4-BE49-F238E27FC236}">
                <a16:creationId xmlns:a16="http://schemas.microsoft.com/office/drawing/2014/main" id="{7D767920-5A14-EAB8-8734-C3DF843E2D6E}"/>
              </a:ext>
            </a:extLst>
          </p:cNvPr>
          <p:cNvCxnSpPr>
            <a:cxnSpLocks/>
          </p:cNvCxnSpPr>
          <p:nvPr/>
        </p:nvCxnSpPr>
        <p:spPr>
          <a:xfrm>
            <a:off x="8229600" y="-1270249"/>
            <a:ext cx="0" cy="118872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31" name="Connecteur droit 30">
            <a:extLst>
              <a:ext uri="{FF2B5EF4-FFF2-40B4-BE49-F238E27FC236}">
                <a16:creationId xmlns:a16="http://schemas.microsoft.com/office/drawing/2014/main" id="{2D5EE7A4-913D-48C1-06EF-12E563830280}"/>
              </a:ext>
            </a:extLst>
          </p:cNvPr>
          <p:cNvCxnSpPr>
            <a:cxnSpLocks/>
          </p:cNvCxnSpPr>
          <p:nvPr/>
        </p:nvCxnSpPr>
        <p:spPr>
          <a:xfrm>
            <a:off x="5058150" y="-1272666"/>
            <a:ext cx="0" cy="118872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pic>
        <p:nvPicPr>
          <p:cNvPr id="32" name="Image 31">
            <a:extLst>
              <a:ext uri="{FF2B5EF4-FFF2-40B4-BE49-F238E27FC236}">
                <a16:creationId xmlns:a16="http://schemas.microsoft.com/office/drawing/2014/main" id="{A485BAEC-DF6C-2C08-6257-EBC5AD0987B0}"/>
              </a:ext>
            </a:extLst>
          </p:cNvPr>
          <p:cNvPicPr>
            <a:picLocks noChangeAspect="1"/>
          </p:cNvPicPr>
          <p:nvPr/>
        </p:nvPicPr>
        <p:blipFill>
          <a:blip r:embed="rId7" cstate="hqprint">
            <a:extLst>
              <a:ext uri="{28A0092B-C50C-407E-A947-70E740481C1C}">
                <a14:useLocalDpi xmlns:a14="http://schemas.microsoft.com/office/drawing/2010/main"/>
              </a:ext>
            </a:extLst>
          </a:blip>
          <a:stretch>
            <a:fillRect/>
          </a:stretch>
        </p:blipFill>
        <p:spPr>
          <a:xfrm>
            <a:off x="5152975" y="-687753"/>
            <a:ext cx="2924225" cy="209110"/>
          </a:xfrm>
          <a:prstGeom prst="rect">
            <a:avLst/>
          </a:prstGeom>
        </p:spPr>
      </p:pic>
    </p:spTree>
    <p:extLst>
      <p:ext uri="{BB962C8B-B14F-4D97-AF65-F5344CB8AC3E}">
        <p14:creationId xmlns:p14="http://schemas.microsoft.com/office/powerpoint/2010/main" val="161115335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4_Relances et citations 1">
    <p:bg>
      <p:bgPr>
        <a:solidFill>
          <a:schemeClr val="bg2">
            <a:lumMod val="90000"/>
          </a:schemeClr>
        </a:solidFill>
        <a:effectLst/>
      </p:bgPr>
    </p:bg>
    <p:spTree>
      <p:nvGrpSpPr>
        <p:cNvPr id="1" name=""/>
        <p:cNvGrpSpPr/>
        <p:nvPr/>
      </p:nvGrpSpPr>
      <p:grpSpPr>
        <a:xfrm>
          <a:off x="0" y="0"/>
          <a:ext cx="0" cy="0"/>
          <a:chOff x="0" y="0"/>
          <a:chExt cx="0" cy="0"/>
        </a:xfrm>
      </p:grpSpPr>
      <p:sp>
        <p:nvSpPr>
          <p:cNvPr id="15" name="object 11">
            <a:extLst>
              <a:ext uri="{FF2B5EF4-FFF2-40B4-BE49-F238E27FC236}">
                <a16:creationId xmlns:a16="http://schemas.microsoft.com/office/drawing/2014/main" id="{28200230-EE00-CB18-FE98-B4D6B3AFA489}"/>
              </a:ext>
            </a:extLst>
          </p:cNvPr>
          <p:cNvSpPr/>
          <p:nvPr/>
        </p:nvSpPr>
        <p:spPr>
          <a:xfrm>
            <a:off x="11397941" y="0"/>
            <a:ext cx="794059" cy="6858000"/>
          </a:xfrm>
          <a:custGeom>
            <a:avLst/>
            <a:gdLst/>
            <a:ahLst/>
            <a:cxnLst/>
            <a:rect l="l" t="t" r="r" b="b"/>
            <a:pathLst>
              <a:path w="1309369" h="11308715">
                <a:moveTo>
                  <a:pt x="1308860" y="0"/>
                </a:moveTo>
                <a:lnTo>
                  <a:pt x="0" y="0"/>
                </a:lnTo>
                <a:lnTo>
                  <a:pt x="0" y="11308556"/>
                </a:lnTo>
                <a:lnTo>
                  <a:pt x="1308860" y="11308556"/>
                </a:lnTo>
                <a:lnTo>
                  <a:pt x="1308860" y="0"/>
                </a:lnTo>
                <a:close/>
              </a:path>
            </a:pathLst>
          </a:custGeom>
          <a:solidFill>
            <a:schemeClr val="bg1"/>
          </a:solidFill>
          <a:ln>
            <a:noFill/>
          </a:ln>
        </p:spPr>
        <p:txBody>
          <a:bodyPr wrap="square" lIns="0" tIns="0" rIns="0" bIns="0" rtlCol="0"/>
          <a:lstStyle/>
          <a:p>
            <a:endParaRPr sz="1092"/>
          </a:p>
        </p:txBody>
      </p:sp>
      <p:sp>
        <p:nvSpPr>
          <p:cNvPr id="16" name="object 14">
            <a:extLst>
              <a:ext uri="{FF2B5EF4-FFF2-40B4-BE49-F238E27FC236}">
                <a16:creationId xmlns:a16="http://schemas.microsoft.com/office/drawing/2014/main" id="{B5C63C2D-312C-96AA-A80F-C593CAD56FEC}"/>
              </a:ext>
            </a:extLst>
          </p:cNvPr>
          <p:cNvSpPr/>
          <p:nvPr/>
        </p:nvSpPr>
        <p:spPr>
          <a:xfrm>
            <a:off x="11397456" y="6063824"/>
            <a:ext cx="794059" cy="0"/>
          </a:xfrm>
          <a:custGeom>
            <a:avLst/>
            <a:gdLst/>
            <a:ahLst/>
            <a:cxnLst/>
            <a:rect l="l" t="t" r="r" b="b"/>
            <a:pathLst>
              <a:path w="1309369">
                <a:moveTo>
                  <a:pt x="0" y="0"/>
                </a:moveTo>
                <a:lnTo>
                  <a:pt x="1308860" y="0"/>
                </a:lnTo>
              </a:path>
            </a:pathLst>
          </a:custGeom>
          <a:ln w="7853">
            <a:solidFill>
              <a:schemeClr val="tx1"/>
            </a:solidFill>
          </a:ln>
        </p:spPr>
        <p:txBody>
          <a:bodyPr wrap="square" lIns="0" tIns="0" rIns="0" bIns="0" rtlCol="0"/>
          <a:lstStyle/>
          <a:p>
            <a:endParaRPr sz="1092"/>
          </a:p>
        </p:txBody>
      </p:sp>
      <p:sp>
        <p:nvSpPr>
          <p:cNvPr id="13" name="Espace réservé pour une image  23">
            <a:extLst>
              <a:ext uri="{FF2B5EF4-FFF2-40B4-BE49-F238E27FC236}">
                <a16:creationId xmlns:a16="http://schemas.microsoft.com/office/drawing/2014/main" id="{2A4226E3-04CC-18CE-3F9C-628336375209}"/>
              </a:ext>
            </a:extLst>
          </p:cNvPr>
          <p:cNvSpPr>
            <a:spLocks noGrp="1"/>
          </p:cNvSpPr>
          <p:nvPr>
            <p:ph type="pic" sz="quarter" idx="14" hasCustomPrompt="1"/>
          </p:nvPr>
        </p:nvSpPr>
        <p:spPr>
          <a:xfrm>
            <a:off x="0" y="0"/>
            <a:ext cx="4236749" cy="5654241"/>
          </a:xfrm>
          <a:custGeom>
            <a:avLst/>
            <a:gdLst>
              <a:gd name="connsiteX0" fmla="*/ 1971880 w 6986223"/>
              <a:gd name="connsiteY0" fmla="*/ 0 h 9324262"/>
              <a:gd name="connsiteX1" fmla="*/ 6948265 w 6986223"/>
              <a:gd name="connsiteY1" fmla="*/ 0 h 9324262"/>
              <a:gd name="connsiteX2" fmla="*/ 6958021 w 6986223"/>
              <a:gd name="connsiteY2" fmla="*/ 91012 h 9324262"/>
              <a:gd name="connsiteX3" fmla="*/ 6962287 w 6986223"/>
              <a:gd name="connsiteY3" fmla="*/ 1430585 h 9324262"/>
              <a:gd name="connsiteX4" fmla="*/ 45273 w 6986223"/>
              <a:gd name="connsiteY4" fmla="*/ 9315265 h 9324262"/>
              <a:gd name="connsiteX5" fmla="*/ 0 w 6986223"/>
              <a:gd name="connsiteY5" fmla="*/ 9324262 h 9324262"/>
              <a:gd name="connsiteX6" fmla="*/ 0 w 6986223"/>
              <a:gd name="connsiteY6" fmla="*/ 4126044 h 9324262"/>
              <a:gd name="connsiteX7" fmla="*/ 28610 w 6986223"/>
              <a:gd name="connsiteY7" fmla="*/ 4111461 h 9324262"/>
              <a:gd name="connsiteX8" fmla="*/ 2049770 w 6986223"/>
              <a:gd name="connsiteY8" fmla="*/ 1065494 h 9324262"/>
              <a:gd name="connsiteX9" fmla="*/ 1993511 w 6986223"/>
              <a:gd name="connsiteY9" fmla="*/ 98024 h 9324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986223" h="9324262">
                <a:moveTo>
                  <a:pt x="1971880" y="0"/>
                </a:moveTo>
                <a:lnTo>
                  <a:pt x="6948265" y="0"/>
                </a:lnTo>
                <a:lnTo>
                  <a:pt x="6958021" y="91012"/>
                </a:lnTo>
                <a:cubicBezTo>
                  <a:pt x="6993736" y="530345"/>
                  <a:pt x="6995941" y="977756"/>
                  <a:pt x="6962287" y="1430585"/>
                </a:cubicBezTo>
                <a:cubicBezTo>
                  <a:pt x="6670622" y="5355102"/>
                  <a:pt x="3775301" y="8479040"/>
                  <a:pt x="45273" y="9315265"/>
                </a:cubicBezTo>
                <a:lnTo>
                  <a:pt x="0" y="9324262"/>
                </a:lnTo>
                <a:lnTo>
                  <a:pt x="0" y="4126044"/>
                </a:lnTo>
                <a:lnTo>
                  <a:pt x="28610" y="4111461"/>
                </a:lnTo>
                <a:cubicBezTo>
                  <a:pt x="1156705" y="3502625"/>
                  <a:pt x="1951434" y="2388660"/>
                  <a:pt x="2049770" y="1065494"/>
                </a:cubicBezTo>
                <a:cubicBezTo>
                  <a:pt x="2074354" y="734702"/>
                  <a:pt x="2053959" y="410408"/>
                  <a:pt x="1993511" y="98024"/>
                </a:cubicBezTo>
                <a:close/>
              </a:path>
            </a:pathLst>
          </a:custGeom>
          <a:solidFill>
            <a:schemeClr val="bg2">
              <a:lumMod val="75000"/>
            </a:schemeClr>
          </a:solidFill>
        </p:spPr>
        <p:txBody>
          <a:bodyPr wrap="square">
            <a:noAutofit/>
          </a:bodyPr>
          <a:lstStyle>
            <a:lvl1pPr marL="0" indent="0">
              <a:buNone/>
              <a:defRPr>
                <a:solidFill>
                  <a:schemeClr val="tx1"/>
                </a:solidFill>
              </a:defRPr>
            </a:lvl1pPr>
          </a:lstStyle>
          <a:p>
            <a:r>
              <a:rPr lang="fr-FR" dirty="0"/>
              <a:t>Cliquez sur l’icône pour changer l’image</a:t>
            </a:r>
          </a:p>
        </p:txBody>
      </p:sp>
      <p:pic>
        <p:nvPicPr>
          <p:cNvPr id="17" name="Graphique 16">
            <a:extLst>
              <a:ext uri="{FF2B5EF4-FFF2-40B4-BE49-F238E27FC236}">
                <a16:creationId xmlns:a16="http://schemas.microsoft.com/office/drawing/2014/main" id="{F5DA0E10-B77F-F3C9-7113-35BB51E47AA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646607" y="6340088"/>
            <a:ext cx="330919" cy="214383"/>
          </a:xfrm>
          <a:prstGeom prst="rect">
            <a:avLst/>
          </a:prstGeom>
        </p:spPr>
      </p:pic>
      <p:pic>
        <p:nvPicPr>
          <p:cNvPr id="2" name="Image 1">
            <a:extLst>
              <a:ext uri="{FF2B5EF4-FFF2-40B4-BE49-F238E27FC236}">
                <a16:creationId xmlns:a16="http://schemas.microsoft.com/office/drawing/2014/main" id="{B7FED598-0216-376C-F4EE-27D538DB699F}"/>
              </a:ext>
            </a:extLst>
          </p:cNvPr>
          <p:cNvPicPr>
            <a:picLocks noChangeAspect="1"/>
          </p:cNvPicPr>
          <p:nvPr/>
        </p:nvPicPr>
        <p:blipFill>
          <a:blip r:embed="rId4" cstate="hqprint">
            <a:extLst>
              <a:ext uri="{28A0092B-C50C-407E-A947-70E740481C1C}">
                <a14:useLocalDpi xmlns:a14="http://schemas.microsoft.com/office/drawing/2010/main"/>
              </a:ext>
            </a:extLst>
          </a:blip>
          <a:stretch>
            <a:fillRect/>
          </a:stretch>
        </p:blipFill>
        <p:spPr>
          <a:xfrm>
            <a:off x="0" y="-707900"/>
            <a:ext cx="3214122" cy="233853"/>
          </a:xfrm>
          <a:prstGeom prst="rect">
            <a:avLst/>
          </a:prstGeom>
        </p:spPr>
      </p:pic>
      <p:sp>
        <p:nvSpPr>
          <p:cNvPr id="3" name="ZoneTexte 2">
            <a:extLst>
              <a:ext uri="{FF2B5EF4-FFF2-40B4-BE49-F238E27FC236}">
                <a16:creationId xmlns:a16="http://schemas.microsoft.com/office/drawing/2014/main" id="{8974E4C4-FCCE-D1EE-EF6E-6713F409846D}"/>
              </a:ext>
            </a:extLst>
          </p:cNvPr>
          <p:cNvSpPr txBox="1"/>
          <p:nvPr/>
        </p:nvSpPr>
        <p:spPr>
          <a:xfrm>
            <a:off x="-83525" y="-1182512"/>
            <a:ext cx="3299301" cy="415498"/>
          </a:xfrm>
          <a:prstGeom prst="rect">
            <a:avLst/>
          </a:prstGeom>
          <a:noFill/>
        </p:spPr>
        <p:txBody>
          <a:bodyPr wrap="none" rtlCol="0">
            <a:spAutoFit/>
          </a:bodyPr>
          <a:lstStyle/>
          <a:p>
            <a:r>
              <a:rPr lang="en-US" sz="1200" b="1" dirty="0">
                <a:solidFill>
                  <a:schemeClr val="tx1">
                    <a:lumMod val="50000"/>
                    <a:lumOff val="50000"/>
                  </a:schemeClr>
                </a:solidFill>
                <a:latin typeface="+mj-lt"/>
              </a:rPr>
              <a:t>Couleurs </a:t>
            </a:r>
            <a:r>
              <a:rPr lang="en-US" sz="1200" b="1" dirty="0" err="1">
                <a:solidFill>
                  <a:schemeClr val="tx1">
                    <a:lumMod val="50000"/>
                    <a:lumOff val="50000"/>
                  </a:schemeClr>
                </a:solidFill>
                <a:latin typeface="+mj-lt"/>
              </a:rPr>
              <a:t>primaires</a:t>
            </a:r>
            <a:r>
              <a:rPr lang="en-US" sz="1200" b="1" dirty="0">
                <a:solidFill>
                  <a:schemeClr val="tx1">
                    <a:lumMod val="50000"/>
                    <a:lumOff val="50000"/>
                  </a:schemeClr>
                </a:solidFill>
                <a:latin typeface="+mj-lt"/>
              </a:rPr>
              <a:t> et proportions </a:t>
            </a:r>
            <a:r>
              <a:rPr lang="en-US" sz="1200" b="1" dirty="0" err="1">
                <a:solidFill>
                  <a:schemeClr val="tx1">
                    <a:lumMod val="50000"/>
                    <a:lumOff val="50000"/>
                  </a:schemeClr>
                </a:solidFill>
                <a:latin typeface="+mj-lt"/>
              </a:rPr>
              <a:t>d’usage</a:t>
            </a:r>
            <a:br>
              <a:rPr lang="en-US" sz="1200" b="1" dirty="0">
                <a:solidFill>
                  <a:schemeClr val="tx1">
                    <a:lumMod val="50000"/>
                    <a:lumOff val="50000"/>
                  </a:schemeClr>
                </a:solidFill>
                <a:latin typeface="+mj-lt"/>
              </a:rPr>
            </a:br>
            <a:r>
              <a:rPr lang="en-US" sz="900" b="0" i="1" dirty="0">
                <a:solidFill>
                  <a:schemeClr val="tx1">
                    <a:lumMod val="50000"/>
                    <a:lumOff val="50000"/>
                  </a:schemeClr>
                </a:solidFill>
                <a:latin typeface="+mj-lt"/>
              </a:rPr>
              <a:t>texts, titles, graphical elements</a:t>
            </a:r>
            <a:endParaRPr lang="en-US" sz="1200" b="0" i="1" dirty="0">
              <a:solidFill>
                <a:schemeClr val="tx1">
                  <a:lumMod val="50000"/>
                  <a:lumOff val="50000"/>
                </a:schemeClr>
              </a:solidFill>
              <a:latin typeface="+mj-lt"/>
            </a:endParaRPr>
          </a:p>
        </p:txBody>
      </p:sp>
      <p:sp>
        <p:nvSpPr>
          <p:cNvPr id="4" name="ZoneTexte 3">
            <a:extLst>
              <a:ext uri="{FF2B5EF4-FFF2-40B4-BE49-F238E27FC236}">
                <a16:creationId xmlns:a16="http://schemas.microsoft.com/office/drawing/2014/main" id="{7F1A4054-20BF-5110-5DD9-523337F23F5B}"/>
              </a:ext>
            </a:extLst>
          </p:cNvPr>
          <p:cNvSpPr txBox="1"/>
          <p:nvPr/>
        </p:nvSpPr>
        <p:spPr>
          <a:xfrm>
            <a:off x="5120546" y="-1182512"/>
            <a:ext cx="1901483" cy="415498"/>
          </a:xfrm>
          <a:prstGeom prst="rect">
            <a:avLst/>
          </a:prstGeom>
          <a:noFill/>
        </p:spPr>
        <p:txBody>
          <a:bodyPr wrap="none" rtlCol="0">
            <a:spAutoFit/>
          </a:bodyPr>
          <a:lstStyle/>
          <a:p>
            <a:r>
              <a:rPr lang="en-US" sz="1200" b="1" dirty="0">
                <a:solidFill>
                  <a:schemeClr val="tx1">
                    <a:lumMod val="50000"/>
                    <a:lumOff val="50000"/>
                  </a:schemeClr>
                </a:solidFill>
                <a:latin typeface="+mj-lt"/>
              </a:rPr>
              <a:t>Categorical Data colors</a:t>
            </a:r>
            <a:br>
              <a:rPr lang="en-US" sz="1200" b="1" dirty="0">
                <a:solidFill>
                  <a:schemeClr val="tx1">
                    <a:lumMod val="50000"/>
                    <a:lumOff val="50000"/>
                  </a:schemeClr>
                </a:solidFill>
                <a:latin typeface="+mj-lt"/>
              </a:rPr>
            </a:br>
            <a:r>
              <a:rPr lang="en-US" sz="900" b="0" dirty="0" err="1">
                <a:solidFill>
                  <a:schemeClr val="tx1">
                    <a:lumMod val="50000"/>
                    <a:lumOff val="50000"/>
                  </a:schemeClr>
                </a:solidFill>
                <a:latin typeface="+mj-lt"/>
              </a:rPr>
              <a:t>datavizualisation</a:t>
            </a:r>
            <a:endParaRPr lang="en-US" sz="1200" b="0" dirty="0">
              <a:solidFill>
                <a:schemeClr val="tx1">
                  <a:lumMod val="50000"/>
                  <a:lumOff val="50000"/>
                </a:schemeClr>
              </a:solidFill>
              <a:latin typeface="+mj-lt"/>
            </a:endParaRPr>
          </a:p>
        </p:txBody>
      </p:sp>
      <p:sp>
        <p:nvSpPr>
          <p:cNvPr id="6" name="ZoneTexte 5">
            <a:extLst>
              <a:ext uri="{FF2B5EF4-FFF2-40B4-BE49-F238E27FC236}">
                <a16:creationId xmlns:a16="http://schemas.microsoft.com/office/drawing/2014/main" id="{C693C59C-CA76-2BEB-DA5B-02413784E07D}"/>
              </a:ext>
            </a:extLst>
          </p:cNvPr>
          <p:cNvSpPr txBox="1"/>
          <p:nvPr/>
        </p:nvSpPr>
        <p:spPr>
          <a:xfrm>
            <a:off x="8434402" y="-1182512"/>
            <a:ext cx="2034531" cy="415498"/>
          </a:xfrm>
          <a:prstGeom prst="rect">
            <a:avLst/>
          </a:prstGeom>
          <a:noFill/>
        </p:spPr>
        <p:txBody>
          <a:bodyPr wrap="none" rtlCol="0">
            <a:spAutoFit/>
          </a:bodyPr>
          <a:lstStyle/>
          <a:p>
            <a:r>
              <a:rPr lang="en-US" sz="1200" b="1" dirty="0">
                <a:solidFill>
                  <a:schemeClr val="tx1">
                    <a:lumMod val="50000"/>
                    <a:lumOff val="50000"/>
                  </a:schemeClr>
                </a:solidFill>
                <a:latin typeface="+mj-lt"/>
              </a:rPr>
              <a:t>Diverging yet continuous</a:t>
            </a:r>
            <a:br>
              <a:rPr lang="en-US" sz="1200" b="1" dirty="0">
                <a:solidFill>
                  <a:schemeClr val="tx1">
                    <a:lumMod val="50000"/>
                    <a:lumOff val="50000"/>
                  </a:schemeClr>
                </a:solidFill>
                <a:latin typeface="+mj-lt"/>
              </a:rPr>
            </a:br>
            <a:r>
              <a:rPr lang="en-US" sz="900" b="0" dirty="0">
                <a:solidFill>
                  <a:schemeClr val="tx1">
                    <a:lumMod val="50000"/>
                    <a:lumOff val="50000"/>
                  </a:schemeClr>
                </a:solidFill>
                <a:latin typeface="+mj-lt"/>
              </a:rPr>
              <a:t>Min/max e.g. from -20°C to +30°C</a:t>
            </a:r>
            <a:endParaRPr lang="en-US" sz="1200" b="0" dirty="0">
              <a:solidFill>
                <a:schemeClr val="tx1">
                  <a:lumMod val="50000"/>
                  <a:lumOff val="50000"/>
                </a:schemeClr>
              </a:solidFill>
              <a:latin typeface="+mj-lt"/>
            </a:endParaRPr>
          </a:p>
        </p:txBody>
      </p:sp>
      <p:sp>
        <p:nvSpPr>
          <p:cNvPr id="7" name="ZoneTexte 6">
            <a:extLst>
              <a:ext uri="{FF2B5EF4-FFF2-40B4-BE49-F238E27FC236}">
                <a16:creationId xmlns:a16="http://schemas.microsoft.com/office/drawing/2014/main" id="{85951C97-3EF4-8CB8-62EE-B38E7DACC527}"/>
              </a:ext>
            </a:extLst>
          </p:cNvPr>
          <p:cNvSpPr txBox="1"/>
          <p:nvPr/>
        </p:nvSpPr>
        <p:spPr>
          <a:xfrm>
            <a:off x="10635164" y="-1182512"/>
            <a:ext cx="1383712" cy="415498"/>
          </a:xfrm>
          <a:prstGeom prst="rect">
            <a:avLst/>
          </a:prstGeom>
          <a:noFill/>
        </p:spPr>
        <p:txBody>
          <a:bodyPr wrap="none" rtlCol="0">
            <a:spAutoFit/>
          </a:bodyPr>
          <a:lstStyle/>
          <a:p>
            <a:r>
              <a:rPr lang="en-US" sz="1200" b="1" dirty="0">
                <a:solidFill>
                  <a:schemeClr val="tx1">
                    <a:lumMod val="50000"/>
                    <a:lumOff val="50000"/>
                  </a:schemeClr>
                </a:solidFill>
                <a:latin typeface="+mj-lt"/>
              </a:rPr>
              <a:t>Semantical data</a:t>
            </a:r>
            <a:br>
              <a:rPr lang="en-US" sz="1200" b="1" dirty="0">
                <a:solidFill>
                  <a:schemeClr val="tx1">
                    <a:lumMod val="50000"/>
                    <a:lumOff val="50000"/>
                  </a:schemeClr>
                </a:solidFill>
                <a:latin typeface="+mj-lt"/>
              </a:rPr>
            </a:br>
            <a:r>
              <a:rPr lang="en-US" sz="900" b="0" dirty="0">
                <a:solidFill>
                  <a:schemeClr val="tx1">
                    <a:lumMod val="50000"/>
                    <a:lumOff val="50000"/>
                  </a:schemeClr>
                </a:solidFill>
                <a:latin typeface="+mj-lt"/>
              </a:rPr>
              <a:t>good, bad, caution, info</a:t>
            </a:r>
            <a:endParaRPr lang="en-US" sz="1200" b="0" dirty="0">
              <a:solidFill>
                <a:schemeClr val="tx1">
                  <a:lumMod val="50000"/>
                  <a:lumOff val="50000"/>
                </a:schemeClr>
              </a:solidFill>
              <a:latin typeface="+mj-lt"/>
            </a:endParaRPr>
          </a:p>
        </p:txBody>
      </p:sp>
      <p:grpSp>
        <p:nvGrpSpPr>
          <p:cNvPr id="8" name="Groupe 7">
            <a:extLst>
              <a:ext uri="{FF2B5EF4-FFF2-40B4-BE49-F238E27FC236}">
                <a16:creationId xmlns:a16="http://schemas.microsoft.com/office/drawing/2014/main" id="{10D91616-1BDD-A0E4-7C79-775A3F6F7BB5}"/>
              </a:ext>
            </a:extLst>
          </p:cNvPr>
          <p:cNvGrpSpPr/>
          <p:nvPr/>
        </p:nvGrpSpPr>
        <p:grpSpPr>
          <a:xfrm rot="16200000">
            <a:off x="1533744" y="-1953971"/>
            <a:ext cx="177114" cy="3232055"/>
            <a:chOff x="12192000" y="3618000"/>
            <a:chExt cx="177114" cy="3232055"/>
          </a:xfrm>
          <a:effectLst>
            <a:outerShdw blurRad="50800" dist="38100" dir="16200000" rotWithShape="0">
              <a:prstClr val="black">
                <a:alpha val="40000"/>
              </a:prstClr>
            </a:outerShdw>
          </a:effectLst>
        </p:grpSpPr>
        <p:sp>
          <p:nvSpPr>
            <p:cNvPr id="9" name="Rectangle 8">
              <a:extLst>
                <a:ext uri="{FF2B5EF4-FFF2-40B4-BE49-F238E27FC236}">
                  <a16:creationId xmlns:a16="http://schemas.microsoft.com/office/drawing/2014/main" id="{229B5785-578B-32A2-4440-3415A198E572}"/>
                </a:ext>
              </a:extLst>
            </p:cNvPr>
            <p:cNvSpPr>
              <a:spLocks noChangeAspect="1"/>
            </p:cNvSpPr>
            <p:nvPr/>
          </p:nvSpPr>
          <p:spPr>
            <a:xfrm>
              <a:off x="12192000" y="3618000"/>
              <a:ext cx="177114" cy="360000"/>
            </a:xfrm>
            <a:prstGeom prst="rect">
              <a:avLst/>
            </a:prstGeom>
            <a:solidFill>
              <a:srgbClr val="E6F5FC"/>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srgbClr val="FEFEFE"/>
                </a:solidFill>
                <a:effectLst/>
                <a:uLnTx/>
                <a:uFillTx/>
                <a:latin typeface="Arial"/>
                <a:ea typeface="+mn-ea"/>
                <a:cs typeface="+mn-cs"/>
              </a:endParaRPr>
            </a:p>
          </p:txBody>
        </p:sp>
        <p:sp>
          <p:nvSpPr>
            <p:cNvPr id="10" name="Rectangle 9">
              <a:extLst>
                <a:ext uri="{FF2B5EF4-FFF2-40B4-BE49-F238E27FC236}">
                  <a16:creationId xmlns:a16="http://schemas.microsoft.com/office/drawing/2014/main" id="{C7FBA277-6920-1E9F-F43F-271B8BF4A22D}"/>
                </a:ext>
              </a:extLst>
            </p:cNvPr>
            <p:cNvSpPr>
              <a:spLocks noChangeAspect="1"/>
            </p:cNvSpPr>
            <p:nvPr/>
          </p:nvSpPr>
          <p:spPr>
            <a:xfrm>
              <a:off x="12192000" y="3978000"/>
              <a:ext cx="177114" cy="360000"/>
            </a:xfrm>
            <a:prstGeom prst="rect">
              <a:avLst/>
            </a:prstGeom>
            <a:solidFill>
              <a:srgbClr val="B2E1F6"/>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srgbClr val="FEFEFE"/>
                </a:solidFill>
                <a:effectLst/>
                <a:uLnTx/>
                <a:uFillTx/>
                <a:latin typeface="Arial"/>
                <a:ea typeface="+mn-ea"/>
                <a:cs typeface="+mn-cs"/>
              </a:endParaRPr>
            </a:p>
          </p:txBody>
        </p:sp>
        <p:sp>
          <p:nvSpPr>
            <p:cNvPr id="11" name="Rectangle 10">
              <a:extLst>
                <a:ext uri="{FF2B5EF4-FFF2-40B4-BE49-F238E27FC236}">
                  <a16:creationId xmlns:a16="http://schemas.microsoft.com/office/drawing/2014/main" id="{563CB4ED-6B02-F769-EA06-813806496954}"/>
                </a:ext>
              </a:extLst>
            </p:cNvPr>
            <p:cNvSpPr>
              <a:spLocks noChangeAspect="1"/>
            </p:cNvSpPr>
            <p:nvPr/>
          </p:nvSpPr>
          <p:spPr>
            <a:xfrm>
              <a:off x="12192000" y="4338000"/>
              <a:ext cx="177114" cy="360000"/>
            </a:xfrm>
            <a:prstGeom prst="rect">
              <a:avLst/>
            </a:prstGeom>
            <a:solidFill>
              <a:srgbClr val="66C4ED"/>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srgbClr val="FEFEFE"/>
                </a:solidFill>
                <a:effectLst/>
                <a:uLnTx/>
                <a:uFillTx/>
                <a:latin typeface="Arial"/>
                <a:ea typeface="+mn-ea"/>
                <a:cs typeface="+mn-cs"/>
              </a:endParaRPr>
            </a:p>
          </p:txBody>
        </p:sp>
        <p:sp>
          <p:nvSpPr>
            <p:cNvPr id="12" name="Rectangle 11">
              <a:extLst>
                <a:ext uri="{FF2B5EF4-FFF2-40B4-BE49-F238E27FC236}">
                  <a16:creationId xmlns:a16="http://schemas.microsoft.com/office/drawing/2014/main" id="{1D6A64D5-A8B9-C47B-9F61-8B852B9E7EC4}"/>
                </a:ext>
              </a:extLst>
            </p:cNvPr>
            <p:cNvSpPr>
              <a:spLocks noChangeAspect="1"/>
            </p:cNvSpPr>
            <p:nvPr/>
          </p:nvSpPr>
          <p:spPr>
            <a:xfrm>
              <a:off x="12192000" y="4698000"/>
              <a:ext cx="177114" cy="360000"/>
            </a:xfrm>
            <a:prstGeom prst="rect">
              <a:avLst/>
            </a:prstGeom>
            <a:solidFill>
              <a:srgbClr val="33B1E5"/>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srgbClr val="FEFEFE"/>
                </a:solidFill>
                <a:effectLst/>
                <a:uLnTx/>
                <a:uFillTx/>
                <a:latin typeface="Arial"/>
                <a:ea typeface="+mn-ea"/>
                <a:cs typeface="+mn-cs"/>
              </a:endParaRPr>
            </a:p>
          </p:txBody>
        </p:sp>
        <p:sp>
          <p:nvSpPr>
            <p:cNvPr id="18" name="Rectangle 17">
              <a:extLst>
                <a:ext uri="{FF2B5EF4-FFF2-40B4-BE49-F238E27FC236}">
                  <a16:creationId xmlns:a16="http://schemas.microsoft.com/office/drawing/2014/main" id="{125237E4-01FB-8521-F906-738555AF97F4}"/>
                </a:ext>
              </a:extLst>
            </p:cNvPr>
            <p:cNvSpPr>
              <a:spLocks noChangeAspect="1"/>
            </p:cNvSpPr>
            <p:nvPr/>
          </p:nvSpPr>
          <p:spPr>
            <a:xfrm>
              <a:off x="12192000" y="5058000"/>
              <a:ext cx="177114" cy="360000"/>
            </a:xfrm>
            <a:prstGeom prst="rect">
              <a:avLst/>
            </a:prstGeom>
            <a:solidFill>
              <a:srgbClr val="009DD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srgbClr val="FEFEFE"/>
                </a:solidFill>
                <a:effectLst/>
                <a:uLnTx/>
                <a:uFillTx/>
                <a:latin typeface="Arial"/>
                <a:ea typeface="+mn-ea"/>
                <a:cs typeface="+mn-cs"/>
              </a:endParaRPr>
            </a:p>
          </p:txBody>
        </p:sp>
        <p:sp>
          <p:nvSpPr>
            <p:cNvPr id="38" name="Rectangle 37">
              <a:extLst>
                <a:ext uri="{FF2B5EF4-FFF2-40B4-BE49-F238E27FC236}">
                  <a16:creationId xmlns:a16="http://schemas.microsoft.com/office/drawing/2014/main" id="{84312384-73B5-34AD-A438-D94DAC46D19A}"/>
                </a:ext>
              </a:extLst>
            </p:cNvPr>
            <p:cNvSpPr>
              <a:spLocks noChangeAspect="1"/>
            </p:cNvSpPr>
            <p:nvPr/>
          </p:nvSpPr>
          <p:spPr>
            <a:xfrm>
              <a:off x="12192000" y="5418000"/>
              <a:ext cx="177114" cy="360000"/>
            </a:xfrm>
            <a:prstGeom prst="rect">
              <a:avLst/>
            </a:prstGeom>
            <a:solidFill>
              <a:srgbClr val="0079B8"/>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srgbClr val="FEFEFE"/>
                </a:solidFill>
                <a:effectLst/>
                <a:uLnTx/>
                <a:uFillTx/>
                <a:latin typeface="Arial"/>
                <a:ea typeface="+mn-ea"/>
                <a:cs typeface="+mn-cs"/>
              </a:endParaRPr>
            </a:p>
          </p:txBody>
        </p:sp>
        <p:sp>
          <p:nvSpPr>
            <p:cNvPr id="39" name="Rectangle 38">
              <a:extLst>
                <a:ext uri="{FF2B5EF4-FFF2-40B4-BE49-F238E27FC236}">
                  <a16:creationId xmlns:a16="http://schemas.microsoft.com/office/drawing/2014/main" id="{F26EE704-B996-392A-4B65-488287619A40}"/>
                </a:ext>
              </a:extLst>
            </p:cNvPr>
            <p:cNvSpPr>
              <a:spLocks noChangeAspect="1"/>
            </p:cNvSpPr>
            <p:nvPr/>
          </p:nvSpPr>
          <p:spPr>
            <a:xfrm>
              <a:off x="12192000" y="5770055"/>
              <a:ext cx="177114" cy="360000"/>
            </a:xfrm>
            <a:prstGeom prst="rect">
              <a:avLst/>
            </a:prstGeom>
            <a:solidFill>
              <a:srgbClr val="015C9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srgbClr val="FEFEFE"/>
                </a:solidFill>
                <a:effectLst/>
                <a:uLnTx/>
                <a:uFillTx/>
                <a:latin typeface="Arial"/>
                <a:ea typeface="+mn-ea"/>
                <a:cs typeface="+mn-cs"/>
              </a:endParaRPr>
            </a:p>
          </p:txBody>
        </p:sp>
        <p:sp>
          <p:nvSpPr>
            <p:cNvPr id="40" name="Rectangle 39">
              <a:extLst>
                <a:ext uri="{FF2B5EF4-FFF2-40B4-BE49-F238E27FC236}">
                  <a16:creationId xmlns:a16="http://schemas.microsoft.com/office/drawing/2014/main" id="{B129495F-A0B7-17E2-4715-723C6AA0EFBA}"/>
                </a:ext>
              </a:extLst>
            </p:cNvPr>
            <p:cNvSpPr>
              <a:spLocks noChangeAspect="1"/>
            </p:cNvSpPr>
            <p:nvPr/>
          </p:nvSpPr>
          <p:spPr>
            <a:xfrm>
              <a:off x="12192000" y="6130055"/>
              <a:ext cx="177114" cy="360000"/>
            </a:xfrm>
            <a:prstGeom prst="rect">
              <a:avLst/>
            </a:prstGeom>
            <a:solidFill>
              <a:srgbClr val="00406B"/>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srgbClr val="FEFEFE"/>
                </a:solidFill>
                <a:effectLst/>
                <a:uLnTx/>
                <a:uFillTx/>
                <a:latin typeface="Arial"/>
                <a:ea typeface="+mn-ea"/>
                <a:cs typeface="+mn-cs"/>
              </a:endParaRPr>
            </a:p>
          </p:txBody>
        </p:sp>
        <p:sp>
          <p:nvSpPr>
            <p:cNvPr id="41" name="Rectangle 40">
              <a:extLst>
                <a:ext uri="{FF2B5EF4-FFF2-40B4-BE49-F238E27FC236}">
                  <a16:creationId xmlns:a16="http://schemas.microsoft.com/office/drawing/2014/main" id="{FBFC85F3-AC47-E04A-B60D-ABD11C98AC19}"/>
                </a:ext>
              </a:extLst>
            </p:cNvPr>
            <p:cNvSpPr>
              <a:spLocks noChangeAspect="1"/>
            </p:cNvSpPr>
            <p:nvPr/>
          </p:nvSpPr>
          <p:spPr>
            <a:xfrm>
              <a:off x="12192000" y="6490055"/>
              <a:ext cx="177114" cy="360000"/>
            </a:xfrm>
            <a:prstGeom prst="rect">
              <a:avLst/>
            </a:prstGeom>
            <a:solidFill>
              <a:srgbClr val="001F46"/>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dirty="0">
                <a:ln>
                  <a:noFill/>
                </a:ln>
                <a:solidFill>
                  <a:srgbClr val="FEFEFE"/>
                </a:solidFill>
                <a:effectLst/>
                <a:uLnTx/>
                <a:uFillTx/>
                <a:latin typeface="Arial"/>
                <a:ea typeface="+mn-ea"/>
                <a:cs typeface="+mn-cs"/>
              </a:endParaRPr>
            </a:p>
          </p:txBody>
        </p:sp>
      </p:grpSp>
      <p:sp>
        <p:nvSpPr>
          <p:cNvPr id="42" name="Rectangle 41">
            <a:extLst>
              <a:ext uri="{FF2B5EF4-FFF2-40B4-BE49-F238E27FC236}">
                <a16:creationId xmlns:a16="http://schemas.microsoft.com/office/drawing/2014/main" id="{22B3C14C-5875-D801-5721-11FAD6E2FCB7}"/>
              </a:ext>
            </a:extLst>
          </p:cNvPr>
          <p:cNvSpPr>
            <a:spLocks noChangeAspect="1"/>
          </p:cNvSpPr>
          <p:nvPr/>
        </p:nvSpPr>
        <p:spPr>
          <a:xfrm>
            <a:off x="3209301" y="-707900"/>
            <a:ext cx="360000" cy="458514"/>
          </a:xfrm>
          <a:prstGeom prst="rect">
            <a:avLst/>
          </a:prstGeom>
          <a:solidFill>
            <a:schemeClr val="bg2"/>
          </a:solidFill>
          <a:ln w="12700" cap="flat" cmpd="sng" algn="ctr">
            <a:noFill/>
            <a:prstDash val="solid"/>
            <a:miter lim="800000"/>
          </a:ln>
          <a:effectLst>
            <a:outerShdw blurRad="50800" dist="38100" algn="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srgbClr val="FEFEFE"/>
              </a:solidFill>
              <a:effectLst/>
              <a:uLnTx/>
              <a:uFillTx/>
              <a:latin typeface="Arial"/>
              <a:ea typeface="+mn-ea"/>
              <a:cs typeface="+mn-cs"/>
            </a:endParaRPr>
          </a:p>
        </p:txBody>
      </p:sp>
      <p:pic>
        <p:nvPicPr>
          <p:cNvPr id="43" name="Image 42">
            <a:extLst>
              <a:ext uri="{FF2B5EF4-FFF2-40B4-BE49-F238E27FC236}">
                <a16:creationId xmlns:a16="http://schemas.microsoft.com/office/drawing/2014/main" id="{E9AA19F3-2196-2542-EE41-A0414FEDF7CC}"/>
              </a:ext>
            </a:extLst>
          </p:cNvPr>
          <p:cNvPicPr>
            <a:picLocks noChangeAspect="1"/>
          </p:cNvPicPr>
          <p:nvPr/>
        </p:nvPicPr>
        <p:blipFill>
          <a:blip r:embed="rId5" cstate="hqprint">
            <a:extLst>
              <a:ext uri="{28A0092B-C50C-407E-A947-70E740481C1C}">
                <a14:useLocalDpi xmlns:a14="http://schemas.microsoft.com/office/drawing/2010/main"/>
              </a:ext>
            </a:extLst>
          </a:blip>
          <a:stretch>
            <a:fillRect/>
          </a:stretch>
        </p:blipFill>
        <p:spPr>
          <a:xfrm>
            <a:off x="10727310" y="-684814"/>
            <a:ext cx="996358" cy="210768"/>
          </a:xfrm>
          <a:prstGeom prst="rect">
            <a:avLst/>
          </a:prstGeom>
        </p:spPr>
      </p:pic>
      <p:pic>
        <p:nvPicPr>
          <p:cNvPr id="44" name="Image 43">
            <a:extLst>
              <a:ext uri="{FF2B5EF4-FFF2-40B4-BE49-F238E27FC236}">
                <a16:creationId xmlns:a16="http://schemas.microsoft.com/office/drawing/2014/main" id="{03C561AC-47B7-3779-B374-2810C74D8A74}"/>
              </a:ext>
            </a:extLst>
          </p:cNvPr>
          <p:cNvPicPr>
            <a:picLocks noChangeAspect="1"/>
          </p:cNvPicPr>
          <p:nvPr/>
        </p:nvPicPr>
        <p:blipFill>
          <a:blip r:embed="rId6" cstate="hqprint">
            <a:extLst>
              <a:ext uri="{28A0092B-C50C-407E-A947-70E740481C1C}">
                <a14:useLocalDpi xmlns:a14="http://schemas.microsoft.com/office/drawing/2010/main"/>
              </a:ext>
            </a:extLst>
          </a:blip>
          <a:stretch>
            <a:fillRect/>
          </a:stretch>
        </p:blipFill>
        <p:spPr>
          <a:xfrm>
            <a:off x="8505617" y="-684815"/>
            <a:ext cx="1298176" cy="210998"/>
          </a:xfrm>
          <a:prstGeom prst="rect">
            <a:avLst/>
          </a:prstGeom>
        </p:spPr>
      </p:pic>
      <p:pic>
        <p:nvPicPr>
          <p:cNvPr id="45" name="Image 44">
            <a:extLst>
              <a:ext uri="{FF2B5EF4-FFF2-40B4-BE49-F238E27FC236}">
                <a16:creationId xmlns:a16="http://schemas.microsoft.com/office/drawing/2014/main" id="{2658E438-9345-ACDB-AA7F-B1E09ADC768C}"/>
              </a:ext>
            </a:extLst>
          </p:cNvPr>
          <p:cNvPicPr>
            <a:picLocks noChangeAspect="1"/>
          </p:cNvPicPr>
          <p:nvPr/>
        </p:nvPicPr>
        <p:blipFill>
          <a:blip r:embed="rId7" cstate="hqprint">
            <a:extLst>
              <a:ext uri="{28A0092B-C50C-407E-A947-70E740481C1C}">
                <a14:useLocalDpi xmlns:a14="http://schemas.microsoft.com/office/drawing/2010/main"/>
              </a:ext>
            </a:extLst>
          </a:blip>
          <a:stretch>
            <a:fillRect/>
          </a:stretch>
        </p:blipFill>
        <p:spPr>
          <a:xfrm>
            <a:off x="3614053" y="-682287"/>
            <a:ext cx="1281206" cy="208240"/>
          </a:xfrm>
          <a:prstGeom prst="rect">
            <a:avLst/>
          </a:prstGeom>
        </p:spPr>
      </p:pic>
      <p:cxnSp>
        <p:nvCxnSpPr>
          <p:cNvPr id="46" name="Connecteur droit 45">
            <a:extLst>
              <a:ext uri="{FF2B5EF4-FFF2-40B4-BE49-F238E27FC236}">
                <a16:creationId xmlns:a16="http://schemas.microsoft.com/office/drawing/2014/main" id="{3299B7A8-B351-DA63-04F7-70984859243A}"/>
              </a:ext>
            </a:extLst>
          </p:cNvPr>
          <p:cNvCxnSpPr>
            <a:cxnSpLocks/>
          </p:cNvCxnSpPr>
          <p:nvPr/>
        </p:nvCxnSpPr>
        <p:spPr>
          <a:xfrm>
            <a:off x="5031646" y="-1173441"/>
            <a:ext cx="0" cy="1025471"/>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pic>
        <p:nvPicPr>
          <p:cNvPr id="47" name="Image 46">
            <a:extLst>
              <a:ext uri="{FF2B5EF4-FFF2-40B4-BE49-F238E27FC236}">
                <a16:creationId xmlns:a16="http://schemas.microsoft.com/office/drawing/2014/main" id="{C4FDE663-1D46-8E39-54DA-A9A3DEF5574D}"/>
              </a:ext>
            </a:extLst>
          </p:cNvPr>
          <p:cNvPicPr>
            <a:picLocks noChangeAspect="1"/>
          </p:cNvPicPr>
          <p:nvPr/>
        </p:nvPicPr>
        <p:blipFill>
          <a:blip r:embed="rId8" cstate="hqprint">
            <a:extLst>
              <a:ext uri="{28A0092B-C50C-407E-A947-70E740481C1C}">
                <a14:useLocalDpi xmlns:a14="http://schemas.microsoft.com/office/drawing/2010/main"/>
              </a:ext>
            </a:extLst>
          </a:blip>
          <a:stretch>
            <a:fillRect/>
          </a:stretch>
        </p:blipFill>
        <p:spPr>
          <a:xfrm>
            <a:off x="8505618" y="-358968"/>
            <a:ext cx="1298175" cy="210998"/>
          </a:xfrm>
          <a:prstGeom prst="rect">
            <a:avLst/>
          </a:prstGeom>
        </p:spPr>
      </p:pic>
      <p:pic>
        <p:nvPicPr>
          <p:cNvPr id="48" name="Image 47">
            <a:extLst>
              <a:ext uri="{FF2B5EF4-FFF2-40B4-BE49-F238E27FC236}">
                <a16:creationId xmlns:a16="http://schemas.microsoft.com/office/drawing/2014/main" id="{06A5A07C-FEDB-83D7-155A-52A2EDCB5E19}"/>
              </a:ext>
            </a:extLst>
          </p:cNvPr>
          <p:cNvPicPr>
            <a:picLocks noChangeAspect="1"/>
          </p:cNvPicPr>
          <p:nvPr/>
        </p:nvPicPr>
        <p:blipFill>
          <a:blip r:embed="rId9" cstate="hqprint">
            <a:extLst>
              <a:ext uri="{28A0092B-C50C-407E-A947-70E740481C1C}">
                <a14:useLocalDpi xmlns:a14="http://schemas.microsoft.com/office/drawing/2010/main"/>
              </a:ext>
            </a:extLst>
          </a:blip>
          <a:stretch>
            <a:fillRect/>
          </a:stretch>
        </p:blipFill>
        <p:spPr>
          <a:xfrm>
            <a:off x="5210908" y="-686696"/>
            <a:ext cx="3044233" cy="219365"/>
          </a:xfrm>
          <a:prstGeom prst="rect">
            <a:avLst/>
          </a:prstGeom>
        </p:spPr>
      </p:pic>
      <p:cxnSp>
        <p:nvCxnSpPr>
          <p:cNvPr id="49" name="Connecteur droit 48">
            <a:extLst>
              <a:ext uri="{FF2B5EF4-FFF2-40B4-BE49-F238E27FC236}">
                <a16:creationId xmlns:a16="http://schemas.microsoft.com/office/drawing/2014/main" id="{48CE59C2-F9D0-71A5-4C47-6AA5032EF188}"/>
              </a:ext>
            </a:extLst>
          </p:cNvPr>
          <p:cNvCxnSpPr>
            <a:cxnSpLocks/>
          </p:cNvCxnSpPr>
          <p:nvPr/>
        </p:nvCxnSpPr>
        <p:spPr>
          <a:xfrm>
            <a:off x="8371194" y="-1173441"/>
            <a:ext cx="0" cy="1025471"/>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0" name="Connecteur droit 49">
            <a:extLst>
              <a:ext uri="{FF2B5EF4-FFF2-40B4-BE49-F238E27FC236}">
                <a16:creationId xmlns:a16="http://schemas.microsoft.com/office/drawing/2014/main" id="{D3A3880C-8FA9-0927-5841-E465FB38F2C4}"/>
              </a:ext>
            </a:extLst>
          </p:cNvPr>
          <p:cNvCxnSpPr>
            <a:cxnSpLocks/>
          </p:cNvCxnSpPr>
          <p:nvPr/>
        </p:nvCxnSpPr>
        <p:spPr>
          <a:xfrm>
            <a:off x="10544550" y="-1173441"/>
            <a:ext cx="0" cy="1025471"/>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51" name="Espace réservé du contenu 31">
            <a:extLst>
              <a:ext uri="{FF2B5EF4-FFF2-40B4-BE49-F238E27FC236}">
                <a16:creationId xmlns:a16="http://schemas.microsoft.com/office/drawing/2014/main" id="{986E5BE7-DDF3-AD9A-300D-A293C73B750A}"/>
              </a:ext>
            </a:extLst>
          </p:cNvPr>
          <p:cNvSpPr>
            <a:spLocks noGrp="1"/>
          </p:cNvSpPr>
          <p:nvPr>
            <p:ph sz="quarter" idx="13" hasCustomPrompt="1"/>
          </p:nvPr>
        </p:nvSpPr>
        <p:spPr>
          <a:xfrm>
            <a:off x="5382035" y="1798065"/>
            <a:ext cx="5175630" cy="1169061"/>
          </a:xfrm>
          <a:noFill/>
        </p:spPr>
        <p:txBody>
          <a:bodyPr>
            <a:noAutofit/>
          </a:bodyPr>
          <a:lstStyle>
            <a:lvl1pPr marL="0" indent="0" algn="r">
              <a:lnSpc>
                <a:spcPct val="120000"/>
              </a:lnSpc>
              <a:spcBef>
                <a:spcPts val="0"/>
              </a:spcBef>
              <a:spcAft>
                <a:spcPts val="600"/>
              </a:spcAft>
              <a:buClr>
                <a:schemeClr val="tx2"/>
              </a:buClr>
              <a:buFont typeface="+mj-lt"/>
              <a:buNone/>
              <a:defRPr sz="2400">
                <a:solidFill>
                  <a:schemeClr val="tx1"/>
                </a:solidFill>
                <a:latin typeface="Poppins" pitchFamily="2" charset="77"/>
                <a:cs typeface="Poppins" pitchFamily="2" charset="77"/>
              </a:defRPr>
            </a:lvl1pPr>
            <a:lvl2pPr marL="0" indent="0" algn="r">
              <a:lnSpc>
                <a:spcPct val="120000"/>
              </a:lnSpc>
              <a:spcBef>
                <a:spcPts val="0"/>
              </a:spcBef>
              <a:spcAft>
                <a:spcPts val="600"/>
              </a:spcAft>
              <a:buClr>
                <a:schemeClr val="tx2"/>
              </a:buClr>
              <a:buFont typeface="+mj-lt"/>
              <a:buNone/>
              <a:defRPr sz="1100">
                <a:solidFill>
                  <a:schemeClr val="tx1"/>
                </a:solidFill>
                <a:latin typeface="Poppins" pitchFamily="2" charset="77"/>
                <a:cs typeface="Poppins" pitchFamily="2" charset="77"/>
              </a:defRPr>
            </a:lvl2pPr>
          </a:lstStyle>
          <a:p>
            <a:pPr lvl="0"/>
            <a:r>
              <a:rPr lang="fr-FR" dirty="0"/>
              <a:t>Les slides gris argile sont à réserver aux pages de relance (citations, idées, etc.)</a:t>
            </a:r>
          </a:p>
          <a:p>
            <a:pPr lvl="1"/>
            <a:r>
              <a:rPr lang="fr-FR" dirty="0"/>
              <a:t>Deuxième niveau</a:t>
            </a:r>
          </a:p>
        </p:txBody>
      </p:sp>
      <p:sp>
        <p:nvSpPr>
          <p:cNvPr id="52" name="Titre 17">
            <a:extLst>
              <a:ext uri="{FF2B5EF4-FFF2-40B4-BE49-F238E27FC236}">
                <a16:creationId xmlns:a16="http://schemas.microsoft.com/office/drawing/2014/main" id="{E406ED86-1E2F-1E80-5166-4061CF215E26}"/>
              </a:ext>
            </a:extLst>
          </p:cNvPr>
          <p:cNvSpPr>
            <a:spLocks noGrp="1"/>
          </p:cNvSpPr>
          <p:nvPr>
            <p:ph type="title" hasCustomPrompt="1"/>
          </p:nvPr>
        </p:nvSpPr>
        <p:spPr>
          <a:xfrm>
            <a:off x="686636" y="978196"/>
            <a:ext cx="9871029" cy="718658"/>
          </a:xfrm>
        </p:spPr>
        <p:txBody>
          <a:bodyPr vert="horz" wrap="square" lIns="91440" tIns="45720" rIns="91440" bIns="45720" rtlCol="0" anchor="b" anchorCtr="0">
            <a:spAutoFit/>
          </a:bodyPr>
          <a:lstStyle>
            <a:lvl1pPr algn="r">
              <a:lnSpc>
                <a:spcPct val="90000"/>
              </a:lnSpc>
              <a:spcAft>
                <a:spcPts val="600"/>
              </a:spcAft>
              <a:defRPr lang="fr-FR" sz="4400" dirty="0">
                <a:solidFill>
                  <a:schemeClr val="tx1"/>
                </a:solidFill>
              </a:defRPr>
            </a:lvl1pPr>
          </a:lstStyle>
          <a:p>
            <a:pPr marL="0" lvl="0"/>
            <a:r>
              <a:rPr lang="fr-FR" dirty="0"/>
              <a:t>Titre du slide taille 44</a:t>
            </a:r>
          </a:p>
        </p:txBody>
      </p:sp>
      <p:sp>
        <p:nvSpPr>
          <p:cNvPr id="53" name="Espace réservé du pied de page 4">
            <a:extLst>
              <a:ext uri="{FF2B5EF4-FFF2-40B4-BE49-F238E27FC236}">
                <a16:creationId xmlns:a16="http://schemas.microsoft.com/office/drawing/2014/main" id="{664E6A77-1275-3B4D-4842-81DC01232F45}"/>
              </a:ext>
            </a:extLst>
          </p:cNvPr>
          <p:cNvSpPr>
            <a:spLocks noGrp="1"/>
          </p:cNvSpPr>
          <p:nvPr>
            <p:ph type="ftr" sz="quarter" idx="3"/>
          </p:nvPr>
        </p:nvSpPr>
        <p:spPr>
          <a:xfrm rot="16200000">
            <a:off x="9737570" y="2572960"/>
            <a:ext cx="4114800" cy="365125"/>
          </a:xfrm>
          <a:prstGeom prst="rect">
            <a:avLst/>
          </a:prstGeom>
        </p:spPr>
        <p:txBody>
          <a:bodyPr vert="horz" lIns="91440" tIns="45720" rIns="91440" bIns="45720" rtlCol="0" anchor="ctr"/>
          <a:lstStyle>
            <a:lvl1pPr>
              <a:defRPr lang="en-US" sz="728" dirty="0">
                <a:solidFill>
                  <a:schemeClr val="tx1"/>
                </a:solidFill>
                <a:latin typeface="Poppins" pitchFamily="2" charset="77"/>
                <a:cs typeface="Poppins" pitchFamily="2" charset="77"/>
              </a:defRPr>
            </a:lvl1pPr>
          </a:lstStyle>
          <a:p>
            <a:endParaRPr lang="fr-FR"/>
          </a:p>
        </p:txBody>
      </p:sp>
      <p:sp>
        <p:nvSpPr>
          <p:cNvPr id="54" name="Espace réservé du numéro de diapositive 18">
            <a:extLst>
              <a:ext uri="{FF2B5EF4-FFF2-40B4-BE49-F238E27FC236}">
                <a16:creationId xmlns:a16="http://schemas.microsoft.com/office/drawing/2014/main" id="{C12111D5-F0DD-3024-3A56-1C648EEDED48}"/>
              </a:ext>
            </a:extLst>
          </p:cNvPr>
          <p:cNvSpPr>
            <a:spLocks noGrp="1"/>
          </p:cNvSpPr>
          <p:nvPr>
            <p:ph type="sldNum" sz="quarter" idx="4"/>
          </p:nvPr>
        </p:nvSpPr>
        <p:spPr>
          <a:xfrm>
            <a:off x="11588253" y="165403"/>
            <a:ext cx="420073" cy="365125"/>
          </a:xfrm>
          <a:prstGeom prst="rect">
            <a:avLst/>
          </a:prstGeom>
        </p:spPr>
        <p:txBody>
          <a:bodyPr/>
          <a:lstStyle>
            <a:lvl1pPr algn="ctr">
              <a:defRPr lang="en-US" sz="800" b="1" smtClean="0">
                <a:solidFill>
                  <a:schemeClr val="tx1"/>
                </a:solidFill>
                <a:latin typeface="Poppins" pitchFamily="2" charset="77"/>
                <a:cs typeface="Poppins" pitchFamily="2" charset="77"/>
              </a:defRPr>
            </a:lvl1pPr>
          </a:lstStyle>
          <a:p>
            <a:fld id="{DB34802F-08A5-CF4A-8AFE-09DC492A8170}" type="slidenum">
              <a:rPr lang="fr-FR" smtClean="0"/>
              <a:t>‹N°›</a:t>
            </a:fld>
            <a:endParaRPr lang="fr-FR"/>
          </a:p>
        </p:txBody>
      </p:sp>
      <p:sp>
        <p:nvSpPr>
          <p:cNvPr id="21" name="TextBox 79">
            <a:extLst>
              <a:ext uri="{FF2B5EF4-FFF2-40B4-BE49-F238E27FC236}">
                <a16:creationId xmlns:a16="http://schemas.microsoft.com/office/drawing/2014/main" id="{E371BCB2-1D3C-6DD2-522A-BAF484CF9082}"/>
              </a:ext>
            </a:extLst>
          </p:cNvPr>
          <p:cNvSpPr txBox="1"/>
          <p:nvPr/>
        </p:nvSpPr>
        <p:spPr>
          <a:xfrm rot="16200000">
            <a:off x="-542386" y="6323510"/>
            <a:ext cx="704039" cy="184666"/>
          </a:xfrm>
          <a:prstGeom prst="rect">
            <a:avLst/>
          </a:prstGeom>
          <a:noFill/>
        </p:spPr>
        <p:txBody>
          <a:bodyPr wrap="none" rtlCol="0">
            <a:spAutoFit/>
          </a:bodyPr>
          <a:lstStyle/>
          <a:p>
            <a:pPr algn="r"/>
            <a:r>
              <a:rPr lang="en-US" sz="600" dirty="0">
                <a:solidFill>
                  <a:schemeClr val="tx1">
                    <a:lumMod val="50000"/>
                    <a:lumOff val="50000"/>
                  </a:schemeClr>
                </a:solidFill>
                <a:latin typeface="Poppins" pitchFamily="2" charset="77"/>
                <a:cs typeface="Poppins" pitchFamily="2" charset="77"/>
              </a:rPr>
              <a:t>R</a:t>
            </a:r>
            <a:r>
              <a:rPr lang="en-FR" sz="600" dirty="0">
                <a:solidFill>
                  <a:schemeClr val="tx1">
                    <a:lumMod val="50000"/>
                    <a:lumOff val="50000"/>
                  </a:schemeClr>
                </a:solidFill>
                <a:latin typeface="Poppins" pitchFamily="2" charset="77"/>
                <a:cs typeface="Poppins" pitchFamily="2" charset="77"/>
              </a:rPr>
              <a:t>ègle de trois</a:t>
            </a:r>
          </a:p>
        </p:txBody>
      </p:sp>
      <p:sp>
        <p:nvSpPr>
          <p:cNvPr id="22" name="TextBox 80">
            <a:extLst>
              <a:ext uri="{FF2B5EF4-FFF2-40B4-BE49-F238E27FC236}">
                <a16:creationId xmlns:a16="http://schemas.microsoft.com/office/drawing/2014/main" id="{F3970203-85D4-FC1D-9311-BEC9A5BAAA43}"/>
              </a:ext>
            </a:extLst>
          </p:cNvPr>
          <p:cNvSpPr txBox="1"/>
          <p:nvPr/>
        </p:nvSpPr>
        <p:spPr>
          <a:xfrm rot="16200000">
            <a:off x="-775222" y="6379615"/>
            <a:ext cx="816249" cy="184666"/>
          </a:xfrm>
          <a:prstGeom prst="rect">
            <a:avLst/>
          </a:prstGeom>
          <a:noFill/>
        </p:spPr>
        <p:txBody>
          <a:bodyPr wrap="none" rtlCol="0">
            <a:spAutoFit/>
          </a:bodyPr>
          <a:lstStyle/>
          <a:p>
            <a:pPr algn="r"/>
            <a:r>
              <a:rPr lang="fr-FR" sz="600" dirty="0">
                <a:solidFill>
                  <a:schemeClr val="tx1">
                    <a:lumMod val="50000"/>
                    <a:lumOff val="50000"/>
                  </a:schemeClr>
                </a:solidFill>
                <a:latin typeface="Poppins" pitchFamily="2" charset="77"/>
                <a:cs typeface="Poppins" pitchFamily="2" charset="77"/>
              </a:rPr>
              <a:t>Divisé par 2 ou 4</a:t>
            </a:r>
            <a:endParaRPr lang="en-FR" sz="600" dirty="0">
              <a:solidFill>
                <a:schemeClr val="tx1">
                  <a:lumMod val="50000"/>
                  <a:lumOff val="50000"/>
                </a:schemeClr>
              </a:solidFill>
              <a:latin typeface="Poppins" pitchFamily="2" charset="77"/>
              <a:cs typeface="Poppins" pitchFamily="2" charset="77"/>
            </a:endParaRPr>
          </a:p>
        </p:txBody>
      </p:sp>
      <p:sp>
        <p:nvSpPr>
          <p:cNvPr id="23" name="TextBox 81">
            <a:extLst>
              <a:ext uri="{FF2B5EF4-FFF2-40B4-BE49-F238E27FC236}">
                <a16:creationId xmlns:a16="http://schemas.microsoft.com/office/drawing/2014/main" id="{8D89C747-6EAE-A6AE-4A9F-28525A37D77A}"/>
              </a:ext>
            </a:extLst>
          </p:cNvPr>
          <p:cNvSpPr txBox="1"/>
          <p:nvPr/>
        </p:nvSpPr>
        <p:spPr>
          <a:xfrm rot="16200000">
            <a:off x="-1012121" y="6408469"/>
            <a:ext cx="873957" cy="184666"/>
          </a:xfrm>
          <a:prstGeom prst="rect">
            <a:avLst/>
          </a:prstGeom>
          <a:noFill/>
        </p:spPr>
        <p:txBody>
          <a:bodyPr wrap="none" rtlCol="0">
            <a:spAutoFit/>
          </a:bodyPr>
          <a:lstStyle/>
          <a:p>
            <a:pPr algn="r"/>
            <a:r>
              <a:rPr lang="fr-FR" sz="600" dirty="0">
                <a:solidFill>
                  <a:schemeClr val="tx1">
                    <a:lumMod val="50000"/>
                    <a:lumOff val="50000"/>
                  </a:schemeClr>
                </a:solidFill>
                <a:latin typeface="Poppins" pitchFamily="2" charset="77"/>
                <a:cs typeface="Poppins" pitchFamily="2" charset="77"/>
              </a:rPr>
              <a:t>Ratio nombre d’or</a:t>
            </a:r>
            <a:endParaRPr lang="en-FR" sz="600" dirty="0">
              <a:solidFill>
                <a:schemeClr val="tx1">
                  <a:lumMod val="50000"/>
                  <a:lumOff val="50000"/>
                </a:schemeClr>
              </a:solidFill>
              <a:latin typeface="Poppins" pitchFamily="2" charset="77"/>
              <a:cs typeface="Poppins" pitchFamily="2" charset="77"/>
            </a:endParaRPr>
          </a:p>
        </p:txBody>
      </p:sp>
      <p:sp>
        <p:nvSpPr>
          <p:cNvPr id="24" name="ZoneTexte 23">
            <a:extLst>
              <a:ext uri="{FF2B5EF4-FFF2-40B4-BE49-F238E27FC236}">
                <a16:creationId xmlns:a16="http://schemas.microsoft.com/office/drawing/2014/main" id="{E974250C-1169-F594-4E87-D61B8FA1E6A0}"/>
              </a:ext>
            </a:extLst>
          </p:cNvPr>
          <p:cNvSpPr txBox="1"/>
          <p:nvPr/>
        </p:nvSpPr>
        <p:spPr>
          <a:xfrm rot="16200000">
            <a:off x="-2531255" y="5123182"/>
            <a:ext cx="3348994" cy="276999"/>
          </a:xfrm>
          <a:prstGeom prst="rect">
            <a:avLst/>
          </a:prstGeom>
          <a:noFill/>
        </p:spPr>
        <p:txBody>
          <a:bodyPr wrap="none" rtlCol="0">
            <a:spAutoFit/>
          </a:bodyPr>
          <a:lstStyle/>
          <a:p>
            <a:r>
              <a:rPr lang="fr-FR" sz="1200" b="1" dirty="0">
                <a:solidFill>
                  <a:schemeClr val="tx1">
                    <a:lumMod val="50000"/>
                    <a:lumOff val="50000"/>
                  </a:schemeClr>
                </a:solidFill>
                <a:latin typeface="+mj-lt"/>
              </a:rPr>
              <a:t>Guide pour gérer les alignements verticaux</a:t>
            </a:r>
            <a:endParaRPr lang="en-US" sz="1200" b="0" i="1" dirty="0">
              <a:solidFill>
                <a:schemeClr val="tx1">
                  <a:lumMod val="50000"/>
                  <a:lumOff val="50000"/>
                </a:schemeClr>
              </a:solidFill>
              <a:latin typeface="+mj-lt"/>
            </a:endParaRPr>
          </a:p>
        </p:txBody>
      </p:sp>
      <p:grpSp>
        <p:nvGrpSpPr>
          <p:cNvPr id="25" name="Groupe 24">
            <a:extLst>
              <a:ext uri="{FF2B5EF4-FFF2-40B4-BE49-F238E27FC236}">
                <a16:creationId xmlns:a16="http://schemas.microsoft.com/office/drawing/2014/main" id="{35B58C91-5592-6D0E-6EBC-8AE66198B457}"/>
              </a:ext>
            </a:extLst>
          </p:cNvPr>
          <p:cNvGrpSpPr/>
          <p:nvPr/>
        </p:nvGrpSpPr>
        <p:grpSpPr>
          <a:xfrm>
            <a:off x="-686042" y="1798065"/>
            <a:ext cx="532402" cy="4259834"/>
            <a:chOff x="-686042" y="1651818"/>
            <a:chExt cx="532402" cy="4406081"/>
          </a:xfrm>
        </p:grpSpPr>
        <p:grpSp>
          <p:nvGrpSpPr>
            <p:cNvPr id="26" name="Groupe 25">
              <a:extLst>
                <a:ext uri="{FF2B5EF4-FFF2-40B4-BE49-F238E27FC236}">
                  <a16:creationId xmlns:a16="http://schemas.microsoft.com/office/drawing/2014/main" id="{19ED5BA9-96EC-A6F8-3473-A3C6E7EDD102}"/>
                </a:ext>
              </a:extLst>
            </p:cNvPr>
            <p:cNvGrpSpPr/>
            <p:nvPr/>
          </p:nvGrpSpPr>
          <p:grpSpPr>
            <a:xfrm>
              <a:off x="-686042" y="1651818"/>
              <a:ext cx="532402" cy="4406081"/>
              <a:chOff x="-686042" y="1667816"/>
              <a:chExt cx="532402" cy="4233649"/>
            </a:xfrm>
            <a:noFill/>
          </p:grpSpPr>
          <p:grpSp>
            <p:nvGrpSpPr>
              <p:cNvPr id="28" name="Group 65">
                <a:extLst>
                  <a:ext uri="{FF2B5EF4-FFF2-40B4-BE49-F238E27FC236}">
                    <a16:creationId xmlns:a16="http://schemas.microsoft.com/office/drawing/2014/main" id="{28D59AA3-3045-148F-AEA3-CD08D873C030}"/>
                  </a:ext>
                </a:extLst>
              </p:cNvPr>
              <p:cNvGrpSpPr/>
              <p:nvPr/>
            </p:nvGrpSpPr>
            <p:grpSpPr>
              <a:xfrm>
                <a:off x="-686042" y="1669575"/>
                <a:ext cx="76803" cy="4231890"/>
                <a:chOff x="-279739" y="1825625"/>
                <a:chExt cx="89877" cy="4231890"/>
              </a:xfrm>
              <a:grpFill/>
            </p:grpSpPr>
            <p:sp>
              <p:nvSpPr>
                <p:cNvPr id="70" name="Rectangle 69">
                  <a:extLst>
                    <a:ext uri="{FF2B5EF4-FFF2-40B4-BE49-F238E27FC236}">
                      <a16:creationId xmlns:a16="http://schemas.microsoft.com/office/drawing/2014/main" id="{387B153B-5684-5129-F686-2A90DEC888CF}"/>
                    </a:ext>
                  </a:extLst>
                </p:cNvPr>
                <p:cNvSpPr/>
                <p:nvPr/>
              </p:nvSpPr>
              <p:spPr bwMode="auto">
                <a:xfrm>
                  <a:off x="-279739" y="3552584"/>
                  <a:ext cx="88780" cy="2504931"/>
                </a:xfrm>
                <a:prstGeom prst="rect">
                  <a:avLst/>
                </a:prstGeom>
                <a:grpFill/>
                <a:ln w="9525">
                  <a:solidFill>
                    <a:schemeClr val="tx1">
                      <a:lumMod val="50000"/>
                      <a:lumOff val="50000"/>
                    </a:schemeClr>
                  </a:solidFill>
                  <a:prstDash val="sysDash"/>
                  <a:round/>
                  <a:headEnd/>
                  <a:tailEnd/>
                </a:ln>
              </p:spPr>
              <p:txBody>
                <a:bodyPr lIns="72000" tIns="36000" rIns="72000" bIns="36000" rtlCol="0" anchor="ctr">
                  <a:prstTxWarp prst="textNoShape">
                    <a:avLst/>
                  </a:prstTxWarp>
                  <a:noAutofit/>
                </a:bodyPr>
                <a:lstStyle/>
                <a:p>
                  <a:pPr algn="ctr" fontAlgn="base">
                    <a:lnSpc>
                      <a:spcPct val="112000"/>
                    </a:lnSpc>
                    <a:spcAft>
                      <a:spcPct val="0"/>
                    </a:spcAft>
                    <a:buFont typeface="Abadi MT Condensed Extra Bold" pitchFamily="-106" charset="0"/>
                    <a:buNone/>
                  </a:pPr>
                  <a:endParaRPr lang="en-GB" sz="1400" b="0" i="0">
                    <a:solidFill>
                      <a:srgbClr val="000000"/>
                    </a:solidFill>
                    <a:latin typeface="Helvetica" pitchFamily="2" charset="0"/>
                  </a:endParaRPr>
                </a:p>
              </p:txBody>
            </p:sp>
            <p:sp>
              <p:nvSpPr>
                <p:cNvPr id="71" name="Rectangle 70">
                  <a:extLst>
                    <a:ext uri="{FF2B5EF4-FFF2-40B4-BE49-F238E27FC236}">
                      <a16:creationId xmlns:a16="http://schemas.microsoft.com/office/drawing/2014/main" id="{E1B24E02-582E-8F83-2C5E-6A9D18F0FB88}"/>
                    </a:ext>
                  </a:extLst>
                </p:cNvPr>
                <p:cNvSpPr/>
                <p:nvPr/>
              </p:nvSpPr>
              <p:spPr bwMode="auto">
                <a:xfrm>
                  <a:off x="-278640" y="1825625"/>
                  <a:ext cx="88778" cy="1602427"/>
                </a:xfrm>
                <a:prstGeom prst="rect">
                  <a:avLst/>
                </a:prstGeom>
                <a:grpFill/>
                <a:ln w="9525">
                  <a:solidFill>
                    <a:schemeClr val="tx1">
                      <a:lumMod val="50000"/>
                      <a:lumOff val="50000"/>
                    </a:schemeClr>
                  </a:solidFill>
                  <a:prstDash val="sysDash"/>
                  <a:round/>
                  <a:headEnd/>
                  <a:tailEnd/>
                </a:ln>
              </p:spPr>
              <p:txBody>
                <a:bodyPr lIns="72000" tIns="36000" rIns="72000" bIns="36000" rtlCol="0" anchor="ctr">
                  <a:prstTxWarp prst="textNoShape">
                    <a:avLst/>
                  </a:prstTxWarp>
                  <a:noAutofit/>
                </a:bodyPr>
                <a:lstStyle/>
                <a:p>
                  <a:pPr algn="ctr" fontAlgn="base">
                    <a:lnSpc>
                      <a:spcPct val="112000"/>
                    </a:lnSpc>
                    <a:spcAft>
                      <a:spcPct val="0"/>
                    </a:spcAft>
                    <a:buFont typeface="Abadi MT Condensed Extra Bold" pitchFamily="-106" charset="0"/>
                    <a:buNone/>
                  </a:pPr>
                  <a:endParaRPr lang="en-GB" sz="1400" b="0" i="0">
                    <a:solidFill>
                      <a:srgbClr val="000000"/>
                    </a:solidFill>
                    <a:latin typeface="Helvetica" pitchFamily="2" charset="0"/>
                  </a:endParaRPr>
                </a:p>
              </p:txBody>
            </p:sp>
          </p:grpSp>
          <p:grpSp>
            <p:nvGrpSpPr>
              <p:cNvPr id="29" name="Group 68">
                <a:extLst>
                  <a:ext uri="{FF2B5EF4-FFF2-40B4-BE49-F238E27FC236}">
                    <a16:creationId xmlns:a16="http://schemas.microsoft.com/office/drawing/2014/main" id="{5350BA8E-EE1B-6443-8172-8FA797172D1E}"/>
                  </a:ext>
                </a:extLst>
              </p:cNvPr>
              <p:cNvGrpSpPr/>
              <p:nvPr/>
            </p:nvGrpSpPr>
            <p:grpSpPr>
              <a:xfrm rot="10800000">
                <a:off x="-543939" y="1667816"/>
                <a:ext cx="89065" cy="4231889"/>
                <a:chOff x="-279739" y="1825626"/>
                <a:chExt cx="104227" cy="4231889"/>
              </a:xfrm>
              <a:grpFill/>
            </p:grpSpPr>
            <p:sp>
              <p:nvSpPr>
                <p:cNvPr id="37" name="Rectangle 36">
                  <a:extLst>
                    <a:ext uri="{FF2B5EF4-FFF2-40B4-BE49-F238E27FC236}">
                      <a16:creationId xmlns:a16="http://schemas.microsoft.com/office/drawing/2014/main" id="{53B009F0-036D-0D02-7BF0-E1B418ADA6A9}"/>
                    </a:ext>
                  </a:extLst>
                </p:cNvPr>
                <p:cNvSpPr/>
                <p:nvPr/>
              </p:nvSpPr>
              <p:spPr bwMode="auto">
                <a:xfrm>
                  <a:off x="-279739" y="3552584"/>
                  <a:ext cx="98743" cy="2504931"/>
                </a:xfrm>
                <a:prstGeom prst="rect">
                  <a:avLst/>
                </a:prstGeom>
                <a:grpFill/>
                <a:ln w="9525">
                  <a:solidFill>
                    <a:schemeClr val="tx1">
                      <a:lumMod val="50000"/>
                      <a:lumOff val="50000"/>
                    </a:schemeClr>
                  </a:solidFill>
                  <a:prstDash val="sysDash"/>
                  <a:round/>
                  <a:headEnd/>
                  <a:tailEnd/>
                </a:ln>
              </p:spPr>
              <p:txBody>
                <a:bodyPr lIns="72000" tIns="36000" rIns="72000" bIns="36000" rtlCol="0" anchor="ctr">
                  <a:prstTxWarp prst="textNoShape">
                    <a:avLst/>
                  </a:prstTxWarp>
                  <a:noAutofit/>
                </a:bodyPr>
                <a:lstStyle/>
                <a:p>
                  <a:pPr algn="ctr" fontAlgn="base">
                    <a:lnSpc>
                      <a:spcPct val="112000"/>
                    </a:lnSpc>
                    <a:spcAft>
                      <a:spcPct val="0"/>
                    </a:spcAft>
                    <a:buFont typeface="Abadi MT Condensed Extra Bold" pitchFamily="-106" charset="0"/>
                    <a:buNone/>
                  </a:pPr>
                  <a:endParaRPr lang="en-GB" sz="1400" b="0" i="0">
                    <a:solidFill>
                      <a:srgbClr val="000000"/>
                    </a:solidFill>
                    <a:latin typeface="Helvetica" pitchFamily="2" charset="0"/>
                  </a:endParaRPr>
                </a:p>
              </p:txBody>
            </p:sp>
            <p:sp>
              <p:nvSpPr>
                <p:cNvPr id="69" name="Rectangle 68">
                  <a:extLst>
                    <a:ext uri="{FF2B5EF4-FFF2-40B4-BE49-F238E27FC236}">
                      <a16:creationId xmlns:a16="http://schemas.microsoft.com/office/drawing/2014/main" id="{E954C42D-43BE-DEA5-084C-DED9DD9F14AC}"/>
                    </a:ext>
                  </a:extLst>
                </p:cNvPr>
                <p:cNvSpPr/>
                <p:nvPr/>
              </p:nvSpPr>
              <p:spPr bwMode="auto">
                <a:xfrm>
                  <a:off x="-278640" y="1825626"/>
                  <a:ext cx="103128" cy="1602427"/>
                </a:xfrm>
                <a:prstGeom prst="rect">
                  <a:avLst/>
                </a:prstGeom>
                <a:grpFill/>
                <a:ln w="9525">
                  <a:solidFill>
                    <a:schemeClr val="tx1">
                      <a:lumMod val="50000"/>
                      <a:lumOff val="50000"/>
                    </a:schemeClr>
                  </a:solidFill>
                  <a:prstDash val="sysDash"/>
                  <a:round/>
                  <a:headEnd/>
                  <a:tailEnd/>
                </a:ln>
              </p:spPr>
              <p:txBody>
                <a:bodyPr lIns="72000" tIns="36000" rIns="72000" bIns="36000" rtlCol="0" anchor="ctr">
                  <a:prstTxWarp prst="textNoShape">
                    <a:avLst/>
                  </a:prstTxWarp>
                  <a:noAutofit/>
                </a:bodyPr>
                <a:lstStyle/>
                <a:p>
                  <a:pPr algn="ctr" fontAlgn="base">
                    <a:lnSpc>
                      <a:spcPct val="112000"/>
                    </a:lnSpc>
                    <a:spcAft>
                      <a:spcPct val="0"/>
                    </a:spcAft>
                    <a:buFont typeface="Abadi MT Condensed Extra Bold" pitchFamily="-106" charset="0"/>
                    <a:buNone/>
                  </a:pPr>
                  <a:endParaRPr lang="en-GB" sz="1400" b="0" i="0">
                    <a:solidFill>
                      <a:srgbClr val="000000"/>
                    </a:solidFill>
                    <a:latin typeface="Helvetica" pitchFamily="2" charset="0"/>
                  </a:endParaRPr>
                </a:p>
              </p:txBody>
            </p:sp>
          </p:grpSp>
          <p:sp>
            <p:nvSpPr>
              <p:cNvPr id="30" name="Rectangle 29">
                <a:extLst>
                  <a:ext uri="{FF2B5EF4-FFF2-40B4-BE49-F238E27FC236}">
                    <a16:creationId xmlns:a16="http://schemas.microsoft.com/office/drawing/2014/main" id="{07E28FED-A712-B89F-E57C-45837663AF03}"/>
                  </a:ext>
                </a:extLst>
              </p:cNvPr>
              <p:cNvSpPr/>
              <p:nvPr/>
            </p:nvSpPr>
            <p:spPr bwMode="auto">
              <a:xfrm flipH="1">
                <a:off x="-391108" y="1672248"/>
                <a:ext cx="87680" cy="1016056"/>
              </a:xfrm>
              <a:prstGeom prst="rect">
                <a:avLst/>
              </a:prstGeom>
              <a:grpFill/>
              <a:ln w="9525">
                <a:solidFill>
                  <a:schemeClr val="tx1">
                    <a:lumMod val="50000"/>
                    <a:lumOff val="50000"/>
                  </a:schemeClr>
                </a:solidFill>
                <a:prstDash val="sysDash"/>
                <a:round/>
                <a:headEnd/>
                <a:tailEnd/>
              </a:ln>
            </p:spPr>
            <p:txBody>
              <a:bodyPr lIns="72000" tIns="36000" rIns="72000" bIns="36000" rtlCol="0" anchor="ctr">
                <a:prstTxWarp prst="textNoShape">
                  <a:avLst/>
                </a:prstTxWarp>
                <a:noAutofit/>
              </a:bodyPr>
              <a:lstStyle/>
              <a:p>
                <a:pPr algn="ctr" fontAlgn="base">
                  <a:lnSpc>
                    <a:spcPct val="112000"/>
                  </a:lnSpc>
                  <a:spcAft>
                    <a:spcPct val="0"/>
                  </a:spcAft>
                  <a:buFont typeface="Abadi MT Condensed Extra Bold" pitchFamily="-106" charset="0"/>
                  <a:buNone/>
                </a:pPr>
                <a:endParaRPr lang="en-GB" sz="1400" b="0" i="0">
                  <a:solidFill>
                    <a:srgbClr val="000000"/>
                  </a:solidFill>
                  <a:latin typeface="Helvetica" pitchFamily="2" charset="0"/>
                </a:endParaRPr>
              </a:p>
            </p:txBody>
          </p:sp>
          <p:sp>
            <p:nvSpPr>
              <p:cNvPr id="31" name="Rectangle 30">
                <a:extLst>
                  <a:ext uri="{FF2B5EF4-FFF2-40B4-BE49-F238E27FC236}">
                    <a16:creationId xmlns:a16="http://schemas.microsoft.com/office/drawing/2014/main" id="{A48C24EC-838A-F5A3-6FBB-55835A4BCCE2}"/>
                  </a:ext>
                </a:extLst>
              </p:cNvPr>
              <p:cNvSpPr/>
              <p:nvPr/>
            </p:nvSpPr>
            <p:spPr bwMode="auto">
              <a:xfrm flipH="1">
                <a:off x="-391108" y="2742715"/>
                <a:ext cx="87680" cy="1016056"/>
              </a:xfrm>
              <a:prstGeom prst="rect">
                <a:avLst/>
              </a:prstGeom>
              <a:grpFill/>
              <a:ln w="9525">
                <a:solidFill>
                  <a:schemeClr val="tx1">
                    <a:lumMod val="50000"/>
                    <a:lumOff val="50000"/>
                  </a:schemeClr>
                </a:solidFill>
                <a:prstDash val="sysDash"/>
                <a:round/>
                <a:headEnd/>
                <a:tailEnd/>
              </a:ln>
            </p:spPr>
            <p:txBody>
              <a:bodyPr lIns="72000" tIns="36000" rIns="72000" bIns="36000" rtlCol="0" anchor="ctr">
                <a:prstTxWarp prst="textNoShape">
                  <a:avLst/>
                </a:prstTxWarp>
                <a:noAutofit/>
              </a:bodyPr>
              <a:lstStyle/>
              <a:p>
                <a:pPr algn="ctr" fontAlgn="base">
                  <a:lnSpc>
                    <a:spcPct val="112000"/>
                  </a:lnSpc>
                  <a:spcAft>
                    <a:spcPct val="0"/>
                  </a:spcAft>
                  <a:buFont typeface="Abadi MT Condensed Extra Bold" pitchFamily="-106" charset="0"/>
                  <a:buNone/>
                </a:pPr>
                <a:endParaRPr lang="en-GB" sz="1400" b="0" i="0">
                  <a:solidFill>
                    <a:srgbClr val="000000"/>
                  </a:solidFill>
                  <a:latin typeface="Helvetica" pitchFamily="2" charset="0"/>
                </a:endParaRPr>
              </a:p>
            </p:txBody>
          </p:sp>
          <p:sp>
            <p:nvSpPr>
              <p:cNvPr id="32" name="Rectangle 31">
                <a:extLst>
                  <a:ext uri="{FF2B5EF4-FFF2-40B4-BE49-F238E27FC236}">
                    <a16:creationId xmlns:a16="http://schemas.microsoft.com/office/drawing/2014/main" id="{968D1F2E-E463-3FE9-1A44-3D12A1DA4386}"/>
                  </a:ext>
                </a:extLst>
              </p:cNvPr>
              <p:cNvSpPr/>
              <p:nvPr/>
            </p:nvSpPr>
            <p:spPr bwMode="auto">
              <a:xfrm flipH="1">
                <a:off x="-391108" y="3813182"/>
                <a:ext cx="87680" cy="1016056"/>
              </a:xfrm>
              <a:prstGeom prst="rect">
                <a:avLst/>
              </a:prstGeom>
              <a:grpFill/>
              <a:ln w="9525">
                <a:solidFill>
                  <a:schemeClr val="tx1">
                    <a:lumMod val="50000"/>
                    <a:lumOff val="50000"/>
                  </a:schemeClr>
                </a:solidFill>
                <a:prstDash val="sysDash"/>
                <a:round/>
                <a:headEnd/>
                <a:tailEnd/>
              </a:ln>
            </p:spPr>
            <p:txBody>
              <a:bodyPr lIns="72000" tIns="36000" rIns="72000" bIns="36000" rtlCol="0" anchor="ctr">
                <a:prstTxWarp prst="textNoShape">
                  <a:avLst/>
                </a:prstTxWarp>
                <a:noAutofit/>
              </a:bodyPr>
              <a:lstStyle/>
              <a:p>
                <a:pPr algn="ctr" fontAlgn="base">
                  <a:lnSpc>
                    <a:spcPct val="112000"/>
                  </a:lnSpc>
                  <a:spcAft>
                    <a:spcPct val="0"/>
                  </a:spcAft>
                  <a:buFont typeface="Abadi MT Condensed Extra Bold" pitchFamily="-106" charset="0"/>
                  <a:buNone/>
                </a:pPr>
                <a:endParaRPr lang="en-GB" sz="1400" b="0" i="0">
                  <a:solidFill>
                    <a:srgbClr val="000000"/>
                  </a:solidFill>
                  <a:latin typeface="Helvetica" pitchFamily="2" charset="0"/>
                </a:endParaRPr>
              </a:p>
            </p:txBody>
          </p:sp>
          <p:sp>
            <p:nvSpPr>
              <p:cNvPr id="33" name="Rectangle 32">
                <a:extLst>
                  <a:ext uri="{FF2B5EF4-FFF2-40B4-BE49-F238E27FC236}">
                    <a16:creationId xmlns:a16="http://schemas.microsoft.com/office/drawing/2014/main" id="{66C69D03-9ED1-C3B4-77B0-E4405809FD86}"/>
                  </a:ext>
                </a:extLst>
              </p:cNvPr>
              <p:cNvSpPr/>
              <p:nvPr/>
            </p:nvSpPr>
            <p:spPr bwMode="auto">
              <a:xfrm flipH="1">
                <a:off x="-391108" y="4883650"/>
                <a:ext cx="87680" cy="1016056"/>
              </a:xfrm>
              <a:prstGeom prst="rect">
                <a:avLst/>
              </a:prstGeom>
              <a:grpFill/>
              <a:ln w="9525">
                <a:solidFill>
                  <a:schemeClr val="tx1">
                    <a:lumMod val="50000"/>
                    <a:lumOff val="50000"/>
                  </a:schemeClr>
                </a:solidFill>
                <a:prstDash val="sysDash"/>
                <a:round/>
                <a:headEnd/>
                <a:tailEnd/>
              </a:ln>
            </p:spPr>
            <p:txBody>
              <a:bodyPr lIns="72000" tIns="36000" rIns="72000" bIns="36000" rtlCol="0" anchor="ctr">
                <a:prstTxWarp prst="textNoShape">
                  <a:avLst/>
                </a:prstTxWarp>
                <a:noAutofit/>
              </a:bodyPr>
              <a:lstStyle/>
              <a:p>
                <a:pPr algn="ctr" fontAlgn="base">
                  <a:lnSpc>
                    <a:spcPct val="112000"/>
                  </a:lnSpc>
                  <a:spcAft>
                    <a:spcPct val="0"/>
                  </a:spcAft>
                  <a:buFont typeface="Abadi MT Condensed Extra Bold" pitchFamily="-106" charset="0"/>
                  <a:buNone/>
                </a:pPr>
                <a:endParaRPr lang="en-GB" sz="1400" b="0" i="0">
                  <a:solidFill>
                    <a:srgbClr val="000000"/>
                  </a:solidFill>
                  <a:latin typeface="Helvetica" pitchFamily="2" charset="0"/>
                </a:endParaRPr>
              </a:p>
            </p:txBody>
          </p:sp>
          <p:sp>
            <p:nvSpPr>
              <p:cNvPr id="34" name="Rectangle 33">
                <a:extLst>
                  <a:ext uri="{FF2B5EF4-FFF2-40B4-BE49-F238E27FC236}">
                    <a16:creationId xmlns:a16="http://schemas.microsoft.com/office/drawing/2014/main" id="{31B85FBE-1A85-7E49-CA3D-C5DD85578D8A}"/>
                  </a:ext>
                </a:extLst>
              </p:cNvPr>
              <p:cNvSpPr/>
              <p:nvPr/>
            </p:nvSpPr>
            <p:spPr bwMode="auto">
              <a:xfrm flipH="1">
                <a:off x="-238020" y="4591433"/>
                <a:ext cx="84380" cy="1307168"/>
              </a:xfrm>
              <a:prstGeom prst="rect">
                <a:avLst/>
              </a:prstGeom>
              <a:grpFill/>
              <a:ln w="9525">
                <a:solidFill>
                  <a:schemeClr val="tx1">
                    <a:lumMod val="50000"/>
                    <a:lumOff val="50000"/>
                  </a:schemeClr>
                </a:solidFill>
                <a:prstDash val="sysDash"/>
                <a:round/>
                <a:headEnd/>
                <a:tailEnd/>
              </a:ln>
            </p:spPr>
            <p:txBody>
              <a:bodyPr lIns="72000" tIns="36000" rIns="72000" bIns="36000" rtlCol="0" anchor="ctr">
                <a:prstTxWarp prst="textNoShape">
                  <a:avLst/>
                </a:prstTxWarp>
                <a:noAutofit/>
              </a:bodyPr>
              <a:lstStyle/>
              <a:p>
                <a:pPr algn="ctr" fontAlgn="base">
                  <a:lnSpc>
                    <a:spcPct val="112000"/>
                  </a:lnSpc>
                  <a:spcAft>
                    <a:spcPct val="0"/>
                  </a:spcAft>
                  <a:buFont typeface="Abadi MT Condensed Extra Bold" pitchFamily="-106" charset="0"/>
                  <a:buNone/>
                </a:pPr>
                <a:endParaRPr lang="en-GB" sz="1400" b="0" i="0">
                  <a:solidFill>
                    <a:srgbClr val="000000"/>
                  </a:solidFill>
                  <a:latin typeface="Helvetica" pitchFamily="2" charset="0"/>
                </a:endParaRPr>
              </a:p>
            </p:txBody>
          </p:sp>
          <p:sp>
            <p:nvSpPr>
              <p:cNvPr id="35" name="Rectangle 34">
                <a:extLst>
                  <a:ext uri="{FF2B5EF4-FFF2-40B4-BE49-F238E27FC236}">
                    <a16:creationId xmlns:a16="http://schemas.microsoft.com/office/drawing/2014/main" id="{2E0671BC-EF41-96C5-9EB5-DD0D3DA28B4A}"/>
                  </a:ext>
                </a:extLst>
              </p:cNvPr>
              <p:cNvSpPr/>
              <p:nvPr/>
            </p:nvSpPr>
            <p:spPr bwMode="auto">
              <a:xfrm flipH="1">
                <a:off x="-238020" y="3133916"/>
                <a:ext cx="84380" cy="1307168"/>
              </a:xfrm>
              <a:prstGeom prst="rect">
                <a:avLst/>
              </a:prstGeom>
              <a:grpFill/>
              <a:ln w="9525">
                <a:solidFill>
                  <a:schemeClr val="tx1">
                    <a:lumMod val="50000"/>
                    <a:lumOff val="50000"/>
                  </a:schemeClr>
                </a:solidFill>
                <a:prstDash val="sysDash"/>
                <a:round/>
                <a:headEnd/>
                <a:tailEnd/>
              </a:ln>
            </p:spPr>
            <p:txBody>
              <a:bodyPr lIns="72000" tIns="36000" rIns="72000" bIns="36000" rtlCol="0" anchor="ctr">
                <a:prstTxWarp prst="textNoShape">
                  <a:avLst/>
                </a:prstTxWarp>
                <a:noAutofit/>
              </a:bodyPr>
              <a:lstStyle/>
              <a:p>
                <a:pPr algn="ctr" fontAlgn="base">
                  <a:lnSpc>
                    <a:spcPct val="112000"/>
                  </a:lnSpc>
                  <a:spcAft>
                    <a:spcPct val="0"/>
                  </a:spcAft>
                  <a:buFont typeface="Abadi MT Condensed Extra Bold" pitchFamily="-106" charset="0"/>
                  <a:buNone/>
                </a:pPr>
                <a:endParaRPr lang="en-GB" sz="1400" b="0" i="0">
                  <a:solidFill>
                    <a:srgbClr val="000000"/>
                  </a:solidFill>
                  <a:latin typeface="Helvetica" pitchFamily="2" charset="0"/>
                </a:endParaRPr>
              </a:p>
            </p:txBody>
          </p:sp>
          <p:sp>
            <p:nvSpPr>
              <p:cNvPr id="36" name="Rectangle 35">
                <a:extLst>
                  <a:ext uri="{FF2B5EF4-FFF2-40B4-BE49-F238E27FC236}">
                    <a16:creationId xmlns:a16="http://schemas.microsoft.com/office/drawing/2014/main" id="{F0A16CDC-215D-DCBD-A51F-3C1A03038BBB}"/>
                  </a:ext>
                </a:extLst>
              </p:cNvPr>
              <p:cNvSpPr/>
              <p:nvPr/>
            </p:nvSpPr>
            <p:spPr bwMode="auto">
              <a:xfrm flipH="1">
                <a:off x="-238020" y="1676400"/>
                <a:ext cx="84380" cy="1307168"/>
              </a:xfrm>
              <a:prstGeom prst="rect">
                <a:avLst/>
              </a:prstGeom>
              <a:grpFill/>
              <a:ln w="9525">
                <a:solidFill>
                  <a:schemeClr val="tx1">
                    <a:lumMod val="50000"/>
                    <a:lumOff val="50000"/>
                  </a:schemeClr>
                </a:solidFill>
                <a:prstDash val="sysDash"/>
                <a:round/>
                <a:headEnd/>
                <a:tailEnd/>
              </a:ln>
            </p:spPr>
            <p:txBody>
              <a:bodyPr lIns="72000" tIns="36000" rIns="72000" bIns="36000" rtlCol="0" anchor="ctr">
                <a:prstTxWarp prst="textNoShape">
                  <a:avLst/>
                </a:prstTxWarp>
                <a:noAutofit/>
              </a:bodyPr>
              <a:lstStyle/>
              <a:p>
                <a:pPr algn="ctr" fontAlgn="base">
                  <a:lnSpc>
                    <a:spcPct val="112000"/>
                  </a:lnSpc>
                  <a:spcAft>
                    <a:spcPct val="0"/>
                  </a:spcAft>
                  <a:buFont typeface="Abadi MT Condensed Extra Bold" pitchFamily="-106" charset="0"/>
                  <a:buNone/>
                </a:pPr>
                <a:endParaRPr lang="en-GB" sz="1400" b="0" i="0">
                  <a:solidFill>
                    <a:srgbClr val="000000"/>
                  </a:solidFill>
                  <a:latin typeface="Helvetica" pitchFamily="2" charset="0"/>
                </a:endParaRPr>
              </a:p>
            </p:txBody>
          </p:sp>
        </p:grpSp>
        <p:sp>
          <p:nvSpPr>
            <p:cNvPr id="27" name="Ellipse 26">
              <a:extLst>
                <a:ext uri="{FF2B5EF4-FFF2-40B4-BE49-F238E27FC236}">
                  <a16:creationId xmlns:a16="http://schemas.microsoft.com/office/drawing/2014/main" id="{1BE2BE7C-25B7-AD4D-F62C-9FB520FE7CF9}"/>
                </a:ext>
              </a:extLst>
            </p:cNvPr>
            <p:cNvSpPr/>
            <p:nvPr/>
          </p:nvSpPr>
          <p:spPr>
            <a:xfrm>
              <a:off x="-387701" y="3822440"/>
              <a:ext cx="80122" cy="80122"/>
            </a:xfrm>
            <a:prstGeom prst="ellipse">
              <a:avLst/>
            </a:prstGeom>
            <a:solidFill>
              <a:srgbClr val="86909A"/>
            </a:solidFill>
            <a:ln>
              <a:noFill/>
            </a:ln>
          </p:spPr>
          <p:txBody>
            <a:bodyPr wrap="square" lIns="182880" tIns="182880" rIns="182880" bIns="182880" rtlCol="0" anchor="ctr"/>
            <a:lstStyle/>
            <a:p>
              <a:pPr algn="l" defTabSz="554492">
                <a:spcAft>
                  <a:spcPts val="600"/>
                </a:spcAft>
              </a:pPr>
              <a:endParaRPr lang="fr-FR" sz="1100" dirty="0">
                <a:latin typeface="Poppins" pitchFamily="2" charset="77"/>
                <a:cs typeface="Poppins" pitchFamily="2" charset="77"/>
              </a:endParaRPr>
            </a:p>
          </p:txBody>
        </p:sp>
      </p:grpSp>
    </p:spTree>
    <p:extLst>
      <p:ext uri="{BB962C8B-B14F-4D97-AF65-F5344CB8AC3E}">
        <p14:creationId xmlns:p14="http://schemas.microsoft.com/office/powerpoint/2010/main" val="35843593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4_Relances et citations 2">
    <p:bg>
      <p:bgPr>
        <a:solidFill>
          <a:schemeClr val="bg2">
            <a:lumMod val="90000"/>
          </a:schemeClr>
        </a:solidFill>
        <a:effectLst/>
      </p:bgPr>
    </p:bg>
    <p:spTree>
      <p:nvGrpSpPr>
        <p:cNvPr id="1" name=""/>
        <p:cNvGrpSpPr/>
        <p:nvPr/>
      </p:nvGrpSpPr>
      <p:grpSpPr>
        <a:xfrm>
          <a:off x="0" y="0"/>
          <a:ext cx="0" cy="0"/>
          <a:chOff x="0" y="0"/>
          <a:chExt cx="0" cy="0"/>
        </a:xfrm>
      </p:grpSpPr>
      <p:sp>
        <p:nvSpPr>
          <p:cNvPr id="15" name="object 11">
            <a:extLst>
              <a:ext uri="{FF2B5EF4-FFF2-40B4-BE49-F238E27FC236}">
                <a16:creationId xmlns:a16="http://schemas.microsoft.com/office/drawing/2014/main" id="{28200230-EE00-CB18-FE98-B4D6B3AFA489}"/>
              </a:ext>
            </a:extLst>
          </p:cNvPr>
          <p:cNvSpPr/>
          <p:nvPr/>
        </p:nvSpPr>
        <p:spPr>
          <a:xfrm>
            <a:off x="11397941" y="0"/>
            <a:ext cx="794059" cy="6858000"/>
          </a:xfrm>
          <a:custGeom>
            <a:avLst/>
            <a:gdLst/>
            <a:ahLst/>
            <a:cxnLst/>
            <a:rect l="l" t="t" r="r" b="b"/>
            <a:pathLst>
              <a:path w="1309369" h="11308715">
                <a:moveTo>
                  <a:pt x="1308860" y="0"/>
                </a:moveTo>
                <a:lnTo>
                  <a:pt x="0" y="0"/>
                </a:lnTo>
                <a:lnTo>
                  <a:pt x="0" y="11308556"/>
                </a:lnTo>
                <a:lnTo>
                  <a:pt x="1308860" y="11308556"/>
                </a:lnTo>
                <a:lnTo>
                  <a:pt x="1308860" y="0"/>
                </a:lnTo>
                <a:close/>
              </a:path>
            </a:pathLst>
          </a:custGeom>
          <a:solidFill>
            <a:schemeClr val="bg1"/>
          </a:solidFill>
          <a:ln>
            <a:noFill/>
          </a:ln>
        </p:spPr>
        <p:txBody>
          <a:bodyPr wrap="square" lIns="0" tIns="0" rIns="0" bIns="0" rtlCol="0"/>
          <a:lstStyle/>
          <a:p>
            <a:endParaRPr sz="1092"/>
          </a:p>
        </p:txBody>
      </p:sp>
      <p:sp>
        <p:nvSpPr>
          <p:cNvPr id="16" name="object 14">
            <a:extLst>
              <a:ext uri="{FF2B5EF4-FFF2-40B4-BE49-F238E27FC236}">
                <a16:creationId xmlns:a16="http://schemas.microsoft.com/office/drawing/2014/main" id="{B5C63C2D-312C-96AA-A80F-C593CAD56FEC}"/>
              </a:ext>
            </a:extLst>
          </p:cNvPr>
          <p:cNvSpPr/>
          <p:nvPr/>
        </p:nvSpPr>
        <p:spPr>
          <a:xfrm>
            <a:off x="11397456" y="6063824"/>
            <a:ext cx="794059" cy="0"/>
          </a:xfrm>
          <a:custGeom>
            <a:avLst/>
            <a:gdLst/>
            <a:ahLst/>
            <a:cxnLst/>
            <a:rect l="l" t="t" r="r" b="b"/>
            <a:pathLst>
              <a:path w="1309369">
                <a:moveTo>
                  <a:pt x="0" y="0"/>
                </a:moveTo>
                <a:lnTo>
                  <a:pt x="1308860" y="0"/>
                </a:lnTo>
              </a:path>
            </a:pathLst>
          </a:custGeom>
          <a:ln w="7853">
            <a:solidFill>
              <a:schemeClr val="tx1"/>
            </a:solidFill>
          </a:ln>
        </p:spPr>
        <p:txBody>
          <a:bodyPr wrap="square" lIns="0" tIns="0" rIns="0" bIns="0" rtlCol="0"/>
          <a:lstStyle/>
          <a:p>
            <a:endParaRPr sz="1092"/>
          </a:p>
        </p:txBody>
      </p:sp>
      <p:pic>
        <p:nvPicPr>
          <p:cNvPr id="17" name="Graphique 16">
            <a:extLst>
              <a:ext uri="{FF2B5EF4-FFF2-40B4-BE49-F238E27FC236}">
                <a16:creationId xmlns:a16="http://schemas.microsoft.com/office/drawing/2014/main" id="{F5DA0E10-B77F-F3C9-7113-35BB51E47AA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646607" y="6340088"/>
            <a:ext cx="330919" cy="214383"/>
          </a:xfrm>
          <a:prstGeom prst="rect">
            <a:avLst/>
          </a:prstGeom>
        </p:spPr>
      </p:pic>
      <p:pic>
        <p:nvPicPr>
          <p:cNvPr id="2" name="Image 1">
            <a:extLst>
              <a:ext uri="{FF2B5EF4-FFF2-40B4-BE49-F238E27FC236}">
                <a16:creationId xmlns:a16="http://schemas.microsoft.com/office/drawing/2014/main" id="{B7FED598-0216-376C-F4EE-27D538DB699F}"/>
              </a:ext>
            </a:extLst>
          </p:cNvPr>
          <p:cNvPicPr>
            <a:picLocks noChangeAspect="1"/>
          </p:cNvPicPr>
          <p:nvPr/>
        </p:nvPicPr>
        <p:blipFill>
          <a:blip r:embed="rId4" cstate="hqprint">
            <a:extLst>
              <a:ext uri="{28A0092B-C50C-407E-A947-70E740481C1C}">
                <a14:useLocalDpi xmlns:a14="http://schemas.microsoft.com/office/drawing/2010/main"/>
              </a:ext>
            </a:extLst>
          </a:blip>
          <a:stretch>
            <a:fillRect/>
          </a:stretch>
        </p:blipFill>
        <p:spPr>
          <a:xfrm>
            <a:off x="0" y="-707900"/>
            <a:ext cx="3214122" cy="233853"/>
          </a:xfrm>
          <a:prstGeom prst="rect">
            <a:avLst/>
          </a:prstGeom>
        </p:spPr>
      </p:pic>
      <p:sp>
        <p:nvSpPr>
          <p:cNvPr id="3" name="ZoneTexte 2">
            <a:extLst>
              <a:ext uri="{FF2B5EF4-FFF2-40B4-BE49-F238E27FC236}">
                <a16:creationId xmlns:a16="http://schemas.microsoft.com/office/drawing/2014/main" id="{8974E4C4-FCCE-D1EE-EF6E-6713F409846D}"/>
              </a:ext>
            </a:extLst>
          </p:cNvPr>
          <p:cNvSpPr txBox="1"/>
          <p:nvPr/>
        </p:nvSpPr>
        <p:spPr>
          <a:xfrm>
            <a:off x="-83525" y="-1182512"/>
            <a:ext cx="3299301" cy="415498"/>
          </a:xfrm>
          <a:prstGeom prst="rect">
            <a:avLst/>
          </a:prstGeom>
          <a:noFill/>
        </p:spPr>
        <p:txBody>
          <a:bodyPr wrap="none" rtlCol="0">
            <a:spAutoFit/>
          </a:bodyPr>
          <a:lstStyle/>
          <a:p>
            <a:r>
              <a:rPr lang="en-US" sz="1200" b="1" dirty="0">
                <a:solidFill>
                  <a:schemeClr val="tx1">
                    <a:lumMod val="50000"/>
                    <a:lumOff val="50000"/>
                  </a:schemeClr>
                </a:solidFill>
                <a:latin typeface="+mj-lt"/>
              </a:rPr>
              <a:t>Couleurs </a:t>
            </a:r>
            <a:r>
              <a:rPr lang="en-US" sz="1200" b="1" dirty="0" err="1">
                <a:solidFill>
                  <a:schemeClr val="tx1">
                    <a:lumMod val="50000"/>
                    <a:lumOff val="50000"/>
                  </a:schemeClr>
                </a:solidFill>
                <a:latin typeface="+mj-lt"/>
              </a:rPr>
              <a:t>primaires</a:t>
            </a:r>
            <a:r>
              <a:rPr lang="en-US" sz="1200" b="1" dirty="0">
                <a:solidFill>
                  <a:schemeClr val="tx1">
                    <a:lumMod val="50000"/>
                    <a:lumOff val="50000"/>
                  </a:schemeClr>
                </a:solidFill>
                <a:latin typeface="+mj-lt"/>
              </a:rPr>
              <a:t> et proportions </a:t>
            </a:r>
            <a:r>
              <a:rPr lang="en-US" sz="1200" b="1" dirty="0" err="1">
                <a:solidFill>
                  <a:schemeClr val="tx1">
                    <a:lumMod val="50000"/>
                    <a:lumOff val="50000"/>
                  </a:schemeClr>
                </a:solidFill>
                <a:latin typeface="+mj-lt"/>
              </a:rPr>
              <a:t>d’usage</a:t>
            </a:r>
            <a:br>
              <a:rPr lang="en-US" sz="1200" b="1" dirty="0">
                <a:solidFill>
                  <a:schemeClr val="tx1">
                    <a:lumMod val="50000"/>
                    <a:lumOff val="50000"/>
                  </a:schemeClr>
                </a:solidFill>
                <a:latin typeface="+mj-lt"/>
              </a:rPr>
            </a:br>
            <a:r>
              <a:rPr lang="en-US" sz="900" b="0" i="1" dirty="0">
                <a:solidFill>
                  <a:schemeClr val="tx1">
                    <a:lumMod val="50000"/>
                    <a:lumOff val="50000"/>
                  </a:schemeClr>
                </a:solidFill>
                <a:latin typeface="+mj-lt"/>
              </a:rPr>
              <a:t>texts, titles, graphical elements</a:t>
            </a:r>
            <a:endParaRPr lang="en-US" sz="1200" b="0" i="1" dirty="0">
              <a:solidFill>
                <a:schemeClr val="tx1">
                  <a:lumMod val="50000"/>
                  <a:lumOff val="50000"/>
                </a:schemeClr>
              </a:solidFill>
              <a:latin typeface="+mj-lt"/>
            </a:endParaRPr>
          </a:p>
        </p:txBody>
      </p:sp>
      <p:sp>
        <p:nvSpPr>
          <p:cNvPr id="4" name="ZoneTexte 3">
            <a:extLst>
              <a:ext uri="{FF2B5EF4-FFF2-40B4-BE49-F238E27FC236}">
                <a16:creationId xmlns:a16="http://schemas.microsoft.com/office/drawing/2014/main" id="{7F1A4054-20BF-5110-5DD9-523337F23F5B}"/>
              </a:ext>
            </a:extLst>
          </p:cNvPr>
          <p:cNvSpPr txBox="1"/>
          <p:nvPr/>
        </p:nvSpPr>
        <p:spPr>
          <a:xfrm>
            <a:off x="5120546" y="-1182512"/>
            <a:ext cx="1901483" cy="415498"/>
          </a:xfrm>
          <a:prstGeom prst="rect">
            <a:avLst/>
          </a:prstGeom>
          <a:noFill/>
        </p:spPr>
        <p:txBody>
          <a:bodyPr wrap="none" rtlCol="0">
            <a:spAutoFit/>
          </a:bodyPr>
          <a:lstStyle/>
          <a:p>
            <a:r>
              <a:rPr lang="en-US" sz="1200" b="1" dirty="0">
                <a:solidFill>
                  <a:schemeClr val="tx1">
                    <a:lumMod val="50000"/>
                    <a:lumOff val="50000"/>
                  </a:schemeClr>
                </a:solidFill>
                <a:latin typeface="+mj-lt"/>
              </a:rPr>
              <a:t>Categorical Data colors</a:t>
            </a:r>
            <a:br>
              <a:rPr lang="en-US" sz="1200" b="1" dirty="0">
                <a:solidFill>
                  <a:schemeClr val="tx1">
                    <a:lumMod val="50000"/>
                    <a:lumOff val="50000"/>
                  </a:schemeClr>
                </a:solidFill>
                <a:latin typeface="+mj-lt"/>
              </a:rPr>
            </a:br>
            <a:r>
              <a:rPr lang="en-US" sz="900" b="0" dirty="0" err="1">
                <a:solidFill>
                  <a:schemeClr val="tx1">
                    <a:lumMod val="50000"/>
                    <a:lumOff val="50000"/>
                  </a:schemeClr>
                </a:solidFill>
                <a:latin typeface="+mj-lt"/>
              </a:rPr>
              <a:t>datavizualisation</a:t>
            </a:r>
            <a:endParaRPr lang="en-US" sz="1200" b="0" dirty="0">
              <a:solidFill>
                <a:schemeClr val="tx1">
                  <a:lumMod val="50000"/>
                  <a:lumOff val="50000"/>
                </a:schemeClr>
              </a:solidFill>
              <a:latin typeface="+mj-lt"/>
            </a:endParaRPr>
          </a:p>
        </p:txBody>
      </p:sp>
      <p:sp>
        <p:nvSpPr>
          <p:cNvPr id="6" name="ZoneTexte 5">
            <a:extLst>
              <a:ext uri="{FF2B5EF4-FFF2-40B4-BE49-F238E27FC236}">
                <a16:creationId xmlns:a16="http://schemas.microsoft.com/office/drawing/2014/main" id="{C693C59C-CA76-2BEB-DA5B-02413784E07D}"/>
              </a:ext>
            </a:extLst>
          </p:cNvPr>
          <p:cNvSpPr txBox="1"/>
          <p:nvPr/>
        </p:nvSpPr>
        <p:spPr>
          <a:xfrm>
            <a:off x="8434402" y="-1182512"/>
            <a:ext cx="2034531" cy="415498"/>
          </a:xfrm>
          <a:prstGeom prst="rect">
            <a:avLst/>
          </a:prstGeom>
          <a:noFill/>
        </p:spPr>
        <p:txBody>
          <a:bodyPr wrap="none" rtlCol="0">
            <a:spAutoFit/>
          </a:bodyPr>
          <a:lstStyle/>
          <a:p>
            <a:r>
              <a:rPr lang="en-US" sz="1200" b="1" dirty="0">
                <a:solidFill>
                  <a:schemeClr val="tx1">
                    <a:lumMod val="50000"/>
                    <a:lumOff val="50000"/>
                  </a:schemeClr>
                </a:solidFill>
                <a:latin typeface="+mj-lt"/>
              </a:rPr>
              <a:t>Diverging yet continuous</a:t>
            </a:r>
            <a:br>
              <a:rPr lang="en-US" sz="1200" b="1" dirty="0">
                <a:solidFill>
                  <a:schemeClr val="tx1">
                    <a:lumMod val="50000"/>
                    <a:lumOff val="50000"/>
                  </a:schemeClr>
                </a:solidFill>
                <a:latin typeface="+mj-lt"/>
              </a:rPr>
            </a:br>
            <a:r>
              <a:rPr lang="en-US" sz="900" b="0" dirty="0">
                <a:solidFill>
                  <a:schemeClr val="tx1">
                    <a:lumMod val="50000"/>
                    <a:lumOff val="50000"/>
                  </a:schemeClr>
                </a:solidFill>
                <a:latin typeface="+mj-lt"/>
              </a:rPr>
              <a:t>Min/max e.g. from -20°C to +30°C</a:t>
            </a:r>
            <a:endParaRPr lang="en-US" sz="1200" b="0" dirty="0">
              <a:solidFill>
                <a:schemeClr val="tx1">
                  <a:lumMod val="50000"/>
                  <a:lumOff val="50000"/>
                </a:schemeClr>
              </a:solidFill>
              <a:latin typeface="+mj-lt"/>
            </a:endParaRPr>
          </a:p>
        </p:txBody>
      </p:sp>
      <p:sp>
        <p:nvSpPr>
          <p:cNvPr id="7" name="ZoneTexte 6">
            <a:extLst>
              <a:ext uri="{FF2B5EF4-FFF2-40B4-BE49-F238E27FC236}">
                <a16:creationId xmlns:a16="http://schemas.microsoft.com/office/drawing/2014/main" id="{85951C97-3EF4-8CB8-62EE-B38E7DACC527}"/>
              </a:ext>
            </a:extLst>
          </p:cNvPr>
          <p:cNvSpPr txBox="1"/>
          <p:nvPr/>
        </p:nvSpPr>
        <p:spPr>
          <a:xfrm>
            <a:off x="10635164" y="-1182512"/>
            <a:ext cx="1383712" cy="415498"/>
          </a:xfrm>
          <a:prstGeom prst="rect">
            <a:avLst/>
          </a:prstGeom>
          <a:noFill/>
        </p:spPr>
        <p:txBody>
          <a:bodyPr wrap="none" rtlCol="0">
            <a:spAutoFit/>
          </a:bodyPr>
          <a:lstStyle/>
          <a:p>
            <a:r>
              <a:rPr lang="en-US" sz="1200" b="1" dirty="0">
                <a:solidFill>
                  <a:schemeClr val="tx1">
                    <a:lumMod val="50000"/>
                    <a:lumOff val="50000"/>
                  </a:schemeClr>
                </a:solidFill>
                <a:latin typeface="+mj-lt"/>
              </a:rPr>
              <a:t>Semantical data</a:t>
            </a:r>
            <a:br>
              <a:rPr lang="en-US" sz="1200" b="1" dirty="0">
                <a:solidFill>
                  <a:schemeClr val="tx1">
                    <a:lumMod val="50000"/>
                    <a:lumOff val="50000"/>
                  </a:schemeClr>
                </a:solidFill>
                <a:latin typeface="+mj-lt"/>
              </a:rPr>
            </a:br>
            <a:r>
              <a:rPr lang="en-US" sz="900" b="0" dirty="0">
                <a:solidFill>
                  <a:schemeClr val="tx1">
                    <a:lumMod val="50000"/>
                    <a:lumOff val="50000"/>
                  </a:schemeClr>
                </a:solidFill>
                <a:latin typeface="+mj-lt"/>
              </a:rPr>
              <a:t>good, bad, caution, info</a:t>
            </a:r>
            <a:endParaRPr lang="en-US" sz="1200" b="0" dirty="0">
              <a:solidFill>
                <a:schemeClr val="tx1">
                  <a:lumMod val="50000"/>
                  <a:lumOff val="50000"/>
                </a:schemeClr>
              </a:solidFill>
              <a:latin typeface="+mj-lt"/>
            </a:endParaRPr>
          </a:p>
        </p:txBody>
      </p:sp>
      <p:grpSp>
        <p:nvGrpSpPr>
          <p:cNvPr id="8" name="Groupe 7">
            <a:extLst>
              <a:ext uri="{FF2B5EF4-FFF2-40B4-BE49-F238E27FC236}">
                <a16:creationId xmlns:a16="http://schemas.microsoft.com/office/drawing/2014/main" id="{10D91616-1BDD-A0E4-7C79-775A3F6F7BB5}"/>
              </a:ext>
            </a:extLst>
          </p:cNvPr>
          <p:cNvGrpSpPr/>
          <p:nvPr/>
        </p:nvGrpSpPr>
        <p:grpSpPr>
          <a:xfrm rot="16200000">
            <a:off x="1533744" y="-1953971"/>
            <a:ext cx="177114" cy="3232055"/>
            <a:chOff x="12192000" y="3618000"/>
            <a:chExt cx="177114" cy="3232055"/>
          </a:xfrm>
          <a:effectLst>
            <a:outerShdw blurRad="50800" dist="38100" dir="16200000" rotWithShape="0">
              <a:prstClr val="black">
                <a:alpha val="40000"/>
              </a:prstClr>
            </a:outerShdw>
          </a:effectLst>
        </p:grpSpPr>
        <p:sp>
          <p:nvSpPr>
            <p:cNvPr id="9" name="Rectangle 8">
              <a:extLst>
                <a:ext uri="{FF2B5EF4-FFF2-40B4-BE49-F238E27FC236}">
                  <a16:creationId xmlns:a16="http://schemas.microsoft.com/office/drawing/2014/main" id="{229B5785-578B-32A2-4440-3415A198E572}"/>
                </a:ext>
              </a:extLst>
            </p:cNvPr>
            <p:cNvSpPr>
              <a:spLocks noChangeAspect="1"/>
            </p:cNvSpPr>
            <p:nvPr/>
          </p:nvSpPr>
          <p:spPr>
            <a:xfrm>
              <a:off x="12192000" y="3618000"/>
              <a:ext cx="177114" cy="360000"/>
            </a:xfrm>
            <a:prstGeom prst="rect">
              <a:avLst/>
            </a:prstGeom>
            <a:solidFill>
              <a:srgbClr val="E6F5FC"/>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srgbClr val="FEFEFE"/>
                </a:solidFill>
                <a:effectLst/>
                <a:uLnTx/>
                <a:uFillTx/>
                <a:latin typeface="Arial"/>
                <a:ea typeface="+mn-ea"/>
                <a:cs typeface="+mn-cs"/>
              </a:endParaRPr>
            </a:p>
          </p:txBody>
        </p:sp>
        <p:sp>
          <p:nvSpPr>
            <p:cNvPr id="10" name="Rectangle 9">
              <a:extLst>
                <a:ext uri="{FF2B5EF4-FFF2-40B4-BE49-F238E27FC236}">
                  <a16:creationId xmlns:a16="http://schemas.microsoft.com/office/drawing/2014/main" id="{C7FBA277-6920-1E9F-F43F-271B8BF4A22D}"/>
                </a:ext>
              </a:extLst>
            </p:cNvPr>
            <p:cNvSpPr>
              <a:spLocks noChangeAspect="1"/>
            </p:cNvSpPr>
            <p:nvPr/>
          </p:nvSpPr>
          <p:spPr>
            <a:xfrm>
              <a:off x="12192000" y="3978000"/>
              <a:ext cx="177114" cy="360000"/>
            </a:xfrm>
            <a:prstGeom prst="rect">
              <a:avLst/>
            </a:prstGeom>
            <a:solidFill>
              <a:srgbClr val="B2E1F6"/>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srgbClr val="FEFEFE"/>
                </a:solidFill>
                <a:effectLst/>
                <a:uLnTx/>
                <a:uFillTx/>
                <a:latin typeface="Arial"/>
                <a:ea typeface="+mn-ea"/>
                <a:cs typeface="+mn-cs"/>
              </a:endParaRPr>
            </a:p>
          </p:txBody>
        </p:sp>
        <p:sp>
          <p:nvSpPr>
            <p:cNvPr id="11" name="Rectangle 10">
              <a:extLst>
                <a:ext uri="{FF2B5EF4-FFF2-40B4-BE49-F238E27FC236}">
                  <a16:creationId xmlns:a16="http://schemas.microsoft.com/office/drawing/2014/main" id="{563CB4ED-6B02-F769-EA06-813806496954}"/>
                </a:ext>
              </a:extLst>
            </p:cNvPr>
            <p:cNvSpPr>
              <a:spLocks noChangeAspect="1"/>
            </p:cNvSpPr>
            <p:nvPr/>
          </p:nvSpPr>
          <p:spPr>
            <a:xfrm>
              <a:off x="12192000" y="4338000"/>
              <a:ext cx="177114" cy="360000"/>
            </a:xfrm>
            <a:prstGeom prst="rect">
              <a:avLst/>
            </a:prstGeom>
            <a:solidFill>
              <a:srgbClr val="66C4ED"/>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srgbClr val="FEFEFE"/>
                </a:solidFill>
                <a:effectLst/>
                <a:uLnTx/>
                <a:uFillTx/>
                <a:latin typeface="Arial"/>
                <a:ea typeface="+mn-ea"/>
                <a:cs typeface="+mn-cs"/>
              </a:endParaRPr>
            </a:p>
          </p:txBody>
        </p:sp>
        <p:sp>
          <p:nvSpPr>
            <p:cNvPr id="12" name="Rectangle 11">
              <a:extLst>
                <a:ext uri="{FF2B5EF4-FFF2-40B4-BE49-F238E27FC236}">
                  <a16:creationId xmlns:a16="http://schemas.microsoft.com/office/drawing/2014/main" id="{1D6A64D5-A8B9-C47B-9F61-8B852B9E7EC4}"/>
                </a:ext>
              </a:extLst>
            </p:cNvPr>
            <p:cNvSpPr>
              <a:spLocks noChangeAspect="1"/>
            </p:cNvSpPr>
            <p:nvPr/>
          </p:nvSpPr>
          <p:spPr>
            <a:xfrm>
              <a:off x="12192000" y="4698000"/>
              <a:ext cx="177114" cy="360000"/>
            </a:xfrm>
            <a:prstGeom prst="rect">
              <a:avLst/>
            </a:prstGeom>
            <a:solidFill>
              <a:srgbClr val="33B1E5"/>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srgbClr val="FEFEFE"/>
                </a:solidFill>
                <a:effectLst/>
                <a:uLnTx/>
                <a:uFillTx/>
                <a:latin typeface="Arial"/>
                <a:ea typeface="+mn-ea"/>
                <a:cs typeface="+mn-cs"/>
              </a:endParaRPr>
            </a:p>
          </p:txBody>
        </p:sp>
        <p:sp>
          <p:nvSpPr>
            <p:cNvPr id="18" name="Rectangle 17">
              <a:extLst>
                <a:ext uri="{FF2B5EF4-FFF2-40B4-BE49-F238E27FC236}">
                  <a16:creationId xmlns:a16="http://schemas.microsoft.com/office/drawing/2014/main" id="{125237E4-01FB-8521-F906-738555AF97F4}"/>
                </a:ext>
              </a:extLst>
            </p:cNvPr>
            <p:cNvSpPr>
              <a:spLocks noChangeAspect="1"/>
            </p:cNvSpPr>
            <p:nvPr/>
          </p:nvSpPr>
          <p:spPr>
            <a:xfrm>
              <a:off x="12192000" y="5058000"/>
              <a:ext cx="177114" cy="360000"/>
            </a:xfrm>
            <a:prstGeom prst="rect">
              <a:avLst/>
            </a:prstGeom>
            <a:solidFill>
              <a:srgbClr val="009DD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srgbClr val="FEFEFE"/>
                </a:solidFill>
                <a:effectLst/>
                <a:uLnTx/>
                <a:uFillTx/>
                <a:latin typeface="Arial"/>
                <a:ea typeface="+mn-ea"/>
                <a:cs typeface="+mn-cs"/>
              </a:endParaRPr>
            </a:p>
          </p:txBody>
        </p:sp>
        <p:sp>
          <p:nvSpPr>
            <p:cNvPr id="38" name="Rectangle 37">
              <a:extLst>
                <a:ext uri="{FF2B5EF4-FFF2-40B4-BE49-F238E27FC236}">
                  <a16:creationId xmlns:a16="http://schemas.microsoft.com/office/drawing/2014/main" id="{84312384-73B5-34AD-A438-D94DAC46D19A}"/>
                </a:ext>
              </a:extLst>
            </p:cNvPr>
            <p:cNvSpPr>
              <a:spLocks noChangeAspect="1"/>
            </p:cNvSpPr>
            <p:nvPr/>
          </p:nvSpPr>
          <p:spPr>
            <a:xfrm>
              <a:off x="12192000" y="5418000"/>
              <a:ext cx="177114" cy="360000"/>
            </a:xfrm>
            <a:prstGeom prst="rect">
              <a:avLst/>
            </a:prstGeom>
            <a:solidFill>
              <a:srgbClr val="0079B8"/>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srgbClr val="FEFEFE"/>
                </a:solidFill>
                <a:effectLst/>
                <a:uLnTx/>
                <a:uFillTx/>
                <a:latin typeface="Arial"/>
                <a:ea typeface="+mn-ea"/>
                <a:cs typeface="+mn-cs"/>
              </a:endParaRPr>
            </a:p>
          </p:txBody>
        </p:sp>
        <p:sp>
          <p:nvSpPr>
            <p:cNvPr id="39" name="Rectangle 38">
              <a:extLst>
                <a:ext uri="{FF2B5EF4-FFF2-40B4-BE49-F238E27FC236}">
                  <a16:creationId xmlns:a16="http://schemas.microsoft.com/office/drawing/2014/main" id="{F26EE704-B996-392A-4B65-488287619A40}"/>
                </a:ext>
              </a:extLst>
            </p:cNvPr>
            <p:cNvSpPr>
              <a:spLocks noChangeAspect="1"/>
            </p:cNvSpPr>
            <p:nvPr/>
          </p:nvSpPr>
          <p:spPr>
            <a:xfrm>
              <a:off x="12192000" y="5770055"/>
              <a:ext cx="177114" cy="360000"/>
            </a:xfrm>
            <a:prstGeom prst="rect">
              <a:avLst/>
            </a:prstGeom>
            <a:solidFill>
              <a:srgbClr val="015C9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srgbClr val="FEFEFE"/>
                </a:solidFill>
                <a:effectLst/>
                <a:uLnTx/>
                <a:uFillTx/>
                <a:latin typeface="Arial"/>
                <a:ea typeface="+mn-ea"/>
                <a:cs typeface="+mn-cs"/>
              </a:endParaRPr>
            </a:p>
          </p:txBody>
        </p:sp>
        <p:sp>
          <p:nvSpPr>
            <p:cNvPr id="40" name="Rectangle 39">
              <a:extLst>
                <a:ext uri="{FF2B5EF4-FFF2-40B4-BE49-F238E27FC236}">
                  <a16:creationId xmlns:a16="http://schemas.microsoft.com/office/drawing/2014/main" id="{B129495F-A0B7-17E2-4715-723C6AA0EFBA}"/>
                </a:ext>
              </a:extLst>
            </p:cNvPr>
            <p:cNvSpPr>
              <a:spLocks noChangeAspect="1"/>
            </p:cNvSpPr>
            <p:nvPr/>
          </p:nvSpPr>
          <p:spPr>
            <a:xfrm>
              <a:off x="12192000" y="6130055"/>
              <a:ext cx="177114" cy="360000"/>
            </a:xfrm>
            <a:prstGeom prst="rect">
              <a:avLst/>
            </a:prstGeom>
            <a:solidFill>
              <a:srgbClr val="00406B"/>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srgbClr val="FEFEFE"/>
                </a:solidFill>
                <a:effectLst/>
                <a:uLnTx/>
                <a:uFillTx/>
                <a:latin typeface="Arial"/>
                <a:ea typeface="+mn-ea"/>
                <a:cs typeface="+mn-cs"/>
              </a:endParaRPr>
            </a:p>
          </p:txBody>
        </p:sp>
        <p:sp>
          <p:nvSpPr>
            <p:cNvPr id="41" name="Rectangle 40">
              <a:extLst>
                <a:ext uri="{FF2B5EF4-FFF2-40B4-BE49-F238E27FC236}">
                  <a16:creationId xmlns:a16="http://schemas.microsoft.com/office/drawing/2014/main" id="{FBFC85F3-AC47-E04A-B60D-ABD11C98AC19}"/>
                </a:ext>
              </a:extLst>
            </p:cNvPr>
            <p:cNvSpPr>
              <a:spLocks noChangeAspect="1"/>
            </p:cNvSpPr>
            <p:nvPr/>
          </p:nvSpPr>
          <p:spPr>
            <a:xfrm>
              <a:off x="12192000" y="6490055"/>
              <a:ext cx="177114" cy="360000"/>
            </a:xfrm>
            <a:prstGeom prst="rect">
              <a:avLst/>
            </a:prstGeom>
            <a:solidFill>
              <a:srgbClr val="001F46"/>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dirty="0">
                <a:ln>
                  <a:noFill/>
                </a:ln>
                <a:solidFill>
                  <a:srgbClr val="FEFEFE"/>
                </a:solidFill>
                <a:effectLst/>
                <a:uLnTx/>
                <a:uFillTx/>
                <a:latin typeface="Arial"/>
                <a:ea typeface="+mn-ea"/>
                <a:cs typeface="+mn-cs"/>
              </a:endParaRPr>
            </a:p>
          </p:txBody>
        </p:sp>
      </p:grpSp>
      <p:sp>
        <p:nvSpPr>
          <p:cNvPr id="42" name="Rectangle 41">
            <a:extLst>
              <a:ext uri="{FF2B5EF4-FFF2-40B4-BE49-F238E27FC236}">
                <a16:creationId xmlns:a16="http://schemas.microsoft.com/office/drawing/2014/main" id="{22B3C14C-5875-D801-5721-11FAD6E2FCB7}"/>
              </a:ext>
            </a:extLst>
          </p:cNvPr>
          <p:cNvSpPr>
            <a:spLocks noChangeAspect="1"/>
          </p:cNvSpPr>
          <p:nvPr/>
        </p:nvSpPr>
        <p:spPr>
          <a:xfrm>
            <a:off x="3209301" y="-707900"/>
            <a:ext cx="360000" cy="458514"/>
          </a:xfrm>
          <a:prstGeom prst="rect">
            <a:avLst/>
          </a:prstGeom>
          <a:solidFill>
            <a:schemeClr val="bg2"/>
          </a:solidFill>
          <a:ln w="12700" cap="flat" cmpd="sng" algn="ctr">
            <a:noFill/>
            <a:prstDash val="solid"/>
            <a:miter lim="800000"/>
          </a:ln>
          <a:effectLst>
            <a:outerShdw blurRad="50800" dist="38100" algn="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srgbClr val="FEFEFE"/>
              </a:solidFill>
              <a:effectLst/>
              <a:uLnTx/>
              <a:uFillTx/>
              <a:latin typeface="Arial"/>
              <a:ea typeface="+mn-ea"/>
              <a:cs typeface="+mn-cs"/>
            </a:endParaRPr>
          </a:p>
        </p:txBody>
      </p:sp>
      <p:pic>
        <p:nvPicPr>
          <p:cNvPr id="43" name="Image 42">
            <a:extLst>
              <a:ext uri="{FF2B5EF4-FFF2-40B4-BE49-F238E27FC236}">
                <a16:creationId xmlns:a16="http://schemas.microsoft.com/office/drawing/2014/main" id="{E9AA19F3-2196-2542-EE41-A0414FEDF7CC}"/>
              </a:ext>
            </a:extLst>
          </p:cNvPr>
          <p:cNvPicPr>
            <a:picLocks noChangeAspect="1"/>
          </p:cNvPicPr>
          <p:nvPr/>
        </p:nvPicPr>
        <p:blipFill>
          <a:blip r:embed="rId5" cstate="hqprint">
            <a:extLst>
              <a:ext uri="{28A0092B-C50C-407E-A947-70E740481C1C}">
                <a14:useLocalDpi xmlns:a14="http://schemas.microsoft.com/office/drawing/2010/main"/>
              </a:ext>
            </a:extLst>
          </a:blip>
          <a:stretch>
            <a:fillRect/>
          </a:stretch>
        </p:blipFill>
        <p:spPr>
          <a:xfrm>
            <a:off x="10727310" y="-684814"/>
            <a:ext cx="996358" cy="210768"/>
          </a:xfrm>
          <a:prstGeom prst="rect">
            <a:avLst/>
          </a:prstGeom>
        </p:spPr>
      </p:pic>
      <p:pic>
        <p:nvPicPr>
          <p:cNvPr id="44" name="Image 43">
            <a:extLst>
              <a:ext uri="{FF2B5EF4-FFF2-40B4-BE49-F238E27FC236}">
                <a16:creationId xmlns:a16="http://schemas.microsoft.com/office/drawing/2014/main" id="{03C561AC-47B7-3779-B374-2810C74D8A74}"/>
              </a:ext>
            </a:extLst>
          </p:cNvPr>
          <p:cNvPicPr>
            <a:picLocks noChangeAspect="1"/>
          </p:cNvPicPr>
          <p:nvPr/>
        </p:nvPicPr>
        <p:blipFill>
          <a:blip r:embed="rId6" cstate="hqprint">
            <a:extLst>
              <a:ext uri="{28A0092B-C50C-407E-A947-70E740481C1C}">
                <a14:useLocalDpi xmlns:a14="http://schemas.microsoft.com/office/drawing/2010/main"/>
              </a:ext>
            </a:extLst>
          </a:blip>
          <a:stretch>
            <a:fillRect/>
          </a:stretch>
        </p:blipFill>
        <p:spPr>
          <a:xfrm>
            <a:off x="8505617" y="-684815"/>
            <a:ext cx="1298176" cy="210998"/>
          </a:xfrm>
          <a:prstGeom prst="rect">
            <a:avLst/>
          </a:prstGeom>
        </p:spPr>
      </p:pic>
      <p:pic>
        <p:nvPicPr>
          <p:cNvPr id="45" name="Image 44">
            <a:extLst>
              <a:ext uri="{FF2B5EF4-FFF2-40B4-BE49-F238E27FC236}">
                <a16:creationId xmlns:a16="http://schemas.microsoft.com/office/drawing/2014/main" id="{2658E438-9345-ACDB-AA7F-B1E09ADC768C}"/>
              </a:ext>
            </a:extLst>
          </p:cNvPr>
          <p:cNvPicPr>
            <a:picLocks noChangeAspect="1"/>
          </p:cNvPicPr>
          <p:nvPr/>
        </p:nvPicPr>
        <p:blipFill>
          <a:blip r:embed="rId7" cstate="hqprint">
            <a:extLst>
              <a:ext uri="{28A0092B-C50C-407E-A947-70E740481C1C}">
                <a14:useLocalDpi xmlns:a14="http://schemas.microsoft.com/office/drawing/2010/main"/>
              </a:ext>
            </a:extLst>
          </a:blip>
          <a:stretch>
            <a:fillRect/>
          </a:stretch>
        </p:blipFill>
        <p:spPr>
          <a:xfrm>
            <a:off x="3614053" y="-682287"/>
            <a:ext cx="1281206" cy="208240"/>
          </a:xfrm>
          <a:prstGeom prst="rect">
            <a:avLst/>
          </a:prstGeom>
        </p:spPr>
      </p:pic>
      <p:cxnSp>
        <p:nvCxnSpPr>
          <p:cNvPr id="46" name="Connecteur droit 45">
            <a:extLst>
              <a:ext uri="{FF2B5EF4-FFF2-40B4-BE49-F238E27FC236}">
                <a16:creationId xmlns:a16="http://schemas.microsoft.com/office/drawing/2014/main" id="{3299B7A8-B351-DA63-04F7-70984859243A}"/>
              </a:ext>
            </a:extLst>
          </p:cNvPr>
          <p:cNvCxnSpPr>
            <a:cxnSpLocks/>
          </p:cNvCxnSpPr>
          <p:nvPr/>
        </p:nvCxnSpPr>
        <p:spPr>
          <a:xfrm>
            <a:off x="5031646" y="-1173441"/>
            <a:ext cx="0" cy="1025471"/>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pic>
        <p:nvPicPr>
          <p:cNvPr id="47" name="Image 46">
            <a:extLst>
              <a:ext uri="{FF2B5EF4-FFF2-40B4-BE49-F238E27FC236}">
                <a16:creationId xmlns:a16="http://schemas.microsoft.com/office/drawing/2014/main" id="{C4FDE663-1D46-8E39-54DA-A9A3DEF5574D}"/>
              </a:ext>
            </a:extLst>
          </p:cNvPr>
          <p:cNvPicPr>
            <a:picLocks noChangeAspect="1"/>
          </p:cNvPicPr>
          <p:nvPr/>
        </p:nvPicPr>
        <p:blipFill>
          <a:blip r:embed="rId8" cstate="hqprint">
            <a:extLst>
              <a:ext uri="{28A0092B-C50C-407E-A947-70E740481C1C}">
                <a14:useLocalDpi xmlns:a14="http://schemas.microsoft.com/office/drawing/2010/main"/>
              </a:ext>
            </a:extLst>
          </a:blip>
          <a:stretch>
            <a:fillRect/>
          </a:stretch>
        </p:blipFill>
        <p:spPr>
          <a:xfrm>
            <a:off x="8505618" y="-358968"/>
            <a:ext cx="1298175" cy="210998"/>
          </a:xfrm>
          <a:prstGeom prst="rect">
            <a:avLst/>
          </a:prstGeom>
        </p:spPr>
      </p:pic>
      <p:pic>
        <p:nvPicPr>
          <p:cNvPr id="48" name="Image 47">
            <a:extLst>
              <a:ext uri="{FF2B5EF4-FFF2-40B4-BE49-F238E27FC236}">
                <a16:creationId xmlns:a16="http://schemas.microsoft.com/office/drawing/2014/main" id="{06A5A07C-FEDB-83D7-155A-52A2EDCB5E19}"/>
              </a:ext>
            </a:extLst>
          </p:cNvPr>
          <p:cNvPicPr>
            <a:picLocks noChangeAspect="1"/>
          </p:cNvPicPr>
          <p:nvPr/>
        </p:nvPicPr>
        <p:blipFill>
          <a:blip r:embed="rId9" cstate="hqprint">
            <a:extLst>
              <a:ext uri="{28A0092B-C50C-407E-A947-70E740481C1C}">
                <a14:useLocalDpi xmlns:a14="http://schemas.microsoft.com/office/drawing/2010/main"/>
              </a:ext>
            </a:extLst>
          </a:blip>
          <a:stretch>
            <a:fillRect/>
          </a:stretch>
        </p:blipFill>
        <p:spPr>
          <a:xfrm>
            <a:off x="5210908" y="-686696"/>
            <a:ext cx="3044233" cy="219365"/>
          </a:xfrm>
          <a:prstGeom prst="rect">
            <a:avLst/>
          </a:prstGeom>
        </p:spPr>
      </p:pic>
      <p:cxnSp>
        <p:nvCxnSpPr>
          <p:cNvPr id="49" name="Connecteur droit 48">
            <a:extLst>
              <a:ext uri="{FF2B5EF4-FFF2-40B4-BE49-F238E27FC236}">
                <a16:creationId xmlns:a16="http://schemas.microsoft.com/office/drawing/2014/main" id="{48CE59C2-F9D0-71A5-4C47-6AA5032EF188}"/>
              </a:ext>
            </a:extLst>
          </p:cNvPr>
          <p:cNvCxnSpPr>
            <a:cxnSpLocks/>
          </p:cNvCxnSpPr>
          <p:nvPr/>
        </p:nvCxnSpPr>
        <p:spPr>
          <a:xfrm>
            <a:off x="8371194" y="-1173441"/>
            <a:ext cx="0" cy="1025471"/>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0" name="Connecteur droit 49">
            <a:extLst>
              <a:ext uri="{FF2B5EF4-FFF2-40B4-BE49-F238E27FC236}">
                <a16:creationId xmlns:a16="http://schemas.microsoft.com/office/drawing/2014/main" id="{D3A3880C-8FA9-0927-5841-E465FB38F2C4}"/>
              </a:ext>
            </a:extLst>
          </p:cNvPr>
          <p:cNvCxnSpPr>
            <a:cxnSpLocks/>
          </p:cNvCxnSpPr>
          <p:nvPr/>
        </p:nvCxnSpPr>
        <p:spPr>
          <a:xfrm>
            <a:off x="10544550" y="-1173441"/>
            <a:ext cx="0" cy="1025471"/>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53" name="Forme libre 52">
            <a:extLst>
              <a:ext uri="{FF2B5EF4-FFF2-40B4-BE49-F238E27FC236}">
                <a16:creationId xmlns:a16="http://schemas.microsoft.com/office/drawing/2014/main" id="{2BCAF65E-6D7A-79BA-455D-1FD15AF6EFB8}"/>
              </a:ext>
            </a:extLst>
          </p:cNvPr>
          <p:cNvSpPr/>
          <p:nvPr/>
        </p:nvSpPr>
        <p:spPr>
          <a:xfrm>
            <a:off x="3245490" y="0"/>
            <a:ext cx="8146410" cy="6292960"/>
          </a:xfrm>
          <a:custGeom>
            <a:avLst/>
            <a:gdLst>
              <a:gd name="connsiteX0" fmla="*/ 4212001 w 8146410"/>
              <a:gd name="connsiteY0" fmla="*/ 560182 h 6292960"/>
              <a:gd name="connsiteX1" fmla="*/ 2614231 w 8146410"/>
              <a:gd name="connsiteY1" fmla="*/ 2270974 h 6292960"/>
              <a:gd name="connsiteX2" fmla="*/ 4239833 w 8146410"/>
              <a:gd name="connsiteY2" fmla="*/ 4011339 h 6292960"/>
              <a:gd name="connsiteX3" fmla="*/ 5837603 w 8146410"/>
              <a:gd name="connsiteY3" fmla="*/ 2300547 h 6292960"/>
              <a:gd name="connsiteX4" fmla="*/ 4212001 w 8146410"/>
              <a:gd name="connsiteY4" fmla="*/ 560182 h 6292960"/>
              <a:gd name="connsiteX5" fmla="*/ 747349 w 8146410"/>
              <a:gd name="connsiteY5" fmla="*/ 0 h 6292960"/>
              <a:gd name="connsiteX6" fmla="*/ 7723978 w 8146410"/>
              <a:gd name="connsiteY6" fmla="*/ 0 h 6292960"/>
              <a:gd name="connsiteX7" fmla="*/ 7763914 w 8146410"/>
              <a:gd name="connsiteY7" fmla="*/ 54907 h 6292960"/>
              <a:gd name="connsiteX8" fmla="*/ 8137593 w 8146410"/>
              <a:gd name="connsiteY8" fmla="*/ 731470 h 6292960"/>
              <a:gd name="connsiteX9" fmla="*/ 8146410 w 8146410"/>
              <a:gd name="connsiteY9" fmla="*/ 753563 h 6292960"/>
              <a:gd name="connsiteX10" fmla="*/ 8146410 w 8146410"/>
              <a:gd name="connsiteY10" fmla="*/ 3786585 h 6292960"/>
              <a:gd name="connsiteX11" fmla="*/ 8133241 w 8146410"/>
              <a:gd name="connsiteY11" fmla="*/ 3819370 h 6292960"/>
              <a:gd name="connsiteX12" fmla="*/ 4212001 w 8146410"/>
              <a:gd name="connsiteY12" fmla="*/ 6292960 h 6292960"/>
              <a:gd name="connsiteX13" fmla="*/ 0 w 8146410"/>
              <a:gd name="connsiteY13" fmla="*/ 2300547 h 6292960"/>
              <a:gd name="connsiteX14" fmla="*/ 693060 w 8146410"/>
              <a:gd name="connsiteY14" fmla="*/ 74703 h 6292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8146410" h="6292960">
                <a:moveTo>
                  <a:pt x="4212001" y="560182"/>
                </a:moveTo>
                <a:cubicBezTo>
                  <a:pt x="3237323" y="560182"/>
                  <a:pt x="2614231" y="1336377"/>
                  <a:pt x="2614231" y="2270974"/>
                </a:cubicBezTo>
                <a:cubicBezTo>
                  <a:pt x="2614231" y="3205547"/>
                  <a:pt x="3293011" y="4011339"/>
                  <a:pt x="4239833" y="4011339"/>
                </a:cubicBezTo>
                <a:cubicBezTo>
                  <a:pt x="5221486" y="4011339"/>
                  <a:pt x="5837603" y="3235121"/>
                  <a:pt x="5837603" y="2300547"/>
                </a:cubicBezTo>
                <a:cubicBezTo>
                  <a:pt x="5837603" y="1365974"/>
                  <a:pt x="5158823" y="560182"/>
                  <a:pt x="4212001" y="560182"/>
                </a:cubicBezTo>
                <a:close/>
                <a:moveTo>
                  <a:pt x="747349" y="0"/>
                </a:moveTo>
                <a:lnTo>
                  <a:pt x="7723978" y="0"/>
                </a:lnTo>
                <a:lnTo>
                  <a:pt x="7763914" y="54907"/>
                </a:lnTo>
                <a:cubicBezTo>
                  <a:pt x="7910411" y="267167"/>
                  <a:pt x="8035679" y="493625"/>
                  <a:pt x="8137593" y="731470"/>
                </a:cubicBezTo>
                <a:lnTo>
                  <a:pt x="8146410" y="753563"/>
                </a:lnTo>
                <a:lnTo>
                  <a:pt x="8146410" y="3786585"/>
                </a:lnTo>
                <a:lnTo>
                  <a:pt x="8133241" y="3819370"/>
                </a:lnTo>
                <a:cubicBezTo>
                  <a:pt x="7513924" y="5256239"/>
                  <a:pt x="6046035" y="6292960"/>
                  <a:pt x="4212001" y="6292960"/>
                </a:cubicBezTo>
                <a:cubicBezTo>
                  <a:pt x="1766599" y="6292960"/>
                  <a:pt x="0" y="4476010"/>
                  <a:pt x="0" y="2300547"/>
                </a:cubicBezTo>
                <a:cubicBezTo>
                  <a:pt x="0" y="1484749"/>
                  <a:pt x="250387" y="716430"/>
                  <a:pt x="693060" y="74703"/>
                </a:cubicBezTo>
                <a:close/>
              </a:path>
            </a:pathLst>
          </a:cu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endParaRPr>
          </a:p>
        </p:txBody>
      </p:sp>
      <p:sp>
        <p:nvSpPr>
          <p:cNvPr id="54" name="Espace réservé du pied de page 4">
            <a:extLst>
              <a:ext uri="{FF2B5EF4-FFF2-40B4-BE49-F238E27FC236}">
                <a16:creationId xmlns:a16="http://schemas.microsoft.com/office/drawing/2014/main" id="{00E80A84-6424-CE1A-69F2-E5287C3E05B9}"/>
              </a:ext>
            </a:extLst>
          </p:cNvPr>
          <p:cNvSpPr>
            <a:spLocks noGrp="1"/>
          </p:cNvSpPr>
          <p:nvPr>
            <p:ph type="ftr" sz="quarter" idx="3"/>
          </p:nvPr>
        </p:nvSpPr>
        <p:spPr>
          <a:xfrm rot="16200000">
            <a:off x="9737570" y="2572960"/>
            <a:ext cx="4114800" cy="365125"/>
          </a:xfrm>
          <a:prstGeom prst="rect">
            <a:avLst/>
          </a:prstGeom>
        </p:spPr>
        <p:txBody>
          <a:bodyPr vert="horz" lIns="91440" tIns="45720" rIns="91440" bIns="45720" rtlCol="0" anchor="ctr"/>
          <a:lstStyle>
            <a:lvl1pPr>
              <a:defRPr lang="en-US" sz="728" dirty="0">
                <a:solidFill>
                  <a:schemeClr val="tx1"/>
                </a:solidFill>
                <a:latin typeface="Poppins" pitchFamily="2" charset="77"/>
                <a:cs typeface="Poppins" pitchFamily="2" charset="77"/>
              </a:defRPr>
            </a:lvl1pPr>
          </a:lstStyle>
          <a:p>
            <a:endParaRPr lang="fr-FR"/>
          </a:p>
        </p:txBody>
      </p:sp>
      <p:sp>
        <p:nvSpPr>
          <p:cNvPr id="55" name="Espace réservé du numéro de diapositive 18">
            <a:extLst>
              <a:ext uri="{FF2B5EF4-FFF2-40B4-BE49-F238E27FC236}">
                <a16:creationId xmlns:a16="http://schemas.microsoft.com/office/drawing/2014/main" id="{018C26D9-B45E-14AA-6709-C17B4E77BCAE}"/>
              </a:ext>
            </a:extLst>
          </p:cNvPr>
          <p:cNvSpPr>
            <a:spLocks noGrp="1"/>
          </p:cNvSpPr>
          <p:nvPr>
            <p:ph type="sldNum" sz="quarter" idx="4"/>
          </p:nvPr>
        </p:nvSpPr>
        <p:spPr>
          <a:xfrm>
            <a:off x="11588253" y="165403"/>
            <a:ext cx="420073" cy="365125"/>
          </a:xfrm>
          <a:prstGeom prst="rect">
            <a:avLst/>
          </a:prstGeom>
        </p:spPr>
        <p:txBody>
          <a:bodyPr/>
          <a:lstStyle>
            <a:lvl1pPr algn="ctr">
              <a:defRPr lang="en-US" sz="800" b="1" smtClean="0">
                <a:solidFill>
                  <a:schemeClr val="tx1"/>
                </a:solidFill>
                <a:latin typeface="Poppins" pitchFamily="2" charset="77"/>
                <a:cs typeface="Poppins" pitchFamily="2" charset="77"/>
              </a:defRPr>
            </a:lvl1pPr>
          </a:lstStyle>
          <a:p>
            <a:fld id="{DB34802F-08A5-CF4A-8AFE-09DC492A8170}" type="slidenum">
              <a:rPr lang="fr-FR" smtClean="0"/>
              <a:t>‹N°›</a:t>
            </a:fld>
            <a:endParaRPr lang="fr-FR"/>
          </a:p>
        </p:txBody>
      </p:sp>
      <p:sp>
        <p:nvSpPr>
          <p:cNvPr id="5" name="TextBox 79">
            <a:extLst>
              <a:ext uri="{FF2B5EF4-FFF2-40B4-BE49-F238E27FC236}">
                <a16:creationId xmlns:a16="http://schemas.microsoft.com/office/drawing/2014/main" id="{9E1DA998-9028-854B-0F52-EC1D78AE8283}"/>
              </a:ext>
            </a:extLst>
          </p:cNvPr>
          <p:cNvSpPr txBox="1"/>
          <p:nvPr/>
        </p:nvSpPr>
        <p:spPr>
          <a:xfrm rot="16200000">
            <a:off x="-542386" y="6323510"/>
            <a:ext cx="704039" cy="184666"/>
          </a:xfrm>
          <a:prstGeom prst="rect">
            <a:avLst/>
          </a:prstGeom>
          <a:noFill/>
        </p:spPr>
        <p:txBody>
          <a:bodyPr wrap="none" rtlCol="0">
            <a:spAutoFit/>
          </a:bodyPr>
          <a:lstStyle/>
          <a:p>
            <a:pPr algn="r"/>
            <a:r>
              <a:rPr lang="en-US" sz="600" dirty="0">
                <a:solidFill>
                  <a:schemeClr val="tx1">
                    <a:lumMod val="50000"/>
                    <a:lumOff val="50000"/>
                  </a:schemeClr>
                </a:solidFill>
                <a:latin typeface="Poppins" pitchFamily="2" charset="77"/>
                <a:cs typeface="Poppins" pitchFamily="2" charset="77"/>
              </a:rPr>
              <a:t>R</a:t>
            </a:r>
            <a:r>
              <a:rPr lang="en-FR" sz="600" dirty="0">
                <a:solidFill>
                  <a:schemeClr val="tx1">
                    <a:lumMod val="50000"/>
                    <a:lumOff val="50000"/>
                  </a:schemeClr>
                </a:solidFill>
                <a:latin typeface="Poppins" pitchFamily="2" charset="77"/>
                <a:cs typeface="Poppins" pitchFamily="2" charset="77"/>
              </a:rPr>
              <a:t>ègle de trois</a:t>
            </a:r>
          </a:p>
        </p:txBody>
      </p:sp>
      <p:sp>
        <p:nvSpPr>
          <p:cNvPr id="21" name="TextBox 80">
            <a:extLst>
              <a:ext uri="{FF2B5EF4-FFF2-40B4-BE49-F238E27FC236}">
                <a16:creationId xmlns:a16="http://schemas.microsoft.com/office/drawing/2014/main" id="{016EC674-03BE-9576-B834-2DC234EE14CA}"/>
              </a:ext>
            </a:extLst>
          </p:cNvPr>
          <p:cNvSpPr txBox="1"/>
          <p:nvPr/>
        </p:nvSpPr>
        <p:spPr>
          <a:xfrm rot="16200000">
            <a:off x="-775222" y="6379615"/>
            <a:ext cx="816249" cy="184666"/>
          </a:xfrm>
          <a:prstGeom prst="rect">
            <a:avLst/>
          </a:prstGeom>
          <a:noFill/>
        </p:spPr>
        <p:txBody>
          <a:bodyPr wrap="none" rtlCol="0">
            <a:spAutoFit/>
          </a:bodyPr>
          <a:lstStyle/>
          <a:p>
            <a:pPr algn="r"/>
            <a:r>
              <a:rPr lang="fr-FR" sz="600" dirty="0">
                <a:solidFill>
                  <a:schemeClr val="tx1">
                    <a:lumMod val="50000"/>
                    <a:lumOff val="50000"/>
                  </a:schemeClr>
                </a:solidFill>
                <a:latin typeface="Poppins" pitchFamily="2" charset="77"/>
                <a:cs typeface="Poppins" pitchFamily="2" charset="77"/>
              </a:rPr>
              <a:t>Divisé par 2 ou 4</a:t>
            </a:r>
            <a:endParaRPr lang="en-FR" sz="600" dirty="0">
              <a:solidFill>
                <a:schemeClr val="tx1">
                  <a:lumMod val="50000"/>
                  <a:lumOff val="50000"/>
                </a:schemeClr>
              </a:solidFill>
              <a:latin typeface="Poppins" pitchFamily="2" charset="77"/>
              <a:cs typeface="Poppins" pitchFamily="2" charset="77"/>
            </a:endParaRPr>
          </a:p>
        </p:txBody>
      </p:sp>
      <p:sp>
        <p:nvSpPr>
          <p:cNvPr id="22" name="TextBox 81">
            <a:extLst>
              <a:ext uri="{FF2B5EF4-FFF2-40B4-BE49-F238E27FC236}">
                <a16:creationId xmlns:a16="http://schemas.microsoft.com/office/drawing/2014/main" id="{0E0FD51A-B2AB-6A3A-B83E-43B4FBF9A1C2}"/>
              </a:ext>
            </a:extLst>
          </p:cNvPr>
          <p:cNvSpPr txBox="1"/>
          <p:nvPr/>
        </p:nvSpPr>
        <p:spPr>
          <a:xfrm rot="16200000">
            <a:off x="-1012121" y="6408469"/>
            <a:ext cx="873957" cy="184666"/>
          </a:xfrm>
          <a:prstGeom prst="rect">
            <a:avLst/>
          </a:prstGeom>
          <a:noFill/>
        </p:spPr>
        <p:txBody>
          <a:bodyPr wrap="none" rtlCol="0">
            <a:spAutoFit/>
          </a:bodyPr>
          <a:lstStyle/>
          <a:p>
            <a:pPr algn="r"/>
            <a:r>
              <a:rPr lang="fr-FR" sz="600" dirty="0">
                <a:solidFill>
                  <a:schemeClr val="tx1">
                    <a:lumMod val="50000"/>
                    <a:lumOff val="50000"/>
                  </a:schemeClr>
                </a:solidFill>
                <a:latin typeface="Poppins" pitchFamily="2" charset="77"/>
                <a:cs typeface="Poppins" pitchFamily="2" charset="77"/>
              </a:rPr>
              <a:t>Ratio nombre d’or</a:t>
            </a:r>
            <a:endParaRPr lang="en-FR" sz="600" dirty="0">
              <a:solidFill>
                <a:schemeClr val="tx1">
                  <a:lumMod val="50000"/>
                  <a:lumOff val="50000"/>
                </a:schemeClr>
              </a:solidFill>
              <a:latin typeface="Poppins" pitchFamily="2" charset="77"/>
              <a:cs typeface="Poppins" pitchFamily="2" charset="77"/>
            </a:endParaRPr>
          </a:p>
        </p:txBody>
      </p:sp>
      <p:sp>
        <p:nvSpPr>
          <p:cNvPr id="23" name="ZoneTexte 22">
            <a:extLst>
              <a:ext uri="{FF2B5EF4-FFF2-40B4-BE49-F238E27FC236}">
                <a16:creationId xmlns:a16="http://schemas.microsoft.com/office/drawing/2014/main" id="{93F864E0-3175-AEED-A24E-FAF6DDE7980D}"/>
              </a:ext>
            </a:extLst>
          </p:cNvPr>
          <p:cNvSpPr txBox="1"/>
          <p:nvPr/>
        </p:nvSpPr>
        <p:spPr>
          <a:xfrm rot="16200000">
            <a:off x="-2531255" y="5123182"/>
            <a:ext cx="3348994" cy="276999"/>
          </a:xfrm>
          <a:prstGeom prst="rect">
            <a:avLst/>
          </a:prstGeom>
          <a:noFill/>
        </p:spPr>
        <p:txBody>
          <a:bodyPr wrap="none" rtlCol="0">
            <a:spAutoFit/>
          </a:bodyPr>
          <a:lstStyle/>
          <a:p>
            <a:r>
              <a:rPr lang="fr-FR" sz="1200" b="1" dirty="0">
                <a:solidFill>
                  <a:schemeClr val="tx1">
                    <a:lumMod val="50000"/>
                    <a:lumOff val="50000"/>
                  </a:schemeClr>
                </a:solidFill>
                <a:latin typeface="+mj-lt"/>
              </a:rPr>
              <a:t>Guide pour gérer les alignements verticaux</a:t>
            </a:r>
            <a:endParaRPr lang="en-US" sz="1200" b="0" i="1" dirty="0">
              <a:solidFill>
                <a:schemeClr val="tx1">
                  <a:lumMod val="50000"/>
                  <a:lumOff val="50000"/>
                </a:schemeClr>
              </a:solidFill>
              <a:latin typeface="+mj-lt"/>
            </a:endParaRPr>
          </a:p>
        </p:txBody>
      </p:sp>
      <p:grpSp>
        <p:nvGrpSpPr>
          <p:cNvPr id="24" name="Groupe 23">
            <a:extLst>
              <a:ext uri="{FF2B5EF4-FFF2-40B4-BE49-F238E27FC236}">
                <a16:creationId xmlns:a16="http://schemas.microsoft.com/office/drawing/2014/main" id="{1008A088-5182-0A16-AF63-4E58AE60F9A7}"/>
              </a:ext>
            </a:extLst>
          </p:cNvPr>
          <p:cNvGrpSpPr/>
          <p:nvPr/>
        </p:nvGrpSpPr>
        <p:grpSpPr>
          <a:xfrm>
            <a:off x="-686042" y="1252710"/>
            <a:ext cx="532402" cy="4805189"/>
            <a:chOff x="-686042" y="1651818"/>
            <a:chExt cx="532402" cy="4406081"/>
          </a:xfrm>
        </p:grpSpPr>
        <p:grpSp>
          <p:nvGrpSpPr>
            <p:cNvPr id="25" name="Groupe 24">
              <a:extLst>
                <a:ext uri="{FF2B5EF4-FFF2-40B4-BE49-F238E27FC236}">
                  <a16:creationId xmlns:a16="http://schemas.microsoft.com/office/drawing/2014/main" id="{CF1FB851-4F74-AA5E-A857-64781E55D3EE}"/>
                </a:ext>
              </a:extLst>
            </p:cNvPr>
            <p:cNvGrpSpPr/>
            <p:nvPr/>
          </p:nvGrpSpPr>
          <p:grpSpPr>
            <a:xfrm>
              <a:off x="-686042" y="1651818"/>
              <a:ext cx="532402" cy="4406081"/>
              <a:chOff x="-686042" y="1667816"/>
              <a:chExt cx="532402" cy="4233649"/>
            </a:xfrm>
            <a:noFill/>
          </p:grpSpPr>
          <p:grpSp>
            <p:nvGrpSpPr>
              <p:cNvPr id="27" name="Group 65">
                <a:extLst>
                  <a:ext uri="{FF2B5EF4-FFF2-40B4-BE49-F238E27FC236}">
                    <a16:creationId xmlns:a16="http://schemas.microsoft.com/office/drawing/2014/main" id="{95FF8F22-47E9-D03D-A0D4-04AF4C3DC7BC}"/>
                  </a:ext>
                </a:extLst>
              </p:cNvPr>
              <p:cNvGrpSpPr/>
              <p:nvPr/>
            </p:nvGrpSpPr>
            <p:grpSpPr>
              <a:xfrm>
                <a:off x="-686042" y="1669575"/>
                <a:ext cx="76803" cy="4231890"/>
                <a:chOff x="-279739" y="1825625"/>
                <a:chExt cx="89877" cy="4231890"/>
              </a:xfrm>
              <a:grpFill/>
            </p:grpSpPr>
            <p:sp>
              <p:nvSpPr>
                <p:cNvPr id="68" name="Rectangle 67">
                  <a:extLst>
                    <a:ext uri="{FF2B5EF4-FFF2-40B4-BE49-F238E27FC236}">
                      <a16:creationId xmlns:a16="http://schemas.microsoft.com/office/drawing/2014/main" id="{861F7AC6-9099-9350-3618-E1578E751056}"/>
                    </a:ext>
                  </a:extLst>
                </p:cNvPr>
                <p:cNvSpPr/>
                <p:nvPr/>
              </p:nvSpPr>
              <p:spPr bwMode="auto">
                <a:xfrm>
                  <a:off x="-279739" y="3552584"/>
                  <a:ext cx="88780" cy="2504931"/>
                </a:xfrm>
                <a:prstGeom prst="rect">
                  <a:avLst/>
                </a:prstGeom>
                <a:grpFill/>
                <a:ln w="9525">
                  <a:solidFill>
                    <a:schemeClr val="tx1">
                      <a:lumMod val="50000"/>
                      <a:lumOff val="50000"/>
                    </a:schemeClr>
                  </a:solidFill>
                  <a:prstDash val="sysDash"/>
                  <a:round/>
                  <a:headEnd/>
                  <a:tailEnd/>
                </a:ln>
              </p:spPr>
              <p:txBody>
                <a:bodyPr lIns="72000" tIns="36000" rIns="72000" bIns="36000" rtlCol="0" anchor="ctr">
                  <a:prstTxWarp prst="textNoShape">
                    <a:avLst/>
                  </a:prstTxWarp>
                  <a:noAutofit/>
                </a:bodyPr>
                <a:lstStyle/>
                <a:p>
                  <a:pPr algn="ctr" fontAlgn="base">
                    <a:lnSpc>
                      <a:spcPct val="112000"/>
                    </a:lnSpc>
                    <a:spcAft>
                      <a:spcPct val="0"/>
                    </a:spcAft>
                    <a:buFont typeface="Abadi MT Condensed Extra Bold" pitchFamily="-106" charset="0"/>
                    <a:buNone/>
                  </a:pPr>
                  <a:endParaRPr lang="en-GB" sz="1400" b="0" i="0">
                    <a:solidFill>
                      <a:srgbClr val="000000"/>
                    </a:solidFill>
                    <a:latin typeface="Helvetica" pitchFamily="2" charset="0"/>
                  </a:endParaRPr>
                </a:p>
              </p:txBody>
            </p:sp>
            <p:sp>
              <p:nvSpPr>
                <p:cNvPr id="69" name="Rectangle 68">
                  <a:extLst>
                    <a:ext uri="{FF2B5EF4-FFF2-40B4-BE49-F238E27FC236}">
                      <a16:creationId xmlns:a16="http://schemas.microsoft.com/office/drawing/2014/main" id="{F5CC6726-1628-554C-8D70-BAF34D927E5E}"/>
                    </a:ext>
                  </a:extLst>
                </p:cNvPr>
                <p:cNvSpPr/>
                <p:nvPr/>
              </p:nvSpPr>
              <p:spPr bwMode="auto">
                <a:xfrm>
                  <a:off x="-278640" y="1825625"/>
                  <a:ext cx="88778" cy="1602427"/>
                </a:xfrm>
                <a:prstGeom prst="rect">
                  <a:avLst/>
                </a:prstGeom>
                <a:grpFill/>
                <a:ln w="9525">
                  <a:solidFill>
                    <a:schemeClr val="tx1">
                      <a:lumMod val="50000"/>
                      <a:lumOff val="50000"/>
                    </a:schemeClr>
                  </a:solidFill>
                  <a:prstDash val="sysDash"/>
                  <a:round/>
                  <a:headEnd/>
                  <a:tailEnd/>
                </a:ln>
              </p:spPr>
              <p:txBody>
                <a:bodyPr lIns="72000" tIns="36000" rIns="72000" bIns="36000" rtlCol="0" anchor="ctr">
                  <a:prstTxWarp prst="textNoShape">
                    <a:avLst/>
                  </a:prstTxWarp>
                  <a:noAutofit/>
                </a:bodyPr>
                <a:lstStyle/>
                <a:p>
                  <a:pPr algn="ctr" fontAlgn="base">
                    <a:lnSpc>
                      <a:spcPct val="112000"/>
                    </a:lnSpc>
                    <a:spcAft>
                      <a:spcPct val="0"/>
                    </a:spcAft>
                    <a:buFont typeface="Abadi MT Condensed Extra Bold" pitchFamily="-106" charset="0"/>
                    <a:buNone/>
                  </a:pPr>
                  <a:endParaRPr lang="en-GB" sz="1400" b="0" i="0">
                    <a:solidFill>
                      <a:srgbClr val="000000"/>
                    </a:solidFill>
                    <a:latin typeface="Helvetica" pitchFamily="2" charset="0"/>
                  </a:endParaRPr>
                </a:p>
              </p:txBody>
            </p:sp>
          </p:grpSp>
          <p:grpSp>
            <p:nvGrpSpPr>
              <p:cNvPr id="28" name="Group 68">
                <a:extLst>
                  <a:ext uri="{FF2B5EF4-FFF2-40B4-BE49-F238E27FC236}">
                    <a16:creationId xmlns:a16="http://schemas.microsoft.com/office/drawing/2014/main" id="{69C3B31E-CCB8-9569-D910-6D12161F1020}"/>
                  </a:ext>
                </a:extLst>
              </p:cNvPr>
              <p:cNvGrpSpPr/>
              <p:nvPr/>
            </p:nvGrpSpPr>
            <p:grpSpPr>
              <a:xfrm rot="10800000">
                <a:off x="-543939" y="1667816"/>
                <a:ext cx="89065" cy="4231889"/>
                <a:chOff x="-279739" y="1825626"/>
                <a:chExt cx="104227" cy="4231889"/>
              </a:xfrm>
              <a:grpFill/>
            </p:grpSpPr>
            <p:sp>
              <p:nvSpPr>
                <p:cNvPr id="36" name="Rectangle 35">
                  <a:extLst>
                    <a:ext uri="{FF2B5EF4-FFF2-40B4-BE49-F238E27FC236}">
                      <a16:creationId xmlns:a16="http://schemas.microsoft.com/office/drawing/2014/main" id="{4914FFDE-2FA3-EE11-5EB8-47ED74229442}"/>
                    </a:ext>
                  </a:extLst>
                </p:cNvPr>
                <p:cNvSpPr/>
                <p:nvPr/>
              </p:nvSpPr>
              <p:spPr bwMode="auto">
                <a:xfrm>
                  <a:off x="-279739" y="3552584"/>
                  <a:ext cx="98743" cy="2504931"/>
                </a:xfrm>
                <a:prstGeom prst="rect">
                  <a:avLst/>
                </a:prstGeom>
                <a:grpFill/>
                <a:ln w="9525">
                  <a:solidFill>
                    <a:schemeClr val="tx1">
                      <a:lumMod val="50000"/>
                      <a:lumOff val="50000"/>
                    </a:schemeClr>
                  </a:solidFill>
                  <a:prstDash val="sysDash"/>
                  <a:round/>
                  <a:headEnd/>
                  <a:tailEnd/>
                </a:ln>
              </p:spPr>
              <p:txBody>
                <a:bodyPr lIns="72000" tIns="36000" rIns="72000" bIns="36000" rtlCol="0" anchor="ctr">
                  <a:prstTxWarp prst="textNoShape">
                    <a:avLst/>
                  </a:prstTxWarp>
                  <a:noAutofit/>
                </a:bodyPr>
                <a:lstStyle/>
                <a:p>
                  <a:pPr algn="ctr" fontAlgn="base">
                    <a:lnSpc>
                      <a:spcPct val="112000"/>
                    </a:lnSpc>
                    <a:spcAft>
                      <a:spcPct val="0"/>
                    </a:spcAft>
                    <a:buFont typeface="Abadi MT Condensed Extra Bold" pitchFamily="-106" charset="0"/>
                    <a:buNone/>
                  </a:pPr>
                  <a:endParaRPr lang="en-GB" sz="1400" b="0" i="0">
                    <a:solidFill>
                      <a:srgbClr val="000000"/>
                    </a:solidFill>
                    <a:latin typeface="Helvetica" pitchFamily="2" charset="0"/>
                  </a:endParaRPr>
                </a:p>
              </p:txBody>
            </p:sp>
            <p:sp>
              <p:nvSpPr>
                <p:cNvPr id="37" name="Rectangle 36">
                  <a:extLst>
                    <a:ext uri="{FF2B5EF4-FFF2-40B4-BE49-F238E27FC236}">
                      <a16:creationId xmlns:a16="http://schemas.microsoft.com/office/drawing/2014/main" id="{4C77F445-B661-4D8D-43A2-8FB3602B5FD8}"/>
                    </a:ext>
                  </a:extLst>
                </p:cNvPr>
                <p:cNvSpPr/>
                <p:nvPr/>
              </p:nvSpPr>
              <p:spPr bwMode="auto">
                <a:xfrm>
                  <a:off x="-278640" y="1825626"/>
                  <a:ext cx="103128" cy="1602427"/>
                </a:xfrm>
                <a:prstGeom prst="rect">
                  <a:avLst/>
                </a:prstGeom>
                <a:grpFill/>
                <a:ln w="9525">
                  <a:solidFill>
                    <a:schemeClr val="tx1">
                      <a:lumMod val="50000"/>
                      <a:lumOff val="50000"/>
                    </a:schemeClr>
                  </a:solidFill>
                  <a:prstDash val="sysDash"/>
                  <a:round/>
                  <a:headEnd/>
                  <a:tailEnd/>
                </a:ln>
              </p:spPr>
              <p:txBody>
                <a:bodyPr lIns="72000" tIns="36000" rIns="72000" bIns="36000" rtlCol="0" anchor="ctr">
                  <a:prstTxWarp prst="textNoShape">
                    <a:avLst/>
                  </a:prstTxWarp>
                  <a:noAutofit/>
                </a:bodyPr>
                <a:lstStyle/>
                <a:p>
                  <a:pPr algn="ctr" fontAlgn="base">
                    <a:lnSpc>
                      <a:spcPct val="112000"/>
                    </a:lnSpc>
                    <a:spcAft>
                      <a:spcPct val="0"/>
                    </a:spcAft>
                    <a:buFont typeface="Abadi MT Condensed Extra Bold" pitchFamily="-106" charset="0"/>
                    <a:buNone/>
                  </a:pPr>
                  <a:endParaRPr lang="en-GB" sz="1400" b="0" i="0">
                    <a:solidFill>
                      <a:srgbClr val="000000"/>
                    </a:solidFill>
                    <a:latin typeface="Helvetica" pitchFamily="2" charset="0"/>
                  </a:endParaRPr>
                </a:p>
              </p:txBody>
            </p:sp>
          </p:grpSp>
          <p:sp>
            <p:nvSpPr>
              <p:cNvPr id="29" name="Rectangle 28">
                <a:extLst>
                  <a:ext uri="{FF2B5EF4-FFF2-40B4-BE49-F238E27FC236}">
                    <a16:creationId xmlns:a16="http://schemas.microsoft.com/office/drawing/2014/main" id="{9C129CCF-29DB-8627-925B-889A756A1989}"/>
                  </a:ext>
                </a:extLst>
              </p:cNvPr>
              <p:cNvSpPr/>
              <p:nvPr/>
            </p:nvSpPr>
            <p:spPr bwMode="auto">
              <a:xfrm flipH="1">
                <a:off x="-391108" y="1672248"/>
                <a:ext cx="87680" cy="1016056"/>
              </a:xfrm>
              <a:prstGeom prst="rect">
                <a:avLst/>
              </a:prstGeom>
              <a:grpFill/>
              <a:ln w="9525">
                <a:solidFill>
                  <a:schemeClr val="tx1">
                    <a:lumMod val="50000"/>
                    <a:lumOff val="50000"/>
                  </a:schemeClr>
                </a:solidFill>
                <a:prstDash val="sysDash"/>
                <a:round/>
                <a:headEnd/>
                <a:tailEnd/>
              </a:ln>
            </p:spPr>
            <p:txBody>
              <a:bodyPr lIns="72000" tIns="36000" rIns="72000" bIns="36000" rtlCol="0" anchor="ctr">
                <a:prstTxWarp prst="textNoShape">
                  <a:avLst/>
                </a:prstTxWarp>
                <a:noAutofit/>
              </a:bodyPr>
              <a:lstStyle/>
              <a:p>
                <a:pPr algn="ctr" fontAlgn="base">
                  <a:lnSpc>
                    <a:spcPct val="112000"/>
                  </a:lnSpc>
                  <a:spcAft>
                    <a:spcPct val="0"/>
                  </a:spcAft>
                  <a:buFont typeface="Abadi MT Condensed Extra Bold" pitchFamily="-106" charset="0"/>
                  <a:buNone/>
                </a:pPr>
                <a:endParaRPr lang="en-GB" sz="1400" b="0" i="0">
                  <a:solidFill>
                    <a:srgbClr val="000000"/>
                  </a:solidFill>
                  <a:latin typeface="Helvetica" pitchFamily="2" charset="0"/>
                </a:endParaRPr>
              </a:p>
            </p:txBody>
          </p:sp>
          <p:sp>
            <p:nvSpPr>
              <p:cNvPr id="30" name="Rectangle 29">
                <a:extLst>
                  <a:ext uri="{FF2B5EF4-FFF2-40B4-BE49-F238E27FC236}">
                    <a16:creationId xmlns:a16="http://schemas.microsoft.com/office/drawing/2014/main" id="{FD795476-693F-A7A8-E186-60F570C60DE0}"/>
                  </a:ext>
                </a:extLst>
              </p:cNvPr>
              <p:cNvSpPr/>
              <p:nvPr/>
            </p:nvSpPr>
            <p:spPr bwMode="auto">
              <a:xfrm flipH="1">
                <a:off x="-391108" y="2742715"/>
                <a:ext cx="87680" cy="1016056"/>
              </a:xfrm>
              <a:prstGeom prst="rect">
                <a:avLst/>
              </a:prstGeom>
              <a:grpFill/>
              <a:ln w="9525">
                <a:solidFill>
                  <a:schemeClr val="tx1">
                    <a:lumMod val="50000"/>
                    <a:lumOff val="50000"/>
                  </a:schemeClr>
                </a:solidFill>
                <a:prstDash val="sysDash"/>
                <a:round/>
                <a:headEnd/>
                <a:tailEnd/>
              </a:ln>
            </p:spPr>
            <p:txBody>
              <a:bodyPr lIns="72000" tIns="36000" rIns="72000" bIns="36000" rtlCol="0" anchor="ctr">
                <a:prstTxWarp prst="textNoShape">
                  <a:avLst/>
                </a:prstTxWarp>
                <a:noAutofit/>
              </a:bodyPr>
              <a:lstStyle/>
              <a:p>
                <a:pPr algn="ctr" fontAlgn="base">
                  <a:lnSpc>
                    <a:spcPct val="112000"/>
                  </a:lnSpc>
                  <a:spcAft>
                    <a:spcPct val="0"/>
                  </a:spcAft>
                  <a:buFont typeface="Abadi MT Condensed Extra Bold" pitchFamily="-106" charset="0"/>
                  <a:buNone/>
                </a:pPr>
                <a:endParaRPr lang="en-GB" sz="1400" b="0" i="0">
                  <a:solidFill>
                    <a:srgbClr val="000000"/>
                  </a:solidFill>
                  <a:latin typeface="Helvetica" pitchFamily="2" charset="0"/>
                </a:endParaRPr>
              </a:p>
            </p:txBody>
          </p:sp>
          <p:sp>
            <p:nvSpPr>
              <p:cNvPr id="31" name="Rectangle 30">
                <a:extLst>
                  <a:ext uri="{FF2B5EF4-FFF2-40B4-BE49-F238E27FC236}">
                    <a16:creationId xmlns:a16="http://schemas.microsoft.com/office/drawing/2014/main" id="{9C2A4EBD-B799-84FB-FD42-3A882EECC2A1}"/>
                  </a:ext>
                </a:extLst>
              </p:cNvPr>
              <p:cNvSpPr/>
              <p:nvPr/>
            </p:nvSpPr>
            <p:spPr bwMode="auto">
              <a:xfrm flipH="1">
                <a:off x="-391108" y="3813182"/>
                <a:ext cx="87680" cy="1016056"/>
              </a:xfrm>
              <a:prstGeom prst="rect">
                <a:avLst/>
              </a:prstGeom>
              <a:grpFill/>
              <a:ln w="9525">
                <a:solidFill>
                  <a:schemeClr val="tx1">
                    <a:lumMod val="50000"/>
                    <a:lumOff val="50000"/>
                  </a:schemeClr>
                </a:solidFill>
                <a:prstDash val="sysDash"/>
                <a:round/>
                <a:headEnd/>
                <a:tailEnd/>
              </a:ln>
            </p:spPr>
            <p:txBody>
              <a:bodyPr lIns="72000" tIns="36000" rIns="72000" bIns="36000" rtlCol="0" anchor="ctr">
                <a:prstTxWarp prst="textNoShape">
                  <a:avLst/>
                </a:prstTxWarp>
                <a:noAutofit/>
              </a:bodyPr>
              <a:lstStyle/>
              <a:p>
                <a:pPr algn="ctr" fontAlgn="base">
                  <a:lnSpc>
                    <a:spcPct val="112000"/>
                  </a:lnSpc>
                  <a:spcAft>
                    <a:spcPct val="0"/>
                  </a:spcAft>
                  <a:buFont typeface="Abadi MT Condensed Extra Bold" pitchFamily="-106" charset="0"/>
                  <a:buNone/>
                </a:pPr>
                <a:endParaRPr lang="en-GB" sz="1400" b="0" i="0">
                  <a:solidFill>
                    <a:srgbClr val="000000"/>
                  </a:solidFill>
                  <a:latin typeface="Helvetica" pitchFamily="2" charset="0"/>
                </a:endParaRPr>
              </a:p>
            </p:txBody>
          </p:sp>
          <p:sp>
            <p:nvSpPr>
              <p:cNvPr id="32" name="Rectangle 31">
                <a:extLst>
                  <a:ext uri="{FF2B5EF4-FFF2-40B4-BE49-F238E27FC236}">
                    <a16:creationId xmlns:a16="http://schemas.microsoft.com/office/drawing/2014/main" id="{6F5E881C-5EE2-1618-A604-E24F08DA9CB4}"/>
                  </a:ext>
                </a:extLst>
              </p:cNvPr>
              <p:cNvSpPr/>
              <p:nvPr/>
            </p:nvSpPr>
            <p:spPr bwMode="auto">
              <a:xfrm flipH="1">
                <a:off x="-391108" y="4883650"/>
                <a:ext cx="87680" cy="1016056"/>
              </a:xfrm>
              <a:prstGeom prst="rect">
                <a:avLst/>
              </a:prstGeom>
              <a:grpFill/>
              <a:ln w="9525">
                <a:solidFill>
                  <a:schemeClr val="tx1">
                    <a:lumMod val="50000"/>
                    <a:lumOff val="50000"/>
                  </a:schemeClr>
                </a:solidFill>
                <a:prstDash val="sysDash"/>
                <a:round/>
                <a:headEnd/>
                <a:tailEnd/>
              </a:ln>
            </p:spPr>
            <p:txBody>
              <a:bodyPr lIns="72000" tIns="36000" rIns="72000" bIns="36000" rtlCol="0" anchor="ctr">
                <a:prstTxWarp prst="textNoShape">
                  <a:avLst/>
                </a:prstTxWarp>
                <a:noAutofit/>
              </a:bodyPr>
              <a:lstStyle/>
              <a:p>
                <a:pPr algn="ctr" fontAlgn="base">
                  <a:lnSpc>
                    <a:spcPct val="112000"/>
                  </a:lnSpc>
                  <a:spcAft>
                    <a:spcPct val="0"/>
                  </a:spcAft>
                  <a:buFont typeface="Abadi MT Condensed Extra Bold" pitchFamily="-106" charset="0"/>
                  <a:buNone/>
                </a:pPr>
                <a:endParaRPr lang="en-GB" sz="1400" b="0" i="0">
                  <a:solidFill>
                    <a:srgbClr val="000000"/>
                  </a:solidFill>
                  <a:latin typeface="Helvetica" pitchFamily="2" charset="0"/>
                </a:endParaRPr>
              </a:p>
            </p:txBody>
          </p:sp>
          <p:sp>
            <p:nvSpPr>
              <p:cNvPr id="33" name="Rectangle 32">
                <a:extLst>
                  <a:ext uri="{FF2B5EF4-FFF2-40B4-BE49-F238E27FC236}">
                    <a16:creationId xmlns:a16="http://schemas.microsoft.com/office/drawing/2014/main" id="{3D301274-E6E2-E198-30BB-8C96A57202DB}"/>
                  </a:ext>
                </a:extLst>
              </p:cNvPr>
              <p:cNvSpPr/>
              <p:nvPr/>
            </p:nvSpPr>
            <p:spPr bwMode="auto">
              <a:xfrm flipH="1">
                <a:off x="-238020" y="4591433"/>
                <a:ext cx="84380" cy="1307168"/>
              </a:xfrm>
              <a:prstGeom prst="rect">
                <a:avLst/>
              </a:prstGeom>
              <a:grpFill/>
              <a:ln w="9525">
                <a:solidFill>
                  <a:schemeClr val="tx1">
                    <a:lumMod val="50000"/>
                    <a:lumOff val="50000"/>
                  </a:schemeClr>
                </a:solidFill>
                <a:prstDash val="sysDash"/>
                <a:round/>
                <a:headEnd/>
                <a:tailEnd/>
              </a:ln>
            </p:spPr>
            <p:txBody>
              <a:bodyPr lIns="72000" tIns="36000" rIns="72000" bIns="36000" rtlCol="0" anchor="ctr">
                <a:prstTxWarp prst="textNoShape">
                  <a:avLst/>
                </a:prstTxWarp>
                <a:noAutofit/>
              </a:bodyPr>
              <a:lstStyle/>
              <a:p>
                <a:pPr algn="ctr" fontAlgn="base">
                  <a:lnSpc>
                    <a:spcPct val="112000"/>
                  </a:lnSpc>
                  <a:spcAft>
                    <a:spcPct val="0"/>
                  </a:spcAft>
                  <a:buFont typeface="Abadi MT Condensed Extra Bold" pitchFamily="-106" charset="0"/>
                  <a:buNone/>
                </a:pPr>
                <a:endParaRPr lang="en-GB" sz="1400" b="0" i="0">
                  <a:solidFill>
                    <a:srgbClr val="000000"/>
                  </a:solidFill>
                  <a:latin typeface="Helvetica" pitchFamily="2" charset="0"/>
                </a:endParaRPr>
              </a:p>
            </p:txBody>
          </p:sp>
          <p:sp>
            <p:nvSpPr>
              <p:cNvPr id="34" name="Rectangle 33">
                <a:extLst>
                  <a:ext uri="{FF2B5EF4-FFF2-40B4-BE49-F238E27FC236}">
                    <a16:creationId xmlns:a16="http://schemas.microsoft.com/office/drawing/2014/main" id="{A2DA74FA-6FAD-561B-9215-C57816F21F7D}"/>
                  </a:ext>
                </a:extLst>
              </p:cNvPr>
              <p:cNvSpPr/>
              <p:nvPr/>
            </p:nvSpPr>
            <p:spPr bwMode="auto">
              <a:xfrm flipH="1">
                <a:off x="-238020" y="3133916"/>
                <a:ext cx="84380" cy="1307168"/>
              </a:xfrm>
              <a:prstGeom prst="rect">
                <a:avLst/>
              </a:prstGeom>
              <a:grpFill/>
              <a:ln w="9525">
                <a:solidFill>
                  <a:schemeClr val="tx1">
                    <a:lumMod val="50000"/>
                    <a:lumOff val="50000"/>
                  </a:schemeClr>
                </a:solidFill>
                <a:prstDash val="sysDash"/>
                <a:round/>
                <a:headEnd/>
                <a:tailEnd/>
              </a:ln>
            </p:spPr>
            <p:txBody>
              <a:bodyPr lIns="72000" tIns="36000" rIns="72000" bIns="36000" rtlCol="0" anchor="ctr">
                <a:prstTxWarp prst="textNoShape">
                  <a:avLst/>
                </a:prstTxWarp>
                <a:noAutofit/>
              </a:bodyPr>
              <a:lstStyle/>
              <a:p>
                <a:pPr algn="ctr" fontAlgn="base">
                  <a:lnSpc>
                    <a:spcPct val="112000"/>
                  </a:lnSpc>
                  <a:spcAft>
                    <a:spcPct val="0"/>
                  </a:spcAft>
                  <a:buFont typeface="Abadi MT Condensed Extra Bold" pitchFamily="-106" charset="0"/>
                  <a:buNone/>
                </a:pPr>
                <a:endParaRPr lang="en-GB" sz="1400" b="0" i="0">
                  <a:solidFill>
                    <a:srgbClr val="000000"/>
                  </a:solidFill>
                  <a:latin typeface="Helvetica" pitchFamily="2" charset="0"/>
                </a:endParaRPr>
              </a:p>
            </p:txBody>
          </p:sp>
          <p:sp>
            <p:nvSpPr>
              <p:cNvPr id="35" name="Rectangle 34">
                <a:extLst>
                  <a:ext uri="{FF2B5EF4-FFF2-40B4-BE49-F238E27FC236}">
                    <a16:creationId xmlns:a16="http://schemas.microsoft.com/office/drawing/2014/main" id="{1643279C-67C0-895C-8B19-5A4AC303DE7B}"/>
                  </a:ext>
                </a:extLst>
              </p:cNvPr>
              <p:cNvSpPr/>
              <p:nvPr/>
            </p:nvSpPr>
            <p:spPr bwMode="auto">
              <a:xfrm flipH="1">
                <a:off x="-238020" y="1676400"/>
                <a:ext cx="84380" cy="1307168"/>
              </a:xfrm>
              <a:prstGeom prst="rect">
                <a:avLst/>
              </a:prstGeom>
              <a:grpFill/>
              <a:ln w="9525">
                <a:solidFill>
                  <a:schemeClr val="tx1">
                    <a:lumMod val="50000"/>
                    <a:lumOff val="50000"/>
                  </a:schemeClr>
                </a:solidFill>
                <a:prstDash val="sysDash"/>
                <a:round/>
                <a:headEnd/>
                <a:tailEnd/>
              </a:ln>
            </p:spPr>
            <p:txBody>
              <a:bodyPr lIns="72000" tIns="36000" rIns="72000" bIns="36000" rtlCol="0" anchor="ctr">
                <a:prstTxWarp prst="textNoShape">
                  <a:avLst/>
                </a:prstTxWarp>
                <a:noAutofit/>
              </a:bodyPr>
              <a:lstStyle/>
              <a:p>
                <a:pPr algn="ctr" fontAlgn="base">
                  <a:lnSpc>
                    <a:spcPct val="112000"/>
                  </a:lnSpc>
                  <a:spcAft>
                    <a:spcPct val="0"/>
                  </a:spcAft>
                  <a:buFont typeface="Abadi MT Condensed Extra Bold" pitchFamily="-106" charset="0"/>
                  <a:buNone/>
                </a:pPr>
                <a:endParaRPr lang="en-GB" sz="1400" b="0" i="0">
                  <a:solidFill>
                    <a:srgbClr val="000000"/>
                  </a:solidFill>
                  <a:latin typeface="Helvetica" pitchFamily="2" charset="0"/>
                </a:endParaRPr>
              </a:p>
            </p:txBody>
          </p:sp>
        </p:grpSp>
        <p:sp>
          <p:nvSpPr>
            <p:cNvPr id="26" name="Ellipse 25">
              <a:extLst>
                <a:ext uri="{FF2B5EF4-FFF2-40B4-BE49-F238E27FC236}">
                  <a16:creationId xmlns:a16="http://schemas.microsoft.com/office/drawing/2014/main" id="{69060A79-0D31-6DFF-FD30-8EA7522066EF}"/>
                </a:ext>
              </a:extLst>
            </p:cNvPr>
            <p:cNvSpPr/>
            <p:nvPr/>
          </p:nvSpPr>
          <p:spPr>
            <a:xfrm>
              <a:off x="-387701" y="3822440"/>
              <a:ext cx="80122" cy="80122"/>
            </a:xfrm>
            <a:prstGeom prst="ellipse">
              <a:avLst/>
            </a:prstGeom>
            <a:solidFill>
              <a:srgbClr val="86909A"/>
            </a:solidFill>
            <a:ln>
              <a:noFill/>
            </a:ln>
          </p:spPr>
          <p:txBody>
            <a:bodyPr wrap="square" lIns="182880" tIns="182880" rIns="182880" bIns="182880" rtlCol="0" anchor="ctr"/>
            <a:lstStyle/>
            <a:p>
              <a:pPr algn="l" defTabSz="554492">
                <a:spcAft>
                  <a:spcPts val="600"/>
                </a:spcAft>
              </a:pPr>
              <a:endParaRPr lang="fr-FR" sz="1100" dirty="0">
                <a:latin typeface="Poppins" pitchFamily="2" charset="77"/>
                <a:cs typeface="Poppins" pitchFamily="2" charset="77"/>
              </a:endParaRPr>
            </a:p>
          </p:txBody>
        </p:sp>
      </p:grpSp>
    </p:spTree>
    <p:extLst>
      <p:ext uri="{BB962C8B-B14F-4D97-AF65-F5344CB8AC3E}">
        <p14:creationId xmlns:p14="http://schemas.microsoft.com/office/powerpoint/2010/main" val="298499698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5_CV">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07E566F-99FC-F190-DAB9-14112658B3A9}"/>
              </a:ext>
            </a:extLst>
          </p:cNvPr>
          <p:cNvSpPr/>
          <p:nvPr/>
        </p:nvSpPr>
        <p:spPr>
          <a:xfrm>
            <a:off x="0" y="0"/>
            <a:ext cx="4419600" cy="6858000"/>
          </a:xfrm>
          <a:prstGeom prst="rect">
            <a:avLst/>
          </a:prstGeom>
          <a:solidFill>
            <a:schemeClr val="tx1"/>
          </a:solidFill>
          <a:ln w="28575">
            <a:noFill/>
          </a:ln>
        </p:spPr>
        <p:txBody>
          <a:bodyPr wrap="square" lIns="182880" tIns="182880" rIns="182880" bIns="182880" rtlCol="0" anchor="ctr"/>
          <a:lstStyle/>
          <a:p>
            <a:pPr defTabSz="554492">
              <a:spcAft>
                <a:spcPts val="600"/>
              </a:spcAft>
            </a:pPr>
            <a:endParaRPr lang="en-US" sz="1100" dirty="0">
              <a:latin typeface="Poppins" pitchFamily="2" charset="77"/>
              <a:cs typeface="Poppins" pitchFamily="2" charset="77"/>
            </a:endParaRPr>
          </a:p>
        </p:txBody>
      </p:sp>
      <p:sp>
        <p:nvSpPr>
          <p:cNvPr id="14" name="object 11">
            <a:extLst>
              <a:ext uri="{FF2B5EF4-FFF2-40B4-BE49-F238E27FC236}">
                <a16:creationId xmlns:a16="http://schemas.microsoft.com/office/drawing/2014/main" id="{B45671E5-6D7F-935A-2EB6-CB3A3C2FA41F}"/>
              </a:ext>
            </a:extLst>
          </p:cNvPr>
          <p:cNvSpPr/>
          <p:nvPr/>
        </p:nvSpPr>
        <p:spPr>
          <a:xfrm>
            <a:off x="11397941" y="0"/>
            <a:ext cx="794059" cy="6857615"/>
          </a:xfrm>
          <a:custGeom>
            <a:avLst/>
            <a:gdLst/>
            <a:ahLst/>
            <a:cxnLst/>
            <a:rect l="l" t="t" r="r" b="b"/>
            <a:pathLst>
              <a:path w="1309369" h="11308715">
                <a:moveTo>
                  <a:pt x="1308860" y="0"/>
                </a:moveTo>
                <a:lnTo>
                  <a:pt x="0" y="0"/>
                </a:lnTo>
                <a:lnTo>
                  <a:pt x="0" y="11308556"/>
                </a:lnTo>
                <a:lnTo>
                  <a:pt x="1308860" y="11308556"/>
                </a:lnTo>
                <a:lnTo>
                  <a:pt x="1308860" y="0"/>
                </a:lnTo>
                <a:close/>
              </a:path>
            </a:pathLst>
          </a:custGeom>
          <a:solidFill>
            <a:schemeClr val="tx1"/>
          </a:solidFill>
          <a:ln>
            <a:noFill/>
          </a:ln>
        </p:spPr>
        <p:txBody>
          <a:bodyPr wrap="square" lIns="0" tIns="0" rIns="0" bIns="0" rtlCol="0"/>
          <a:lstStyle/>
          <a:p>
            <a:endParaRPr sz="1092"/>
          </a:p>
        </p:txBody>
      </p:sp>
      <p:sp>
        <p:nvSpPr>
          <p:cNvPr id="17" name="object 14">
            <a:extLst>
              <a:ext uri="{FF2B5EF4-FFF2-40B4-BE49-F238E27FC236}">
                <a16:creationId xmlns:a16="http://schemas.microsoft.com/office/drawing/2014/main" id="{512B2B4F-390F-DE4C-2750-BBB7F73259C8}"/>
              </a:ext>
            </a:extLst>
          </p:cNvPr>
          <p:cNvSpPr/>
          <p:nvPr/>
        </p:nvSpPr>
        <p:spPr>
          <a:xfrm>
            <a:off x="11397456" y="6063824"/>
            <a:ext cx="794059" cy="0"/>
          </a:xfrm>
          <a:custGeom>
            <a:avLst/>
            <a:gdLst/>
            <a:ahLst/>
            <a:cxnLst/>
            <a:rect l="l" t="t" r="r" b="b"/>
            <a:pathLst>
              <a:path w="1309369">
                <a:moveTo>
                  <a:pt x="0" y="0"/>
                </a:moveTo>
                <a:lnTo>
                  <a:pt x="1308860" y="0"/>
                </a:lnTo>
              </a:path>
            </a:pathLst>
          </a:custGeom>
          <a:ln w="7853">
            <a:solidFill>
              <a:schemeClr val="bg1"/>
            </a:solidFill>
          </a:ln>
        </p:spPr>
        <p:txBody>
          <a:bodyPr wrap="square" lIns="0" tIns="0" rIns="0" bIns="0" rtlCol="0"/>
          <a:lstStyle/>
          <a:p>
            <a:endParaRPr sz="1092"/>
          </a:p>
        </p:txBody>
      </p:sp>
      <p:grpSp>
        <p:nvGrpSpPr>
          <p:cNvPr id="3" name="Graphique 21">
            <a:extLst>
              <a:ext uri="{FF2B5EF4-FFF2-40B4-BE49-F238E27FC236}">
                <a16:creationId xmlns:a16="http://schemas.microsoft.com/office/drawing/2014/main" id="{01C592DA-DCA4-459C-FD15-3FE1652368D4}"/>
              </a:ext>
            </a:extLst>
          </p:cNvPr>
          <p:cNvGrpSpPr/>
          <p:nvPr/>
        </p:nvGrpSpPr>
        <p:grpSpPr>
          <a:xfrm>
            <a:off x="11646607" y="6340088"/>
            <a:ext cx="329427" cy="214383"/>
            <a:chOff x="19204770" y="10455275"/>
            <a:chExt cx="543212" cy="353534"/>
          </a:xfrm>
        </p:grpSpPr>
        <p:sp>
          <p:nvSpPr>
            <p:cNvPr id="4" name="Forme libre : forme 3">
              <a:extLst>
                <a:ext uri="{FF2B5EF4-FFF2-40B4-BE49-F238E27FC236}">
                  <a16:creationId xmlns:a16="http://schemas.microsoft.com/office/drawing/2014/main" id="{6274DC71-EC7E-F06F-5D89-F3E683965DC9}"/>
                </a:ext>
              </a:extLst>
            </p:cNvPr>
            <p:cNvSpPr/>
            <p:nvPr/>
          </p:nvSpPr>
          <p:spPr>
            <a:xfrm>
              <a:off x="19204770" y="10455275"/>
              <a:ext cx="373208" cy="353534"/>
            </a:xfrm>
            <a:custGeom>
              <a:avLst/>
              <a:gdLst>
                <a:gd name="connsiteX0" fmla="*/ 187219 w 373208"/>
                <a:gd name="connsiteY0" fmla="*/ 0 h 353534"/>
                <a:gd name="connsiteX1" fmla="*/ 0 w 373208"/>
                <a:gd name="connsiteY1" fmla="*/ 177228 h 353534"/>
                <a:gd name="connsiteX2" fmla="*/ 185990 w 373208"/>
                <a:gd name="connsiteY2" fmla="*/ 353534 h 353534"/>
                <a:gd name="connsiteX3" fmla="*/ 373209 w 373208"/>
                <a:gd name="connsiteY3" fmla="*/ 175998 h 353534"/>
                <a:gd name="connsiteX4" fmla="*/ 187219 w 373208"/>
                <a:gd name="connsiteY4" fmla="*/ 0 h 353534"/>
                <a:gd name="connsiteX5" fmla="*/ 187219 w 373208"/>
                <a:gd name="connsiteY5" fmla="*/ 252777 h 353534"/>
                <a:gd name="connsiteX6" fmla="*/ 115437 w 373208"/>
                <a:gd name="connsiteY6" fmla="*/ 175922 h 353534"/>
                <a:gd name="connsiteX7" fmla="*/ 185990 w 373208"/>
                <a:gd name="connsiteY7" fmla="*/ 100373 h 353534"/>
                <a:gd name="connsiteX8" fmla="*/ 257772 w 373208"/>
                <a:gd name="connsiteY8" fmla="*/ 177228 h 353534"/>
                <a:gd name="connsiteX9" fmla="*/ 187219 w 373208"/>
                <a:gd name="connsiteY9" fmla="*/ 252777 h 353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73208" h="353534">
                  <a:moveTo>
                    <a:pt x="187219" y="0"/>
                  </a:moveTo>
                  <a:cubicBezTo>
                    <a:pt x="78623" y="0"/>
                    <a:pt x="0" y="81159"/>
                    <a:pt x="0" y="177228"/>
                  </a:cubicBezTo>
                  <a:cubicBezTo>
                    <a:pt x="0" y="273297"/>
                    <a:pt x="78008" y="353534"/>
                    <a:pt x="185990" y="353534"/>
                  </a:cubicBezTo>
                  <a:cubicBezTo>
                    <a:pt x="293971" y="353534"/>
                    <a:pt x="373209" y="272144"/>
                    <a:pt x="373209" y="175998"/>
                  </a:cubicBezTo>
                  <a:cubicBezTo>
                    <a:pt x="373209" y="79853"/>
                    <a:pt x="295201" y="0"/>
                    <a:pt x="187219" y="0"/>
                  </a:cubicBezTo>
                  <a:moveTo>
                    <a:pt x="187219" y="252777"/>
                  </a:moveTo>
                  <a:cubicBezTo>
                    <a:pt x="145410" y="252777"/>
                    <a:pt x="115437" y="217193"/>
                    <a:pt x="115437" y="175922"/>
                  </a:cubicBezTo>
                  <a:cubicBezTo>
                    <a:pt x="115437" y="134650"/>
                    <a:pt x="142951" y="100373"/>
                    <a:pt x="185990" y="100373"/>
                  </a:cubicBezTo>
                  <a:cubicBezTo>
                    <a:pt x="227799" y="100373"/>
                    <a:pt x="257772" y="135957"/>
                    <a:pt x="257772" y="177228"/>
                  </a:cubicBezTo>
                  <a:cubicBezTo>
                    <a:pt x="257772" y="218499"/>
                    <a:pt x="230566" y="252777"/>
                    <a:pt x="187219" y="252777"/>
                  </a:cubicBezTo>
                </a:path>
              </a:pathLst>
            </a:custGeom>
            <a:solidFill>
              <a:schemeClr val="bg1"/>
            </a:solidFill>
            <a:ln w="7647" cap="flat">
              <a:noFill/>
              <a:prstDash val="solid"/>
              <a:miter/>
            </a:ln>
          </p:spPr>
          <p:txBody>
            <a:bodyPr rtlCol="0" anchor="ctr"/>
            <a:lstStyle/>
            <a:p>
              <a:endParaRPr lang="fr-FR" sz="1092"/>
            </a:p>
          </p:txBody>
        </p:sp>
        <p:sp>
          <p:nvSpPr>
            <p:cNvPr id="5" name="Forme libre : forme 4">
              <a:extLst>
                <a:ext uri="{FF2B5EF4-FFF2-40B4-BE49-F238E27FC236}">
                  <a16:creationId xmlns:a16="http://schemas.microsoft.com/office/drawing/2014/main" id="{F5EBD552-C98D-0F6D-48D6-4104D622D3CA}"/>
                </a:ext>
              </a:extLst>
            </p:cNvPr>
            <p:cNvSpPr/>
            <p:nvPr/>
          </p:nvSpPr>
          <p:spPr>
            <a:xfrm>
              <a:off x="19603033" y="10663629"/>
              <a:ext cx="144948" cy="144948"/>
            </a:xfrm>
            <a:custGeom>
              <a:avLst/>
              <a:gdLst>
                <a:gd name="connsiteX0" fmla="*/ 144949 w 144948"/>
                <a:gd name="connsiteY0" fmla="*/ 72474 h 144948"/>
                <a:gd name="connsiteX1" fmla="*/ 72474 w 144948"/>
                <a:gd name="connsiteY1" fmla="*/ 144949 h 144948"/>
                <a:gd name="connsiteX2" fmla="*/ 0 w 144948"/>
                <a:gd name="connsiteY2" fmla="*/ 72474 h 144948"/>
                <a:gd name="connsiteX3" fmla="*/ 72474 w 144948"/>
                <a:gd name="connsiteY3" fmla="*/ 0 h 144948"/>
                <a:gd name="connsiteX4" fmla="*/ 144949 w 144948"/>
                <a:gd name="connsiteY4" fmla="*/ 72474 h 1449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4948" h="144948">
                  <a:moveTo>
                    <a:pt x="144949" y="72474"/>
                  </a:moveTo>
                  <a:cubicBezTo>
                    <a:pt x="144949" y="112501"/>
                    <a:pt x="112501" y="144949"/>
                    <a:pt x="72474" y="144949"/>
                  </a:cubicBezTo>
                  <a:cubicBezTo>
                    <a:pt x="32448" y="144949"/>
                    <a:pt x="0" y="112501"/>
                    <a:pt x="0" y="72474"/>
                  </a:cubicBezTo>
                  <a:cubicBezTo>
                    <a:pt x="0" y="32448"/>
                    <a:pt x="32448" y="0"/>
                    <a:pt x="72474" y="0"/>
                  </a:cubicBezTo>
                  <a:cubicBezTo>
                    <a:pt x="112501" y="0"/>
                    <a:pt x="144949" y="32448"/>
                    <a:pt x="144949" y="72474"/>
                  </a:cubicBezTo>
                </a:path>
              </a:pathLst>
            </a:custGeom>
            <a:solidFill>
              <a:srgbClr val="0099D9"/>
            </a:solidFill>
            <a:ln w="7647" cap="flat">
              <a:noFill/>
              <a:prstDash val="solid"/>
              <a:miter/>
            </a:ln>
          </p:spPr>
          <p:txBody>
            <a:bodyPr rtlCol="0" anchor="ctr"/>
            <a:lstStyle/>
            <a:p>
              <a:endParaRPr lang="fr-FR" sz="1092"/>
            </a:p>
          </p:txBody>
        </p:sp>
      </p:grpSp>
      <p:sp>
        <p:nvSpPr>
          <p:cNvPr id="59" name="Espace réservé pour une image  58">
            <a:extLst>
              <a:ext uri="{FF2B5EF4-FFF2-40B4-BE49-F238E27FC236}">
                <a16:creationId xmlns:a16="http://schemas.microsoft.com/office/drawing/2014/main" id="{640F1C1A-31AC-BCC3-14D9-AB2263D02927}"/>
              </a:ext>
            </a:extLst>
          </p:cNvPr>
          <p:cNvSpPr>
            <a:spLocks noGrp="1"/>
          </p:cNvSpPr>
          <p:nvPr>
            <p:ph type="pic" sz="quarter" idx="18" hasCustomPrompt="1"/>
          </p:nvPr>
        </p:nvSpPr>
        <p:spPr>
          <a:xfrm>
            <a:off x="535411" y="461501"/>
            <a:ext cx="1110324" cy="1110247"/>
          </a:xfrm>
          <a:custGeom>
            <a:avLst/>
            <a:gdLst>
              <a:gd name="connsiteX0" fmla="*/ 1195388 w 2390776"/>
              <a:gd name="connsiteY0" fmla="*/ 0 h 2390776"/>
              <a:gd name="connsiteX1" fmla="*/ 2390776 w 2390776"/>
              <a:gd name="connsiteY1" fmla="*/ 1195388 h 2390776"/>
              <a:gd name="connsiteX2" fmla="*/ 1195388 w 2390776"/>
              <a:gd name="connsiteY2" fmla="*/ 2390776 h 2390776"/>
              <a:gd name="connsiteX3" fmla="*/ 0 w 2390776"/>
              <a:gd name="connsiteY3" fmla="*/ 1195388 h 2390776"/>
              <a:gd name="connsiteX4" fmla="*/ 1195388 w 2390776"/>
              <a:gd name="connsiteY4" fmla="*/ 0 h 23907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90776" h="2390776">
                <a:moveTo>
                  <a:pt x="1195388" y="0"/>
                </a:moveTo>
                <a:cubicBezTo>
                  <a:pt x="1855583" y="0"/>
                  <a:pt x="2390776" y="535193"/>
                  <a:pt x="2390776" y="1195388"/>
                </a:cubicBezTo>
                <a:cubicBezTo>
                  <a:pt x="2390776" y="1855583"/>
                  <a:pt x="1855583" y="2390776"/>
                  <a:pt x="1195388" y="2390776"/>
                </a:cubicBezTo>
                <a:cubicBezTo>
                  <a:pt x="535193" y="2390776"/>
                  <a:pt x="0" y="1855583"/>
                  <a:pt x="0" y="1195388"/>
                </a:cubicBezTo>
                <a:cubicBezTo>
                  <a:pt x="0" y="535193"/>
                  <a:pt x="535193" y="0"/>
                  <a:pt x="1195388" y="0"/>
                </a:cubicBezTo>
                <a:close/>
              </a:path>
            </a:pathLst>
          </a:custGeom>
          <a:solidFill>
            <a:schemeClr val="tx1"/>
          </a:solidFill>
          <a:effectLst>
            <a:outerShdw blurRad="584200" dist="215900" dir="2700000" sx="102000" sy="102000" algn="ctr" rotWithShape="0">
              <a:schemeClr val="tx2">
                <a:alpha val="22000"/>
              </a:schemeClr>
            </a:outerShdw>
          </a:effectLst>
        </p:spPr>
        <p:txBody>
          <a:bodyPr vert="horz" wrap="square" lIns="91440" tIns="45720" rIns="91440" bIns="45720" rtlCol="0" anchor="ctr">
            <a:noAutofit/>
          </a:bodyPr>
          <a:lstStyle>
            <a:lvl1pPr marL="0" indent="0" algn="ctr">
              <a:buNone/>
              <a:defRPr lang="fr-FR" sz="1213">
                <a:solidFill>
                  <a:schemeClr val="tx1"/>
                </a:solidFill>
              </a:defRPr>
            </a:lvl1pPr>
          </a:lstStyle>
          <a:p>
            <a:pPr lvl="0"/>
            <a:r>
              <a:rPr lang="fr-FR" dirty="0"/>
              <a:t>.</a:t>
            </a:r>
          </a:p>
        </p:txBody>
      </p:sp>
      <p:sp>
        <p:nvSpPr>
          <p:cNvPr id="43" name="Espace réservé du pied de page 4">
            <a:extLst>
              <a:ext uri="{FF2B5EF4-FFF2-40B4-BE49-F238E27FC236}">
                <a16:creationId xmlns:a16="http://schemas.microsoft.com/office/drawing/2014/main" id="{E90A3BE1-86BD-FA7F-1BCB-913D9FDC5519}"/>
              </a:ext>
            </a:extLst>
          </p:cNvPr>
          <p:cNvSpPr>
            <a:spLocks noGrp="1"/>
          </p:cNvSpPr>
          <p:nvPr>
            <p:ph type="ftr" sz="quarter" idx="3"/>
          </p:nvPr>
        </p:nvSpPr>
        <p:spPr>
          <a:xfrm rot="16200000">
            <a:off x="9737570" y="2572960"/>
            <a:ext cx="4114800" cy="365125"/>
          </a:xfrm>
          <a:prstGeom prst="rect">
            <a:avLst/>
          </a:prstGeom>
        </p:spPr>
        <p:txBody>
          <a:bodyPr vert="horz" lIns="91440" tIns="45720" rIns="91440" bIns="45720" rtlCol="0" anchor="ctr"/>
          <a:lstStyle>
            <a:lvl1pPr>
              <a:defRPr lang="en-US" sz="728" dirty="0">
                <a:solidFill>
                  <a:schemeClr val="bg1"/>
                </a:solidFill>
                <a:latin typeface="Poppins" pitchFamily="2" charset="77"/>
                <a:cs typeface="Poppins" pitchFamily="2" charset="77"/>
              </a:defRPr>
            </a:lvl1pPr>
          </a:lstStyle>
          <a:p>
            <a:endParaRPr lang="fr-FR"/>
          </a:p>
        </p:txBody>
      </p:sp>
      <p:sp>
        <p:nvSpPr>
          <p:cNvPr id="44" name="Espace réservé du numéro de diapositive 18">
            <a:extLst>
              <a:ext uri="{FF2B5EF4-FFF2-40B4-BE49-F238E27FC236}">
                <a16:creationId xmlns:a16="http://schemas.microsoft.com/office/drawing/2014/main" id="{AB0E16DF-036E-A92B-2D7B-0459BB32B1C8}"/>
              </a:ext>
            </a:extLst>
          </p:cNvPr>
          <p:cNvSpPr>
            <a:spLocks noGrp="1"/>
          </p:cNvSpPr>
          <p:nvPr>
            <p:ph type="sldNum" sz="quarter" idx="4"/>
          </p:nvPr>
        </p:nvSpPr>
        <p:spPr>
          <a:xfrm>
            <a:off x="11588253" y="165403"/>
            <a:ext cx="420073" cy="365125"/>
          </a:xfrm>
          <a:prstGeom prst="rect">
            <a:avLst/>
          </a:prstGeom>
        </p:spPr>
        <p:txBody>
          <a:bodyPr/>
          <a:lstStyle>
            <a:lvl1pPr algn="ctr">
              <a:defRPr lang="en-US" sz="800" b="1" smtClean="0">
                <a:solidFill>
                  <a:schemeClr val="bg1"/>
                </a:solidFill>
                <a:latin typeface="Poppins" pitchFamily="2" charset="77"/>
                <a:cs typeface="Poppins" pitchFamily="2" charset="77"/>
              </a:defRPr>
            </a:lvl1pPr>
          </a:lstStyle>
          <a:p>
            <a:fld id="{DB34802F-08A5-CF4A-8AFE-09DC492A8170}" type="slidenum">
              <a:rPr lang="fr-FR" smtClean="0"/>
              <a:t>‹N°›</a:t>
            </a:fld>
            <a:endParaRPr lang="fr-FR"/>
          </a:p>
        </p:txBody>
      </p:sp>
      <p:sp>
        <p:nvSpPr>
          <p:cNvPr id="9" name="Ellipse 8">
            <a:extLst>
              <a:ext uri="{FF2B5EF4-FFF2-40B4-BE49-F238E27FC236}">
                <a16:creationId xmlns:a16="http://schemas.microsoft.com/office/drawing/2014/main" id="{75CCA129-1B4C-BD27-F568-D95E6C4604EE}"/>
              </a:ext>
            </a:extLst>
          </p:cNvPr>
          <p:cNvSpPr/>
          <p:nvPr/>
        </p:nvSpPr>
        <p:spPr>
          <a:xfrm>
            <a:off x="423113" y="360437"/>
            <a:ext cx="1323693" cy="1323600"/>
          </a:xfrm>
          <a:prstGeom prst="ellipse">
            <a:avLst/>
          </a:prstGeom>
          <a:noFill/>
          <a:ln w="381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92">
              <a:solidFill>
                <a:schemeClr val="tx1"/>
              </a:solidFill>
            </a:endParaRPr>
          </a:p>
        </p:txBody>
      </p:sp>
      <p:sp>
        <p:nvSpPr>
          <p:cNvPr id="10" name="Titre 1">
            <a:extLst>
              <a:ext uri="{FF2B5EF4-FFF2-40B4-BE49-F238E27FC236}">
                <a16:creationId xmlns:a16="http://schemas.microsoft.com/office/drawing/2014/main" id="{F81562C6-064A-73EF-C861-D839AF8BB884}"/>
              </a:ext>
            </a:extLst>
          </p:cNvPr>
          <p:cNvSpPr txBox="1">
            <a:spLocks/>
          </p:cNvSpPr>
          <p:nvPr/>
        </p:nvSpPr>
        <p:spPr>
          <a:xfrm>
            <a:off x="4823076" y="693064"/>
            <a:ext cx="6121790" cy="291618"/>
          </a:xfrm>
          <a:prstGeom prst="rect">
            <a:avLst/>
          </a:prstGeom>
        </p:spPr>
        <p:txBody>
          <a:bodyPr/>
          <a:lstStyle>
            <a:lvl1pPr algn="l" defTabSz="914400" rtl="0" eaLnBrk="1" latinLnBrk="0" hangingPunct="1">
              <a:lnSpc>
                <a:spcPct val="90000"/>
              </a:lnSpc>
              <a:spcBef>
                <a:spcPct val="0"/>
              </a:spcBef>
              <a:buNone/>
              <a:defRPr lang="en-US" sz="1400" b="1" i="0" kern="1200">
                <a:solidFill>
                  <a:schemeClr val="tx1"/>
                </a:solidFill>
                <a:latin typeface="Poppins" pitchFamily="2" charset="77"/>
                <a:ea typeface="+mj-ea"/>
                <a:cs typeface="Poppins" pitchFamily="2" charset="77"/>
              </a:defRPr>
            </a:lvl1pPr>
          </a:lstStyle>
          <a:p>
            <a:r>
              <a:rPr lang="fr-FR" dirty="0"/>
              <a:t>Extrait d’expériences </a:t>
            </a:r>
            <a:r>
              <a:rPr lang="fr-FR" sz="1000" b="0" i="1" dirty="0">
                <a:solidFill>
                  <a:schemeClr val="tx1">
                    <a:lumMod val="50000"/>
                    <a:lumOff val="50000"/>
                  </a:schemeClr>
                </a:solidFill>
              </a:rPr>
              <a:t>A collection of </a:t>
            </a:r>
            <a:r>
              <a:rPr lang="fr-FR" sz="1000" b="0" i="1" dirty="0" err="1">
                <a:solidFill>
                  <a:schemeClr val="tx1">
                    <a:lumMod val="50000"/>
                    <a:lumOff val="50000"/>
                  </a:schemeClr>
                </a:solidFill>
              </a:rPr>
              <a:t>experiences</a:t>
            </a:r>
            <a:endParaRPr lang="fr-FR" sz="1000" b="0" i="1" dirty="0">
              <a:solidFill>
                <a:schemeClr val="tx1">
                  <a:lumMod val="50000"/>
                  <a:lumOff val="50000"/>
                </a:schemeClr>
              </a:solidFill>
            </a:endParaRPr>
          </a:p>
        </p:txBody>
      </p:sp>
      <p:sp>
        <p:nvSpPr>
          <p:cNvPr id="20" name="Espace réservé du texte 19">
            <a:extLst>
              <a:ext uri="{FF2B5EF4-FFF2-40B4-BE49-F238E27FC236}">
                <a16:creationId xmlns:a16="http://schemas.microsoft.com/office/drawing/2014/main" id="{F343ABE9-F925-1A6C-DD0E-7C120B1163D9}"/>
              </a:ext>
            </a:extLst>
          </p:cNvPr>
          <p:cNvSpPr>
            <a:spLocks noGrp="1"/>
          </p:cNvSpPr>
          <p:nvPr>
            <p:ph type="body" sz="quarter" idx="13" hasCustomPrompt="1"/>
          </p:nvPr>
        </p:nvSpPr>
        <p:spPr>
          <a:xfrm>
            <a:off x="5395240" y="1255788"/>
            <a:ext cx="5577559" cy="272895"/>
          </a:xfrm>
          <a:noFill/>
          <a:ln>
            <a:noFill/>
          </a:ln>
        </p:spPr>
        <p:txBody>
          <a:bodyPr spcFirstLastPara="1" wrap="square" lIns="0" tIns="0" rIns="0" bIns="0" anchor="ctr" anchorCtr="0">
            <a:spAutoFit/>
          </a:bodyPr>
          <a:lstStyle>
            <a:lvl1pPr>
              <a:defRPr lang="fr-FR" sz="1200" b="1" dirty="0">
                <a:solidFill>
                  <a:srgbClr val="000000"/>
                </a:solidFill>
                <a:latin typeface="Arial" panose="020B0604020202020204" pitchFamily="34" charset="0"/>
                <a:ea typeface="Arial" panose="020B0604020202020204" pitchFamily="34" charset="0"/>
                <a:cs typeface="Arial" panose="020B0604020202020204" pitchFamily="34" charset="0"/>
              </a:defRPr>
            </a:lvl1pPr>
          </a:lstStyle>
          <a:p>
            <a:pPr marL="0" lvl="0" indent="0" defTabSz="554478">
              <a:spcBef>
                <a:spcPts val="0"/>
              </a:spcBef>
              <a:spcAft>
                <a:spcPts val="400"/>
              </a:spcAft>
              <a:buClr>
                <a:schemeClr val="dk1"/>
              </a:buClr>
              <a:buSzPts val="1100"/>
              <a:buNone/>
            </a:pPr>
            <a:r>
              <a:rPr lang="fr-FR" dirty="0"/>
              <a:t>Fonction</a:t>
            </a:r>
          </a:p>
        </p:txBody>
      </p:sp>
      <p:sp>
        <p:nvSpPr>
          <p:cNvPr id="21" name="Espace réservé du texte 22">
            <a:extLst>
              <a:ext uri="{FF2B5EF4-FFF2-40B4-BE49-F238E27FC236}">
                <a16:creationId xmlns:a16="http://schemas.microsoft.com/office/drawing/2014/main" id="{BD3D3F75-2751-D8DF-F309-4778BA33241E}"/>
              </a:ext>
            </a:extLst>
          </p:cNvPr>
          <p:cNvSpPr>
            <a:spLocks noGrp="1"/>
          </p:cNvSpPr>
          <p:nvPr>
            <p:ph type="body" sz="quarter" idx="15" hasCustomPrompt="1"/>
          </p:nvPr>
        </p:nvSpPr>
        <p:spPr>
          <a:xfrm>
            <a:off x="5395241" y="1447800"/>
            <a:ext cx="5568684" cy="245195"/>
          </a:xfrm>
          <a:noFill/>
          <a:ln>
            <a:noFill/>
          </a:ln>
        </p:spPr>
        <p:txBody>
          <a:bodyPr spcFirstLastPara="1" wrap="square" lIns="0" tIns="0" rIns="0" bIns="0" anchor="ctr" anchorCtr="0">
            <a:spAutoFit/>
          </a:bodyPr>
          <a:lstStyle>
            <a:lvl1pPr>
              <a:defRPr lang="fr-FR" sz="1050" kern="1200" dirty="0">
                <a:solidFill>
                  <a:srgbClr val="434343"/>
                </a:solidFill>
                <a:latin typeface="Arial" panose="020B0604020202020204" pitchFamily="34" charset="0"/>
                <a:ea typeface="Arial" panose="020B0604020202020204" pitchFamily="34" charset="0"/>
                <a:cs typeface="Arial" panose="020B0604020202020204" pitchFamily="34" charset="0"/>
              </a:defRPr>
            </a:lvl1pPr>
          </a:lstStyle>
          <a:p>
            <a:pPr marL="0" lvl="0" indent="0" defTabSz="554478">
              <a:spcBef>
                <a:spcPts val="0"/>
              </a:spcBef>
              <a:spcAft>
                <a:spcPts val="400"/>
              </a:spcAft>
              <a:buClr>
                <a:schemeClr val="dk1"/>
              </a:buClr>
              <a:buSzPts val="1100"/>
              <a:buFont typeface="Arial"/>
              <a:buNone/>
            </a:pPr>
            <a:r>
              <a:rPr lang="fr-FR" dirty="0"/>
              <a:t>Client</a:t>
            </a:r>
            <a:r>
              <a:rPr lang="en-US" sz="1050" dirty="0">
                <a:solidFill>
                  <a:srgbClr val="CF3F74"/>
                </a:solidFill>
                <a:uFill>
                  <a:noFill/>
                </a:uFill>
                <a:latin typeface="Arial" panose="020B0604020202020204" pitchFamily="34" charset="0"/>
                <a:ea typeface="Open Sans SemiBold"/>
                <a:cs typeface="Arial" panose="020B0604020202020204" pitchFamily="34" charset="0"/>
                <a:sym typeface="Open Sans SemiBold"/>
              </a:rPr>
              <a:t> </a:t>
            </a:r>
            <a:r>
              <a:rPr lang="en-US" sz="1050" dirty="0">
                <a:solidFill>
                  <a:srgbClr val="434343"/>
                </a:solidFill>
                <a:latin typeface="Arial" panose="020B0604020202020204" pitchFamily="34" charset="0"/>
                <a:ea typeface="Open Sans"/>
                <a:cs typeface="Arial" panose="020B0604020202020204" pitchFamily="34" charset="0"/>
                <a:sym typeface="Open Sans"/>
              </a:rPr>
              <a:t>᛫ </a:t>
            </a:r>
            <a:r>
              <a:rPr lang="en-US" sz="1050" dirty="0" err="1">
                <a:solidFill>
                  <a:srgbClr val="434343"/>
                </a:solidFill>
                <a:latin typeface="Arial" panose="020B0604020202020204" pitchFamily="34" charset="0"/>
                <a:ea typeface="Open Sans"/>
                <a:cs typeface="Arial" panose="020B0604020202020204" pitchFamily="34" charset="0"/>
                <a:sym typeface="Open Sans"/>
              </a:rPr>
              <a:t>Localisation</a:t>
            </a:r>
            <a:r>
              <a:rPr lang="en-US" sz="1050" dirty="0">
                <a:solidFill>
                  <a:srgbClr val="CF3F74"/>
                </a:solidFill>
                <a:uFill>
                  <a:noFill/>
                </a:uFill>
                <a:latin typeface="Arial" panose="020B0604020202020204" pitchFamily="34" charset="0"/>
                <a:ea typeface="Open Sans SemiBold"/>
                <a:cs typeface="Arial" panose="020B0604020202020204" pitchFamily="34" charset="0"/>
                <a:sym typeface="Open Sans SemiBold"/>
              </a:rPr>
              <a:t> </a:t>
            </a:r>
            <a:r>
              <a:rPr lang="en-US" sz="1050" dirty="0">
                <a:solidFill>
                  <a:srgbClr val="434343"/>
                </a:solidFill>
                <a:latin typeface="Arial" panose="020B0604020202020204" pitchFamily="34" charset="0"/>
                <a:ea typeface="Open Sans"/>
                <a:cs typeface="Arial" panose="020B0604020202020204" pitchFamily="34" charset="0"/>
                <a:sym typeface="Open Sans"/>
              </a:rPr>
              <a:t>᛫ Durée</a:t>
            </a:r>
            <a:endParaRPr lang="fr-FR" dirty="0"/>
          </a:p>
        </p:txBody>
      </p:sp>
      <p:sp>
        <p:nvSpPr>
          <p:cNvPr id="27" name="Espace réservé du texte 19">
            <a:extLst>
              <a:ext uri="{FF2B5EF4-FFF2-40B4-BE49-F238E27FC236}">
                <a16:creationId xmlns:a16="http://schemas.microsoft.com/office/drawing/2014/main" id="{EF2D7997-4265-C6E5-5D00-D89A807343BF}"/>
              </a:ext>
            </a:extLst>
          </p:cNvPr>
          <p:cNvSpPr>
            <a:spLocks noGrp="1"/>
          </p:cNvSpPr>
          <p:nvPr>
            <p:ph type="body" sz="quarter" idx="27" hasCustomPrompt="1"/>
          </p:nvPr>
        </p:nvSpPr>
        <p:spPr>
          <a:xfrm>
            <a:off x="1947824" y="707314"/>
            <a:ext cx="2264499" cy="261290"/>
          </a:xfrm>
          <a:noFill/>
        </p:spPr>
        <p:txBody>
          <a:bodyPr wrap="square" tIns="0" bIns="0" anchor="b" anchorCtr="0">
            <a:spAutoFit/>
          </a:bodyPr>
          <a:lstStyle>
            <a:lvl1pPr marL="0" indent="0" algn="l">
              <a:lnSpc>
                <a:spcPct val="100000"/>
              </a:lnSpc>
              <a:spcBef>
                <a:spcPts val="0"/>
              </a:spcBef>
              <a:buNone/>
              <a:defRPr sz="1698" b="1">
                <a:solidFill>
                  <a:schemeClr val="bg1"/>
                </a:solidFill>
                <a:latin typeface="Poppins" pitchFamily="2" charset="77"/>
                <a:cs typeface="Poppins" pitchFamily="2" charset="77"/>
              </a:defRPr>
            </a:lvl1pPr>
          </a:lstStyle>
          <a:p>
            <a:pPr lvl="0"/>
            <a:r>
              <a:rPr lang="fr-FR" dirty="0"/>
              <a:t>Rôle</a:t>
            </a:r>
          </a:p>
        </p:txBody>
      </p:sp>
      <p:sp>
        <p:nvSpPr>
          <p:cNvPr id="28" name="Espace réservé du texte 19">
            <a:extLst>
              <a:ext uri="{FF2B5EF4-FFF2-40B4-BE49-F238E27FC236}">
                <a16:creationId xmlns:a16="http://schemas.microsoft.com/office/drawing/2014/main" id="{29A7C103-6585-8B63-2C00-3EADECAEA724}"/>
              </a:ext>
            </a:extLst>
          </p:cNvPr>
          <p:cNvSpPr>
            <a:spLocks noGrp="1"/>
          </p:cNvSpPr>
          <p:nvPr>
            <p:ph type="body" sz="quarter" idx="29" hasCustomPrompt="1"/>
          </p:nvPr>
        </p:nvSpPr>
        <p:spPr>
          <a:xfrm>
            <a:off x="1947824" y="1198090"/>
            <a:ext cx="2264499" cy="187446"/>
          </a:xfrm>
          <a:noFill/>
        </p:spPr>
        <p:txBody>
          <a:bodyPr wrap="square" tIns="0" bIns="0" anchor="ctr" anchorCtr="0">
            <a:noAutofit/>
          </a:bodyPr>
          <a:lstStyle>
            <a:lvl1pPr marL="0" indent="0" algn="l">
              <a:lnSpc>
                <a:spcPct val="100000"/>
              </a:lnSpc>
              <a:spcBef>
                <a:spcPts val="0"/>
              </a:spcBef>
              <a:buNone/>
              <a:defRPr sz="1100" b="0">
                <a:solidFill>
                  <a:schemeClr val="tx2"/>
                </a:solidFill>
                <a:latin typeface="Poppins" pitchFamily="2" charset="77"/>
                <a:cs typeface="Poppins" pitchFamily="2" charset="77"/>
              </a:defRPr>
            </a:lvl1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dirty="0">
                <a:solidFill>
                  <a:schemeClr val="tx2"/>
                </a:solidFill>
              </a:rPr>
              <a:t>Titre </a:t>
            </a:r>
            <a:r>
              <a:rPr lang="en-US" sz="1100" dirty="0">
                <a:solidFill>
                  <a:schemeClr val="tx2"/>
                </a:solidFill>
                <a:latin typeface="Arial" panose="020B0604020202020204" pitchFamily="34" charset="0"/>
                <a:ea typeface="Open Sans"/>
                <a:cs typeface="Arial" panose="020B0604020202020204" pitchFamily="34" charset="0"/>
                <a:sym typeface="Open Sans"/>
              </a:rPr>
              <a:t>᛫ </a:t>
            </a:r>
            <a:r>
              <a:rPr lang="en-US" sz="1100" dirty="0" err="1">
                <a:solidFill>
                  <a:schemeClr val="tx2"/>
                </a:solidFill>
                <a:latin typeface="Arial" panose="020B0604020202020204" pitchFamily="34" charset="0"/>
                <a:ea typeface="Open Sans"/>
                <a:cs typeface="Arial" panose="020B0604020202020204" pitchFamily="34" charset="0"/>
                <a:sym typeface="Open Sans"/>
              </a:rPr>
              <a:t>Années</a:t>
            </a:r>
            <a:r>
              <a:rPr lang="en-US" sz="1100" dirty="0">
                <a:solidFill>
                  <a:schemeClr val="tx2"/>
                </a:solidFill>
                <a:latin typeface="Arial" panose="020B0604020202020204" pitchFamily="34" charset="0"/>
                <a:ea typeface="Open Sans"/>
                <a:cs typeface="Arial" panose="020B0604020202020204" pitchFamily="34" charset="0"/>
                <a:sym typeface="Open Sans"/>
              </a:rPr>
              <a:t> </a:t>
            </a:r>
            <a:r>
              <a:rPr lang="en-US" sz="1100" dirty="0" err="1">
                <a:solidFill>
                  <a:schemeClr val="tx2"/>
                </a:solidFill>
                <a:latin typeface="Arial" panose="020B0604020202020204" pitchFamily="34" charset="0"/>
                <a:ea typeface="Open Sans"/>
                <a:cs typeface="Arial" panose="020B0604020202020204" pitchFamily="34" charset="0"/>
                <a:sym typeface="Open Sans"/>
              </a:rPr>
              <a:t>d’expériences</a:t>
            </a:r>
            <a:endParaRPr lang="en-US" dirty="0">
              <a:solidFill>
                <a:schemeClr val="tx2"/>
              </a:solidFill>
            </a:endParaRPr>
          </a:p>
        </p:txBody>
      </p:sp>
      <p:sp>
        <p:nvSpPr>
          <p:cNvPr id="46" name="Espace réservé du texte 45">
            <a:extLst>
              <a:ext uri="{FF2B5EF4-FFF2-40B4-BE49-F238E27FC236}">
                <a16:creationId xmlns:a16="http://schemas.microsoft.com/office/drawing/2014/main" id="{6D591B8F-4A37-B7FD-8EA5-09E78616C33B}"/>
              </a:ext>
            </a:extLst>
          </p:cNvPr>
          <p:cNvSpPr>
            <a:spLocks noGrp="1"/>
          </p:cNvSpPr>
          <p:nvPr>
            <p:ph type="body" sz="quarter" idx="36" hasCustomPrompt="1"/>
          </p:nvPr>
        </p:nvSpPr>
        <p:spPr>
          <a:xfrm>
            <a:off x="1943100" y="960618"/>
            <a:ext cx="2268538" cy="287002"/>
          </a:xfrm>
        </p:spPr>
        <p:txBody>
          <a:bodyPr wrap="square" anchor="b">
            <a:spAutoFit/>
          </a:bodyPr>
          <a:lstStyle>
            <a:lvl1pPr marL="0" indent="0">
              <a:buNone/>
              <a:defRPr sz="1100">
                <a:solidFill>
                  <a:schemeClr val="bg1"/>
                </a:solidFill>
                <a:latin typeface="Poppins" pitchFamily="2" charset="77"/>
                <a:cs typeface="Poppins" pitchFamily="2" charset="77"/>
              </a:defRPr>
            </a:lvl1pPr>
            <a:lvl2pPr marL="457200" indent="0">
              <a:buNone/>
              <a:defRPr sz="1100"/>
            </a:lvl2pPr>
            <a:lvl3pPr marL="914400" indent="0">
              <a:buNone/>
              <a:defRPr sz="1100"/>
            </a:lvl3pPr>
            <a:lvl4pPr marL="1371600" indent="0">
              <a:buNone/>
              <a:defRPr sz="1100"/>
            </a:lvl4pPr>
            <a:lvl5pPr marL="1828800" indent="0">
              <a:buNone/>
              <a:defRPr sz="1100"/>
            </a:lvl5pPr>
          </a:lstStyle>
          <a:p>
            <a:pPr marL="0" marR="0" lvl="0" indent="0" algn="l" defTabSz="914400" rtl="0" eaLnBrk="1" fontAlgn="auto" latinLnBrk="0" hangingPunct="1">
              <a:lnSpc>
                <a:spcPct val="120000"/>
              </a:lnSpc>
              <a:spcBef>
                <a:spcPts val="0"/>
              </a:spcBef>
              <a:spcAft>
                <a:spcPts val="0"/>
              </a:spcAft>
              <a:buClrTx/>
              <a:buSzTx/>
              <a:buFontTx/>
              <a:buNone/>
              <a:tabLst/>
              <a:defRPr/>
            </a:pPr>
            <a:r>
              <a:rPr lang="en-US" dirty="0" err="1"/>
              <a:t>Prénom</a:t>
            </a:r>
            <a:r>
              <a:rPr lang="en-US" dirty="0"/>
              <a:t> </a:t>
            </a:r>
            <a:r>
              <a:rPr lang="en-US" dirty="0" err="1"/>
              <a:t>ou</a:t>
            </a:r>
            <a:r>
              <a:rPr lang="en-US" dirty="0"/>
              <a:t> </a:t>
            </a:r>
            <a:r>
              <a:rPr lang="en-US" dirty="0" err="1"/>
              <a:t>trigramme</a:t>
            </a:r>
            <a:endParaRPr lang="en-US" dirty="0"/>
          </a:p>
        </p:txBody>
      </p:sp>
      <p:sp>
        <p:nvSpPr>
          <p:cNvPr id="49" name="Espace réservé du contenu 39">
            <a:extLst>
              <a:ext uri="{FF2B5EF4-FFF2-40B4-BE49-F238E27FC236}">
                <a16:creationId xmlns:a16="http://schemas.microsoft.com/office/drawing/2014/main" id="{4DB9F1E4-2C87-98DF-DA2A-3829298D7918}"/>
              </a:ext>
            </a:extLst>
          </p:cNvPr>
          <p:cNvSpPr>
            <a:spLocks noGrp="1"/>
          </p:cNvSpPr>
          <p:nvPr>
            <p:ph sz="quarter" idx="37" hasCustomPrompt="1"/>
          </p:nvPr>
        </p:nvSpPr>
        <p:spPr>
          <a:xfrm>
            <a:off x="5395241" y="1683942"/>
            <a:ext cx="5577560" cy="345094"/>
          </a:xfrm>
        </p:spPr>
        <p:txBody>
          <a:bodyPr vert="horz" lIns="0" tIns="45720" rIns="91440" bIns="45720" rtlCol="0" anchor="t">
            <a:spAutoFit/>
          </a:bodyPr>
          <a:lstStyle>
            <a:lvl1pPr>
              <a:spcAft>
                <a:spcPts val="150"/>
              </a:spcAft>
              <a:defRPr lang="en-US" sz="900" dirty="0" smtClean="0">
                <a:solidFill>
                  <a:schemeClr val="bg1">
                    <a:lumMod val="50000"/>
                  </a:schemeClr>
                </a:solidFill>
                <a:latin typeface="Arial" panose="020B0604020202020204" pitchFamily="34" charset="0"/>
                <a:cs typeface="Arial" panose="020B0604020202020204" pitchFamily="34" charset="0"/>
              </a:defRPr>
            </a:lvl1pPr>
          </a:lstStyle>
          <a:p>
            <a:pPr marL="0" lvl="0" indent="0">
              <a:lnSpc>
                <a:spcPct val="90000"/>
              </a:lnSpc>
              <a:buNone/>
            </a:pPr>
            <a:r>
              <a:rPr lang="fr-FR" dirty="0"/>
              <a:t>Description de la mission</a:t>
            </a:r>
            <a:br>
              <a:rPr lang="fr-FR" dirty="0"/>
            </a:br>
            <a:r>
              <a:rPr lang="fr-FR" dirty="0"/>
              <a:t>probablement sur deux lignes</a:t>
            </a:r>
            <a:endParaRPr lang="en-US" dirty="0"/>
          </a:p>
        </p:txBody>
      </p:sp>
      <p:sp>
        <p:nvSpPr>
          <p:cNvPr id="51" name="Espace réservé du contenu 39">
            <a:extLst>
              <a:ext uri="{FF2B5EF4-FFF2-40B4-BE49-F238E27FC236}">
                <a16:creationId xmlns:a16="http://schemas.microsoft.com/office/drawing/2014/main" id="{7B9EB2B6-448F-8BF7-0226-379E1304C89F}"/>
              </a:ext>
            </a:extLst>
          </p:cNvPr>
          <p:cNvSpPr>
            <a:spLocks noGrp="1"/>
          </p:cNvSpPr>
          <p:nvPr>
            <p:ph sz="quarter" idx="38" hasCustomPrompt="1"/>
          </p:nvPr>
        </p:nvSpPr>
        <p:spPr>
          <a:xfrm>
            <a:off x="279417" y="2044474"/>
            <a:ext cx="3932906" cy="1302664"/>
          </a:xfrm>
        </p:spPr>
        <p:txBody>
          <a:bodyPr vert="horz" wrap="square" lIns="91440" tIns="45720" rIns="91440" bIns="45720" rtlCol="0" anchor="t">
            <a:spAutoFit/>
          </a:bodyPr>
          <a:lstStyle>
            <a:lvl1pPr>
              <a:lnSpc>
                <a:spcPct val="120000"/>
              </a:lnSpc>
              <a:spcBef>
                <a:spcPts val="0"/>
              </a:spcBef>
              <a:defRPr lang="en-US" sz="1100" dirty="0" smtClean="0">
                <a:solidFill>
                  <a:schemeClr val="bg1"/>
                </a:solidFill>
              </a:defRPr>
            </a:lvl1pPr>
          </a:lstStyle>
          <a:p>
            <a:pPr marL="0" indent="0">
              <a:lnSpc>
                <a:spcPct val="120000"/>
              </a:lnSpc>
              <a:spcBef>
                <a:spcPts val="0"/>
              </a:spcBef>
              <a:spcAft>
                <a:spcPts val="150"/>
              </a:spcAft>
              <a:buNone/>
            </a:pPr>
            <a:r>
              <a:rPr lang="en-US" dirty="0"/>
              <a:t>Une description </a:t>
            </a:r>
            <a:r>
              <a:rPr lang="en-US" dirty="0" err="1"/>
              <a:t>biographique</a:t>
            </a:r>
            <a:r>
              <a:rPr lang="en-US" dirty="0"/>
              <a:t> type la section « </a:t>
            </a:r>
            <a:r>
              <a:rPr lang="en-US" dirty="0" err="1"/>
              <a:t>à</a:t>
            </a:r>
            <a:r>
              <a:rPr lang="en-US" dirty="0"/>
              <a:t> </a:t>
            </a:r>
            <a:r>
              <a:rPr lang="en-US" dirty="0" err="1"/>
              <a:t>propos</a:t>
            </a:r>
            <a:r>
              <a:rPr lang="en-US" dirty="0"/>
              <a:t> » de LinkedIn, un elevator pitch avec les </a:t>
            </a:r>
            <a:r>
              <a:rPr lang="en-US" dirty="0" err="1"/>
              <a:t>compétences</a:t>
            </a:r>
            <a:r>
              <a:rPr lang="en-US" dirty="0"/>
              <a:t> </a:t>
            </a:r>
            <a:r>
              <a:rPr lang="en-US" dirty="0" err="1"/>
              <a:t>principales</a:t>
            </a:r>
            <a:r>
              <a:rPr lang="en-US" dirty="0"/>
              <a:t>, des </a:t>
            </a:r>
            <a:r>
              <a:rPr lang="en-US" dirty="0" err="1"/>
              <a:t>exemples</a:t>
            </a:r>
            <a:r>
              <a:rPr lang="en-US" dirty="0"/>
              <a:t> de </a:t>
            </a:r>
            <a:r>
              <a:rPr lang="en-US" dirty="0" err="1"/>
              <a:t>livrables</a:t>
            </a:r>
            <a:r>
              <a:rPr lang="en-US" dirty="0"/>
              <a:t>, des </a:t>
            </a:r>
            <a:r>
              <a:rPr lang="en-US" dirty="0" err="1"/>
              <a:t>valeurs</a:t>
            </a:r>
            <a:r>
              <a:rPr lang="en-US" dirty="0"/>
              <a:t>, </a:t>
            </a:r>
            <a:r>
              <a:rPr lang="en-US" dirty="0" err="1"/>
              <a:t>une</a:t>
            </a:r>
            <a:r>
              <a:rPr lang="en-US" dirty="0"/>
              <a:t> </a:t>
            </a:r>
            <a:r>
              <a:rPr lang="en-US" dirty="0" err="1"/>
              <a:t>éthique</a:t>
            </a:r>
            <a:r>
              <a:rPr lang="en-US" dirty="0"/>
              <a:t> de travail, </a:t>
            </a:r>
            <a:r>
              <a:rPr lang="en-US" dirty="0" err="1"/>
              <a:t>une</a:t>
            </a:r>
            <a:r>
              <a:rPr lang="en-US" dirty="0"/>
              <a:t> </a:t>
            </a:r>
            <a:r>
              <a:rPr lang="en-US" dirty="0" err="1"/>
              <a:t>valeur</a:t>
            </a:r>
            <a:r>
              <a:rPr lang="en-US" dirty="0"/>
              <a:t> </a:t>
            </a:r>
            <a:r>
              <a:rPr lang="en-US" dirty="0" err="1"/>
              <a:t>ajoutée</a:t>
            </a:r>
            <a:r>
              <a:rPr lang="en-US" dirty="0"/>
              <a:t>, un impact, un </a:t>
            </a:r>
            <a:r>
              <a:rPr lang="en-US" dirty="0" err="1"/>
              <a:t>positionnement</a:t>
            </a:r>
            <a:r>
              <a:rPr lang="en-US" dirty="0"/>
              <a:t> unique, </a:t>
            </a:r>
            <a:r>
              <a:rPr lang="en-US" dirty="0" err="1"/>
              <a:t>ce</a:t>
            </a:r>
            <a:r>
              <a:rPr lang="en-US" dirty="0"/>
              <a:t> qui </a:t>
            </a:r>
            <a:r>
              <a:rPr lang="en-US" dirty="0" err="1"/>
              <a:t>vous</a:t>
            </a:r>
            <a:r>
              <a:rPr lang="en-US" dirty="0"/>
              <a:t> rend </a:t>
            </a:r>
            <a:r>
              <a:rPr lang="en-US" dirty="0" err="1"/>
              <a:t>différent</a:t>
            </a:r>
            <a:r>
              <a:rPr lang="en-US" dirty="0"/>
              <a:t>, des </a:t>
            </a:r>
            <a:r>
              <a:rPr lang="en-US" dirty="0" err="1"/>
              <a:t>exemples</a:t>
            </a:r>
            <a:r>
              <a:rPr lang="en-US" dirty="0"/>
              <a:t> de </a:t>
            </a:r>
            <a:r>
              <a:rPr lang="en-US" dirty="0" err="1"/>
              <a:t>tâches</a:t>
            </a:r>
            <a:r>
              <a:rPr lang="en-US" dirty="0"/>
              <a:t>, etc.</a:t>
            </a:r>
          </a:p>
        </p:txBody>
      </p:sp>
    </p:spTree>
    <p:extLst>
      <p:ext uri="{BB962C8B-B14F-4D97-AF65-F5344CB8AC3E}">
        <p14:creationId xmlns:p14="http://schemas.microsoft.com/office/powerpoint/2010/main" val="61330400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p:cSld name="6_Slide de fin">
    <p:bg>
      <p:bgPr>
        <a:solidFill>
          <a:schemeClr val="tx1"/>
        </a:solidFill>
        <a:effectLst/>
      </p:bgPr>
    </p:bg>
    <p:spTree>
      <p:nvGrpSpPr>
        <p:cNvPr id="1" name=""/>
        <p:cNvGrpSpPr/>
        <p:nvPr/>
      </p:nvGrpSpPr>
      <p:grpSpPr>
        <a:xfrm>
          <a:off x="0" y="0"/>
          <a:ext cx="0" cy="0"/>
          <a:chOff x="0" y="0"/>
          <a:chExt cx="0" cy="0"/>
        </a:xfrm>
      </p:grpSpPr>
      <p:sp>
        <p:nvSpPr>
          <p:cNvPr id="7" name="Forme libre 6">
            <a:extLst>
              <a:ext uri="{FF2B5EF4-FFF2-40B4-BE49-F238E27FC236}">
                <a16:creationId xmlns:a16="http://schemas.microsoft.com/office/drawing/2014/main" id="{7DC940D5-08C0-2BE4-658F-3F19736D0F83}"/>
              </a:ext>
            </a:extLst>
          </p:cNvPr>
          <p:cNvSpPr/>
          <p:nvPr/>
        </p:nvSpPr>
        <p:spPr>
          <a:xfrm rot="20564482">
            <a:off x="8475126" y="-587396"/>
            <a:ext cx="3677875" cy="6609126"/>
          </a:xfrm>
          <a:custGeom>
            <a:avLst/>
            <a:gdLst>
              <a:gd name="connsiteX0" fmla="*/ 360569 w 3677875"/>
              <a:gd name="connsiteY0" fmla="*/ 0 h 6609126"/>
              <a:gd name="connsiteX1" fmla="*/ 3155195 w 3677875"/>
              <a:gd name="connsiteY1" fmla="*/ 868216 h 6609126"/>
              <a:gd name="connsiteX2" fmla="*/ 3138124 w 3677875"/>
              <a:gd name="connsiteY2" fmla="*/ 904799 h 6609126"/>
              <a:gd name="connsiteX3" fmla="*/ 2942014 w 3677875"/>
              <a:gd name="connsiteY3" fmla="*/ 1934524 h 6609126"/>
              <a:gd name="connsiteX4" fmla="*/ 3584843 w 3677875"/>
              <a:gd name="connsiteY4" fmla="*/ 3628914 h 6609126"/>
              <a:gd name="connsiteX5" fmla="*/ 3677875 w 3677875"/>
              <a:gd name="connsiteY5" fmla="*/ 3715092 h 6609126"/>
              <a:gd name="connsiteX6" fmla="*/ 2778776 w 3677875"/>
              <a:gd name="connsiteY6" fmla="*/ 6609126 h 6609126"/>
              <a:gd name="connsiteX7" fmla="*/ 2626621 w 3677875"/>
              <a:gd name="connsiteY7" fmla="*/ 6535404 h 6609126"/>
              <a:gd name="connsiteX8" fmla="*/ 0 w 3677875"/>
              <a:gd name="connsiteY8" fmla="*/ 1972077 h 6609126"/>
              <a:gd name="connsiteX9" fmla="*/ 356335 w 3677875"/>
              <a:gd name="connsiteY9" fmla="*/ 10401 h 66091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677875" h="6609126">
                <a:moveTo>
                  <a:pt x="360569" y="0"/>
                </a:moveTo>
                <a:lnTo>
                  <a:pt x="3155195" y="868216"/>
                </a:lnTo>
                <a:lnTo>
                  <a:pt x="3138124" y="904799"/>
                </a:lnTo>
                <a:cubicBezTo>
                  <a:pt x="3010493" y="1212438"/>
                  <a:pt x="2942014" y="1563659"/>
                  <a:pt x="2942014" y="1934524"/>
                </a:cubicBezTo>
                <a:cubicBezTo>
                  <a:pt x="2942015" y="2602063"/>
                  <a:pt x="3183713" y="3217861"/>
                  <a:pt x="3584843" y="3628914"/>
                </a:cubicBezTo>
                <a:lnTo>
                  <a:pt x="3677875" y="3715092"/>
                </a:lnTo>
                <a:lnTo>
                  <a:pt x="2778776" y="6609126"/>
                </a:lnTo>
                <a:lnTo>
                  <a:pt x="2626621" y="6535404"/>
                </a:lnTo>
                <a:cubicBezTo>
                  <a:pt x="1027058" y="5707904"/>
                  <a:pt x="0" y="3957581"/>
                  <a:pt x="0" y="1972077"/>
                </a:cubicBezTo>
                <a:cubicBezTo>
                  <a:pt x="0" y="1281468"/>
                  <a:pt x="125236" y="617654"/>
                  <a:pt x="356335" y="10401"/>
                </a:cubicBezTo>
                <a:close/>
              </a:path>
            </a:pathLst>
          </a:custGeom>
          <a:solidFill>
            <a:schemeClr val="tx2"/>
          </a:solidFill>
          <a:ln w="7647" cap="flat">
            <a:noFill/>
            <a:prstDash val="solid"/>
            <a:miter/>
          </a:ln>
        </p:spPr>
        <p:txBody>
          <a:bodyPr wrap="square" rtlCol="0" anchor="ctr">
            <a:noAutofit/>
          </a:bodyPr>
          <a:lstStyle/>
          <a:p>
            <a:endParaRPr lang="fr-FR" sz="1092"/>
          </a:p>
        </p:txBody>
      </p:sp>
      <p:sp>
        <p:nvSpPr>
          <p:cNvPr id="3" name="Espace réservé de la date 3">
            <a:extLst>
              <a:ext uri="{FF2B5EF4-FFF2-40B4-BE49-F238E27FC236}">
                <a16:creationId xmlns:a16="http://schemas.microsoft.com/office/drawing/2014/main" id="{D544A5E9-BD93-D713-60B9-B48D962BFA77}"/>
              </a:ext>
            </a:extLst>
          </p:cNvPr>
          <p:cNvSpPr>
            <a:spLocks noGrp="1"/>
          </p:cNvSpPr>
          <p:nvPr>
            <p:ph type="dt" sz="half" idx="10"/>
          </p:nvPr>
        </p:nvSpPr>
        <p:spPr>
          <a:xfrm>
            <a:off x="1371977" y="6060916"/>
            <a:ext cx="2742815" cy="271258"/>
          </a:xfrm>
          <a:prstGeom prst="rect">
            <a:avLst/>
          </a:prstGeom>
        </p:spPr>
        <p:txBody>
          <a:bodyPr/>
          <a:lstStyle>
            <a:lvl1pPr>
              <a:defRPr sz="1200">
                <a:solidFill>
                  <a:schemeClr val="tx2"/>
                </a:solidFill>
                <a:latin typeface="+mn-lt"/>
              </a:defRPr>
            </a:lvl1pPr>
          </a:lstStyle>
          <a:p>
            <a:fld id="{359F3E10-F6E5-0247-A419-1A8ECEBBDEE4}" type="datetimeFigureOut">
              <a:rPr lang="fr-FR" smtClean="0"/>
              <a:t>13/11/2024</a:t>
            </a:fld>
            <a:endParaRPr lang="fr-FR"/>
          </a:p>
        </p:txBody>
      </p:sp>
      <p:grpSp>
        <p:nvGrpSpPr>
          <p:cNvPr id="4" name="Groupe 3">
            <a:extLst>
              <a:ext uri="{FF2B5EF4-FFF2-40B4-BE49-F238E27FC236}">
                <a16:creationId xmlns:a16="http://schemas.microsoft.com/office/drawing/2014/main" id="{57C0F4E4-72E4-83F0-52EF-76D2B2A93C61}"/>
              </a:ext>
            </a:extLst>
          </p:cNvPr>
          <p:cNvGrpSpPr/>
          <p:nvPr/>
        </p:nvGrpSpPr>
        <p:grpSpPr>
          <a:xfrm>
            <a:off x="1163939" y="6162477"/>
            <a:ext cx="122197" cy="71097"/>
            <a:chOff x="1916906" y="10164763"/>
            <a:chExt cx="201498" cy="117244"/>
          </a:xfrm>
        </p:grpSpPr>
        <p:cxnSp>
          <p:nvCxnSpPr>
            <p:cNvPr id="5" name="Connecteur droit 4">
              <a:extLst>
                <a:ext uri="{FF2B5EF4-FFF2-40B4-BE49-F238E27FC236}">
                  <a16:creationId xmlns:a16="http://schemas.microsoft.com/office/drawing/2014/main" id="{E9420541-1688-9F41-A8E0-EA0485F15835}"/>
                </a:ext>
              </a:extLst>
            </p:cNvPr>
            <p:cNvCxnSpPr>
              <a:cxnSpLocks/>
            </p:cNvCxnSpPr>
            <p:nvPr/>
          </p:nvCxnSpPr>
          <p:spPr>
            <a:xfrm>
              <a:off x="1916906" y="10222174"/>
              <a:ext cx="191972" cy="0"/>
            </a:xfrm>
            <a:prstGeom prst="line">
              <a:avLst/>
            </a:prstGeom>
            <a:ln w="1651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6" name="Connecteur droit 5">
              <a:extLst>
                <a:ext uri="{FF2B5EF4-FFF2-40B4-BE49-F238E27FC236}">
                  <a16:creationId xmlns:a16="http://schemas.microsoft.com/office/drawing/2014/main" id="{944281F8-1AE9-5866-3CAC-83A030388003}"/>
                </a:ext>
              </a:extLst>
            </p:cNvPr>
            <p:cNvCxnSpPr/>
            <p:nvPr/>
          </p:nvCxnSpPr>
          <p:spPr>
            <a:xfrm>
              <a:off x="2055813" y="10164763"/>
              <a:ext cx="62591" cy="62591"/>
            </a:xfrm>
            <a:prstGeom prst="line">
              <a:avLst/>
            </a:prstGeom>
            <a:ln w="1651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0" name="Connecteur droit 9">
              <a:extLst>
                <a:ext uri="{FF2B5EF4-FFF2-40B4-BE49-F238E27FC236}">
                  <a16:creationId xmlns:a16="http://schemas.microsoft.com/office/drawing/2014/main" id="{9D34A865-4423-8E26-EE0F-5D3DDC16C6A4}"/>
                </a:ext>
              </a:extLst>
            </p:cNvPr>
            <p:cNvCxnSpPr>
              <a:cxnSpLocks/>
            </p:cNvCxnSpPr>
            <p:nvPr/>
          </p:nvCxnSpPr>
          <p:spPr>
            <a:xfrm flipV="1">
              <a:off x="2051050" y="10219416"/>
              <a:ext cx="62591" cy="62591"/>
            </a:xfrm>
            <a:prstGeom prst="line">
              <a:avLst/>
            </a:prstGeom>
            <a:ln w="16510">
              <a:solidFill>
                <a:schemeClr val="tx2"/>
              </a:solidFill>
            </a:ln>
          </p:spPr>
          <p:style>
            <a:lnRef idx="1">
              <a:schemeClr val="accent1"/>
            </a:lnRef>
            <a:fillRef idx="0">
              <a:schemeClr val="accent1"/>
            </a:fillRef>
            <a:effectRef idx="0">
              <a:schemeClr val="accent1"/>
            </a:effectRef>
            <a:fontRef idx="minor">
              <a:schemeClr val="tx1"/>
            </a:fontRef>
          </p:style>
        </p:cxnSp>
      </p:grpSp>
      <p:cxnSp>
        <p:nvCxnSpPr>
          <p:cNvPr id="11" name="Connecteur droit 10">
            <a:extLst>
              <a:ext uri="{FF2B5EF4-FFF2-40B4-BE49-F238E27FC236}">
                <a16:creationId xmlns:a16="http://schemas.microsoft.com/office/drawing/2014/main" id="{20EA1658-DE5A-681F-FB7B-F44009AE368D}"/>
              </a:ext>
            </a:extLst>
          </p:cNvPr>
          <p:cNvCxnSpPr/>
          <p:nvPr/>
        </p:nvCxnSpPr>
        <p:spPr>
          <a:xfrm>
            <a:off x="793287" y="0"/>
            <a:ext cx="0" cy="6854631"/>
          </a:xfrm>
          <a:prstGeom prst="line">
            <a:avLst/>
          </a:prstGeom>
          <a:ln>
            <a:solidFill>
              <a:srgbClr val="53565B"/>
            </a:solidFill>
          </a:ln>
        </p:spPr>
        <p:style>
          <a:lnRef idx="1">
            <a:schemeClr val="accent1"/>
          </a:lnRef>
          <a:fillRef idx="0">
            <a:schemeClr val="accent1"/>
          </a:fillRef>
          <a:effectRef idx="0">
            <a:schemeClr val="accent1"/>
          </a:effectRef>
          <a:fontRef idx="minor">
            <a:schemeClr val="tx1"/>
          </a:fontRef>
        </p:style>
      </p:cxnSp>
      <p:grpSp>
        <p:nvGrpSpPr>
          <p:cNvPr id="12" name="Groupe 11">
            <a:extLst>
              <a:ext uri="{FF2B5EF4-FFF2-40B4-BE49-F238E27FC236}">
                <a16:creationId xmlns:a16="http://schemas.microsoft.com/office/drawing/2014/main" id="{25152FA6-2A55-C861-67EC-483F2BD818F5}"/>
              </a:ext>
            </a:extLst>
          </p:cNvPr>
          <p:cNvGrpSpPr/>
          <p:nvPr/>
        </p:nvGrpSpPr>
        <p:grpSpPr>
          <a:xfrm>
            <a:off x="10154033" y="6030625"/>
            <a:ext cx="1666786" cy="429172"/>
            <a:chOff x="16741197" y="12092322"/>
            <a:chExt cx="2748460" cy="707737"/>
          </a:xfrm>
        </p:grpSpPr>
        <p:sp>
          <p:nvSpPr>
            <p:cNvPr id="13" name="Forme libre : forme 12">
              <a:extLst>
                <a:ext uri="{FF2B5EF4-FFF2-40B4-BE49-F238E27FC236}">
                  <a16:creationId xmlns:a16="http://schemas.microsoft.com/office/drawing/2014/main" id="{7D7B5A96-DB43-E651-E691-409F8843FAB2}"/>
                </a:ext>
              </a:extLst>
            </p:cNvPr>
            <p:cNvSpPr/>
            <p:nvPr/>
          </p:nvSpPr>
          <p:spPr>
            <a:xfrm>
              <a:off x="16741197" y="12156471"/>
              <a:ext cx="306824" cy="290434"/>
            </a:xfrm>
            <a:custGeom>
              <a:avLst/>
              <a:gdLst>
                <a:gd name="connsiteX0" fmla="*/ 153937 w 306824"/>
                <a:gd name="connsiteY0" fmla="*/ 0 h 290434"/>
                <a:gd name="connsiteX1" fmla="*/ 0 w 306824"/>
                <a:gd name="connsiteY1" fmla="*/ 145742 h 290434"/>
                <a:gd name="connsiteX2" fmla="*/ 152888 w 306824"/>
                <a:gd name="connsiteY2" fmla="*/ 290434 h 290434"/>
                <a:gd name="connsiteX3" fmla="*/ 306825 w 306824"/>
                <a:gd name="connsiteY3" fmla="*/ 144693 h 290434"/>
                <a:gd name="connsiteX4" fmla="*/ 153937 w 306824"/>
                <a:gd name="connsiteY4" fmla="*/ 0 h 290434"/>
                <a:gd name="connsiteX5" fmla="*/ 153937 w 306824"/>
                <a:gd name="connsiteY5" fmla="*/ 207794 h 290434"/>
                <a:gd name="connsiteX6" fmla="*/ 94936 w 306824"/>
                <a:gd name="connsiteY6" fmla="*/ 144693 h 290434"/>
                <a:gd name="connsiteX7" fmla="*/ 152888 w 306824"/>
                <a:gd name="connsiteY7" fmla="*/ 82641 h 290434"/>
                <a:gd name="connsiteX8" fmla="*/ 211889 w 306824"/>
                <a:gd name="connsiteY8" fmla="*/ 145742 h 290434"/>
                <a:gd name="connsiteX9" fmla="*/ 153937 w 306824"/>
                <a:gd name="connsiteY9" fmla="*/ 207794 h 290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06824" h="290434">
                  <a:moveTo>
                    <a:pt x="153937" y="0"/>
                  </a:moveTo>
                  <a:cubicBezTo>
                    <a:pt x="64625" y="0"/>
                    <a:pt x="0" y="66723"/>
                    <a:pt x="0" y="145742"/>
                  </a:cubicBezTo>
                  <a:cubicBezTo>
                    <a:pt x="0" y="224760"/>
                    <a:pt x="64148" y="290434"/>
                    <a:pt x="152888" y="290434"/>
                  </a:cubicBezTo>
                  <a:cubicBezTo>
                    <a:pt x="241628" y="290434"/>
                    <a:pt x="306825" y="223712"/>
                    <a:pt x="306825" y="144693"/>
                  </a:cubicBezTo>
                  <a:cubicBezTo>
                    <a:pt x="306825" y="65674"/>
                    <a:pt x="242677" y="0"/>
                    <a:pt x="153937" y="0"/>
                  </a:cubicBezTo>
                  <a:moveTo>
                    <a:pt x="153937" y="207794"/>
                  </a:moveTo>
                  <a:cubicBezTo>
                    <a:pt x="119527" y="207794"/>
                    <a:pt x="94936" y="178531"/>
                    <a:pt x="94936" y="144693"/>
                  </a:cubicBezTo>
                  <a:cubicBezTo>
                    <a:pt x="94936" y="110855"/>
                    <a:pt x="117526" y="82641"/>
                    <a:pt x="152888" y="82641"/>
                  </a:cubicBezTo>
                  <a:cubicBezTo>
                    <a:pt x="188251" y="82641"/>
                    <a:pt x="211889" y="111904"/>
                    <a:pt x="211889" y="145742"/>
                  </a:cubicBezTo>
                  <a:cubicBezTo>
                    <a:pt x="211889" y="179579"/>
                    <a:pt x="189299" y="207794"/>
                    <a:pt x="153937" y="207794"/>
                  </a:cubicBezTo>
                </a:path>
              </a:pathLst>
            </a:custGeom>
            <a:solidFill>
              <a:schemeClr val="bg1"/>
            </a:solidFill>
            <a:ln w="9525" cap="flat">
              <a:noFill/>
              <a:prstDash val="solid"/>
              <a:miter/>
            </a:ln>
          </p:spPr>
          <p:txBody>
            <a:bodyPr rtlCol="0" anchor="ctr"/>
            <a:lstStyle/>
            <a:p>
              <a:endParaRPr lang="fr-FR" sz="1092">
                <a:solidFill>
                  <a:schemeClr val="bg1"/>
                </a:solidFill>
              </a:endParaRPr>
            </a:p>
          </p:txBody>
        </p:sp>
        <p:sp>
          <p:nvSpPr>
            <p:cNvPr id="15" name="Forme libre : forme 14">
              <a:extLst>
                <a:ext uri="{FF2B5EF4-FFF2-40B4-BE49-F238E27FC236}">
                  <a16:creationId xmlns:a16="http://schemas.microsoft.com/office/drawing/2014/main" id="{366F80CD-98AC-828E-04AD-E9BEF234FABF}"/>
                </a:ext>
              </a:extLst>
            </p:cNvPr>
            <p:cNvSpPr/>
            <p:nvPr/>
          </p:nvSpPr>
          <p:spPr>
            <a:xfrm>
              <a:off x="17978314" y="12156471"/>
              <a:ext cx="306824" cy="290434"/>
            </a:xfrm>
            <a:custGeom>
              <a:avLst/>
              <a:gdLst>
                <a:gd name="connsiteX0" fmla="*/ 153937 w 306824"/>
                <a:gd name="connsiteY0" fmla="*/ 0 h 290434"/>
                <a:gd name="connsiteX1" fmla="*/ 0 w 306824"/>
                <a:gd name="connsiteY1" fmla="*/ 145742 h 290434"/>
                <a:gd name="connsiteX2" fmla="*/ 152888 w 306824"/>
                <a:gd name="connsiteY2" fmla="*/ 290434 h 290434"/>
                <a:gd name="connsiteX3" fmla="*/ 306825 w 306824"/>
                <a:gd name="connsiteY3" fmla="*/ 144693 h 290434"/>
                <a:gd name="connsiteX4" fmla="*/ 153937 w 306824"/>
                <a:gd name="connsiteY4" fmla="*/ 0 h 290434"/>
                <a:gd name="connsiteX5" fmla="*/ 153937 w 306824"/>
                <a:gd name="connsiteY5" fmla="*/ 207794 h 290434"/>
                <a:gd name="connsiteX6" fmla="*/ 94936 w 306824"/>
                <a:gd name="connsiteY6" fmla="*/ 144693 h 290434"/>
                <a:gd name="connsiteX7" fmla="*/ 152888 w 306824"/>
                <a:gd name="connsiteY7" fmla="*/ 82641 h 290434"/>
                <a:gd name="connsiteX8" fmla="*/ 211889 w 306824"/>
                <a:gd name="connsiteY8" fmla="*/ 145742 h 290434"/>
                <a:gd name="connsiteX9" fmla="*/ 153937 w 306824"/>
                <a:gd name="connsiteY9" fmla="*/ 207794 h 290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06824" h="290434">
                  <a:moveTo>
                    <a:pt x="153937" y="0"/>
                  </a:moveTo>
                  <a:cubicBezTo>
                    <a:pt x="64625" y="0"/>
                    <a:pt x="0" y="66723"/>
                    <a:pt x="0" y="145742"/>
                  </a:cubicBezTo>
                  <a:cubicBezTo>
                    <a:pt x="0" y="224760"/>
                    <a:pt x="64148" y="290434"/>
                    <a:pt x="152888" y="290434"/>
                  </a:cubicBezTo>
                  <a:cubicBezTo>
                    <a:pt x="241628" y="290434"/>
                    <a:pt x="306825" y="223712"/>
                    <a:pt x="306825" y="144693"/>
                  </a:cubicBezTo>
                  <a:cubicBezTo>
                    <a:pt x="306825" y="65674"/>
                    <a:pt x="242677" y="0"/>
                    <a:pt x="153937" y="0"/>
                  </a:cubicBezTo>
                  <a:moveTo>
                    <a:pt x="153937" y="207794"/>
                  </a:moveTo>
                  <a:cubicBezTo>
                    <a:pt x="119527" y="207794"/>
                    <a:pt x="94936" y="178531"/>
                    <a:pt x="94936" y="144693"/>
                  </a:cubicBezTo>
                  <a:cubicBezTo>
                    <a:pt x="94936" y="110855"/>
                    <a:pt x="117526" y="82641"/>
                    <a:pt x="152888" y="82641"/>
                  </a:cubicBezTo>
                  <a:cubicBezTo>
                    <a:pt x="188251" y="82641"/>
                    <a:pt x="211889" y="111904"/>
                    <a:pt x="211889" y="145742"/>
                  </a:cubicBezTo>
                  <a:cubicBezTo>
                    <a:pt x="211889" y="179579"/>
                    <a:pt x="189299" y="207794"/>
                    <a:pt x="153937" y="207794"/>
                  </a:cubicBezTo>
                </a:path>
              </a:pathLst>
            </a:custGeom>
            <a:solidFill>
              <a:schemeClr val="bg1"/>
            </a:solidFill>
            <a:ln w="9525" cap="flat">
              <a:noFill/>
              <a:prstDash val="solid"/>
              <a:miter/>
            </a:ln>
          </p:spPr>
          <p:txBody>
            <a:bodyPr rtlCol="0" anchor="ctr"/>
            <a:lstStyle/>
            <a:p>
              <a:endParaRPr lang="fr-FR" sz="1092">
                <a:solidFill>
                  <a:schemeClr val="bg1"/>
                </a:solidFill>
              </a:endParaRPr>
            </a:p>
          </p:txBody>
        </p:sp>
        <p:sp>
          <p:nvSpPr>
            <p:cNvPr id="16" name="Forme libre : forme 15">
              <a:extLst>
                <a:ext uri="{FF2B5EF4-FFF2-40B4-BE49-F238E27FC236}">
                  <a16:creationId xmlns:a16="http://schemas.microsoft.com/office/drawing/2014/main" id="{A2BD2CE6-AB43-4240-9CAE-AF0A829D5343}"/>
                </a:ext>
              </a:extLst>
            </p:cNvPr>
            <p:cNvSpPr/>
            <p:nvPr/>
          </p:nvSpPr>
          <p:spPr>
            <a:xfrm>
              <a:off x="17068610" y="12156471"/>
              <a:ext cx="275084" cy="283762"/>
            </a:xfrm>
            <a:custGeom>
              <a:avLst/>
              <a:gdLst>
                <a:gd name="connsiteX0" fmla="*/ 0 w 275084"/>
                <a:gd name="connsiteY0" fmla="*/ 6196 h 283762"/>
                <a:gd name="connsiteX1" fmla="*/ 97509 w 275084"/>
                <a:gd name="connsiteY1" fmla="*/ 6196 h 283762"/>
                <a:gd name="connsiteX2" fmla="*/ 97509 w 275084"/>
                <a:gd name="connsiteY2" fmla="*/ 45181 h 283762"/>
                <a:gd name="connsiteX3" fmla="*/ 180625 w 275084"/>
                <a:gd name="connsiteY3" fmla="*/ 0 h 283762"/>
                <a:gd name="connsiteX4" fmla="*/ 275084 w 275084"/>
                <a:gd name="connsiteY4" fmla="*/ 102086 h 283762"/>
                <a:gd name="connsiteX5" fmla="*/ 275084 w 275084"/>
                <a:gd name="connsiteY5" fmla="*/ 283762 h 283762"/>
                <a:gd name="connsiteX6" fmla="*/ 177575 w 275084"/>
                <a:gd name="connsiteY6" fmla="*/ 283762 h 283762"/>
                <a:gd name="connsiteX7" fmla="*/ 177575 w 275084"/>
                <a:gd name="connsiteY7" fmla="*/ 133445 h 283762"/>
                <a:gd name="connsiteX8" fmla="*/ 138591 w 275084"/>
                <a:gd name="connsiteY8" fmla="*/ 86740 h 283762"/>
                <a:gd name="connsiteX9" fmla="*/ 97509 w 275084"/>
                <a:gd name="connsiteY9" fmla="*/ 133445 h 283762"/>
                <a:gd name="connsiteX10" fmla="*/ 97509 w 275084"/>
                <a:gd name="connsiteY10" fmla="*/ 283762 h 283762"/>
                <a:gd name="connsiteX11" fmla="*/ 0 w 275084"/>
                <a:gd name="connsiteY11" fmla="*/ 283762 h 283762"/>
                <a:gd name="connsiteX12" fmla="*/ 0 w 275084"/>
                <a:gd name="connsiteY12" fmla="*/ 6196 h 283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75084" h="283762">
                  <a:moveTo>
                    <a:pt x="0" y="6196"/>
                  </a:moveTo>
                  <a:lnTo>
                    <a:pt x="97509" y="6196"/>
                  </a:lnTo>
                  <a:lnTo>
                    <a:pt x="97509" y="45181"/>
                  </a:lnTo>
                  <a:cubicBezTo>
                    <a:pt x="115429" y="22114"/>
                    <a:pt x="141164" y="0"/>
                    <a:pt x="180625" y="0"/>
                  </a:cubicBezTo>
                  <a:cubicBezTo>
                    <a:pt x="239627" y="0"/>
                    <a:pt x="275084" y="38985"/>
                    <a:pt x="275084" y="102086"/>
                  </a:cubicBezTo>
                  <a:lnTo>
                    <a:pt x="275084" y="283762"/>
                  </a:lnTo>
                  <a:lnTo>
                    <a:pt x="177575" y="283762"/>
                  </a:lnTo>
                  <a:lnTo>
                    <a:pt x="177575" y="133445"/>
                  </a:lnTo>
                  <a:cubicBezTo>
                    <a:pt x="177575" y="103134"/>
                    <a:pt x="161657" y="86740"/>
                    <a:pt x="138591" y="86740"/>
                  </a:cubicBezTo>
                  <a:cubicBezTo>
                    <a:pt x="115524" y="86740"/>
                    <a:pt x="97509" y="103134"/>
                    <a:pt x="97509" y="133445"/>
                  </a:cubicBezTo>
                  <a:lnTo>
                    <a:pt x="97509" y="283762"/>
                  </a:lnTo>
                  <a:lnTo>
                    <a:pt x="0" y="283762"/>
                  </a:lnTo>
                  <a:lnTo>
                    <a:pt x="0" y="6196"/>
                  </a:lnTo>
                  <a:close/>
                </a:path>
              </a:pathLst>
            </a:custGeom>
            <a:solidFill>
              <a:schemeClr val="bg1"/>
            </a:solidFill>
            <a:ln w="9525" cap="flat">
              <a:noFill/>
              <a:prstDash val="solid"/>
              <a:miter/>
            </a:ln>
          </p:spPr>
          <p:txBody>
            <a:bodyPr rtlCol="0" anchor="ctr"/>
            <a:lstStyle/>
            <a:p>
              <a:endParaRPr lang="fr-FR" sz="1092">
                <a:solidFill>
                  <a:schemeClr val="bg1"/>
                </a:solidFill>
              </a:endParaRPr>
            </a:p>
          </p:txBody>
        </p:sp>
        <p:sp>
          <p:nvSpPr>
            <p:cNvPr id="18" name="Forme libre : forme 17">
              <a:extLst>
                <a:ext uri="{FF2B5EF4-FFF2-40B4-BE49-F238E27FC236}">
                  <a16:creationId xmlns:a16="http://schemas.microsoft.com/office/drawing/2014/main" id="{AFCEB5EE-F2F9-A38A-0F15-0DFFDC6E3A0B}"/>
                </a:ext>
              </a:extLst>
            </p:cNvPr>
            <p:cNvSpPr/>
            <p:nvPr/>
          </p:nvSpPr>
          <p:spPr>
            <a:xfrm>
              <a:off x="17362090" y="12156567"/>
              <a:ext cx="280136" cy="290434"/>
            </a:xfrm>
            <a:custGeom>
              <a:avLst/>
              <a:gdLst>
                <a:gd name="connsiteX0" fmla="*/ 280136 w 280136"/>
                <a:gd name="connsiteY0" fmla="*/ 151842 h 290434"/>
                <a:gd name="connsiteX1" fmla="*/ 140116 w 280136"/>
                <a:gd name="connsiteY1" fmla="*/ 0 h 290434"/>
                <a:gd name="connsiteX2" fmla="*/ 0 w 280136"/>
                <a:gd name="connsiteY2" fmla="*/ 145742 h 290434"/>
                <a:gd name="connsiteX3" fmla="*/ 148790 w 280136"/>
                <a:gd name="connsiteY3" fmla="*/ 290434 h 290434"/>
                <a:gd name="connsiteX4" fmla="*/ 269365 w 280136"/>
                <a:gd name="connsiteY4" fmla="*/ 234006 h 290434"/>
                <a:gd name="connsiteX5" fmla="*/ 215511 w 280136"/>
                <a:gd name="connsiteY5" fmla="*/ 189302 h 290434"/>
                <a:gd name="connsiteX6" fmla="*/ 153937 w 280136"/>
                <a:gd name="connsiteY6" fmla="*/ 217516 h 290434"/>
                <a:gd name="connsiteX7" fmla="*/ 93887 w 280136"/>
                <a:gd name="connsiteY7" fmla="*/ 171859 h 290434"/>
                <a:gd name="connsiteX8" fmla="*/ 279660 w 280136"/>
                <a:gd name="connsiteY8" fmla="*/ 171859 h 290434"/>
                <a:gd name="connsiteX9" fmla="*/ 280136 w 280136"/>
                <a:gd name="connsiteY9" fmla="*/ 151842 h 290434"/>
                <a:gd name="connsiteX10" fmla="*/ 92362 w 280136"/>
                <a:gd name="connsiteY10" fmla="*/ 122103 h 290434"/>
                <a:gd name="connsiteX11" fmla="*/ 140592 w 280136"/>
                <a:gd name="connsiteY11" fmla="*/ 71870 h 290434"/>
                <a:gd name="connsiteX12" fmla="*/ 188823 w 280136"/>
                <a:gd name="connsiteY12" fmla="*/ 122103 h 290434"/>
                <a:gd name="connsiteX13" fmla="*/ 92362 w 280136"/>
                <a:gd name="connsiteY13" fmla="*/ 122103 h 290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80136" h="290434">
                  <a:moveTo>
                    <a:pt x="280136" y="151842"/>
                  </a:moveTo>
                  <a:cubicBezTo>
                    <a:pt x="280136" y="70249"/>
                    <a:pt x="236005" y="0"/>
                    <a:pt x="140116" y="0"/>
                  </a:cubicBezTo>
                  <a:cubicBezTo>
                    <a:pt x="58048" y="0"/>
                    <a:pt x="0" y="64626"/>
                    <a:pt x="0" y="145742"/>
                  </a:cubicBezTo>
                  <a:cubicBezTo>
                    <a:pt x="0" y="231909"/>
                    <a:pt x="61575" y="290434"/>
                    <a:pt x="148790" y="290434"/>
                  </a:cubicBezTo>
                  <a:cubicBezTo>
                    <a:pt x="204169" y="290434"/>
                    <a:pt x="242677" y="267844"/>
                    <a:pt x="269365" y="234006"/>
                  </a:cubicBezTo>
                  <a:lnTo>
                    <a:pt x="215511" y="189302"/>
                  </a:lnTo>
                  <a:cubicBezTo>
                    <a:pt x="195495" y="208842"/>
                    <a:pt x="177003" y="217516"/>
                    <a:pt x="153937" y="217516"/>
                  </a:cubicBezTo>
                  <a:cubicBezTo>
                    <a:pt x="123626" y="217516"/>
                    <a:pt x="101608" y="202170"/>
                    <a:pt x="93887" y="171859"/>
                  </a:cubicBezTo>
                  <a:lnTo>
                    <a:pt x="279660" y="171859"/>
                  </a:lnTo>
                  <a:cubicBezTo>
                    <a:pt x="280136" y="165186"/>
                    <a:pt x="280136" y="158037"/>
                    <a:pt x="280136" y="151842"/>
                  </a:cubicBezTo>
                  <a:moveTo>
                    <a:pt x="92362" y="122103"/>
                  </a:moveTo>
                  <a:cubicBezTo>
                    <a:pt x="97509" y="91791"/>
                    <a:pt x="114952" y="71870"/>
                    <a:pt x="140592" y="71870"/>
                  </a:cubicBezTo>
                  <a:cubicBezTo>
                    <a:pt x="166233" y="71870"/>
                    <a:pt x="185201" y="91315"/>
                    <a:pt x="188823" y="122103"/>
                  </a:cubicBezTo>
                  <a:lnTo>
                    <a:pt x="92362" y="122103"/>
                  </a:lnTo>
                  <a:close/>
                </a:path>
              </a:pathLst>
            </a:custGeom>
            <a:solidFill>
              <a:schemeClr val="bg1"/>
            </a:solidFill>
            <a:ln w="9525" cap="flat">
              <a:noFill/>
              <a:prstDash val="solid"/>
              <a:miter/>
            </a:ln>
          </p:spPr>
          <p:txBody>
            <a:bodyPr rtlCol="0" anchor="ctr"/>
            <a:lstStyle/>
            <a:p>
              <a:endParaRPr lang="fr-FR" sz="1092">
                <a:solidFill>
                  <a:schemeClr val="bg1"/>
                </a:solidFill>
              </a:endParaRPr>
            </a:p>
          </p:txBody>
        </p:sp>
        <p:sp>
          <p:nvSpPr>
            <p:cNvPr id="19" name="Forme libre : forme 18">
              <a:extLst>
                <a:ext uri="{FF2B5EF4-FFF2-40B4-BE49-F238E27FC236}">
                  <a16:creationId xmlns:a16="http://schemas.microsoft.com/office/drawing/2014/main" id="{112D8CF8-B5A0-E638-2E42-DB4D9DE726CD}"/>
                </a:ext>
              </a:extLst>
            </p:cNvPr>
            <p:cNvSpPr/>
            <p:nvPr/>
          </p:nvSpPr>
          <p:spPr>
            <a:xfrm>
              <a:off x="17663196" y="12156376"/>
              <a:ext cx="304727" cy="365926"/>
            </a:xfrm>
            <a:custGeom>
              <a:avLst/>
              <a:gdLst>
                <a:gd name="connsiteX0" fmla="*/ 181674 w 304727"/>
                <a:gd name="connsiteY0" fmla="*/ 95 h 365926"/>
                <a:gd name="connsiteX1" fmla="*/ 97509 w 304727"/>
                <a:gd name="connsiteY1" fmla="*/ 43179 h 365926"/>
                <a:gd name="connsiteX2" fmla="*/ 97509 w 304727"/>
                <a:gd name="connsiteY2" fmla="*/ 6196 h 365926"/>
                <a:gd name="connsiteX3" fmla="*/ 0 w 304727"/>
                <a:gd name="connsiteY3" fmla="*/ 6196 h 365926"/>
                <a:gd name="connsiteX4" fmla="*/ 0 w 304727"/>
                <a:gd name="connsiteY4" fmla="*/ 365926 h 365926"/>
                <a:gd name="connsiteX5" fmla="*/ 97509 w 304727"/>
                <a:gd name="connsiteY5" fmla="*/ 365926 h 365926"/>
                <a:gd name="connsiteX6" fmla="*/ 97509 w 304727"/>
                <a:gd name="connsiteY6" fmla="*/ 249924 h 365926"/>
                <a:gd name="connsiteX7" fmla="*/ 182150 w 304727"/>
                <a:gd name="connsiteY7" fmla="*/ 289958 h 365926"/>
                <a:gd name="connsiteX8" fmla="*/ 304728 w 304727"/>
                <a:gd name="connsiteY8" fmla="*/ 144216 h 365926"/>
                <a:gd name="connsiteX9" fmla="*/ 181579 w 304727"/>
                <a:gd name="connsiteY9" fmla="*/ 0 h 365926"/>
                <a:gd name="connsiteX10" fmla="*/ 151840 w 304727"/>
                <a:gd name="connsiteY10" fmla="*/ 208365 h 365926"/>
                <a:gd name="connsiteX11" fmla="*/ 95412 w 304727"/>
                <a:gd name="connsiteY11" fmla="*/ 144693 h 365926"/>
                <a:gd name="connsiteX12" fmla="*/ 151840 w 304727"/>
                <a:gd name="connsiteY12" fmla="*/ 81592 h 365926"/>
                <a:gd name="connsiteX13" fmla="*/ 208839 w 304727"/>
                <a:gd name="connsiteY13" fmla="*/ 144693 h 365926"/>
                <a:gd name="connsiteX14" fmla="*/ 151840 w 304727"/>
                <a:gd name="connsiteY14" fmla="*/ 208365 h 3659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4727" h="365926">
                  <a:moveTo>
                    <a:pt x="181674" y="95"/>
                  </a:moveTo>
                  <a:cubicBezTo>
                    <a:pt x="140116" y="95"/>
                    <a:pt x="116477" y="20112"/>
                    <a:pt x="97509" y="43179"/>
                  </a:cubicBezTo>
                  <a:lnTo>
                    <a:pt x="97509" y="6196"/>
                  </a:lnTo>
                  <a:lnTo>
                    <a:pt x="0" y="6196"/>
                  </a:lnTo>
                  <a:lnTo>
                    <a:pt x="0" y="365926"/>
                  </a:lnTo>
                  <a:lnTo>
                    <a:pt x="97509" y="365926"/>
                  </a:lnTo>
                  <a:lnTo>
                    <a:pt x="97509" y="249924"/>
                  </a:lnTo>
                  <a:cubicBezTo>
                    <a:pt x="115429" y="270990"/>
                    <a:pt x="140116" y="289958"/>
                    <a:pt x="182150" y="289958"/>
                  </a:cubicBezTo>
                  <a:cubicBezTo>
                    <a:pt x="247824" y="289958"/>
                    <a:pt x="304728" y="234578"/>
                    <a:pt x="304728" y="144216"/>
                  </a:cubicBezTo>
                  <a:cubicBezTo>
                    <a:pt x="304728" y="53855"/>
                    <a:pt x="247729" y="0"/>
                    <a:pt x="181579" y="0"/>
                  </a:cubicBezTo>
                  <a:moveTo>
                    <a:pt x="151840" y="208365"/>
                  </a:moveTo>
                  <a:cubicBezTo>
                    <a:pt x="120576" y="208365"/>
                    <a:pt x="95412" y="181677"/>
                    <a:pt x="95412" y="144693"/>
                  </a:cubicBezTo>
                  <a:cubicBezTo>
                    <a:pt x="95412" y="107710"/>
                    <a:pt x="120576" y="81592"/>
                    <a:pt x="151840" y="81592"/>
                  </a:cubicBezTo>
                  <a:cubicBezTo>
                    <a:pt x="183104" y="81592"/>
                    <a:pt x="208839" y="108281"/>
                    <a:pt x="208839" y="144693"/>
                  </a:cubicBezTo>
                  <a:cubicBezTo>
                    <a:pt x="208839" y="181105"/>
                    <a:pt x="183676" y="208365"/>
                    <a:pt x="151840" y="208365"/>
                  </a:cubicBezTo>
                </a:path>
              </a:pathLst>
            </a:custGeom>
            <a:solidFill>
              <a:schemeClr val="bg1"/>
            </a:solidFill>
            <a:ln w="9525" cap="flat">
              <a:noFill/>
              <a:prstDash val="solid"/>
              <a:miter/>
            </a:ln>
          </p:spPr>
          <p:txBody>
            <a:bodyPr rtlCol="0" anchor="ctr"/>
            <a:lstStyle/>
            <a:p>
              <a:endParaRPr lang="fr-FR" sz="1092">
                <a:solidFill>
                  <a:schemeClr val="bg1"/>
                </a:solidFill>
              </a:endParaRPr>
            </a:p>
          </p:txBody>
        </p:sp>
        <p:sp>
          <p:nvSpPr>
            <p:cNvPr id="20" name="Forme libre : forme 19">
              <a:extLst>
                <a:ext uri="{FF2B5EF4-FFF2-40B4-BE49-F238E27FC236}">
                  <a16:creationId xmlns:a16="http://schemas.microsoft.com/office/drawing/2014/main" id="{F134DBA4-1E94-2917-9D7C-E3B87769B48B}"/>
                </a:ext>
              </a:extLst>
            </p:cNvPr>
            <p:cNvSpPr/>
            <p:nvPr/>
          </p:nvSpPr>
          <p:spPr>
            <a:xfrm>
              <a:off x="18307729" y="12162667"/>
              <a:ext cx="97509" cy="277566"/>
            </a:xfrm>
            <a:custGeom>
              <a:avLst/>
              <a:gdLst>
                <a:gd name="connsiteX0" fmla="*/ 0 w 97509"/>
                <a:gd name="connsiteY0" fmla="*/ 0 h 277566"/>
                <a:gd name="connsiteX1" fmla="*/ 97509 w 97509"/>
                <a:gd name="connsiteY1" fmla="*/ 0 h 277566"/>
                <a:gd name="connsiteX2" fmla="*/ 97509 w 97509"/>
                <a:gd name="connsiteY2" fmla="*/ 277567 h 277566"/>
                <a:gd name="connsiteX3" fmla="*/ 0 w 97509"/>
                <a:gd name="connsiteY3" fmla="*/ 277567 h 277566"/>
              </a:gdLst>
              <a:ahLst/>
              <a:cxnLst>
                <a:cxn ang="0">
                  <a:pos x="connsiteX0" y="connsiteY0"/>
                </a:cxn>
                <a:cxn ang="0">
                  <a:pos x="connsiteX1" y="connsiteY1"/>
                </a:cxn>
                <a:cxn ang="0">
                  <a:pos x="connsiteX2" y="connsiteY2"/>
                </a:cxn>
                <a:cxn ang="0">
                  <a:pos x="connsiteX3" y="connsiteY3"/>
                </a:cxn>
              </a:cxnLst>
              <a:rect l="l" t="t" r="r" b="b"/>
              <a:pathLst>
                <a:path w="97509" h="277566">
                  <a:moveTo>
                    <a:pt x="0" y="0"/>
                  </a:moveTo>
                  <a:lnTo>
                    <a:pt x="97509" y="0"/>
                  </a:lnTo>
                  <a:lnTo>
                    <a:pt x="97509" y="277567"/>
                  </a:lnTo>
                  <a:lnTo>
                    <a:pt x="0" y="277567"/>
                  </a:lnTo>
                  <a:close/>
                </a:path>
              </a:pathLst>
            </a:custGeom>
            <a:solidFill>
              <a:schemeClr val="bg1"/>
            </a:solidFill>
            <a:ln w="9525" cap="flat">
              <a:noFill/>
              <a:prstDash val="solid"/>
              <a:miter/>
            </a:ln>
          </p:spPr>
          <p:txBody>
            <a:bodyPr rtlCol="0" anchor="ctr"/>
            <a:lstStyle/>
            <a:p>
              <a:endParaRPr lang="fr-FR" sz="1092">
                <a:solidFill>
                  <a:schemeClr val="bg1"/>
                </a:solidFill>
              </a:endParaRPr>
            </a:p>
          </p:txBody>
        </p:sp>
        <p:sp>
          <p:nvSpPr>
            <p:cNvPr id="21" name="Forme libre : forme 20">
              <a:extLst>
                <a:ext uri="{FF2B5EF4-FFF2-40B4-BE49-F238E27FC236}">
                  <a16:creationId xmlns:a16="http://schemas.microsoft.com/office/drawing/2014/main" id="{AB6B16D0-E9BC-5358-DAAB-13115773DC82}"/>
                </a:ext>
              </a:extLst>
            </p:cNvPr>
            <p:cNvSpPr/>
            <p:nvPr/>
          </p:nvSpPr>
          <p:spPr>
            <a:xfrm>
              <a:off x="18439075" y="12156471"/>
              <a:ext cx="275084" cy="283762"/>
            </a:xfrm>
            <a:custGeom>
              <a:avLst/>
              <a:gdLst>
                <a:gd name="connsiteX0" fmla="*/ 0 w 275084"/>
                <a:gd name="connsiteY0" fmla="*/ 6196 h 283762"/>
                <a:gd name="connsiteX1" fmla="*/ 97509 w 275084"/>
                <a:gd name="connsiteY1" fmla="*/ 6196 h 283762"/>
                <a:gd name="connsiteX2" fmla="*/ 97509 w 275084"/>
                <a:gd name="connsiteY2" fmla="*/ 45181 h 283762"/>
                <a:gd name="connsiteX3" fmla="*/ 180625 w 275084"/>
                <a:gd name="connsiteY3" fmla="*/ 0 h 283762"/>
                <a:gd name="connsiteX4" fmla="*/ 275084 w 275084"/>
                <a:gd name="connsiteY4" fmla="*/ 102086 h 283762"/>
                <a:gd name="connsiteX5" fmla="*/ 275084 w 275084"/>
                <a:gd name="connsiteY5" fmla="*/ 283762 h 283762"/>
                <a:gd name="connsiteX6" fmla="*/ 177575 w 275084"/>
                <a:gd name="connsiteY6" fmla="*/ 283762 h 283762"/>
                <a:gd name="connsiteX7" fmla="*/ 177575 w 275084"/>
                <a:gd name="connsiteY7" fmla="*/ 133445 h 283762"/>
                <a:gd name="connsiteX8" fmla="*/ 138591 w 275084"/>
                <a:gd name="connsiteY8" fmla="*/ 86740 h 283762"/>
                <a:gd name="connsiteX9" fmla="*/ 97509 w 275084"/>
                <a:gd name="connsiteY9" fmla="*/ 133445 h 283762"/>
                <a:gd name="connsiteX10" fmla="*/ 97509 w 275084"/>
                <a:gd name="connsiteY10" fmla="*/ 283762 h 283762"/>
                <a:gd name="connsiteX11" fmla="*/ 0 w 275084"/>
                <a:gd name="connsiteY11" fmla="*/ 283762 h 283762"/>
                <a:gd name="connsiteX12" fmla="*/ 0 w 275084"/>
                <a:gd name="connsiteY12" fmla="*/ 6196 h 283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75084" h="283762">
                  <a:moveTo>
                    <a:pt x="0" y="6196"/>
                  </a:moveTo>
                  <a:lnTo>
                    <a:pt x="97509" y="6196"/>
                  </a:lnTo>
                  <a:lnTo>
                    <a:pt x="97509" y="45181"/>
                  </a:lnTo>
                  <a:cubicBezTo>
                    <a:pt x="115429" y="22114"/>
                    <a:pt x="141164" y="0"/>
                    <a:pt x="180625" y="0"/>
                  </a:cubicBezTo>
                  <a:cubicBezTo>
                    <a:pt x="239627" y="0"/>
                    <a:pt x="275084" y="38985"/>
                    <a:pt x="275084" y="102086"/>
                  </a:cubicBezTo>
                  <a:lnTo>
                    <a:pt x="275084" y="283762"/>
                  </a:lnTo>
                  <a:lnTo>
                    <a:pt x="177575" y="283762"/>
                  </a:lnTo>
                  <a:lnTo>
                    <a:pt x="177575" y="133445"/>
                  </a:lnTo>
                  <a:cubicBezTo>
                    <a:pt x="177575" y="103134"/>
                    <a:pt x="161657" y="86740"/>
                    <a:pt x="138591" y="86740"/>
                  </a:cubicBezTo>
                  <a:cubicBezTo>
                    <a:pt x="115524" y="86740"/>
                    <a:pt x="97509" y="103134"/>
                    <a:pt x="97509" y="133445"/>
                  </a:cubicBezTo>
                  <a:lnTo>
                    <a:pt x="97509" y="283762"/>
                  </a:lnTo>
                  <a:lnTo>
                    <a:pt x="0" y="283762"/>
                  </a:lnTo>
                  <a:lnTo>
                    <a:pt x="0" y="6196"/>
                  </a:lnTo>
                  <a:close/>
                </a:path>
              </a:pathLst>
            </a:custGeom>
            <a:solidFill>
              <a:schemeClr val="bg1"/>
            </a:solidFill>
            <a:ln w="9525" cap="flat">
              <a:noFill/>
              <a:prstDash val="solid"/>
              <a:miter/>
            </a:ln>
          </p:spPr>
          <p:txBody>
            <a:bodyPr rtlCol="0" anchor="ctr"/>
            <a:lstStyle/>
            <a:p>
              <a:endParaRPr lang="fr-FR" sz="1092">
                <a:solidFill>
                  <a:schemeClr val="bg1"/>
                </a:solidFill>
              </a:endParaRPr>
            </a:p>
          </p:txBody>
        </p:sp>
        <p:sp>
          <p:nvSpPr>
            <p:cNvPr id="23" name="Forme libre : forme 22">
              <a:extLst>
                <a:ext uri="{FF2B5EF4-FFF2-40B4-BE49-F238E27FC236}">
                  <a16:creationId xmlns:a16="http://schemas.microsoft.com/office/drawing/2014/main" id="{E76ACDBD-9431-1E36-FBFD-2A4DB7F1C3E2}"/>
                </a:ext>
              </a:extLst>
            </p:cNvPr>
            <p:cNvSpPr/>
            <p:nvPr/>
          </p:nvSpPr>
          <p:spPr>
            <a:xfrm>
              <a:off x="18730268" y="12092322"/>
              <a:ext cx="194923" cy="347911"/>
            </a:xfrm>
            <a:custGeom>
              <a:avLst/>
              <a:gdLst>
                <a:gd name="connsiteX0" fmla="*/ 32789 w 194923"/>
                <a:gd name="connsiteY0" fmla="*/ 347911 h 347911"/>
                <a:gd name="connsiteX1" fmla="*/ 32789 w 194923"/>
                <a:gd name="connsiteY1" fmla="*/ 148887 h 347911"/>
                <a:gd name="connsiteX2" fmla="*/ 0 w 194923"/>
                <a:gd name="connsiteY2" fmla="*/ 148887 h 347911"/>
                <a:gd name="connsiteX3" fmla="*/ 0 w 194923"/>
                <a:gd name="connsiteY3" fmla="*/ 70345 h 347911"/>
                <a:gd name="connsiteX4" fmla="*/ 32789 w 194923"/>
                <a:gd name="connsiteY4" fmla="*/ 70345 h 347911"/>
                <a:gd name="connsiteX5" fmla="*/ 32789 w 194923"/>
                <a:gd name="connsiteY5" fmla="*/ 0 h 347911"/>
                <a:gd name="connsiteX6" fmla="*/ 130298 w 194923"/>
                <a:gd name="connsiteY6" fmla="*/ 0 h 347911"/>
                <a:gd name="connsiteX7" fmla="*/ 130298 w 194923"/>
                <a:gd name="connsiteY7" fmla="*/ 70345 h 347911"/>
                <a:gd name="connsiteX8" fmla="*/ 194923 w 194923"/>
                <a:gd name="connsiteY8" fmla="*/ 70345 h 347911"/>
                <a:gd name="connsiteX9" fmla="*/ 194923 w 194923"/>
                <a:gd name="connsiteY9" fmla="*/ 148887 h 347911"/>
                <a:gd name="connsiteX10" fmla="*/ 130298 w 194923"/>
                <a:gd name="connsiteY10" fmla="*/ 148887 h 347911"/>
                <a:gd name="connsiteX11" fmla="*/ 130298 w 194923"/>
                <a:gd name="connsiteY11" fmla="*/ 347911 h 347911"/>
                <a:gd name="connsiteX12" fmla="*/ 32789 w 194923"/>
                <a:gd name="connsiteY12" fmla="*/ 347911 h 3479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94923" h="347911">
                  <a:moveTo>
                    <a:pt x="32789" y="347911"/>
                  </a:moveTo>
                  <a:lnTo>
                    <a:pt x="32789" y="148887"/>
                  </a:lnTo>
                  <a:lnTo>
                    <a:pt x="0" y="148887"/>
                  </a:lnTo>
                  <a:lnTo>
                    <a:pt x="0" y="70345"/>
                  </a:lnTo>
                  <a:lnTo>
                    <a:pt x="32789" y="70345"/>
                  </a:lnTo>
                  <a:lnTo>
                    <a:pt x="32789" y="0"/>
                  </a:lnTo>
                  <a:lnTo>
                    <a:pt x="130298" y="0"/>
                  </a:lnTo>
                  <a:lnTo>
                    <a:pt x="130298" y="70345"/>
                  </a:lnTo>
                  <a:lnTo>
                    <a:pt x="194923" y="70345"/>
                  </a:lnTo>
                  <a:lnTo>
                    <a:pt x="194923" y="148887"/>
                  </a:lnTo>
                  <a:lnTo>
                    <a:pt x="130298" y="148887"/>
                  </a:lnTo>
                  <a:lnTo>
                    <a:pt x="130298" y="347911"/>
                  </a:lnTo>
                  <a:lnTo>
                    <a:pt x="32789" y="347911"/>
                  </a:lnTo>
                  <a:close/>
                </a:path>
              </a:pathLst>
            </a:custGeom>
            <a:solidFill>
              <a:schemeClr val="bg1"/>
            </a:solidFill>
            <a:ln w="9525" cap="flat">
              <a:noFill/>
              <a:prstDash val="solid"/>
              <a:miter/>
            </a:ln>
          </p:spPr>
          <p:txBody>
            <a:bodyPr rtlCol="0" anchor="ctr"/>
            <a:lstStyle/>
            <a:p>
              <a:endParaRPr lang="fr-FR" sz="1092">
                <a:solidFill>
                  <a:schemeClr val="bg1"/>
                </a:solidFill>
              </a:endParaRPr>
            </a:p>
          </p:txBody>
        </p:sp>
        <p:sp>
          <p:nvSpPr>
            <p:cNvPr id="24" name="Forme libre : forme 23">
              <a:extLst>
                <a:ext uri="{FF2B5EF4-FFF2-40B4-BE49-F238E27FC236}">
                  <a16:creationId xmlns:a16="http://schemas.microsoft.com/office/drawing/2014/main" id="{1032B615-7303-3156-2973-87DBE79F6E52}"/>
                </a:ext>
              </a:extLst>
            </p:cNvPr>
            <p:cNvSpPr/>
            <p:nvPr/>
          </p:nvSpPr>
          <p:spPr>
            <a:xfrm>
              <a:off x="18903173" y="12327758"/>
              <a:ext cx="119146" cy="119147"/>
            </a:xfrm>
            <a:custGeom>
              <a:avLst/>
              <a:gdLst>
                <a:gd name="connsiteX0" fmla="*/ 119146 w 119146"/>
                <a:gd name="connsiteY0" fmla="*/ 59574 h 119147"/>
                <a:gd name="connsiteX1" fmla="*/ 59573 w 119146"/>
                <a:gd name="connsiteY1" fmla="*/ 119148 h 119147"/>
                <a:gd name="connsiteX2" fmla="*/ 0 w 119146"/>
                <a:gd name="connsiteY2" fmla="*/ 59574 h 119147"/>
                <a:gd name="connsiteX3" fmla="*/ 59573 w 119146"/>
                <a:gd name="connsiteY3" fmla="*/ 0 h 119147"/>
                <a:gd name="connsiteX4" fmla="*/ 119146 w 119146"/>
                <a:gd name="connsiteY4" fmla="*/ 59574 h 1191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146" h="119147">
                  <a:moveTo>
                    <a:pt x="119146" y="59574"/>
                  </a:moveTo>
                  <a:cubicBezTo>
                    <a:pt x="119146" y="92459"/>
                    <a:pt x="92457" y="119148"/>
                    <a:pt x="59573" y="119148"/>
                  </a:cubicBezTo>
                  <a:cubicBezTo>
                    <a:pt x="26689" y="119148"/>
                    <a:pt x="0" y="92459"/>
                    <a:pt x="0" y="59574"/>
                  </a:cubicBezTo>
                  <a:cubicBezTo>
                    <a:pt x="0" y="26689"/>
                    <a:pt x="26689" y="0"/>
                    <a:pt x="59573" y="0"/>
                  </a:cubicBezTo>
                  <a:cubicBezTo>
                    <a:pt x="92457" y="0"/>
                    <a:pt x="119146" y="26689"/>
                    <a:pt x="119146" y="59574"/>
                  </a:cubicBezTo>
                </a:path>
              </a:pathLst>
            </a:custGeom>
            <a:solidFill>
              <a:srgbClr val="00A2DF"/>
            </a:solidFill>
            <a:ln w="9525" cap="flat">
              <a:noFill/>
              <a:prstDash val="solid"/>
              <a:miter/>
            </a:ln>
          </p:spPr>
          <p:txBody>
            <a:bodyPr rtlCol="0" anchor="ctr"/>
            <a:lstStyle/>
            <a:p>
              <a:endParaRPr lang="fr-FR" sz="1092"/>
            </a:p>
          </p:txBody>
        </p:sp>
        <p:sp>
          <p:nvSpPr>
            <p:cNvPr id="27" name="Forme libre : forme 26">
              <a:extLst>
                <a:ext uri="{FF2B5EF4-FFF2-40B4-BE49-F238E27FC236}">
                  <a16:creationId xmlns:a16="http://schemas.microsoft.com/office/drawing/2014/main" id="{D0AD15AE-49DB-9725-DE25-C6492EE9E98F}"/>
                </a:ext>
              </a:extLst>
            </p:cNvPr>
            <p:cNvSpPr/>
            <p:nvPr/>
          </p:nvSpPr>
          <p:spPr>
            <a:xfrm>
              <a:off x="17661767" y="12603990"/>
              <a:ext cx="110662" cy="146122"/>
            </a:xfrm>
            <a:custGeom>
              <a:avLst/>
              <a:gdLst>
                <a:gd name="connsiteX0" fmla="*/ 87024 w 110662"/>
                <a:gd name="connsiteY0" fmla="*/ 42226 h 146122"/>
                <a:gd name="connsiteX1" fmla="*/ 104372 w 110662"/>
                <a:gd name="connsiteY1" fmla="*/ 61385 h 146122"/>
                <a:gd name="connsiteX2" fmla="*/ 110663 w 110662"/>
                <a:gd name="connsiteY2" fmla="*/ 90743 h 146122"/>
                <a:gd name="connsiteX3" fmla="*/ 104372 w 110662"/>
                <a:gd name="connsiteY3" fmla="*/ 120291 h 146122"/>
                <a:gd name="connsiteX4" fmla="*/ 87024 w 110662"/>
                <a:gd name="connsiteY4" fmla="*/ 139451 h 146122"/>
                <a:gd name="connsiteX5" fmla="*/ 61861 w 110662"/>
                <a:gd name="connsiteY5" fmla="*/ 146123 h 146122"/>
                <a:gd name="connsiteX6" fmla="*/ 36792 w 110662"/>
                <a:gd name="connsiteY6" fmla="*/ 138879 h 146122"/>
                <a:gd name="connsiteX7" fmla="*/ 22304 w 110662"/>
                <a:gd name="connsiteY7" fmla="*/ 119720 h 146122"/>
                <a:gd name="connsiteX8" fmla="*/ 22304 w 110662"/>
                <a:gd name="connsiteY8" fmla="*/ 144788 h 146122"/>
                <a:gd name="connsiteX9" fmla="*/ 0 w 110662"/>
                <a:gd name="connsiteY9" fmla="*/ 144788 h 146122"/>
                <a:gd name="connsiteX10" fmla="*/ 0 w 110662"/>
                <a:gd name="connsiteY10" fmla="*/ 0 h 146122"/>
                <a:gd name="connsiteX11" fmla="*/ 22304 w 110662"/>
                <a:gd name="connsiteY11" fmla="*/ 0 h 146122"/>
                <a:gd name="connsiteX12" fmla="*/ 22304 w 110662"/>
                <a:gd name="connsiteY12" fmla="*/ 62052 h 146122"/>
                <a:gd name="connsiteX13" fmla="*/ 36792 w 110662"/>
                <a:gd name="connsiteY13" fmla="*/ 42893 h 146122"/>
                <a:gd name="connsiteX14" fmla="*/ 61861 w 110662"/>
                <a:gd name="connsiteY14" fmla="*/ 35649 h 146122"/>
                <a:gd name="connsiteX15" fmla="*/ 87024 w 110662"/>
                <a:gd name="connsiteY15" fmla="*/ 42321 h 146122"/>
                <a:gd name="connsiteX16" fmla="*/ 38222 w 110662"/>
                <a:gd name="connsiteY16" fmla="*/ 59574 h 146122"/>
                <a:gd name="connsiteX17" fmla="*/ 26498 w 110662"/>
                <a:gd name="connsiteY17" fmla="*/ 72061 h 146122"/>
                <a:gd name="connsiteX18" fmla="*/ 22209 w 110662"/>
                <a:gd name="connsiteY18" fmla="*/ 90743 h 146122"/>
                <a:gd name="connsiteX19" fmla="*/ 26498 w 110662"/>
                <a:gd name="connsiteY19" fmla="*/ 109520 h 146122"/>
                <a:gd name="connsiteX20" fmla="*/ 38222 w 110662"/>
                <a:gd name="connsiteY20" fmla="*/ 121912 h 146122"/>
                <a:gd name="connsiteX21" fmla="*/ 55093 w 110662"/>
                <a:gd name="connsiteY21" fmla="*/ 126297 h 146122"/>
                <a:gd name="connsiteX22" fmla="*/ 78922 w 110662"/>
                <a:gd name="connsiteY22" fmla="*/ 116765 h 146122"/>
                <a:gd name="connsiteX23" fmla="*/ 87882 w 110662"/>
                <a:gd name="connsiteY23" fmla="*/ 90648 h 146122"/>
                <a:gd name="connsiteX24" fmla="*/ 78922 w 110662"/>
                <a:gd name="connsiteY24" fmla="*/ 64626 h 146122"/>
                <a:gd name="connsiteX25" fmla="*/ 55093 w 110662"/>
                <a:gd name="connsiteY25" fmla="*/ 54998 h 146122"/>
                <a:gd name="connsiteX26" fmla="*/ 38222 w 110662"/>
                <a:gd name="connsiteY26" fmla="*/ 59383 h 1461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10662" h="146122">
                  <a:moveTo>
                    <a:pt x="87024" y="42226"/>
                  </a:moveTo>
                  <a:cubicBezTo>
                    <a:pt x="94364" y="46610"/>
                    <a:pt x="100178" y="53092"/>
                    <a:pt x="104372" y="61385"/>
                  </a:cubicBezTo>
                  <a:cubicBezTo>
                    <a:pt x="108566" y="69678"/>
                    <a:pt x="110663" y="79495"/>
                    <a:pt x="110663" y="90743"/>
                  </a:cubicBezTo>
                  <a:cubicBezTo>
                    <a:pt x="110663" y="101990"/>
                    <a:pt x="108566" y="111903"/>
                    <a:pt x="104372" y="120291"/>
                  </a:cubicBezTo>
                  <a:cubicBezTo>
                    <a:pt x="100178" y="128680"/>
                    <a:pt x="94459" y="135066"/>
                    <a:pt x="87024" y="139451"/>
                  </a:cubicBezTo>
                  <a:cubicBezTo>
                    <a:pt x="79685" y="143930"/>
                    <a:pt x="71297" y="146123"/>
                    <a:pt x="61861" y="146123"/>
                  </a:cubicBezTo>
                  <a:cubicBezTo>
                    <a:pt x="52424" y="146123"/>
                    <a:pt x="43750" y="143740"/>
                    <a:pt x="36792" y="138879"/>
                  </a:cubicBezTo>
                  <a:cubicBezTo>
                    <a:pt x="29834" y="134017"/>
                    <a:pt x="25068" y="127631"/>
                    <a:pt x="22304" y="119720"/>
                  </a:cubicBezTo>
                  <a:lnTo>
                    <a:pt x="22304" y="144788"/>
                  </a:lnTo>
                  <a:lnTo>
                    <a:pt x="0" y="144788"/>
                  </a:lnTo>
                  <a:lnTo>
                    <a:pt x="0" y="0"/>
                  </a:lnTo>
                  <a:lnTo>
                    <a:pt x="22304" y="0"/>
                  </a:lnTo>
                  <a:lnTo>
                    <a:pt x="22304" y="62052"/>
                  </a:lnTo>
                  <a:cubicBezTo>
                    <a:pt x="25068" y="54141"/>
                    <a:pt x="29834" y="47659"/>
                    <a:pt x="36792" y="42893"/>
                  </a:cubicBezTo>
                  <a:cubicBezTo>
                    <a:pt x="43750" y="38032"/>
                    <a:pt x="52043" y="35649"/>
                    <a:pt x="61861" y="35649"/>
                  </a:cubicBezTo>
                  <a:cubicBezTo>
                    <a:pt x="71678" y="35649"/>
                    <a:pt x="79685" y="37841"/>
                    <a:pt x="87024" y="42321"/>
                  </a:cubicBezTo>
                  <a:close/>
                  <a:moveTo>
                    <a:pt x="38222" y="59574"/>
                  </a:moveTo>
                  <a:cubicBezTo>
                    <a:pt x="33266" y="62529"/>
                    <a:pt x="29358" y="66723"/>
                    <a:pt x="26498" y="72061"/>
                  </a:cubicBezTo>
                  <a:cubicBezTo>
                    <a:pt x="23639" y="77494"/>
                    <a:pt x="22209" y="83689"/>
                    <a:pt x="22209" y="90743"/>
                  </a:cubicBezTo>
                  <a:cubicBezTo>
                    <a:pt x="22209" y="97797"/>
                    <a:pt x="23639" y="104183"/>
                    <a:pt x="26498" y="109520"/>
                  </a:cubicBezTo>
                  <a:cubicBezTo>
                    <a:pt x="29358" y="114858"/>
                    <a:pt x="33266" y="119052"/>
                    <a:pt x="38222" y="121912"/>
                  </a:cubicBezTo>
                  <a:cubicBezTo>
                    <a:pt x="43179" y="124867"/>
                    <a:pt x="48802" y="126297"/>
                    <a:pt x="55093" y="126297"/>
                  </a:cubicBezTo>
                  <a:cubicBezTo>
                    <a:pt x="65006" y="126297"/>
                    <a:pt x="73013" y="123151"/>
                    <a:pt x="78922" y="116765"/>
                  </a:cubicBezTo>
                  <a:cubicBezTo>
                    <a:pt x="84832" y="110378"/>
                    <a:pt x="87882" y="101704"/>
                    <a:pt x="87882" y="90648"/>
                  </a:cubicBezTo>
                  <a:cubicBezTo>
                    <a:pt x="87882" y="79591"/>
                    <a:pt x="84927" y="71012"/>
                    <a:pt x="78922" y="64626"/>
                  </a:cubicBezTo>
                  <a:cubicBezTo>
                    <a:pt x="72917" y="58239"/>
                    <a:pt x="65006" y="54998"/>
                    <a:pt x="55093" y="54998"/>
                  </a:cubicBezTo>
                  <a:cubicBezTo>
                    <a:pt x="48802" y="54998"/>
                    <a:pt x="43179" y="56428"/>
                    <a:pt x="38222" y="59383"/>
                  </a:cubicBezTo>
                  <a:close/>
                </a:path>
              </a:pathLst>
            </a:custGeom>
            <a:solidFill>
              <a:schemeClr val="bg1"/>
            </a:solidFill>
            <a:ln w="9525" cap="flat">
              <a:noFill/>
              <a:prstDash val="solid"/>
              <a:miter/>
            </a:ln>
          </p:spPr>
          <p:txBody>
            <a:bodyPr rtlCol="0" anchor="ctr"/>
            <a:lstStyle/>
            <a:p>
              <a:endParaRPr lang="fr-FR" sz="1092"/>
            </a:p>
          </p:txBody>
        </p:sp>
        <p:sp>
          <p:nvSpPr>
            <p:cNvPr id="28" name="Forme libre : forme 27">
              <a:extLst>
                <a:ext uri="{FF2B5EF4-FFF2-40B4-BE49-F238E27FC236}">
                  <a16:creationId xmlns:a16="http://schemas.microsoft.com/office/drawing/2014/main" id="{BAF68842-274D-D87A-E852-7A0D4F3E427F}"/>
                </a:ext>
              </a:extLst>
            </p:cNvPr>
            <p:cNvSpPr/>
            <p:nvPr/>
          </p:nvSpPr>
          <p:spPr>
            <a:xfrm>
              <a:off x="17783391" y="12639639"/>
              <a:ext cx="105706" cy="110569"/>
            </a:xfrm>
            <a:custGeom>
              <a:avLst/>
              <a:gdLst>
                <a:gd name="connsiteX0" fmla="*/ 105039 w 105706"/>
                <a:gd name="connsiteY0" fmla="*/ 59669 h 110569"/>
                <a:gd name="connsiteX1" fmla="*/ 22018 w 105706"/>
                <a:gd name="connsiteY1" fmla="*/ 59669 h 110569"/>
                <a:gd name="connsiteX2" fmla="*/ 31169 w 105706"/>
                <a:gd name="connsiteY2" fmla="*/ 84357 h 110569"/>
                <a:gd name="connsiteX3" fmla="*/ 52520 w 105706"/>
                <a:gd name="connsiteY3" fmla="*/ 92363 h 110569"/>
                <a:gd name="connsiteX4" fmla="*/ 71392 w 105706"/>
                <a:gd name="connsiteY4" fmla="*/ 86644 h 110569"/>
                <a:gd name="connsiteX5" fmla="*/ 80924 w 105706"/>
                <a:gd name="connsiteY5" fmla="*/ 71584 h 110569"/>
                <a:gd name="connsiteX6" fmla="*/ 104753 w 105706"/>
                <a:gd name="connsiteY6" fmla="*/ 71584 h 110569"/>
                <a:gd name="connsiteX7" fmla="*/ 95698 w 105706"/>
                <a:gd name="connsiteY7" fmla="*/ 91791 h 110569"/>
                <a:gd name="connsiteX8" fmla="*/ 77874 w 105706"/>
                <a:gd name="connsiteY8" fmla="*/ 105613 h 110569"/>
                <a:gd name="connsiteX9" fmla="*/ 53377 w 105706"/>
                <a:gd name="connsiteY9" fmla="*/ 110569 h 110569"/>
                <a:gd name="connsiteX10" fmla="*/ 25736 w 105706"/>
                <a:gd name="connsiteY10" fmla="*/ 103897 h 110569"/>
                <a:gd name="connsiteX11" fmla="*/ 6863 w 105706"/>
                <a:gd name="connsiteY11" fmla="*/ 84738 h 110569"/>
                <a:gd name="connsiteX12" fmla="*/ 0 w 105706"/>
                <a:gd name="connsiteY12" fmla="*/ 55189 h 110569"/>
                <a:gd name="connsiteX13" fmla="*/ 6863 w 105706"/>
                <a:gd name="connsiteY13" fmla="*/ 25831 h 110569"/>
                <a:gd name="connsiteX14" fmla="*/ 25736 w 105706"/>
                <a:gd name="connsiteY14" fmla="*/ 6672 h 110569"/>
                <a:gd name="connsiteX15" fmla="*/ 53377 w 105706"/>
                <a:gd name="connsiteY15" fmla="*/ 0 h 110569"/>
                <a:gd name="connsiteX16" fmla="*/ 81115 w 105706"/>
                <a:gd name="connsiteY16" fmla="*/ 6577 h 110569"/>
                <a:gd name="connsiteX17" fmla="*/ 99320 w 105706"/>
                <a:gd name="connsiteY17" fmla="*/ 24592 h 110569"/>
                <a:gd name="connsiteX18" fmla="*/ 105706 w 105706"/>
                <a:gd name="connsiteY18" fmla="*/ 50137 h 110569"/>
                <a:gd name="connsiteX19" fmla="*/ 104944 w 105706"/>
                <a:gd name="connsiteY19" fmla="*/ 59765 h 110569"/>
                <a:gd name="connsiteX20" fmla="*/ 79685 w 105706"/>
                <a:gd name="connsiteY20" fmla="*/ 31741 h 110569"/>
                <a:gd name="connsiteX21" fmla="*/ 68724 w 105706"/>
                <a:gd name="connsiteY21" fmla="*/ 21161 h 110569"/>
                <a:gd name="connsiteX22" fmla="*/ 53568 w 105706"/>
                <a:gd name="connsiteY22" fmla="*/ 17729 h 110569"/>
                <a:gd name="connsiteX23" fmla="*/ 31645 w 105706"/>
                <a:gd name="connsiteY23" fmla="*/ 25736 h 110569"/>
                <a:gd name="connsiteX24" fmla="*/ 22018 w 105706"/>
                <a:gd name="connsiteY24" fmla="*/ 49375 h 110569"/>
                <a:gd name="connsiteX25" fmla="*/ 83307 w 105706"/>
                <a:gd name="connsiteY25" fmla="*/ 49375 h 110569"/>
                <a:gd name="connsiteX26" fmla="*/ 79685 w 105706"/>
                <a:gd name="connsiteY26" fmla="*/ 31646 h 1105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05706" h="110569">
                  <a:moveTo>
                    <a:pt x="105039" y="59669"/>
                  </a:moveTo>
                  <a:lnTo>
                    <a:pt x="22018" y="59669"/>
                  </a:lnTo>
                  <a:cubicBezTo>
                    <a:pt x="22400" y="70726"/>
                    <a:pt x="25450" y="79019"/>
                    <a:pt x="31169" y="84357"/>
                  </a:cubicBezTo>
                  <a:cubicBezTo>
                    <a:pt x="36888" y="89694"/>
                    <a:pt x="44036" y="92363"/>
                    <a:pt x="52520" y="92363"/>
                  </a:cubicBezTo>
                  <a:cubicBezTo>
                    <a:pt x="59954" y="92363"/>
                    <a:pt x="66245" y="90457"/>
                    <a:pt x="71392" y="86644"/>
                  </a:cubicBezTo>
                  <a:cubicBezTo>
                    <a:pt x="76539" y="82832"/>
                    <a:pt x="79685" y="77875"/>
                    <a:pt x="80924" y="71584"/>
                  </a:cubicBezTo>
                  <a:lnTo>
                    <a:pt x="104753" y="71584"/>
                  </a:lnTo>
                  <a:cubicBezTo>
                    <a:pt x="103323" y="79114"/>
                    <a:pt x="100273" y="85882"/>
                    <a:pt x="95698" y="91791"/>
                  </a:cubicBezTo>
                  <a:cubicBezTo>
                    <a:pt x="91123" y="97701"/>
                    <a:pt x="85213" y="102276"/>
                    <a:pt x="77874" y="105613"/>
                  </a:cubicBezTo>
                  <a:cubicBezTo>
                    <a:pt x="70535" y="108949"/>
                    <a:pt x="62433" y="110569"/>
                    <a:pt x="53377" y="110569"/>
                  </a:cubicBezTo>
                  <a:cubicBezTo>
                    <a:pt x="42988" y="110569"/>
                    <a:pt x="33742" y="108377"/>
                    <a:pt x="25736" y="103897"/>
                  </a:cubicBezTo>
                  <a:cubicBezTo>
                    <a:pt x="17729" y="99512"/>
                    <a:pt x="11438" y="93031"/>
                    <a:pt x="6863" y="84738"/>
                  </a:cubicBezTo>
                  <a:cubicBezTo>
                    <a:pt x="2288" y="76350"/>
                    <a:pt x="0" y="66532"/>
                    <a:pt x="0" y="55189"/>
                  </a:cubicBezTo>
                  <a:cubicBezTo>
                    <a:pt x="0" y="43846"/>
                    <a:pt x="2288" y="34219"/>
                    <a:pt x="6863" y="25831"/>
                  </a:cubicBezTo>
                  <a:cubicBezTo>
                    <a:pt x="11438" y="17443"/>
                    <a:pt x="17729" y="11057"/>
                    <a:pt x="25736" y="6672"/>
                  </a:cubicBezTo>
                  <a:cubicBezTo>
                    <a:pt x="33742" y="2192"/>
                    <a:pt x="42988" y="0"/>
                    <a:pt x="53377" y="0"/>
                  </a:cubicBezTo>
                  <a:cubicBezTo>
                    <a:pt x="63767" y="0"/>
                    <a:pt x="73203" y="2192"/>
                    <a:pt x="81115" y="6577"/>
                  </a:cubicBezTo>
                  <a:cubicBezTo>
                    <a:pt x="89026" y="10962"/>
                    <a:pt x="95031" y="16967"/>
                    <a:pt x="99320" y="24592"/>
                  </a:cubicBezTo>
                  <a:cubicBezTo>
                    <a:pt x="103609" y="32218"/>
                    <a:pt x="105706" y="40701"/>
                    <a:pt x="105706" y="50137"/>
                  </a:cubicBezTo>
                  <a:cubicBezTo>
                    <a:pt x="105706" y="53760"/>
                    <a:pt x="105420" y="57000"/>
                    <a:pt x="104944" y="59765"/>
                  </a:cubicBezTo>
                  <a:close/>
                  <a:moveTo>
                    <a:pt x="79685" y="31741"/>
                  </a:moveTo>
                  <a:cubicBezTo>
                    <a:pt x="77016" y="26975"/>
                    <a:pt x="73394" y="23448"/>
                    <a:pt x="68724" y="21161"/>
                  </a:cubicBezTo>
                  <a:cubicBezTo>
                    <a:pt x="64053" y="18873"/>
                    <a:pt x="59001" y="17729"/>
                    <a:pt x="53568" y="17729"/>
                  </a:cubicBezTo>
                  <a:cubicBezTo>
                    <a:pt x="44799" y="17729"/>
                    <a:pt x="37555" y="20398"/>
                    <a:pt x="31645" y="25736"/>
                  </a:cubicBezTo>
                  <a:cubicBezTo>
                    <a:pt x="25736" y="31074"/>
                    <a:pt x="22590" y="38985"/>
                    <a:pt x="22018" y="49375"/>
                  </a:cubicBezTo>
                  <a:lnTo>
                    <a:pt x="83307" y="49375"/>
                  </a:lnTo>
                  <a:cubicBezTo>
                    <a:pt x="83593" y="42321"/>
                    <a:pt x="82354" y="36412"/>
                    <a:pt x="79685" y="31646"/>
                  </a:cubicBezTo>
                  <a:close/>
                </a:path>
              </a:pathLst>
            </a:custGeom>
            <a:solidFill>
              <a:schemeClr val="bg1"/>
            </a:solidFill>
            <a:ln w="9525" cap="flat">
              <a:noFill/>
              <a:prstDash val="solid"/>
              <a:miter/>
            </a:ln>
          </p:spPr>
          <p:txBody>
            <a:bodyPr rtlCol="0" anchor="ctr"/>
            <a:lstStyle/>
            <a:p>
              <a:endParaRPr lang="fr-FR" sz="1092"/>
            </a:p>
          </p:txBody>
        </p:sp>
        <p:sp>
          <p:nvSpPr>
            <p:cNvPr id="29" name="Forme libre : forme 28">
              <a:extLst>
                <a:ext uri="{FF2B5EF4-FFF2-40B4-BE49-F238E27FC236}">
                  <a16:creationId xmlns:a16="http://schemas.microsoft.com/office/drawing/2014/main" id="{47595710-286F-21BC-70A2-5CF344C56EC5}"/>
                </a:ext>
              </a:extLst>
            </p:cNvPr>
            <p:cNvSpPr/>
            <p:nvPr/>
          </p:nvSpPr>
          <p:spPr>
            <a:xfrm>
              <a:off x="17888811" y="12640878"/>
              <a:ext cx="112187" cy="159181"/>
            </a:xfrm>
            <a:custGeom>
              <a:avLst/>
              <a:gdLst>
                <a:gd name="connsiteX0" fmla="*/ 25068 w 112187"/>
                <a:gd name="connsiteY0" fmla="*/ 95 h 159181"/>
                <a:gd name="connsiteX1" fmla="*/ 57381 w 112187"/>
                <a:gd name="connsiteY1" fmla="*/ 79400 h 159181"/>
                <a:gd name="connsiteX2" fmla="*/ 87310 w 112187"/>
                <a:gd name="connsiteY2" fmla="*/ 95 h 159181"/>
                <a:gd name="connsiteX3" fmla="*/ 112188 w 112187"/>
                <a:gd name="connsiteY3" fmla="*/ 95 h 159181"/>
                <a:gd name="connsiteX4" fmla="*/ 46991 w 112187"/>
                <a:gd name="connsiteY4" fmla="*/ 159181 h 159181"/>
                <a:gd name="connsiteX5" fmla="*/ 22114 w 112187"/>
                <a:gd name="connsiteY5" fmla="*/ 159181 h 159181"/>
                <a:gd name="connsiteX6" fmla="*/ 45371 w 112187"/>
                <a:gd name="connsiteY6" fmla="*/ 105326 h 159181"/>
                <a:gd name="connsiteX7" fmla="*/ 0 w 112187"/>
                <a:gd name="connsiteY7" fmla="*/ 0 h 159181"/>
                <a:gd name="connsiteX8" fmla="*/ 25068 w 112187"/>
                <a:gd name="connsiteY8" fmla="*/ 0 h 1591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2187" h="159181">
                  <a:moveTo>
                    <a:pt x="25068" y="95"/>
                  </a:moveTo>
                  <a:lnTo>
                    <a:pt x="57381" y="79400"/>
                  </a:lnTo>
                  <a:lnTo>
                    <a:pt x="87310" y="95"/>
                  </a:lnTo>
                  <a:lnTo>
                    <a:pt x="112188" y="95"/>
                  </a:lnTo>
                  <a:lnTo>
                    <a:pt x="46991" y="159181"/>
                  </a:lnTo>
                  <a:lnTo>
                    <a:pt x="22114" y="159181"/>
                  </a:lnTo>
                  <a:lnTo>
                    <a:pt x="45371" y="105326"/>
                  </a:lnTo>
                  <a:lnTo>
                    <a:pt x="0" y="0"/>
                  </a:lnTo>
                  <a:lnTo>
                    <a:pt x="25068" y="0"/>
                  </a:lnTo>
                  <a:close/>
                </a:path>
              </a:pathLst>
            </a:custGeom>
            <a:solidFill>
              <a:schemeClr val="bg1"/>
            </a:solidFill>
            <a:ln w="9525" cap="flat">
              <a:noFill/>
              <a:prstDash val="solid"/>
              <a:miter/>
            </a:ln>
          </p:spPr>
          <p:txBody>
            <a:bodyPr rtlCol="0" anchor="ctr"/>
            <a:lstStyle/>
            <a:p>
              <a:endParaRPr lang="fr-FR" sz="1092"/>
            </a:p>
          </p:txBody>
        </p:sp>
        <p:sp>
          <p:nvSpPr>
            <p:cNvPr id="30" name="Forme libre : forme 29">
              <a:extLst>
                <a:ext uri="{FF2B5EF4-FFF2-40B4-BE49-F238E27FC236}">
                  <a16:creationId xmlns:a16="http://schemas.microsoft.com/office/drawing/2014/main" id="{8DAC9493-DFB9-D2D6-25C9-EE335AC7174D}"/>
                </a:ext>
              </a:extLst>
            </p:cNvPr>
            <p:cNvSpPr/>
            <p:nvPr/>
          </p:nvSpPr>
          <p:spPr>
            <a:xfrm>
              <a:off x="17999379" y="12639544"/>
              <a:ext cx="109614" cy="110569"/>
            </a:xfrm>
            <a:custGeom>
              <a:avLst/>
              <a:gdLst>
                <a:gd name="connsiteX0" fmla="*/ 83021 w 109614"/>
                <a:gd name="connsiteY0" fmla="*/ 6672 h 110569"/>
                <a:gd name="connsiteX1" fmla="*/ 102561 w 109614"/>
                <a:gd name="connsiteY1" fmla="*/ 25831 h 110569"/>
                <a:gd name="connsiteX2" fmla="*/ 109614 w 109614"/>
                <a:gd name="connsiteY2" fmla="*/ 55189 h 110569"/>
                <a:gd name="connsiteX3" fmla="*/ 102561 w 109614"/>
                <a:gd name="connsiteY3" fmla="*/ 84738 h 110569"/>
                <a:gd name="connsiteX4" fmla="*/ 83021 w 109614"/>
                <a:gd name="connsiteY4" fmla="*/ 103897 h 110569"/>
                <a:gd name="connsiteX5" fmla="*/ 54807 w 109614"/>
                <a:gd name="connsiteY5" fmla="*/ 110569 h 110569"/>
                <a:gd name="connsiteX6" fmla="*/ 26689 w 109614"/>
                <a:gd name="connsiteY6" fmla="*/ 103897 h 110569"/>
                <a:gd name="connsiteX7" fmla="*/ 7149 w 109614"/>
                <a:gd name="connsiteY7" fmla="*/ 84643 h 110569"/>
                <a:gd name="connsiteX8" fmla="*/ 0 w 109614"/>
                <a:gd name="connsiteY8" fmla="*/ 55189 h 110569"/>
                <a:gd name="connsiteX9" fmla="*/ 7149 w 109614"/>
                <a:gd name="connsiteY9" fmla="*/ 25831 h 110569"/>
                <a:gd name="connsiteX10" fmla="*/ 26689 w 109614"/>
                <a:gd name="connsiteY10" fmla="*/ 6672 h 110569"/>
                <a:gd name="connsiteX11" fmla="*/ 54807 w 109614"/>
                <a:gd name="connsiteY11" fmla="*/ 0 h 110569"/>
                <a:gd name="connsiteX12" fmla="*/ 83021 w 109614"/>
                <a:gd name="connsiteY12" fmla="*/ 6672 h 110569"/>
                <a:gd name="connsiteX13" fmla="*/ 38985 w 109614"/>
                <a:gd name="connsiteY13" fmla="*/ 23353 h 110569"/>
                <a:gd name="connsiteX14" fmla="*/ 27356 w 109614"/>
                <a:gd name="connsiteY14" fmla="*/ 35363 h 110569"/>
                <a:gd name="connsiteX15" fmla="*/ 22971 w 109614"/>
                <a:gd name="connsiteY15" fmla="*/ 55189 h 110569"/>
                <a:gd name="connsiteX16" fmla="*/ 27356 w 109614"/>
                <a:gd name="connsiteY16" fmla="*/ 75111 h 110569"/>
                <a:gd name="connsiteX17" fmla="*/ 38985 w 109614"/>
                <a:gd name="connsiteY17" fmla="*/ 87026 h 110569"/>
                <a:gd name="connsiteX18" fmla="*/ 54807 w 109614"/>
                <a:gd name="connsiteY18" fmla="*/ 90934 h 110569"/>
                <a:gd name="connsiteX19" fmla="*/ 70630 w 109614"/>
                <a:gd name="connsiteY19" fmla="*/ 87026 h 110569"/>
                <a:gd name="connsiteX20" fmla="*/ 82258 w 109614"/>
                <a:gd name="connsiteY20" fmla="*/ 75111 h 110569"/>
                <a:gd name="connsiteX21" fmla="*/ 86643 w 109614"/>
                <a:gd name="connsiteY21" fmla="*/ 55189 h 110569"/>
                <a:gd name="connsiteX22" fmla="*/ 82258 w 109614"/>
                <a:gd name="connsiteY22" fmla="*/ 35363 h 110569"/>
                <a:gd name="connsiteX23" fmla="*/ 70630 w 109614"/>
                <a:gd name="connsiteY23" fmla="*/ 23353 h 110569"/>
                <a:gd name="connsiteX24" fmla="*/ 54807 w 109614"/>
                <a:gd name="connsiteY24" fmla="*/ 19445 h 110569"/>
                <a:gd name="connsiteX25" fmla="*/ 38985 w 109614"/>
                <a:gd name="connsiteY25" fmla="*/ 23353 h 1105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09614" h="110569">
                  <a:moveTo>
                    <a:pt x="83021" y="6672"/>
                  </a:moveTo>
                  <a:cubicBezTo>
                    <a:pt x="91409" y="11057"/>
                    <a:pt x="97890" y="17539"/>
                    <a:pt x="102561" y="25831"/>
                  </a:cubicBezTo>
                  <a:cubicBezTo>
                    <a:pt x="107231" y="34219"/>
                    <a:pt x="109614" y="43942"/>
                    <a:pt x="109614" y="55189"/>
                  </a:cubicBezTo>
                  <a:cubicBezTo>
                    <a:pt x="109614" y="66437"/>
                    <a:pt x="107231" y="76350"/>
                    <a:pt x="102561" y="84738"/>
                  </a:cubicBezTo>
                  <a:cubicBezTo>
                    <a:pt x="97890" y="93126"/>
                    <a:pt x="91314" y="99512"/>
                    <a:pt x="83021" y="103897"/>
                  </a:cubicBezTo>
                  <a:cubicBezTo>
                    <a:pt x="74633" y="108377"/>
                    <a:pt x="65292" y="110569"/>
                    <a:pt x="54807" y="110569"/>
                  </a:cubicBezTo>
                  <a:cubicBezTo>
                    <a:pt x="44322" y="110569"/>
                    <a:pt x="34981" y="108377"/>
                    <a:pt x="26689" y="103897"/>
                  </a:cubicBezTo>
                  <a:cubicBezTo>
                    <a:pt x="18396" y="99512"/>
                    <a:pt x="11915" y="93031"/>
                    <a:pt x="7149" y="84643"/>
                  </a:cubicBezTo>
                  <a:cubicBezTo>
                    <a:pt x="2383" y="76255"/>
                    <a:pt x="0" y="66437"/>
                    <a:pt x="0" y="55189"/>
                  </a:cubicBezTo>
                  <a:cubicBezTo>
                    <a:pt x="0" y="43942"/>
                    <a:pt x="2383" y="34219"/>
                    <a:pt x="7149" y="25831"/>
                  </a:cubicBezTo>
                  <a:cubicBezTo>
                    <a:pt x="11915" y="17443"/>
                    <a:pt x="18396" y="11057"/>
                    <a:pt x="26689" y="6672"/>
                  </a:cubicBezTo>
                  <a:cubicBezTo>
                    <a:pt x="34981" y="2192"/>
                    <a:pt x="44322" y="0"/>
                    <a:pt x="54807" y="0"/>
                  </a:cubicBezTo>
                  <a:cubicBezTo>
                    <a:pt x="65292" y="0"/>
                    <a:pt x="74633" y="2192"/>
                    <a:pt x="83021" y="6672"/>
                  </a:cubicBezTo>
                  <a:close/>
                  <a:moveTo>
                    <a:pt x="38985" y="23353"/>
                  </a:moveTo>
                  <a:cubicBezTo>
                    <a:pt x="34123" y="25927"/>
                    <a:pt x="30311" y="29930"/>
                    <a:pt x="27356" y="35363"/>
                  </a:cubicBezTo>
                  <a:cubicBezTo>
                    <a:pt x="24401" y="40796"/>
                    <a:pt x="22971" y="47373"/>
                    <a:pt x="22971" y="55189"/>
                  </a:cubicBezTo>
                  <a:cubicBezTo>
                    <a:pt x="22971" y="63005"/>
                    <a:pt x="24401" y="69773"/>
                    <a:pt x="27356" y="75111"/>
                  </a:cubicBezTo>
                  <a:cubicBezTo>
                    <a:pt x="30311" y="80449"/>
                    <a:pt x="34123" y="84452"/>
                    <a:pt x="38985" y="87026"/>
                  </a:cubicBezTo>
                  <a:cubicBezTo>
                    <a:pt x="43846" y="89599"/>
                    <a:pt x="49088" y="90934"/>
                    <a:pt x="54807" y="90934"/>
                  </a:cubicBezTo>
                  <a:cubicBezTo>
                    <a:pt x="60526" y="90934"/>
                    <a:pt x="65864" y="89599"/>
                    <a:pt x="70630" y="87026"/>
                  </a:cubicBezTo>
                  <a:cubicBezTo>
                    <a:pt x="75491" y="84452"/>
                    <a:pt x="79304" y="80449"/>
                    <a:pt x="82258" y="75111"/>
                  </a:cubicBezTo>
                  <a:cubicBezTo>
                    <a:pt x="85213" y="69773"/>
                    <a:pt x="86643" y="63101"/>
                    <a:pt x="86643" y="55189"/>
                  </a:cubicBezTo>
                  <a:cubicBezTo>
                    <a:pt x="86643" y="47278"/>
                    <a:pt x="85213" y="40701"/>
                    <a:pt x="82258" y="35363"/>
                  </a:cubicBezTo>
                  <a:cubicBezTo>
                    <a:pt x="79304" y="29930"/>
                    <a:pt x="75491" y="25927"/>
                    <a:pt x="70630" y="23353"/>
                  </a:cubicBezTo>
                  <a:cubicBezTo>
                    <a:pt x="65769" y="20780"/>
                    <a:pt x="60526" y="19445"/>
                    <a:pt x="54807" y="19445"/>
                  </a:cubicBezTo>
                  <a:cubicBezTo>
                    <a:pt x="49088" y="19445"/>
                    <a:pt x="43750" y="20780"/>
                    <a:pt x="38985" y="23353"/>
                  </a:cubicBezTo>
                  <a:close/>
                </a:path>
              </a:pathLst>
            </a:custGeom>
            <a:solidFill>
              <a:schemeClr val="bg1"/>
            </a:solidFill>
            <a:ln w="9525" cap="flat">
              <a:noFill/>
              <a:prstDash val="solid"/>
              <a:miter/>
            </a:ln>
          </p:spPr>
          <p:txBody>
            <a:bodyPr rtlCol="0" anchor="ctr"/>
            <a:lstStyle/>
            <a:p>
              <a:endParaRPr lang="fr-FR" sz="1092"/>
            </a:p>
          </p:txBody>
        </p:sp>
        <p:sp>
          <p:nvSpPr>
            <p:cNvPr id="31" name="Forme libre : forme 30">
              <a:extLst>
                <a:ext uri="{FF2B5EF4-FFF2-40B4-BE49-F238E27FC236}">
                  <a16:creationId xmlns:a16="http://schemas.microsoft.com/office/drawing/2014/main" id="{5280D506-D6C4-8E8C-8A6B-3053B405553D}"/>
                </a:ext>
              </a:extLst>
            </p:cNvPr>
            <p:cNvSpPr/>
            <p:nvPr/>
          </p:nvSpPr>
          <p:spPr>
            <a:xfrm>
              <a:off x="18125674" y="12639163"/>
              <a:ext cx="101703" cy="109615"/>
            </a:xfrm>
            <a:custGeom>
              <a:avLst/>
              <a:gdLst>
                <a:gd name="connsiteX0" fmla="*/ 90360 w 101703"/>
                <a:gd name="connsiteY0" fmla="*/ 12105 h 109615"/>
                <a:gd name="connsiteX1" fmla="*/ 101703 w 101703"/>
                <a:gd name="connsiteY1" fmla="*/ 46706 h 109615"/>
                <a:gd name="connsiteX2" fmla="*/ 101703 w 101703"/>
                <a:gd name="connsiteY2" fmla="*/ 109520 h 109615"/>
                <a:gd name="connsiteX3" fmla="*/ 79399 w 101703"/>
                <a:gd name="connsiteY3" fmla="*/ 109520 h 109615"/>
                <a:gd name="connsiteX4" fmla="*/ 79399 w 101703"/>
                <a:gd name="connsiteY4" fmla="*/ 49089 h 109615"/>
                <a:gd name="connsiteX5" fmla="*/ 71964 w 101703"/>
                <a:gd name="connsiteY5" fmla="*/ 26689 h 109615"/>
                <a:gd name="connsiteX6" fmla="*/ 51662 w 101703"/>
                <a:gd name="connsiteY6" fmla="*/ 18778 h 109615"/>
                <a:gd name="connsiteX7" fmla="*/ 30311 w 101703"/>
                <a:gd name="connsiteY7" fmla="*/ 27261 h 109615"/>
                <a:gd name="connsiteX8" fmla="*/ 22304 w 101703"/>
                <a:gd name="connsiteY8" fmla="*/ 52234 h 109615"/>
                <a:gd name="connsiteX9" fmla="*/ 22304 w 101703"/>
                <a:gd name="connsiteY9" fmla="*/ 109616 h 109615"/>
                <a:gd name="connsiteX10" fmla="*/ 0 w 101703"/>
                <a:gd name="connsiteY10" fmla="*/ 109616 h 109615"/>
                <a:gd name="connsiteX11" fmla="*/ 0 w 101703"/>
                <a:gd name="connsiteY11" fmla="*/ 1811 h 109615"/>
                <a:gd name="connsiteX12" fmla="*/ 22304 w 101703"/>
                <a:gd name="connsiteY12" fmla="*/ 1811 h 109615"/>
                <a:gd name="connsiteX13" fmla="*/ 22304 w 101703"/>
                <a:gd name="connsiteY13" fmla="*/ 25450 h 109615"/>
                <a:gd name="connsiteX14" fmla="*/ 36792 w 101703"/>
                <a:gd name="connsiteY14" fmla="*/ 6672 h 109615"/>
                <a:gd name="connsiteX15" fmla="*/ 60240 w 101703"/>
                <a:gd name="connsiteY15" fmla="*/ 0 h 109615"/>
                <a:gd name="connsiteX16" fmla="*/ 90360 w 101703"/>
                <a:gd name="connsiteY16" fmla="*/ 12105 h 1096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1703" h="109615">
                  <a:moveTo>
                    <a:pt x="90360" y="12105"/>
                  </a:moveTo>
                  <a:cubicBezTo>
                    <a:pt x="97890" y="20207"/>
                    <a:pt x="101703" y="31741"/>
                    <a:pt x="101703" y="46706"/>
                  </a:cubicBezTo>
                  <a:lnTo>
                    <a:pt x="101703" y="109520"/>
                  </a:lnTo>
                  <a:lnTo>
                    <a:pt x="79399" y="109520"/>
                  </a:lnTo>
                  <a:lnTo>
                    <a:pt x="79399" y="49089"/>
                  </a:lnTo>
                  <a:cubicBezTo>
                    <a:pt x="79399" y="39462"/>
                    <a:pt x="76921" y="31932"/>
                    <a:pt x="71964" y="26689"/>
                  </a:cubicBezTo>
                  <a:cubicBezTo>
                    <a:pt x="67008" y="21447"/>
                    <a:pt x="60240" y="18778"/>
                    <a:pt x="51662" y="18778"/>
                  </a:cubicBezTo>
                  <a:cubicBezTo>
                    <a:pt x="43083" y="18778"/>
                    <a:pt x="35649" y="21637"/>
                    <a:pt x="30311" y="27261"/>
                  </a:cubicBezTo>
                  <a:cubicBezTo>
                    <a:pt x="24973" y="32885"/>
                    <a:pt x="22304" y="41273"/>
                    <a:pt x="22304" y="52234"/>
                  </a:cubicBezTo>
                  <a:lnTo>
                    <a:pt x="22304" y="109616"/>
                  </a:lnTo>
                  <a:lnTo>
                    <a:pt x="0" y="109616"/>
                  </a:lnTo>
                  <a:lnTo>
                    <a:pt x="0" y="1811"/>
                  </a:lnTo>
                  <a:lnTo>
                    <a:pt x="22304" y="1811"/>
                  </a:lnTo>
                  <a:lnTo>
                    <a:pt x="22304" y="25450"/>
                  </a:lnTo>
                  <a:cubicBezTo>
                    <a:pt x="25164" y="17348"/>
                    <a:pt x="30025" y="11057"/>
                    <a:pt x="36792" y="6672"/>
                  </a:cubicBezTo>
                  <a:cubicBezTo>
                    <a:pt x="43560" y="2192"/>
                    <a:pt x="51376" y="0"/>
                    <a:pt x="60240" y="0"/>
                  </a:cubicBezTo>
                  <a:cubicBezTo>
                    <a:pt x="72727" y="0"/>
                    <a:pt x="82830" y="4003"/>
                    <a:pt x="90360" y="12105"/>
                  </a:cubicBezTo>
                  <a:close/>
                </a:path>
              </a:pathLst>
            </a:custGeom>
            <a:solidFill>
              <a:schemeClr val="bg1"/>
            </a:solidFill>
            <a:ln w="9525" cap="flat">
              <a:noFill/>
              <a:prstDash val="solid"/>
              <a:miter/>
            </a:ln>
          </p:spPr>
          <p:txBody>
            <a:bodyPr rtlCol="0" anchor="ctr"/>
            <a:lstStyle/>
            <a:p>
              <a:endParaRPr lang="fr-FR" sz="1092"/>
            </a:p>
          </p:txBody>
        </p:sp>
        <p:sp>
          <p:nvSpPr>
            <p:cNvPr id="33" name="Forme libre : forme 32">
              <a:extLst>
                <a:ext uri="{FF2B5EF4-FFF2-40B4-BE49-F238E27FC236}">
                  <a16:creationId xmlns:a16="http://schemas.microsoft.com/office/drawing/2014/main" id="{BD23B42B-69F7-FD7B-D8CA-9A3E9E04155F}"/>
                </a:ext>
              </a:extLst>
            </p:cNvPr>
            <p:cNvSpPr/>
            <p:nvPr/>
          </p:nvSpPr>
          <p:spPr>
            <a:xfrm>
              <a:off x="18242913" y="12603895"/>
              <a:ext cx="110853" cy="146122"/>
            </a:xfrm>
            <a:custGeom>
              <a:avLst/>
              <a:gdLst>
                <a:gd name="connsiteX0" fmla="*/ 73871 w 110853"/>
                <a:gd name="connsiteY0" fmla="*/ 42893 h 146122"/>
                <a:gd name="connsiteX1" fmla="*/ 88359 w 110853"/>
                <a:gd name="connsiteY1" fmla="*/ 62052 h 146122"/>
                <a:gd name="connsiteX2" fmla="*/ 88359 w 110853"/>
                <a:gd name="connsiteY2" fmla="*/ 0 h 146122"/>
                <a:gd name="connsiteX3" fmla="*/ 110853 w 110853"/>
                <a:gd name="connsiteY3" fmla="*/ 0 h 146122"/>
                <a:gd name="connsiteX4" fmla="*/ 110853 w 110853"/>
                <a:gd name="connsiteY4" fmla="*/ 144788 h 146122"/>
                <a:gd name="connsiteX5" fmla="*/ 88359 w 110853"/>
                <a:gd name="connsiteY5" fmla="*/ 144788 h 146122"/>
                <a:gd name="connsiteX6" fmla="*/ 88359 w 110853"/>
                <a:gd name="connsiteY6" fmla="*/ 119720 h 146122"/>
                <a:gd name="connsiteX7" fmla="*/ 73871 w 110853"/>
                <a:gd name="connsiteY7" fmla="*/ 138879 h 146122"/>
                <a:gd name="connsiteX8" fmla="*/ 48802 w 110853"/>
                <a:gd name="connsiteY8" fmla="*/ 146123 h 146122"/>
                <a:gd name="connsiteX9" fmla="*/ 23639 w 110853"/>
                <a:gd name="connsiteY9" fmla="*/ 139451 h 146122"/>
                <a:gd name="connsiteX10" fmla="*/ 6291 w 110853"/>
                <a:gd name="connsiteY10" fmla="*/ 120291 h 146122"/>
                <a:gd name="connsiteX11" fmla="*/ 0 w 110853"/>
                <a:gd name="connsiteY11" fmla="*/ 90743 h 146122"/>
                <a:gd name="connsiteX12" fmla="*/ 6291 w 110853"/>
                <a:gd name="connsiteY12" fmla="*/ 61385 h 146122"/>
                <a:gd name="connsiteX13" fmla="*/ 23639 w 110853"/>
                <a:gd name="connsiteY13" fmla="*/ 42226 h 146122"/>
                <a:gd name="connsiteX14" fmla="*/ 48802 w 110853"/>
                <a:gd name="connsiteY14" fmla="*/ 35554 h 146122"/>
                <a:gd name="connsiteX15" fmla="*/ 73871 w 110853"/>
                <a:gd name="connsiteY15" fmla="*/ 42798 h 146122"/>
                <a:gd name="connsiteX16" fmla="*/ 31931 w 110853"/>
                <a:gd name="connsiteY16" fmla="*/ 64721 h 146122"/>
                <a:gd name="connsiteX17" fmla="*/ 23067 w 110853"/>
                <a:gd name="connsiteY17" fmla="*/ 90838 h 146122"/>
                <a:gd name="connsiteX18" fmla="*/ 31931 w 110853"/>
                <a:gd name="connsiteY18" fmla="*/ 116956 h 146122"/>
                <a:gd name="connsiteX19" fmla="*/ 55760 w 110853"/>
                <a:gd name="connsiteY19" fmla="*/ 126487 h 146122"/>
                <a:gd name="connsiteX20" fmla="*/ 72631 w 110853"/>
                <a:gd name="connsiteY20" fmla="*/ 122103 h 146122"/>
                <a:gd name="connsiteX21" fmla="*/ 84355 w 110853"/>
                <a:gd name="connsiteY21" fmla="*/ 109711 h 146122"/>
                <a:gd name="connsiteX22" fmla="*/ 88645 w 110853"/>
                <a:gd name="connsiteY22" fmla="*/ 90934 h 146122"/>
                <a:gd name="connsiteX23" fmla="*/ 84355 w 110853"/>
                <a:gd name="connsiteY23" fmla="*/ 72251 h 146122"/>
                <a:gd name="connsiteX24" fmla="*/ 72631 w 110853"/>
                <a:gd name="connsiteY24" fmla="*/ 59765 h 146122"/>
                <a:gd name="connsiteX25" fmla="*/ 55760 w 110853"/>
                <a:gd name="connsiteY25" fmla="*/ 55380 h 146122"/>
                <a:gd name="connsiteX26" fmla="*/ 31931 w 110853"/>
                <a:gd name="connsiteY26" fmla="*/ 64912 h 1461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10853" h="146122">
                  <a:moveTo>
                    <a:pt x="73871" y="42893"/>
                  </a:moveTo>
                  <a:cubicBezTo>
                    <a:pt x="80829" y="47754"/>
                    <a:pt x="85594" y="54141"/>
                    <a:pt x="88359" y="62052"/>
                  </a:cubicBezTo>
                  <a:lnTo>
                    <a:pt x="88359" y="0"/>
                  </a:lnTo>
                  <a:lnTo>
                    <a:pt x="110853" y="0"/>
                  </a:lnTo>
                  <a:lnTo>
                    <a:pt x="110853" y="144788"/>
                  </a:lnTo>
                  <a:lnTo>
                    <a:pt x="88359" y="144788"/>
                  </a:lnTo>
                  <a:lnTo>
                    <a:pt x="88359" y="119720"/>
                  </a:lnTo>
                  <a:cubicBezTo>
                    <a:pt x="85594" y="127631"/>
                    <a:pt x="80829" y="134113"/>
                    <a:pt x="73871" y="138879"/>
                  </a:cubicBezTo>
                  <a:cubicBezTo>
                    <a:pt x="66912" y="143740"/>
                    <a:pt x="58620" y="146123"/>
                    <a:pt x="48802" y="146123"/>
                  </a:cubicBezTo>
                  <a:cubicBezTo>
                    <a:pt x="38985" y="146123"/>
                    <a:pt x="30978" y="143930"/>
                    <a:pt x="23639" y="139451"/>
                  </a:cubicBezTo>
                  <a:cubicBezTo>
                    <a:pt x="16299" y="135066"/>
                    <a:pt x="10485" y="128584"/>
                    <a:pt x="6291" y="120291"/>
                  </a:cubicBezTo>
                  <a:cubicBezTo>
                    <a:pt x="2097" y="111903"/>
                    <a:pt x="0" y="102086"/>
                    <a:pt x="0" y="90743"/>
                  </a:cubicBezTo>
                  <a:cubicBezTo>
                    <a:pt x="0" y="79400"/>
                    <a:pt x="2097" y="69773"/>
                    <a:pt x="6291" y="61385"/>
                  </a:cubicBezTo>
                  <a:cubicBezTo>
                    <a:pt x="10485" y="52997"/>
                    <a:pt x="16204" y="46611"/>
                    <a:pt x="23639" y="42226"/>
                  </a:cubicBezTo>
                  <a:cubicBezTo>
                    <a:pt x="30978" y="37746"/>
                    <a:pt x="39366" y="35554"/>
                    <a:pt x="48802" y="35554"/>
                  </a:cubicBezTo>
                  <a:cubicBezTo>
                    <a:pt x="58239" y="35554"/>
                    <a:pt x="66912" y="37937"/>
                    <a:pt x="73871" y="42798"/>
                  </a:cubicBezTo>
                  <a:close/>
                  <a:moveTo>
                    <a:pt x="31931" y="64721"/>
                  </a:moveTo>
                  <a:cubicBezTo>
                    <a:pt x="26021" y="71012"/>
                    <a:pt x="23067" y="79781"/>
                    <a:pt x="23067" y="90838"/>
                  </a:cubicBezTo>
                  <a:cubicBezTo>
                    <a:pt x="23067" y="101895"/>
                    <a:pt x="26021" y="110665"/>
                    <a:pt x="31931" y="116956"/>
                  </a:cubicBezTo>
                  <a:cubicBezTo>
                    <a:pt x="37841" y="123246"/>
                    <a:pt x="45752" y="126487"/>
                    <a:pt x="55760" y="126487"/>
                  </a:cubicBezTo>
                  <a:cubicBezTo>
                    <a:pt x="62051" y="126487"/>
                    <a:pt x="67675" y="125057"/>
                    <a:pt x="72631" y="122103"/>
                  </a:cubicBezTo>
                  <a:cubicBezTo>
                    <a:pt x="77588" y="119148"/>
                    <a:pt x="81496" y="115049"/>
                    <a:pt x="84355" y="109711"/>
                  </a:cubicBezTo>
                  <a:cubicBezTo>
                    <a:pt x="87215" y="104373"/>
                    <a:pt x="88645" y="98082"/>
                    <a:pt x="88645" y="90934"/>
                  </a:cubicBezTo>
                  <a:cubicBezTo>
                    <a:pt x="88645" y="83785"/>
                    <a:pt x="87215" y="77684"/>
                    <a:pt x="84355" y="72251"/>
                  </a:cubicBezTo>
                  <a:cubicBezTo>
                    <a:pt x="81496" y="66818"/>
                    <a:pt x="77588" y="62624"/>
                    <a:pt x="72631" y="59765"/>
                  </a:cubicBezTo>
                  <a:cubicBezTo>
                    <a:pt x="67675" y="56810"/>
                    <a:pt x="62051" y="55380"/>
                    <a:pt x="55760" y="55380"/>
                  </a:cubicBezTo>
                  <a:cubicBezTo>
                    <a:pt x="45847" y="55380"/>
                    <a:pt x="37936" y="58525"/>
                    <a:pt x="31931" y="64912"/>
                  </a:cubicBezTo>
                  <a:close/>
                </a:path>
              </a:pathLst>
            </a:custGeom>
            <a:solidFill>
              <a:schemeClr val="bg1"/>
            </a:solidFill>
            <a:ln w="9525" cap="flat">
              <a:noFill/>
              <a:prstDash val="solid"/>
              <a:miter/>
            </a:ln>
          </p:spPr>
          <p:txBody>
            <a:bodyPr rtlCol="0" anchor="ctr"/>
            <a:lstStyle/>
            <a:p>
              <a:endParaRPr lang="fr-FR" sz="1092"/>
            </a:p>
          </p:txBody>
        </p:sp>
        <p:sp>
          <p:nvSpPr>
            <p:cNvPr id="34" name="Forme libre : forme 33">
              <a:extLst>
                <a:ext uri="{FF2B5EF4-FFF2-40B4-BE49-F238E27FC236}">
                  <a16:creationId xmlns:a16="http://schemas.microsoft.com/office/drawing/2014/main" id="{7F7B5840-0293-8C4A-61A9-D468A0F09218}"/>
                </a:ext>
              </a:extLst>
            </p:cNvPr>
            <p:cNvSpPr/>
            <p:nvPr/>
          </p:nvSpPr>
          <p:spPr>
            <a:xfrm>
              <a:off x="18406858" y="12614284"/>
              <a:ext cx="64148" cy="134494"/>
            </a:xfrm>
            <a:custGeom>
              <a:avLst/>
              <a:gdLst>
                <a:gd name="connsiteX0" fmla="*/ 64148 w 64148"/>
                <a:gd name="connsiteY0" fmla="*/ 115144 h 134494"/>
                <a:gd name="connsiteX1" fmla="*/ 64148 w 64148"/>
                <a:gd name="connsiteY1" fmla="*/ 134494 h 134494"/>
                <a:gd name="connsiteX2" fmla="*/ 50423 w 64148"/>
                <a:gd name="connsiteY2" fmla="*/ 134494 h 134494"/>
                <a:gd name="connsiteX3" fmla="*/ 24306 w 64148"/>
                <a:gd name="connsiteY3" fmla="*/ 126201 h 134494"/>
                <a:gd name="connsiteX4" fmla="*/ 15441 w 64148"/>
                <a:gd name="connsiteY4" fmla="*/ 98559 h 134494"/>
                <a:gd name="connsiteX5" fmla="*/ 15441 w 64148"/>
                <a:gd name="connsiteY5" fmla="*/ 45753 h 134494"/>
                <a:gd name="connsiteX6" fmla="*/ 0 w 64148"/>
                <a:gd name="connsiteY6" fmla="*/ 45753 h 134494"/>
                <a:gd name="connsiteX7" fmla="*/ 0 w 64148"/>
                <a:gd name="connsiteY7" fmla="*/ 26784 h 134494"/>
                <a:gd name="connsiteX8" fmla="*/ 15441 w 64148"/>
                <a:gd name="connsiteY8" fmla="*/ 26784 h 134494"/>
                <a:gd name="connsiteX9" fmla="*/ 15441 w 64148"/>
                <a:gd name="connsiteY9" fmla="*/ 0 h 134494"/>
                <a:gd name="connsiteX10" fmla="*/ 37936 w 64148"/>
                <a:gd name="connsiteY10" fmla="*/ 0 h 134494"/>
                <a:gd name="connsiteX11" fmla="*/ 37936 w 64148"/>
                <a:gd name="connsiteY11" fmla="*/ 26784 h 134494"/>
                <a:gd name="connsiteX12" fmla="*/ 63958 w 64148"/>
                <a:gd name="connsiteY12" fmla="*/ 26784 h 134494"/>
                <a:gd name="connsiteX13" fmla="*/ 63958 w 64148"/>
                <a:gd name="connsiteY13" fmla="*/ 45753 h 134494"/>
                <a:gd name="connsiteX14" fmla="*/ 37936 w 64148"/>
                <a:gd name="connsiteY14" fmla="*/ 45753 h 134494"/>
                <a:gd name="connsiteX15" fmla="*/ 37936 w 64148"/>
                <a:gd name="connsiteY15" fmla="*/ 98940 h 134494"/>
                <a:gd name="connsiteX16" fmla="*/ 41367 w 64148"/>
                <a:gd name="connsiteY16" fmla="*/ 111618 h 134494"/>
                <a:gd name="connsiteX17" fmla="*/ 53377 w 64148"/>
                <a:gd name="connsiteY17" fmla="*/ 115144 h 134494"/>
                <a:gd name="connsiteX18" fmla="*/ 64148 w 64148"/>
                <a:gd name="connsiteY18" fmla="*/ 115144 h 1344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64148" h="134494">
                  <a:moveTo>
                    <a:pt x="64148" y="115144"/>
                  </a:moveTo>
                  <a:lnTo>
                    <a:pt x="64148" y="134494"/>
                  </a:lnTo>
                  <a:lnTo>
                    <a:pt x="50423" y="134494"/>
                  </a:lnTo>
                  <a:cubicBezTo>
                    <a:pt x="38985" y="134494"/>
                    <a:pt x="30215" y="131730"/>
                    <a:pt x="24306" y="126201"/>
                  </a:cubicBezTo>
                  <a:cubicBezTo>
                    <a:pt x="18396" y="120673"/>
                    <a:pt x="15441" y="111427"/>
                    <a:pt x="15441" y="98559"/>
                  </a:cubicBezTo>
                  <a:lnTo>
                    <a:pt x="15441" y="45753"/>
                  </a:lnTo>
                  <a:lnTo>
                    <a:pt x="0" y="45753"/>
                  </a:lnTo>
                  <a:lnTo>
                    <a:pt x="0" y="26784"/>
                  </a:lnTo>
                  <a:lnTo>
                    <a:pt x="15441" y="26784"/>
                  </a:lnTo>
                  <a:lnTo>
                    <a:pt x="15441" y="0"/>
                  </a:lnTo>
                  <a:lnTo>
                    <a:pt x="37936" y="0"/>
                  </a:lnTo>
                  <a:lnTo>
                    <a:pt x="37936" y="26784"/>
                  </a:lnTo>
                  <a:lnTo>
                    <a:pt x="63958" y="26784"/>
                  </a:lnTo>
                  <a:lnTo>
                    <a:pt x="63958" y="45753"/>
                  </a:lnTo>
                  <a:lnTo>
                    <a:pt x="37936" y="45753"/>
                  </a:lnTo>
                  <a:lnTo>
                    <a:pt x="37936" y="98940"/>
                  </a:lnTo>
                  <a:cubicBezTo>
                    <a:pt x="37936" y="105041"/>
                    <a:pt x="39080" y="109330"/>
                    <a:pt x="41367" y="111618"/>
                  </a:cubicBezTo>
                  <a:cubicBezTo>
                    <a:pt x="43655" y="114001"/>
                    <a:pt x="47658" y="115144"/>
                    <a:pt x="53377" y="115144"/>
                  </a:cubicBezTo>
                  <a:lnTo>
                    <a:pt x="64148" y="115144"/>
                  </a:lnTo>
                  <a:close/>
                </a:path>
              </a:pathLst>
            </a:custGeom>
            <a:solidFill>
              <a:schemeClr val="bg1"/>
            </a:solidFill>
            <a:ln w="9525" cap="flat">
              <a:noFill/>
              <a:prstDash val="solid"/>
              <a:miter/>
            </a:ln>
          </p:spPr>
          <p:txBody>
            <a:bodyPr rtlCol="0" anchor="ctr"/>
            <a:lstStyle/>
            <a:p>
              <a:endParaRPr lang="fr-FR" sz="1092"/>
            </a:p>
          </p:txBody>
        </p:sp>
        <p:sp>
          <p:nvSpPr>
            <p:cNvPr id="35" name="Forme libre : forme 34">
              <a:extLst>
                <a:ext uri="{FF2B5EF4-FFF2-40B4-BE49-F238E27FC236}">
                  <a16:creationId xmlns:a16="http://schemas.microsoft.com/office/drawing/2014/main" id="{335F401B-1E64-E03B-B6A6-BB5A7F8DFAFF}"/>
                </a:ext>
              </a:extLst>
            </p:cNvPr>
            <p:cNvSpPr/>
            <p:nvPr/>
          </p:nvSpPr>
          <p:spPr>
            <a:xfrm>
              <a:off x="18487306" y="12603990"/>
              <a:ext cx="101703" cy="144788"/>
            </a:xfrm>
            <a:custGeom>
              <a:avLst/>
              <a:gdLst>
                <a:gd name="connsiteX0" fmla="*/ 90360 w 101703"/>
                <a:gd name="connsiteY0" fmla="*/ 47278 h 144788"/>
                <a:gd name="connsiteX1" fmla="*/ 101703 w 101703"/>
                <a:gd name="connsiteY1" fmla="*/ 81878 h 144788"/>
                <a:gd name="connsiteX2" fmla="*/ 101703 w 101703"/>
                <a:gd name="connsiteY2" fmla="*/ 144693 h 144788"/>
                <a:gd name="connsiteX3" fmla="*/ 79399 w 101703"/>
                <a:gd name="connsiteY3" fmla="*/ 144693 h 144788"/>
                <a:gd name="connsiteX4" fmla="*/ 79399 w 101703"/>
                <a:gd name="connsiteY4" fmla="*/ 84261 h 144788"/>
                <a:gd name="connsiteX5" fmla="*/ 71964 w 101703"/>
                <a:gd name="connsiteY5" fmla="*/ 61861 h 144788"/>
                <a:gd name="connsiteX6" fmla="*/ 51662 w 101703"/>
                <a:gd name="connsiteY6" fmla="*/ 53950 h 144788"/>
                <a:gd name="connsiteX7" fmla="*/ 30311 w 101703"/>
                <a:gd name="connsiteY7" fmla="*/ 62433 h 144788"/>
                <a:gd name="connsiteX8" fmla="*/ 22304 w 101703"/>
                <a:gd name="connsiteY8" fmla="*/ 87407 h 144788"/>
                <a:gd name="connsiteX9" fmla="*/ 22304 w 101703"/>
                <a:gd name="connsiteY9" fmla="*/ 144788 h 144788"/>
                <a:gd name="connsiteX10" fmla="*/ 0 w 101703"/>
                <a:gd name="connsiteY10" fmla="*/ 144788 h 144788"/>
                <a:gd name="connsiteX11" fmla="*/ 0 w 101703"/>
                <a:gd name="connsiteY11" fmla="*/ 0 h 144788"/>
                <a:gd name="connsiteX12" fmla="*/ 22304 w 101703"/>
                <a:gd name="connsiteY12" fmla="*/ 0 h 144788"/>
                <a:gd name="connsiteX13" fmla="*/ 22304 w 101703"/>
                <a:gd name="connsiteY13" fmla="*/ 60622 h 144788"/>
                <a:gd name="connsiteX14" fmla="*/ 36792 w 101703"/>
                <a:gd name="connsiteY14" fmla="*/ 41845 h 144788"/>
                <a:gd name="connsiteX15" fmla="*/ 60240 w 101703"/>
                <a:gd name="connsiteY15" fmla="*/ 35172 h 144788"/>
                <a:gd name="connsiteX16" fmla="*/ 90360 w 101703"/>
                <a:gd name="connsiteY16" fmla="*/ 47278 h 1447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1703" h="144788">
                  <a:moveTo>
                    <a:pt x="90360" y="47278"/>
                  </a:moveTo>
                  <a:cubicBezTo>
                    <a:pt x="97890" y="55380"/>
                    <a:pt x="101703" y="66913"/>
                    <a:pt x="101703" y="81878"/>
                  </a:cubicBezTo>
                  <a:lnTo>
                    <a:pt x="101703" y="144693"/>
                  </a:lnTo>
                  <a:lnTo>
                    <a:pt x="79399" y="144693"/>
                  </a:lnTo>
                  <a:lnTo>
                    <a:pt x="79399" y="84261"/>
                  </a:lnTo>
                  <a:cubicBezTo>
                    <a:pt x="79399" y="74634"/>
                    <a:pt x="76921" y="67104"/>
                    <a:pt x="71964" y="61861"/>
                  </a:cubicBezTo>
                  <a:cubicBezTo>
                    <a:pt x="67008" y="56619"/>
                    <a:pt x="60240" y="53950"/>
                    <a:pt x="51662" y="53950"/>
                  </a:cubicBezTo>
                  <a:cubicBezTo>
                    <a:pt x="43083" y="53950"/>
                    <a:pt x="35648" y="56810"/>
                    <a:pt x="30311" y="62433"/>
                  </a:cubicBezTo>
                  <a:cubicBezTo>
                    <a:pt x="24973" y="68057"/>
                    <a:pt x="22304" y="76445"/>
                    <a:pt x="22304" y="87407"/>
                  </a:cubicBezTo>
                  <a:lnTo>
                    <a:pt x="22304" y="144788"/>
                  </a:lnTo>
                  <a:lnTo>
                    <a:pt x="0" y="144788"/>
                  </a:lnTo>
                  <a:lnTo>
                    <a:pt x="0" y="0"/>
                  </a:lnTo>
                  <a:lnTo>
                    <a:pt x="22304" y="0"/>
                  </a:lnTo>
                  <a:lnTo>
                    <a:pt x="22304" y="60622"/>
                  </a:lnTo>
                  <a:cubicBezTo>
                    <a:pt x="25164" y="52520"/>
                    <a:pt x="30025" y="46229"/>
                    <a:pt x="36792" y="41845"/>
                  </a:cubicBezTo>
                  <a:cubicBezTo>
                    <a:pt x="43560" y="37365"/>
                    <a:pt x="51376" y="35172"/>
                    <a:pt x="60240" y="35172"/>
                  </a:cubicBezTo>
                  <a:cubicBezTo>
                    <a:pt x="72727" y="35172"/>
                    <a:pt x="82830" y="39176"/>
                    <a:pt x="90360" y="47278"/>
                  </a:cubicBezTo>
                  <a:close/>
                </a:path>
              </a:pathLst>
            </a:custGeom>
            <a:solidFill>
              <a:schemeClr val="bg1"/>
            </a:solidFill>
            <a:ln w="9525" cap="flat">
              <a:noFill/>
              <a:prstDash val="solid"/>
              <a:miter/>
            </a:ln>
          </p:spPr>
          <p:txBody>
            <a:bodyPr rtlCol="0" anchor="ctr"/>
            <a:lstStyle/>
            <a:p>
              <a:endParaRPr lang="fr-FR" sz="1092"/>
            </a:p>
          </p:txBody>
        </p:sp>
        <p:sp>
          <p:nvSpPr>
            <p:cNvPr id="36" name="Forme libre : forme 35">
              <a:extLst>
                <a:ext uri="{FF2B5EF4-FFF2-40B4-BE49-F238E27FC236}">
                  <a16:creationId xmlns:a16="http://schemas.microsoft.com/office/drawing/2014/main" id="{E3759921-BE1F-9260-E3F6-5B704FA3E6F3}"/>
                </a:ext>
              </a:extLst>
            </p:cNvPr>
            <p:cNvSpPr/>
            <p:nvPr/>
          </p:nvSpPr>
          <p:spPr>
            <a:xfrm>
              <a:off x="18604546" y="12639639"/>
              <a:ext cx="105706" cy="110569"/>
            </a:xfrm>
            <a:custGeom>
              <a:avLst/>
              <a:gdLst>
                <a:gd name="connsiteX0" fmla="*/ 105039 w 105706"/>
                <a:gd name="connsiteY0" fmla="*/ 59669 h 110569"/>
                <a:gd name="connsiteX1" fmla="*/ 22018 w 105706"/>
                <a:gd name="connsiteY1" fmla="*/ 59669 h 110569"/>
                <a:gd name="connsiteX2" fmla="*/ 31169 w 105706"/>
                <a:gd name="connsiteY2" fmla="*/ 84357 h 110569"/>
                <a:gd name="connsiteX3" fmla="*/ 52520 w 105706"/>
                <a:gd name="connsiteY3" fmla="*/ 92363 h 110569"/>
                <a:gd name="connsiteX4" fmla="*/ 71392 w 105706"/>
                <a:gd name="connsiteY4" fmla="*/ 86644 h 110569"/>
                <a:gd name="connsiteX5" fmla="*/ 80924 w 105706"/>
                <a:gd name="connsiteY5" fmla="*/ 71584 h 110569"/>
                <a:gd name="connsiteX6" fmla="*/ 104753 w 105706"/>
                <a:gd name="connsiteY6" fmla="*/ 71584 h 110569"/>
                <a:gd name="connsiteX7" fmla="*/ 95698 w 105706"/>
                <a:gd name="connsiteY7" fmla="*/ 91791 h 110569"/>
                <a:gd name="connsiteX8" fmla="*/ 77874 w 105706"/>
                <a:gd name="connsiteY8" fmla="*/ 105613 h 110569"/>
                <a:gd name="connsiteX9" fmla="*/ 53377 w 105706"/>
                <a:gd name="connsiteY9" fmla="*/ 110569 h 110569"/>
                <a:gd name="connsiteX10" fmla="*/ 25736 w 105706"/>
                <a:gd name="connsiteY10" fmla="*/ 103897 h 110569"/>
                <a:gd name="connsiteX11" fmla="*/ 6863 w 105706"/>
                <a:gd name="connsiteY11" fmla="*/ 84738 h 110569"/>
                <a:gd name="connsiteX12" fmla="*/ 0 w 105706"/>
                <a:gd name="connsiteY12" fmla="*/ 55189 h 110569"/>
                <a:gd name="connsiteX13" fmla="*/ 6863 w 105706"/>
                <a:gd name="connsiteY13" fmla="*/ 25831 h 110569"/>
                <a:gd name="connsiteX14" fmla="*/ 25736 w 105706"/>
                <a:gd name="connsiteY14" fmla="*/ 6672 h 110569"/>
                <a:gd name="connsiteX15" fmla="*/ 53377 w 105706"/>
                <a:gd name="connsiteY15" fmla="*/ 0 h 110569"/>
                <a:gd name="connsiteX16" fmla="*/ 81115 w 105706"/>
                <a:gd name="connsiteY16" fmla="*/ 6577 h 110569"/>
                <a:gd name="connsiteX17" fmla="*/ 99320 w 105706"/>
                <a:gd name="connsiteY17" fmla="*/ 24592 h 110569"/>
                <a:gd name="connsiteX18" fmla="*/ 105706 w 105706"/>
                <a:gd name="connsiteY18" fmla="*/ 50137 h 110569"/>
                <a:gd name="connsiteX19" fmla="*/ 104944 w 105706"/>
                <a:gd name="connsiteY19" fmla="*/ 59765 h 110569"/>
                <a:gd name="connsiteX20" fmla="*/ 79685 w 105706"/>
                <a:gd name="connsiteY20" fmla="*/ 31741 h 110569"/>
                <a:gd name="connsiteX21" fmla="*/ 68723 w 105706"/>
                <a:gd name="connsiteY21" fmla="*/ 21161 h 110569"/>
                <a:gd name="connsiteX22" fmla="*/ 53568 w 105706"/>
                <a:gd name="connsiteY22" fmla="*/ 17729 h 110569"/>
                <a:gd name="connsiteX23" fmla="*/ 31645 w 105706"/>
                <a:gd name="connsiteY23" fmla="*/ 25736 h 110569"/>
                <a:gd name="connsiteX24" fmla="*/ 22018 w 105706"/>
                <a:gd name="connsiteY24" fmla="*/ 49375 h 110569"/>
                <a:gd name="connsiteX25" fmla="*/ 83307 w 105706"/>
                <a:gd name="connsiteY25" fmla="*/ 49375 h 110569"/>
                <a:gd name="connsiteX26" fmla="*/ 79685 w 105706"/>
                <a:gd name="connsiteY26" fmla="*/ 31646 h 1105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05706" h="110569">
                  <a:moveTo>
                    <a:pt x="105039" y="59669"/>
                  </a:moveTo>
                  <a:lnTo>
                    <a:pt x="22018" y="59669"/>
                  </a:lnTo>
                  <a:cubicBezTo>
                    <a:pt x="22399" y="70726"/>
                    <a:pt x="25450" y="79019"/>
                    <a:pt x="31169" y="84357"/>
                  </a:cubicBezTo>
                  <a:cubicBezTo>
                    <a:pt x="36888" y="89694"/>
                    <a:pt x="44036" y="92363"/>
                    <a:pt x="52520" y="92363"/>
                  </a:cubicBezTo>
                  <a:cubicBezTo>
                    <a:pt x="59954" y="92363"/>
                    <a:pt x="66245" y="90457"/>
                    <a:pt x="71392" y="86644"/>
                  </a:cubicBezTo>
                  <a:cubicBezTo>
                    <a:pt x="76539" y="82832"/>
                    <a:pt x="79685" y="77875"/>
                    <a:pt x="80924" y="71584"/>
                  </a:cubicBezTo>
                  <a:lnTo>
                    <a:pt x="104753" y="71584"/>
                  </a:lnTo>
                  <a:cubicBezTo>
                    <a:pt x="103323" y="79114"/>
                    <a:pt x="100273" y="85882"/>
                    <a:pt x="95698" y="91791"/>
                  </a:cubicBezTo>
                  <a:cubicBezTo>
                    <a:pt x="91123" y="97701"/>
                    <a:pt x="85213" y="102276"/>
                    <a:pt x="77874" y="105613"/>
                  </a:cubicBezTo>
                  <a:cubicBezTo>
                    <a:pt x="70534" y="108949"/>
                    <a:pt x="62432" y="110569"/>
                    <a:pt x="53377" y="110569"/>
                  </a:cubicBezTo>
                  <a:cubicBezTo>
                    <a:pt x="42988" y="110569"/>
                    <a:pt x="33742" y="108377"/>
                    <a:pt x="25736" y="103897"/>
                  </a:cubicBezTo>
                  <a:cubicBezTo>
                    <a:pt x="17729" y="99512"/>
                    <a:pt x="11438" y="93031"/>
                    <a:pt x="6863" y="84738"/>
                  </a:cubicBezTo>
                  <a:cubicBezTo>
                    <a:pt x="2288" y="76350"/>
                    <a:pt x="0" y="66532"/>
                    <a:pt x="0" y="55189"/>
                  </a:cubicBezTo>
                  <a:cubicBezTo>
                    <a:pt x="0" y="43846"/>
                    <a:pt x="2288" y="34219"/>
                    <a:pt x="6863" y="25831"/>
                  </a:cubicBezTo>
                  <a:cubicBezTo>
                    <a:pt x="11438" y="17443"/>
                    <a:pt x="17729" y="11057"/>
                    <a:pt x="25736" y="6672"/>
                  </a:cubicBezTo>
                  <a:cubicBezTo>
                    <a:pt x="33742" y="2192"/>
                    <a:pt x="42988" y="0"/>
                    <a:pt x="53377" y="0"/>
                  </a:cubicBezTo>
                  <a:cubicBezTo>
                    <a:pt x="63767" y="0"/>
                    <a:pt x="73203" y="2192"/>
                    <a:pt x="81115" y="6577"/>
                  </a:cubicBezTo>
                  <a:cubicBezTo>
                    <a:pt x="89026" y="10962"/>
                    <a:pt x="95031" y="16967"/>
                    <a:pt x="99320" y="24592"/>
                  </a:cubicBezTo>
                  <a:cubicBezTo>
                    <a:pt x="103609" y="32218"/>
                    <a:pt x="105706" y="40701"/>
                    <a:pt x="105706" y="50137"/>
                  </a:cubicBezTo>
                  <a:cubicBezTo>
                    <a:pt x="105706" y="53760"/>
                    <a:pt x="105420" y="57000"/>
                    <a:pt x="104944" y="59765"/>
                  </a:cubicBezTo>
                  <a:close/>
                  <a:moveTo>
                    <a:pt x="79685" y="31741"/>
                  </a:moveTo>
                  <a:cubicBezTo>
                    <a:pt x="77016" y="26975"/>
                    <a:pt x="73394" y="23448"/>
                    <a:pt x="68723" y="21161"/>
                  </a:cubicBezTo>
                  <a:cubicBezTo>
                    <a:pt x="64053" y="18873"/>
                    <a:pt x="59001" y="17729"/>
                    <a:pt x="53568" y="17729"/>
                  </a:cubicBezTo>
                  <a:cubicBezTo>
                    <a:pt x="44799" y="17729"/>
                    <a:pt x="37555" y="20398"/>
                    <a:pt x="31645" y="25736"/>
                  </a:cubicBezTo>
                  <a:cubicBezTo>
                    <a:pt x="25736" y="31074"/>
                    <a:pt x="22590" y="38985"/>
                    <a:pt x="22018" y="49375"/>
                  </a:cubicBezTo>
                  <a:lnTo>
                    <a:pt x="83307" y="49375"/>
                  </a:lnTo>
                  <a:cubicBezTo>
                    <a:pt x="83593" y="42321"/>
                    <a:pt x="82354" y="36412"/>
                    <a:pt x="79685" y="31646"/>
                  </a:cubicBezTo>
                  <a:close/>
                </a:path>
              </a:pathLst>
            </a:custGeom>
            <a:solidFill>
              <a:schemeClr val="bg1"/>
            </a:solidFill>
            <a:ln w="9525" cap="flat">
              <a:noFill/>
              <a:prstDash val="solid"/>
              <a:miter/>
            </a:ln>
          </p:spPr>
          <p:txBody>
            <a:bodyPr rtlCol="0" anchor="ctr"/>
            <a:lstStyle/>
            <a:p>
              <a:endParaRPr lang="fr-FR" sz="1092"/>
            </a:p>
          </p:txBody>
        </p:sp>
        <p:sp>
          <p:nvSpPr>
            <p:cNvPr id="37" name="Forme libre : forme 36">
              <a:extLst>
                <a:ext uri="{FF2B5EF4-FFF2-40B4-BE49-F238E27FC236}">
                  <a16:creationId xmlns:a16="http://schemas.microsoft.com/office/drawing/2014/main" id="{07B9B163-15E2-61D9-DC6B-037EB1D96A77}"/>
                </a:ext>
              </a:extLst>
            </p:cNvPr>
            <p:cNvSpPr/>
            <p:nvPr/>
          </p:nvSpPr>
          <p:spPr>
            <a:xfrm>
              <a:off x="18762771" y="12639544"/>
              <a:ext cx="109614" cy="110569"/>
            </a:xfrm>
            <a:custGeom>
              <a:avLst/>
              <a:gdLst>
                <a:gd name="connsiteX0" fmla="*/ 83021 w 109614"/>
                <a:gd name="connsiteY0" fmla="*/ 6672 h 110569"/>
                <a:gd name="connsiteX1" fmla="*/ 102561 w 109614"/>
                <a:gd name="connsiteY1" fmla="*/ 25831 h 110569"/>
                <a:gd name="connsiteX2" fmla="*/ 109614 w 109614"/>
                <a:gd name="connsiteY2" fmla="*/ 55189 h 110569"/>
                <a:gd name="connsiteX3" fmla="*/ 102561 w 109614"/>
                <a:gd name="connsiteY3" fmla="*/ 84738 h 110569"/>
                <a:gd name="connsiteX4" fmla="*/ 83021 w 109614"/>
                <a:gd name="connsiteY4" fmla="*/ 103897 h 110569"/>
                <a:gd name="connsiteX5" fmla="*/ 54807 w 109614"/>
                <a:gd name="connsiteY5" fmla="*/ 110569 h 110569"/>
                <a:gd name="connsiteX6" fmla="*/ 26689 w 109614"/>
                <a:gd name="connsiteY6" fmla="*/ 103897 h 110569"/>
                <a:gd name="connsiteX7" fmla="*/ 7149 w 109614"/>
                <a:gd name="connsiteY7" fmla="*/ 84643 h 110569"/>
                <a:gd name="connsiteX8" fmla="*/ 0 w 109614"/>
                <a:gd name="connsiteY8" fmla="*/ 55189 h 110569"/>
                <a:gd name="connsiteX9" fmla="*/ 7149 w 109614"/>
                <a:gd name="connsiteY9" fmla="*/ 25831 h 110569"/>
                <a:gd name="connsiteX10" fmla="*/ 26689 w 109614"/>
                <a:gd name="connsiteY10" fmla="*/ 6672 h 110569"/>
                <a:gd name="connsiteX11" fmla="*/ 54807 w 109614"/>
                <a:gd name="connsiteY11" fmla="*/ 0 h 110569"/>
                <a:gd name="connsiteX12" fmla="*/ 83021 w 109614"/>
                <a:gd name="connsiteY12" fmla="*/ 6672 h 110569"/>
                <a:gd name="connsiteX13" fmla="*/ 38985 w 109614"/>
                <a:gd name="connsiteY13" fmla="*/ 23353 h 110569"/>
                <a:gd name="connsiteX14" fmla="*/ 27356 w 109614"/>
                <a:gd name="connsiteY14" fmla="*/ 35363 h 110569"/>
                <a:gd name="connsiteX15" fmla="*/ 22971 w 109614"/>
                <a:gd name="connsiteY15" fmla="*/ 55189 h 110569"/>
                <a:gd name="connsiteX16" fmla="*/ 27356 w 109614"/>
                <a:gd name="connsiteY16" fmla="*/ 75111 h 110569"/>
                <a:gd name="connsiteX17" fmla="*/ 38985 w 109614"/>
                <a:gd name="connsiteY17" fmla="*/ 87026 h 110569"/>
                <a:gd name="connsiteX18" fmla="*/ 54807 w 109614"/>
                <a:gd name="connsiteY18" fmla="*/ 90934 h 110569"/>
                <a:gd name="connsiteX19" fmla="*/ 70630 w 109614"/>
                <a:gd name="connsiteY19" fmla="*/ 87026 h 110569"/>
                <a:gd name="connsiteX20" fmla="*/ 82258 w 109614"/>
                <a:gd name="connsiteY20" fmla="*/ 75111 h 110569"/>
                <a:gd name="connsiteX21" fmla="*/ 86643 w 109614"/>
                <a:gd name="connsiteY21" fmla="*/ 55189 h 110569"/>
                <a:gd name="connsiteX22" fmla="*/ 82258 w 109614"/>
                <a:gd name="connsiteY22" fmla="*/ 35363 h 110569"/>
                <a:gd name="connsiteX23" fmla="*/ 70630 w 109614"/>
                <a:gd name="connsiteY23" fmla="*/ 23353 h 110569"/>
                <a:gd name="connsiteX24" fmla="*/ 54807 w 109614"/>
                <a:gd name="connsiteY24" fmla="*/ 19445 h 110569"/>
                <a:gd name="connsiteX25" fmla="*/ 38985 w 109614"/>
                <a:gd name="connsiteY25" fmla="*/ 23353 h 1105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09614" h="110569">
                  <a:moveTo>
                    <a:pt x="83021" y="6672"/>
                  </a:moveTo>
                  <a:cubicBezTo>
                    <a:pt x="91409" y="11057"/>
                    <a:pt x="97890" y="17539"/>
                    <a:pt x="102561" y="25831"/>
                  </a:cubicBezTo>
                  <a:cubicBezTo>
                    <a:pt x="107231" y="34219"/>
                    <a:pt x="109614" y="43942"/>
                    <a:pt x="109614" y="55189"/>
                  </a:cubicBezTo>
                  <a:cubicBezTo>
                    <a:pt x="109614" y="66437"/>
                    <a:pt x="107231" y="76350"/>
                    <a:pt x="102561" y="84738"/>
                  </a:cubicBezTo>
                  <a:cubicBezTo>
                    <a:pt x="97890" y="93126"/>
                    <a:pt x="91314" y="99512"/>
                    <a:pt x="83021" y="103897"/>
                  </a:cubicBezTo>
                  <a:cubicBezTo>
                    <a:pt x="74633" y="108377"/>
                    <a:pt x="65292" y="110569"/>
                    <a:pt x="54807" y="110569"/>
                  </a:cubicBezTo>
                  <a:cubicBezTo>
                    <a:pt x="44322" y="110569"/>
                    <a:pt x="34981" y="108377"/>
                    <a:pt x="26689" y="103897"/>
                  </a:cubicBezTo>
                  <a:cubicBezTo>
                    <a:pt x="18396" y="99512"/>
                    <a:pt x="11915" y="93031"/>
                    <a:pt x="7149" y="84643"/>
                  </a:cubicBezTo>
                  <a:cubicBezTo>
                    <a:pt x="2383" y="76255"/>
                    <a:pt x="0" y="66437"/>
                    <a:pt x="0" y="55189"/>
                  </a:cubicBezTo>
                  <a:cubicBezTo>
                    <a:pt x="0" y="43942"/>
                    <a:pt x="2383" y="34219"/>
                    <a:pt x="7149" y="25831"/>
                  </a:cubicBezTo>
                  <a:cubicBezTo>
                    <a:pt x="11915" y="17443"/>
                    <a:pt x="18396" y="11057"/>
                    <a:pt x="26689" y="6672"/>
                  </a:cubicBezTo>
                  <a:cubicBezTo>
                    <a:pt x="34981" y="2192"/>
                    <a:pt x="44322" y="0"/>
                    <a:pt x="54807" y="0"/>
                  </a:cubicBezTo>
                  <a:cubicBezTo>
                    <a:pt x="65292" y="0"/>
                    <a:pt x="74633" y="2192"/>
                    <a:pt x="83021" y="6672"/>
                  </a:cubicBezTo>
                  <a:close/>
                  <a:moveTo>
                    <a:pt x="38985" y="23353"/>
                  </a:moveTo>
                  <a:cubicBezTo>
                    <a:pt x="34123" y="25927"/>
                    <a:pt x="30311" y="29930"/>
                    <a:pt x="27356" y="35363"/>
                  </a:cubicBezTo>
                  <a:cubicBezTo>
                    <a:pt x="24401" y="40796"/>
                    <a:pt x="22971" y="47373"/>
                    <a:pt x="22971" y="55189"/>
                  </a:cubicBezTo>
                  <a:cubicBezTo>
                    <a:pt x="22971" y="63005"/>
                    <a:pt x="24401" y="69773"/>
                    <a:pt x="27356" y="75111"/>
                  </a:cubicBezTo>
                  <a:cubicBezTo>
                    <a:pt x="30311" y="80449"/>
                    <a:pt x="34123" y="84452"/>
                    <a:pt x="38985" y="87026"/>
                  </a:cubicBezTo>
                  <a:cubicBezTo>
                    <a:pt x="43846" y="89599"/>
                    <a:pt x="49088" y="90934"/>
                    <a:pt x="54807" y="90934"/>
                  </a:cubicBezTo>
                  <a:cubicBezTo>
                    <a:pt x="60526" y="90934"/>
                    <a:pt x="65864" y="89599"/>
                    <a:pt x="70630" y="87026"/>
                  </a:cubicBezTo>
                  <a:cubicBezTo>
                    <a:pt x="75491" y="84452"/>
                    <a:pt x="79304" y="80449"/>
                    <a:pt x="82258" y="75111"/>
                  </a:cubicBezTo>
                  <a:cubicBezTo>
                    <a:pt x="85213" y="69773"/>
                    <a:pt x="86643" y="63101"/>
                    <a:pt x="86643" y="55189"/>
                  </a:cubicBezTo>
                  <a:cubicBezTo>
                    <a:pt x="86643" y="47278"/>
                    <a:pt x="85213" y="40701"/>
                    <a:pt x="82258" y="35363"/>
                  </a:cubicBezTo>
                  <a:cubicBezTo>
                    <a:pt x="79304" y="29930"/>
                    <a:pt x="75491" y="25927"/>
                    <a:pt x="70630" y="23353"/>
                  </a:cubicBezTo>
                  <a:cubicBezTo>
                    <a:pt x="65769" y="20780"/>
                    <a:pt x="60526" y="19445"/>
                    <a:pt x="54807" y="19445"/>
                  </a:cubicBezTo>
                  <a:cubicBezTo>
                    <a:pt x="49088" y="19445"/>
                    <a:pt x="43750" y="20780"/>
                    <a:pt x="38985" y="23353"/>
                  </a:cubicBezTo>
                  <a:close/>
                </a:path>
              </a:pathLst>
            </a:custGeom>
            <a:solidFill>
              <a:schemeClr val="bg1"/>
            </a:solidFill>
            <a:ln w="9525" cap="flat">
              <a:noFill/>
              <a:prstDash val="solid"/>
              <a:miter/>
            </a:ln>
          </p:spPr>
          <p:txBody>
            <a:bodyPr rtlCol="0" anchor="ctr"/>
            <a:lstStyle/>
            <a:p>
              <a:endParaRPr lang="fr-FR" sz="1092"/>
            </a:p>
          </p:txBody>
        </p:sp>
        <p:sp>
          <p:nvSpPr>
            <p:cNvPr id="38" name="Forme libre : forme 37">
              <a:extLst>
                <a:ext uri="{FF2B5EF4-FFF2-40B4-BE49-F238E27FC236}">
                  <a16:creationId xmlns:a16="http://schemas.microsoft.com/office/drawing/2014/main" id="{C6EBB20C-7AA9-4B02-C6B6-CBD97B6923F3}"/>
                </a:ext>
              </a:extLst>
            </p:cNvPr>
            <p:cNvSpPr/>
            <p:nvPr/>
          </p:nvSpPr>
          <p:spPr>
            <a:xfrm>
              <a:off x="18889162" y="12603990"/>
              <a:ext cx="110662" cy="146122"/>
            </a:xfrm>
            <a:custGeom>
              <a:avLst/>
              <a:gdLst>
                <a:gd name="connsiteX0" fmla="*/ 87024 w 110662"/>
                <a:gd name="connsiteY0" fmla="*/ 42226 h 146122"/>
                <a:gd name="connsiteX1" fmla="*/ 104372 w 110662"/>
                <a:gd name="connsiteY1" fmla="*/ 61385 h 146122"/>
                <a:gd name="connsiteX2" fmla="*/ 110663 w 110662"/>
                <a:gd name="connsiteY2" fmla="*/ 90743 h 146122"/>
                <a:gd name="connsiteX3" fmla="*/ 104372 w 110662"/>
                <a:gd name="connsiteY3" fmla="*/ 120291 h 146122"/>
                <a:gd name="connsiteX4" fmla="*/ 87024 w 110662"/>
                <a:gd name="connsiteY4" fmla="*/ 139451 h 146122"/>
                <a:gd name="connsiteX5" fmla="*/ 61861 w 110662"/>
                <a:gd name="connsiteY5" fmla="*/ 146123 h 146122"/>
                <a:gd name="connsiteX6" fmla="*/ 36792 w 110662"/>
                <a:gd name="connsiteY6" fmla="*/ 138879 h 146122"/>
                <a:gd name="connsiteX7" fmla="*/ 22304 w 110662"/>
                <a:gd name="connsiteY7" fmla="*/ 119720 h 146122"/>
                <a:gd name="connsiteX8" fmla="*/ 22304 w 110662"/>
                <a:gd name="connsiteY8" fmla="*/ 144788 h 146122"/>
                <a:gd name="connsiteX9" fmla="*/ 0 w 110662"/>
                <a:gd name="connsiteY9" fmla="*/ 144788 h 146122"/>
                <a:gd name="connsiteX10" fmla="*/ 0 w 110662"/>
                <a:gd name="connsiteY10" fmla="*/ 0 h 146122"/>
                <a:gd name="connsiteX11" fmla="*/ 22304 w 110662"/>
                <a:gd name="connsiteY11" fmla="*/ 0 h 146122"/>
                <a:gd name="connsiteX12" fmla="*/ 22304 w 110662"/>
                <a:gd name="connsiteY12" fmla="*/ 62052 h 146122"/>
                <a:gd name="connsiteX13" fmla="*/ 36792 w 110662"/>
                <a:gd name="connsiteY13" fmla="*/ 42893 h 146122"/>
                <a:gd name="connsiteX14" fmla="*/ 61861 w 110662"/>
                <a:gd name="connsiteY14" fmla="*/ 35649 h 146122"/>
                <a:gd name="connsiteX15" fmla="*/ 87024 w 110662"/>
                <a:gd name="connsiteY15" fmla="*/ 42321 h 146122"/>
                <a:gd name="connsiteX16" fmla="*/ 38222 w 110662"/>
                <a:gd name="connsiteY16" fmla="*/ 59574 h 146122"/>
                <a:gd name="connsiteX17" fmla="*/ 26498 w 110662"/>
                <a:gd name="connsiteY17" fmla="*/ 72061 h 146122"/>
                <a:gd name="connsiteX18" fmla="*/ 22209 w 110662"/>
                <a:gd name="connsiteY18" fmla="*/ 90743 h 146122"/>
                <a:gd name="connsiteX19" fmla="*/ 26498 w 110662"/>
                <a:gd name="connsiteY19" fmla="*/ 109520 h 146122"/>
                <a:gd name="connsiteX20" fmla="*/ 38222 w 110662"/>
                <a:gd name="connsiteY20" fmla="*/ 121912 h 146122"/>
                <a:gd name="connsiteX21" fmla="*/ 55093 w 110662"/>
                <a:gd name="connsiteY21" fmla="*/ 126297 h 146122"/>
                <a:gd name="connsiteX22" fmla="*/ 78922 w 110662"/>
                <a:gd name="connsiteY22" fmla="*/ 116765 h 146122"/>
                <a:gd name="connsiteX23" fmla="*/ 87882 w 110662"/>
                <a:gd name="connsiteY23" fmla="*/ 90648 h 146122"/>
                <a:gd name="connsiteX24" fmla="*/ 78922 w 110662"/>
                <a:gd name="connsiteY24" fmla="*/ 64626 h 146122"/>
                <a:gd name="connsiteX25" fmla="*/ 55093 w 110662"/>
                <a:gd name="connsiteY25" fmla="*/ 54998 h 146122"/>
                <a:gd name="connsiteX26" fmla="*/ 38222 w 110662"/>
                <a:gd name="connsiteY26" fmla="*/ 59383 h 1461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10662" h="146122">
                  <a:moveTo>
                    <a:pt x="87024" y="42226"/>
                  </a:moveTo>
                  <a:cubicBezTo>
                    <a:pt x="94364" y="46610"/>
                    <a:pt x="100178" y="53092"/>
                    <a:pt x="104372" y="61385"/>
                  </a:cubicBezTo>
                  <a:cubicBezTo>
                    <a:pt x="108566" y="69678"/>
                    <a:pt x="110663" y="79495"/>
                    <a:pt x="110663" y="90743"/>
                  </a:cubicBezTo>
                  <a:cubicBezTo>
                    <a:pt x="110663" y="101990"/>
                    <a:pt x="108566" y="111903"/>
                    <a:pt x="104372" y="120291"/>
                  </a:cubicBezTo>
                  <a:cubicBezTo>
                    <a:pt x="100178" y="128680"/>
                    <a:pt x="94459" y="135066"/>
                    <a:pt x="87024" y="139451"/>
                  </a:cubicBezTo>
                  <a:cubicBezTo>
                    <a:pt x="79685" y="143930"/>
                    <a:pt x="71297" y="146123"/>
                    <a:pt x="61861" y="146123"/>
                  </a:cubicBezTo>
                  <a:cubicBezTo>
                    <a:pt x="52424" y="146123"/>
                    <a:pt x="43750" y="143740"/>
                    <a:pt x="36792" y="138879"/>
                  </a:cubicBezTo>
                  <a:cubicBezTo>
                    <a:pt x="29834" y="134017"/>
                    <a:pt x="25068" y="127631"/>
                    <a:pt x="22304" y="119720"/>
                  </a:cubicBezTo>
                  <a:lnTo>
                    <a:pt x="22304" y="144788"/>
                  </a:lnTo>
                  <a:lnTo>
                    <a:pt x="0" y="144788"/>
                  </a:lnTo>
                  <a:lnTo>
                    <a:pt x="0" y="0"/>
                  </a:lnTo>
                  <a:lnTo>
                    <a:pt x="22304" y="0"/>
                  </a:lnTo>
                  <a:lnTo>
                    <a:pt x="22304" y="62052"/>
                  </a:lnTo>
                  <a:cubicBezTo>
                    <a:pt x="25068" y="54141"/>
                    <a:pt x="29834" y="47659"/>
                    <a:pt x="36792" y="42893"/>
                  </a:cubicBezTo>
                  <a:cubicBezTo>
                    <a:pt x="43750" y="38032"/>
                    <a:pt x="52043" y="35649"/>
                    <a:pt x="61861" y="35649"/>
                  </a:cubicBezTo>
                  <a:cubicBezTo>
                    <a:pt x="71678" y="35649"/>
                    <a:pt x="79685" y="37841"/>
                    <a:pt x="87024" y="42321"/>
                  </a:cubicBezTo>
                  <a:close/>
                  <a:moveTo>
                    <a:pt x="38222" y="59574"/>
                  </a:moveTo>
                  <a:cubicBezTo>
                    <a:pt x="33265" y="62529"/>
                    <a:pt x="29357" y="66723"/>
                    <a:pt x="26498" y="72061"/>
                  </a:cubicBezTo>
                  <a:cubicBezTo>
                    <a:pt x="23639" y="77494"/>
                    <a:pt x="22209" y="83689"/>
                    <a:pt x="22209" y="90743"/>
                  </a:cubicBezTo>
                  <a:cubicBezTo>
                    <a:pt x="22209" y="97797"/>
                    <a:pt x="23639" y="104183"/>
                    <a:pt x="26498" y="109520"/>
                  </a:cubicBezTo>
                  <a:cubicBezTo>
                    <a:pt x="29357" y="114858"/>
                    <a:pt x="33265" y="119052"/>
                    <a:pt x="38222" y="121912"/>
                  </a:cubicBezTo>
                  <a:cubicBezTo>
                    <a:pt x="43179" y="124867"/>
                    <a:pt x="48802" y="126297"/>
                    <a:pt x="55093" y="126297"/>
                  </a:cubicBezTo>
                  <a:cubicBezTo>
                    <a:pt x="65006" y="126297"/>
                    <a:pt x="73013" y="123151"/>
                    <a:pt x="78922" y="116765"/>
                  </a:cubicBezTo>
                  <a:cubicBezTo>
                    <a:pt x="84832" y="110378"/>
                    <a:pt x="87882" y="101704"/>
                    <a:pt x="87882" y="90648"/>
                  </a:cubicBezTo>
                  <a:cubicBezTo>
                    <a:pt x="87882" y="79591"/>
                    <a:pt x="84927" y="71012"/>
                    <a:pt x="78922" y="64626"/>
                  </a:cubicBezTo>
                  <a:cubicBezTo>
                    <a:pt x="72917" y="58239"/>
                    <a:pt x="65006" y="54998"/>
                    <a:pt x="55093" y="54998"/>
                  </a:cubicBezTo>
                  <a:cubicBezTo>
                    <a:pt x="48802" y="54998"/>
                    <a:pt x="43179" y="56428"/>
                    <a:pt x="38222" y="59383"/>
                  </a:cubicBezTo>
                  <a:close/>
                </a:path>
              </a:pathLst>
            </a:custGeom>
            <a:solidFill>
              <a:schemeClr val="bg1"/>
            </a:solidFill>
            <a:ln w="9525" cap="flat">
              <a:noFill/>
              <a:prstDash val="solid"/>
              <a:miter/>
            </a:ln>
          </p:spPr>
          <p:txBody>
            <a:bodyPr rtlCol="0" anchor="ctr"/>
            <a:lstStyle/>
            <a:p>
              <a:endParaRPr lang="fr-FR" sz="1092"/>
            </a:p>
          </p:txBody>
        </p:sp>
        <p:sp>
          <p:nvSpPr>
            <p:cNvPr id="39" name="Forme libre : forme 38">
              <a:extLst>
                <a:ext uri="{FF2B5EF4-FFF2-40B4-BE49-F238E27FC236}">
                  <a16:creationId xmlns:a16="http://schemas.microsoft.com/office/drawing/2014/main" id="{BF384D87-BE70-5CFA-29D9-20E75E86CA4E}"/>
                </a:ext>
              </a:extLst>
            </p:cNvPr>
            <p:cNvSpPr/>
            <p:nvPr/>
          </p:nvSpPr>
          <p:spPr>
            <a:xfrm>
              <a:off x="19001159" y="12640974"/>
              <a:ext cx="109137" cy="107804"/>
            </a:xfrm>
            <a:custGeom>
              <a:avLst/>
              <a:gdLst>
                <a:gd name="connsiteX0" fmla="*/ 54807 w 109137"/>
                <a:gd name="connsiteY0" fmla="*/ 84738 h 107804"/>
                <a:gd name="connsiteX1" fmla="*/ 85308 w 109137"/>
                <a:gd name="connsiteY1" fmla="*/ 0 h 107804"/>
                <a:gd name="connsiteX2" fmla="*/ 109138 w 109137"/>
                <a:gd name="connsiteY2" fmla="*/ 0 h 107804"/>
                <a:gd name="connsiteX3" fmla="*/ 68056 w 109137"/>
                <a:gd name="connsiteY3" fmla="*/ 107805 h 107804"/>
                <a:gd name="connsiteX4" fmla="*/ 41082 w 109137"/>
                <a:gd name="connsiteY4" fmla="*/ 107805 h 107804"/>
                <a:gd name="connsiteX5" fmla="*/ 0 w 109137"/>
                <a:gd name="connsiteY5" fmla="*/ 0 h 107804"/>
                <a:gd name="connsiteX6" fmla="*/ 23829 w 109137"/>
                <a:gd name="connsiteY6" fmla="*/ 0 h 107804"/>
                <a:gd name="connsiteX7" fmla="*/ 54712 w 109137"/>
                <a:gd name="connsiteY7" fmla="*/ 84738 h 1078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9137" h="107804">
                  <a:moveTo>
                    <a:pt x="54807" y="84738"/>
                  </a:moveTo>
                  <a:lnTo>
                    <a:pt x="85308" y="0"/>
                  </a:lnTo>
                  <a:lnTo>
                    <a:pt x="109138" y="0"/>
                  </a:lnTo>
                  <a:lnTo>
                    <a:pt x="68056" y="107805"/>
                  </a:lnTo>
                  <a:lnTo>
                    <a:pt x="41082" y="107805"/>
                  </a:lnTo>
                  <a:lnTo>
                    <a:pt x="0" y="0"/>
                  </a:lnTo>
                  <a:lnTo>
                    <a:pt x="23829" y="0"/>
                  </a:lnTo>
                  <a:lnTo>
                    <a:pt x="54712" y="84738"/>
                  </a:lnTo>
                  <a:close/>
                </a:path>
              </a:pathLst>
            </a:custGeom>
            <a:solidFill>
              <a:schemeClr val="bg1"/>
            </a:solidFill>
            <a:ln w="9525" cap="flat">
              <a:noFill/>
              <a:prstDash val="solid"/>
              <a:miter/>
            </a:ln>
          </p:spPr>
          <p:txBody>
            <a:bodyPr rtlCol="0" anchor="ctr"/>
            <a:lstStyle/>
            <a:p>
              <a:endParaRPr lang="fr-FR" sz="1092"/>
            </a:p>
          </p:txBody>
        </p:sp>
        <p:sp>
          <p:nvSpPr>
            <p:cNvPr id="40" name="Forme libre : forme 39">
              <a:extLst>
                <a:ext uri="{FF2B5EF4-FFF2-40B4-BE49-F238E27FC236}">
                  <a16:creationId xmlns:a16="http://schemas.microsoft.com/office/drawing/2014/main" id="{766C3AF0-2EEC-945D-4256-4A7BB542F8F3}"/>
                </a:ext>
              </a:extLst>
            </p:cNvPr>
            <p:cNvSpPr/>
            <p:nvPr/>
          </p:nvSpPr>
          <p:spPr>
            <a:xfrm>
              <a:off x="19118970" y="12596555"/>
              <a:ext cx="28785" cy="152223"/>
            </a:xfrm>
            <a:custGeom>
              <a:avLst/>
              <a:gdLst>
                <a:gd name="connsiteX0" fmla="*/ 3908 w 28785"/>
                <a:gd name="connsiteY0" fmla="*/ 3717 h 152223"/>
                <a:gd name="connsiteX1" fmla="*/ 14298 w 28785"/>
                <a:gd name="connsiteY1" fmla="*/ 0 h 152223"/>
                <a:gd name="connsiteX2" fmla="*/ 24782 w 28785"/>
                <a:gd name="connsiteY2" fmla="*/ 3717 h 152223"/>
                <a:gd name="connsiteX3" fmla="*/ 28786 w 28785"/>
                <a:gd name="connsiteY3" fmla="*/ 13154 h 152223"/>
                <a:gd name="connsiteX4" fmla="*/ 24782 w 28785"/>
                <a:gd name="connsiteY4" fmla="*/ 22304 h 152223"/>
                <a:gd name="connsiteX5" fmla="*/ 14298 w 28785"/>
                <a:gd name="connsiteY5" fmla="*/ 25831 h 152223"/>
                <a:gd name="connsiteX6" fmla="*/ 3908 w 28785"/>
                <a:gd name="connsiteY6" fmla="*/ 22304 h 152223"/>
                <a:gd name="connsiteX7" fmla="*/ 0 w 28785"/>
                <a:gd name="connsiteY7" fmla="*/ 13154 h 152223"/>
                <a:gd name="connsiteX8" fmla="*/ 3908 w 28785"/>
                <a:gd name="connsiteY8" fmla="*/ 3717 h 152223"/>
                <a:gd name="connsiteX9" fmla="*/ 25450 w 28785"/>
                <a:gd name="connsiteY9" fmla="*/ 44418 h 152223"/>
                <a:gd name="connsiteX10" fmla="*/ 25450 w 28785"/>
                <a:gd name="connsiteY10" fmla="*/ 152223 h 152223"/>
                <a:gd name="connsiteX11" fmla="*/ 3146 w 28785"/>
                <a:gd name="connsiteY11" fmla="*/ 152223 h 152223"/>
                <a:gd name="connsiteX12" fmla="*/ 3146 w 28785"/>
                <a:gd name="connsiteY12" fmla="*/ 44418 h 152223"/>
                <a:gd name="connsiteX13" fmla="*/ 25450 w 28785"/>
                <a:gd name="connsiteY13" fmla="*/ 44418 h 1522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8785" h="152223">
                  <a:moveTo>
                    <a:pt x="3908" y="3717"/>
                  </a:moveTo>
                  <a:cubicBezTo>
                    <a:pt x="6481" y="1239"/>
                    <a:pt x="10008" y="0"/>
                    <a:pt x="14298" y="0"/>
                  </a:cubicBezTo>
                  <a:cubicBezTo>
                    <a:pt x="18587" y="0"/>
                    <a:pt x="22114" y="1239"/>
                    <a:pt x="24782" y="3717"/>
                  </a:cubicBezTo>
                  <a:cubicBezTo>
                    <a:pt x="27451" y="6196"/>
                    <a:pt x="28786" y="9341"/>
                    <a:pt x="28786" y="13154"/>
                  </a:cubicBezTo>
                  <a:cubicBezTo>
                    <a:pt x="28786" y="16967"/>
                    <a:pt x="27451" y="20017"/>
                    <a:pt x="24782" y="22304"/>
                  </a:cubicBezTo>
                  <a:cubicBezTo>
                    <a:pt x="22114" y="24687"/>
                    <a:pt x="18587" y="25831"/>
                    <a:pt x="14298" y="25831"/>
                  </a:cubicBezTo>
                  <a:cubicBezTo>
                    <a:pt x="10008" y="25831"/>
                    <a:pt x="6577" y="24687"/>
                    <a:pt x="3908" y="22304"/>
                  </a:cubicBezTo>
                  <a:cubicBezTo>
                    <a:pt x="1335" y="19921"/>
                    <a:pt x="0" y="16871"/>
                    <a:pt x="0" y="13154"/>
                  </a:cubicBezTo>
                  <a:cubicBezTo>
                    <a:pt x="0" y="9436"/>
                    <a:pt x="1335" y="6291"/>
                    <a:pt x="3908" y="3717"/>
                  </a:cubicBezTo>
                  <a:close/>
                  <a:moveTo>
                    <a:pt x="25450" y="44418"/>
                  </a:moveTo>
                  <a:lnTo>
                    <a:pt x="25450" y="152223"/>
                  </a:lnTo>
                  <a:lnTo>
                    <a:pt x="3146" y="152223"/>
                  </a:lnTo>
                  <a:lnTo>
                    <a:pt x="3146" y="44418"/>
                  </a:lnTo>
                  <a:lnTo>
                    <a:pt x="25450" y="44418"/>
                  </a:lnTo>
                  <a:close/>
                </a:path>
              </a:pathLst>
            </a:custGeom>
            <a:solidFill>
              <a:schemeClr val="bg1"/>
            </a:solidFill>
            <a:ln w="9525" cap="flat">
              <a:noFill/>
              <a:prstDash val="solid"/>
              <a:miter/>
            </a:ln>
          </p:spPr>
          <p:txBody>
            <a:bodyPr rtlCol="0" anchor="ctr"/>
            <a:lstStyle/>
            <a:p>
              <a:endParaRPr lang="fr-FR" sz="1092"/>
            </a:p>
          </p:txBody>
        </p:sp>
        <p:sp>
          <p:nvSpPr>
            <p:cNvPr id="41" name="Forme libre : forme 40">
              <a:extLst>
                <a:ext uri="{FF2B5EF4-FFF2-40B4-BE49-F238E27FC236}">
                  <a16:creationId xmlns:a16="http://schemas.microsoft.com/office/drawing/2014/main" id="{A2BAA0F3-AD1C-C97C-44B0-489C5E572905}"/>
                </a:ext>
              </a:extLst>
            </p:cNvPr>
            <p:cNvSpPr/>
            <p:nvPr/>
          </p:nvSpPr>
          <p:spPr>
            <a:xfrm>
              <a:off x="19161005" y="12639544"/>
              <a:ext cx="109614" cy="110569"/>
            </a:xfrm>
            <a:custGeom>
              <a:avLst/>
              <a:gdLst>
                <a:gd name="connsiteX0" fmla="*/ 83021 w 109614"/>
                <a:gd name="connsiteY0" fmla="*/ 6672 h 110569"/>
                <a:gd name="connsiteX1" fmla="*/ 102561 w 109614"/>
                <a:gd name="connsiteY1" fmla="*/ 25831 h 110569"/>
                <a:gd name="connsiteX2" fmla="*/ 109614 w 109614"/>
                <a:gd name="connsiteY2" fmla="*/ 55189 h 110569"/>
                <a:gd name="connsiteX3" fmla="*/ 102561 w 109614"/>
                <a:gd name="connsiteY3" fmla="*/ 84738 h 110569"/>
                <a:gd name="connsiteX4" fmla="*/ 83021 w 109614"/>
                <a:gd name="connsiteY4" fmla="*/ 103897 h 110569"/>
                <a:gd name="connsiteX5" fmla="*/ 54807 w 109614"/>
                <a:gd name="connsiteY5" fmla="*/ 110569 h 110569"/>
                <a:gd name="connsiteX6" fmla="*/ 26689 w 109614"/>
                <a:gd name="connsiteY6" fmla="*/ 103897 h 110569"/>
                <a:gd name="connsiteX7" fmla="*/ 7149 w 109614"/>
                <a:gd name="connsiteY7" fmla="*/ 84643 h 110569"/>
                <a:gd name="connsiteX8" fmla="*/ 0 w 109614"/>
                <a:gd name="connsiteY8" fmla="*/ 55189 h 110569"/>
                <a:gd name="connsiteX9" fmla="*/ 7149 w 109614"/>
                <a:gd name="connsiteY9" fmla="*/ 25831 h 110569"/>
                <a:gd name="connsiteX10" fmla="*/ 26689 w 109614"/>
                <a:gd name="connsiteY10" fmla="*/ 6672 h 110569"/>
                <a:gd name="connsiteX11" fmla="*/ 54807 w 109614"/>
                <a:gd name="connsiteY11" fmla="*/ 0 h 110569"/>
                <a:gd name="connsiteX12" fmla="*/ 83021 w 109614"/>
                <a:gd name="connsiteY12" fmla="*/ 6672 h 110569"/>
                <a:gd name="connsiteX13" fmla="*/ 38985 w 109614"/>
                <a:gd name="connsiteY13" fmla="*/ 23353 h 110569"/>
                <a:gd name="connsiteX14" fmla="*/ 27356 w 109614"/>
                <a:gd name="connsiteY14" fmla="*/ 35363 h 110569"/>
                <a:gd name="connsiteX15" fmla="*/ 22971 w 109614"/>
                <a:gd name="connsiteY15" fmla="*/ 55189 h 110569"/>
                <a:gd name="connsiteX16" fmla="*/ 27356 w 109614"/>
                <a:gd name="connsiteY16" fmla="*/ 75111 h 110569"/>
                <a:gd name="connsiteX17" fmla="*/ 38985 w 109614"/>
                <a:gd name="connsiteY17" fmla="*/ 87026 h 110569"/>
                <a:gd name="connsiteX18" fmla="*/ 54807 w 109614"/>
                <a:gd name="connsiteY18" fmla="*/ 90934 h 110569"/>
                <a:gd name="connsiteX19" fmla="*/ 70630 w 109614"/>
                <a:gd name="connsiteY19" fmla="*/ 87026 h 110569"/>
                <a:gd name="connsiteX20" fmla="*/ 82258 w 109614"/>
                <a:gd name="connsiteY20" fmla="*/ 75111 h 110569"/>
                <a:gd name="connsiteX21" fmla="*/ 86643 w 109614"/>
                <a:gd name="connsiteY21" fmla="*/ 55189 h 110569"/>
                <a:gd name="connsiteX22" fmla="*/ 82258 w 109614"/>
                <a:gd name="connsiteY22" fmla="*/ 35363 h 110569"/>
                <a:gd name="connsiteX23" fmla="*/ 70630 w 109614"/>
                <a:gd name="connsiteY23" fmla="*/ 23353 h 110569"/>
                <a:gd name="connsiteX24" fmla="*/ 54807 w 109614"/>
                <a:gd name="connsiteY24" fmla="*/ 19445 h 110569"/>
                <a:gd name="connsiteX25" fmla="*/ 38985 w 109614"/>
                <a:gd name="connsiteY25" fmla="*/ 23353 h 1105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09614" h="110569">
                  <a:moveTo>
                    <a:pt x="83021" y="6672"/>
                  </a:moveTo>
                  <a:cubicBezTo>
                    <a:pt x="91409" y="11057"/>
                    <a:pt x="97890" y="17539"/>
                    <a:pt x="102561" y="25831"/>
                  </a:cubicBezTo>
                  <a:cubicBezTo>
                    <a:pt x="107231" y="34219"/>
                    <a:pt x="109614" y="43942"/>
                    <a:pt x="109614" y="55189"/>
                  </a:cubicBezTo>
                  <a:cubicBezTo>
                    <a:pt x="109614" y="66437"/>
                    <a:pt x="107231" y="76350"/>
                    <a:pt x="102561" y="84738"/>
                  </a:cubicBezTo>
                  <a:cubicBezTo>
                    <a:pt x="97890" y="93126"/>
                    <a:pt x="91314" y="99512"/>
                    <a:pt x="83021" y="103897"/>
                  </a:cubicBezTo>
                  <a:cubicBezTo>
                    <a:pt x="74633" y="108377"/>
                    <a:pt x="65292" y="110569"/>
                    <a:pt x="54807" y="110569"/>
                  </a:cubicBezTo>
                  <a:cubicBezTo>
                    <a:pt x="44322" y="110569"/>
                    <a:pt x="34981" y="108377"/>
                    <a:pt x="26689" y="103897"/>
                  </a:cubicBezTo>
                  <a:cubicBezTo>
                    <a:pt x="18396" y="99512"/>
                    <a:pt x="11915" y="93031"/>
                    <a:pt x="7149" y="84643"/>
                  </a:cubicBezTo>
                  <a:cubicBezTo>
                    <a:pt x="2383" y="76255"/>
                    <a:pt x="0" y="66437"/>
                    <a:pt x="0" y="55189"/>
                  </a:cubicBezTo>
                  <a:cubicBezTo>
                    <a:pt x="0" y="43942"/>
                    <a:pt x="2383" y="34219"/>
                    <a:pt x="7149" y="25831"/>
                  </a:cubicBezTo>
                  <a:cubicBezTo>
                    <a:pt x="11915" y="17443"/>
                    <a:pt x="18396" y="11057"/>
                    <a:pt x="26689" y="6672"/>
                  </a:cubicBezTo>
                  <a:cubicBezTo>
                    <a:pt x="34981" y="2192"/>
                    <a:pt x="44322" y="0"/>
                    <a:pt x="54807" y="0"/>
                  </a:cubicBezTo>
                  <a:cubicBezTo>
                    <a:pt x="65292" y="0"/>
                    <a:pt x="74633" y="2192"/>
                    <a:pt x="83021" y="6672"/>
                  </a:cubicBezTo>
                  <a:close/>
                  <a:moveTo>
                    <a:pt x="38985" y="23353"/>
                  </a:moveTo>
                  <a:cubicBezTo>
                    <a:pt x="34124" y="25927"/>
                    <a:pt x="30311" y="29930"/>
                    <a:pt x="27356" y="35363"/>
                  </a:cubicBezTo>
                  <a:cubicBezTo>
                    <a:pt x="24401" y="40796"/>
                    <a:pt x="22971" y="47373"/>
                    <a:pt x="22971" y="55189"/>
                  </a:cubicBezTo>
                  <a:cubicBezTo>
                    <a:pt x="22971" y="63005"/>
                    <a:pt x="24401" y="69773"/>
                    <a:pt x="27356" y="75111"/>
                  </a:cubicBezTo>
                  <a:cubicBezTo>
                    <a:pt x="30311" y="80449"/>
                    <a:pt x="34124" y="84452"/>
                    <a:pt x="38985" y="87026"/>
                  </a:cubicBezTo>
                  <a:cubicBezTo>
                    <a:pt x="43846" y="89599"/>
                    <a:pt x="49088" y="90934"/>
                    <a:pt x="54807" y="90934"/>
                  </a:cubicBezTo>
                  <a:cubicBezTo>
                    <a:pt x="60526" y="90934"/>
                    <a:pt x="65864" y="89599"/>
                    <a:pt x="70630" y="87026"/>
                  </a:cubicBezTo>
                  <a:cubicBezTo>
                    <a:pt x="75491" y="84452"/>
                    <a:pt x="79304" y="80449"/>
                    <a:pt x="82258" y="75111"/>
                  </a:cubicBezTo>
                  <a:cubicBezTo>
                    <a:pt x="85213" y="69773"/>
                    <a:pt x="86643" y="63101"/>
                    <a:pt x="86643" y="55189"/>
                  </a:cubicBezTo>
                  <a:cubicBezTo>
                    <a:pt x="86643" y="47278"/>
                    <a:pt x="85213" y="40701"/>
                    <a:pt x="82258" y="35363"/>
                  </a:cubicBezTo>
                  <a:cubicBezTo>
                    <a:pt x="79304" y="29930"/>
                    <a:pt x="75491" y="25927"/>
                    <a:pt x="70630" y="23353"/>
                  </a:cubicBezTo>
                  <a:cubicBezTo>
                    <a:pt x="65769" y="20780"/>
                    <a:pt x="60526" y="19445"/>
                    <a:pt x="54807" y="19445"/>
                  </a:cubicBezTo>
                  <a:cubicBezTo>
                    <a:pt x="49088" y="19445"/>
                    <a:pt x="43750" y="20780"/>
                    <a:pt x="38985" y="23353"/>
                  </a:cubicBezTo>
                  <a:close/>
                </a:path>
              </a:pathLst>
            </a:custGeom>
            <a:solidFill>
              <a:schemeClr val="bg1"/>
            </a:solidFill>
            <a:ln w="9525" cap="flat">
              <a:noFill/>
              <a:prstDash val="solid"/>
              <a:miter/>
            </a:ln>
          </p:spPr>
          <p:txBody>
            <a:bodyPr rtlCol="0" anchor="ctr"/>
            <a:lstStyle/>
            <a:p>
              <a:endParaRPr lang="fr-FR" sz="1092"/>
            </a:p>
          </p:txBody>
        </p:sp>
        <p:sp>
          <p:nvSpPr>
            <p:cNvPr id="42" name="Forme libre : forme 41">
              <a:extLst>
                <a:ext uri="{FF2B5EF4-FFF2-40B4-BE49-F238E27FC236}">
                  <a16:creationId xmlns:a16="http://schemas.microsoft.com/office/drawing/2014/main" id="{BC9F4CF5-2E61-62E7-70C9-367645C2AEE7}"/>
                </a:ext>
              </a:extLst>
            </p:cNvPr>
            <p:cNvSpPr/>
            <p:nvPr/>
          </p:nvSpPr>
          <p:spPr>
            <a:xfrm>
              <a:off x="19284727" y="12640974"/>
              <a:ext cx="101893" cy="109425"/>
            </a:xfrm>
            <a:custGeom>
              <a:avLst/>
              <a:gdLst>
                <a:gd name="connsiteX0" fmla="*/ 101894 w 101893"/>
                <a:gd name="connsiteY0" fmla="*/ 0 h 109425"/>
                <a:gd name="connsiteX1" fmla="*/ 101894 w 101893"/>
                <a:gd name="connsiteY1" fmla="*/ 107805 h 109425"/>
                <a:gd name="connsiteX2" fmla="*/ 79399 w 101893"/>
                <a:gd name="connsiteY2" fmla="*/ 107805 h 109425"/>
                <a:gd name="connsiteX3" fmla="*/ 79399 w 101893"/>
                <a:gd name="connsiteY3" fmla="*/ 84356 h 109425"/>
                <a:gd name="connsiteX4" fmla="*/ 65101 w 101893"/>
                <a:gd name="connsiteY4" fmla="*/ 102848 h 109425"/>
                <a:gd name="connsiteX5" fmla="*/ 41463 w 101893"/>
                <a:gd name="connsiteY5" fmla="*/ 109425 h 109425"/>
                <a:gd name="connsiteX6" fmla="*/ 11343 w 101893"/>
                <a:gd name="connsiteY6" fmla="*/ 97320 h 109425"/>
                <a:gd name="connsiteX7" fmla="*/ 0 w 101893"/>
                <a:gd name="connsiteY7" fmla="*/ 62719 h 109425"/>
                <a:gd name="connsiteX8" fmla="*/ 0 w 101893"/>
                <a:gd name="connsiteY8" fmla="*/ 95 h 109425"/>
                <a:gd name="connsiteX9" fmla="*/ 22304 w 101893"/>
                <a:gd name="connsiteY9" fmla="*/ 95 h 109425"/>
                <a:gd name="connsiteX10" fmla="*/ 22304 w 101893"/>
                <a:gd name="connsiteY10" fmla="*/ 60336 h 109425"/>
                <a:gd name="connsiteX11" fmla="*/ 29739 w 101893"/>
                <a:gd name="connsiteY11" fmla="*/ 82927 h 109425"/>
                <a:gd name="connsiteX12" fmla="*/ 50041 w 101893"/>
                <a:gd name="connsiteY12" fmla="*/ 90838 h 109425"/>
                <a:gd name="connsiteX13" fmla="*/ 71392 w 101893"/>
                <a:gd name="connsiteY13" fmla="*/ 82260 h 109425"/>
                <a:gd name="connsiteX14" fmla="*/ 79399 w 101893"/>
                <a:gd name="connsiteY14" fmla="*/ 57191 h 109425"/>
                <a:gd name="connsiteX15" fmla="*/ 79399 w 101893"/>
                <a:gd name="connsiteY15" fmla="*/ 0 h 109425"/>
                <a:gd name="connsiteX16" fmla="*/ 101894 w 101893"/>
                <a:gd name="connsiteY16" fmla="*/ 0 h 109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1893" h="109425">
                  <a:moveTo>
                    <a:pt x="101894" y="0"/>
                  </a:moveTo>
                  <a:lnTo>
                    <a:pt x="101894" y="107805"/>
                  </a:lnTo>
                  <a:lnTo>
                    <a:pt x="79399" y="107805"/>
                  </a:lnTo>
                  <a:lnTo>
                    <a:pt x="79399" y="84356"/>
                  </a:lnTo>
                  <a:cubicBezTo>
                    <a:pt x="76635" y="92268"/>
                    <a:pt x="71869" y="98464"/>
                    <a:pt x="65101" y="102848"/>
                  </a:cubicBezTo>
                  <a:cubicBezTo>
                    <a:pt x="58334" y="107233"/>
                    <a:pt x="50422" y="109425"/>
                    <a:pt x="41463" y="109425"/>
                  </a:cubicBezTo>
                  <a:cubicBezTo>
                    <a:pt x="28976" y="109425"/>
                    <a:pt x="18873" y="105422"/>
                    <a:pt x="11343" y="97320"/>
                  </a:cubicBezTo>
                  <a:cubicBezTo>
                    <a:pt x="3813" y="89218"/>
                    <a:pt x="0" y="77684"/>
                    <a:pt x="0" y="62719"/>
                  </a:cubicBezTo>
                  <a:lnTo>
                    <a:pt x="0" y="95"/>
                  </a:lnTo>
                  <a:lnTo>
                    <a:pt x="22304" y="95"/>
                  </a:lnTo>
                  <a:lnTo>
                    <a:pt x="22304" y="60336"/>
                  </a:lnTo>
                  <a:cubicBezTo>
                    <a:pt x="22304" y="70154"/>
                    <a:pt x="24782" y="77684"/>
                    <a:pt x="29739" y="82927"/>
                  </a:cubicBezTo>
                  <a:cubicBezTo>
                    <a:pt x="34695" y="88169"/>
                    <a:pt x="41463" y="90838"/>
                    <a:pt x="50041" y="90838"/>
                  </a:cubicBezTo>
                  <a:cubicBezTo>
                    <a:pt x="58620" y="90838"/>
                    <a:pt x="66055" y="87978"/>
                    <a:pt x="71392" y="82260"/>
                  </a:cubicBezTo>
                  <a:cubicBezTo>
                    <a:pt x="76730" y="76540"/>
                    <a:pt x="79399" y="68152"/>
                    <a:pt x="79399" y="57191"/>
                  </a:cubicBezTo>
                  <a:lnTo>
                    <a:pt x="79399" y="0"/>
                  </a:lnTo>
                  <a:lnTo>
                    <a:pt x="101894" y="0"/>
                  </a:lnTo>
                  <a:close/>
                </a:path>
              </a:pathLst>
            </a:custGeom>
            <a:solidFill>
              <a:schemeClr val="bg1"/>
            </a:solidFill>
            <a:ln w="9525" cap="flat">
              <a:noFill/>
              <a:prstDash val="solid"/>
              <a:miter/>
            </a:ln>
          </p:spPr>
          <p:txBody>
            <a:bodyPr rtlCol="0" anchor="ctr"/>
            <a:lstStyle/>
            <a:p>
              <a:endParaRPr lang="fr-FR" sz="1092"/>
            </a:p>
          </p:txBody>
        </p:sp>
        <p:sp>
          <p:nvSpPr>
            <p:cNvPr id="43" name="Forme libre : forme 42">
              <a:extLst>
                <a:ext uri="{FF2B5EF4-FFF2-40B4-BE49-F238E27FC236}">
                  <a16:creationId xmlns:a16="http://schemas.microsoft.com/office/drawing/2014/main" id="{29D70808-B9A9-8E7D-529F-77F489B72297}"/>
                </a:ext>
              </a:extLst>
            </p:cNvPr>
            <p:cNvSpPr/>
            <p:nvPr/>
          </p:nvSpPr>
          <p:spPr>
            <a:xfrm>
              <a:off x="19404063" y="12639735"/>
              <a:ext cx="85594" cy="110378"/>
            </a:xfrm>
            <a:custGeom>
              <a:avLst/>
              <a:gdLst>
                <a:gd name="connsiteX0" fmla="*/ 70534 w 85594"/>
                <a:gd name="connsiteY0" fmla="*/ 9532 h 110378"/>
                <a:gd name="connsiteX1" fmla="*/ 84546 w 85594"/>
                <a:gd name="connsiteY1" fmla="*/ 35458 h 110378"/>
                <a:gd name="connsiteX2" fmla="*/ 63386 w 85594"/>
                <a:gd name="connsiteY2" fmla="*/ 35458 h 110378"/>
                <a:gd name="connsiteX3" fmla="*/ 55856 w 85594"/>
                <a:gd name="connsiteY3" fmla="*/ 21256 h 110378"/>
                <a:gd name="connsiteX4" fmla="*/ 39556 w 85594"/>
                <a:gd name="connsiteY4" fmla="*/ 15918 h 110378"/>
                <a:gd name="connsiteX5" fmla="*/ 26498 w 85594"/>
                <a:gd name="connsiteY5" fmla="*/ 19921 h 110378"/>
                <a:gd name="connsiteX6" fmla="*/ 21923 w 85594"/>
                <a:gd name="connsiteY6" fmla="*/ 30788 h 110378"/>
                <a:gd name="connsiteX7" fmla="*/ 25259 w 85594"/>
                <a:gd name="connsiteY7" fmla="*/ 38985 h 110378"/>
                <a:gd name="connsiteX8" fmla="*/ 33551 w 85594"/>
                <a:gd name="connsiteY8" fmla="*/ 43846 h 110378"/>
                <a:gd name="connsiteX9" fmla="*/ 47754 w 85594"/>
                <a:gd name="connsiteY9" fmla="*/ 47754 h 110378"/>
                <a:gd name="connsiteX10" fmla="*/ 67389 w 85594"/>
                <a:gd name="connsiteY10" fmla="*/ 53378 h 110378"/>
                <a:gd name="connsiteX11" fmla="*/ 80257 w 85594"/>
                <a:gd name="connsiteY11" fmla="*/ 62719 h 110378"/>
                <a:gd name="connsiteX12" fmla="*/ 85595 w 85594"/>
                <a:gd name="connsiteY12" fmla="*/ 80067 h 110378"/>
                <a:gd name="connsiteX13" fmla="*/ 75300 w 85594"/>
                <a:gd name="connsiteY13" fmla="*/ 101990 h 110378"/>
                <a:gd name="connsiteX14" fmla="*/ 47563 w 85594"/>
                <a:gd name="connsiteY14" fmla="*/ 110378 h 110378"/>
                <a:gd name="connsiteX15" fmla="*/ 14965 w 85594"/>
                <a:gd name="connsiteY15" fmla="*/ 100942 h 110378"/>
                <a:gd name="connsiteX16" fmla="*/ 0 w 85594"/>
                <a:gd name="connsiteY16" fmla="*/ 74729 h 110378"/>
                <a:gd name="connsiteX17" fmla="*/ 21732 w 85594"/>
                <a:gd name="connsiteY17" fmla="*/ 74729 h 110378"/>
                <a:gd name="connsiteX18" fmla="*/ 29548 w 85594"/>
                <a:gd name="connsiteY18" fmla="*/ 89027 h 110378"/>
                <a:gd name="connsiteX19" fmla="*/ 47563 w 85594"/>
                <a:gd name="connsiteY19" fmla="*/ 94460 h 110378"/>
                <a:gd name="connsiteX20" fmla="*/ 60145 w 85594"/>
                <a:gd name="connsiteY20" fmla="*/ 90266 h 110378"/>
                <a:gd name="connsiteX21" fmla="*/ 64720 w 85594"/>
                <a:gd name="connsiteY21" fmla="*/ 79591 h 110378"/>
                <a:gd name="connsiteX22" fmla="*/ 61194 w 85594"/>
                <a:gd name="connsiteY22" fmla="*/ 70631 h 110378"/>
                <a:gd name="connsiteX23" fmla="*/ 52424 w 85594"/>
                <a:gd name="connsiteY23" fmla="*/ 65484 h 110378"/>
                <a:gd name="connsiteX24" fmla="*/ 37936 w 85594"/>
                <a:gd name="connsiteY24" fmla="*/ 61671 h 110378"/>
                <a:gd name="connsiteX25" fmla="*/ 18873 w 85594"/>
                <a:gd name="connsiteY25" fmla="*/ 56238 h 110378"/>
                <a:gd name="connsiteX26" fmla="*/ 6386 w 85594"/>
                <a:gd name="connsiteY26" fmla="*/ 47373 h 110378"/>
                <a:gd name="connsiteX27" fmla="*/ 1239 w 85594"/>
                <a:gd name="connsiteY27" fmla="*/ 30692 h 110378"/>
                <a:gd name="connsiteX28" fmla="*/ 11533 w 85594"/>
                <a:gd name="connsiteY28" fmla="*/ 8483 h 110378"/>
                <a:gd name="connsiteX29" fmla="*/ 40033 w 85594"/>
                <a:gd name="connsiteY29" fmla="*/ 0 h 110378"/>
                <a:gd name="connsiteX30" fmla="*/ 70439 w 85594"/>
                <a:gd name="connsiteY30" fmla="*/ 9722 h 1103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85594" h="110378">
                  <a:moveTo>
                    <a:pt x="70534" y="9532"/>
                  </a:moveTo>
                  <a:cubicBezTo>
                    <a:pt x="78160" y="16013"/>
                    <a:pt x="82830" y="24592"/>
                    <a:pt x="84546" y="35458"/>
                  </a:cubicBezTo>
                  <a:lnTo>
                    <a:pt x="63386" y="35458"/>
                  </a:lnTo>
                  <a:cubicBezTo>
                    <a:pt x="62433" y="29549"/>
                    <a:pt x="59954" y="24878"/>
                    <a:pt x="55856" y="21256"/>
                  </a:cubicBezTo>
                  <a:cubicBezTo>
                    <a:pt x="51757" y="17634"/>
                    <a:pt x="46324" y="15918"/>
                    <a:pt x="39556" y="15918"/>
                  </a:cubicBezTo>
                  <a:cubicBezTo>
                    <a:pt x="33933" y="15918"/>
                    <a:pt x="29644" y="17253"/>
                    <a:pt x="26498" y="19921"/>
                  </a:cubicBezTo>
                  <a:cubicBezTo>
                    <a:pt x="23448" y="22590"/>
                    <a:pt x="21923" y="26212"/>
                    <a:pt x="21923" y="30788"/>
                  </a:cubicBezTo>
                  <a:cubicBezTo>
                    <a:pt x="21923" y="34219"/>
                    <a:pt x="23067" y="36888"/>
                    <a:pt x="25259" y="38985"/>
                  </a:cubicBezTo>
                  <a:cubicBezTo>
                    <a:pt x="27451" y="41082"/>
                    <a:pt x="30216" y="42702"/>
                    <a:pt x="33551" y="43846"/>
                  </a:cubicBezTo>
                  <a:cubicBezTo>
                    <a:pt x="36888" y="44990"/>
                    <a:pt x="41558" y="46324"/>
                    <a:pt x="47754" y="47754"/>
                  </a:cubicBezTo>
                  <a:cubicBezTo>
                    <a:pt x="55856" y="49565"/>
                    <a:pt x="62433" y="51472"/>
                    <a:pt x="67389" y="53378"/>
                  </a:cubicBezTo>
                  <a:cubicBezTo>
                    <a:pt x="72441" y="55380"/>
                    <a:pt x="76730" y="58430"/>
                    <a:pt x="80257" y="62719"/>
                  </a:cubicBezTo>
                  <a:cubicBezTo>
                    <a:pt x="83879" y="67009"/>
                    <a:pt x="85595" y="72728"/>
                    <a:pt x="85595" y="80067"/>
                  </a:cubicBezTo>
                  <a:cubicBezTo>
                    <a:pt x="85595" y="89027"/>
                    <a:pt x="82163" y="96367"/>
                    <a:pt x="75300" y="101990"/>
                  </a:cubicBezTo>
                  <a:cubicBezTo>
                    <a:pt x="68437" y="107614"/>
                    <a:pt x="59192" y="110378"/>
                    <a:pt x="47563" y="110378"/>
                  </a:cubicBezTo>
                  <a:cubicBezTo>
                    <a:pt x="34124" y="110378"/>
                    <a:pt x="23257" y="107233"/>
                    <a:pt x="14965" y="100942"/>
                  </a:cubicBezTo>
                  <a:cubicBezTo>
                    <a:pt x="6672" y="94651"/>
                    <a:pt x="1716" y="85977"/>
                    <a:pt x="0" y="74729"/>
                  </a:cubicBezTo>
                  <a:lnTo>
                    <a:pt x="21732" y="74729"/>
                  </a:lnTo>
                  <a:cubicBezTo>
                    <a:pt x="22400" y="80639"/>
                    <a:pt x="24973" y="85405"/>
                    <a:pt x="29548" y="89027"/>
                  </a:cubicBezTo>
                  <a:cubicBezTo>
                    <a:pt x="34124" y="92649"/>
                    <a:pt x="40128" y="94460"/>
                    <a:pt x="47563" y="94460"/>
                  </a:cubicBezTo>
                  <a:cubicBezTo>
                    <a:pt x="52901" y="94460"/>
                    <a:pt x="57095" y="93031"/>
                    <a:pt x="60145" y="90266"/>
                  </a:cubicBezTo>
                  <a:cubicBezTo>
                    <a:pt x="63195" y="87502"/>
                    <a:pt x="64720" y="83880"/>
                    <a:pt x="64720" y="79591"/>
                  </a:cubicBezTo>
                  <a:cubicBezTo>
                    <a:pt x="64720" y="75778"/>
                    <a:pt x="63576" y="72823"/>
                    <a:pt x="61194" y="70631"/>
                  </a:cubicBezTo>
                  <a:cubicBezTo>
                    <a:pt x="58811" y="68438"/>
                    <a:pt x="55951" y="66723"/>
                    <a:pt x="52424" y="65484"/>
                  </a:cubicBezTo>
                  <a:cubicBezTo>
                    <a:pt x="48898" y="64244"/>
                    <a:pt x="44036" y="63005"/>
                    <a:pt x="37936" y="61671"/>
                  </a:cubicBezTo>
                  <a:cubicBezTo>
                    <a:pt x="30120" y="59860"/>
                    <a:pt x="23734" y="58049"/>
                    <a:pt x="18873" y="56238"/>
                  </a:cubicBezTo>
                  <a:cubicBezTo>
                    <a:pt x="14012" y="54427"/>
                    <a:pt x="9818" y="51472"/>
                    <a:pt x="6386" y="47373"/>
                  </a:cubicBezTo>
                  <a:cubicBezTo>
                    <a:pt x="2955" y="43275"/>
                    <a:pt x="1239" y="37650"/>
                    <a:pt x="1239" y="30692"/>
                  </a:cubicBezTo>
                  <a:cubicBezTo>
                    <a:pt x="1239" y="21542"/>
                    <a:pt x="4670" y="14107"/>
                    <a:pt x="11533" y="8483"/>
                  </a:cubicBezTo>
                  <a:cubicBezTo>
                    <a:pt x="18396" y="2859"/>
                    <a:pt x="27833" y="0"/>
                    <a:pt x="40033" y="0"/>
                  </a:cubicBezTo>
                  <a:cubicBezTo>
                    <a:pt x="52234" y="0"/>
                    <a:pt x="62814" y="3241"/>
                    <a:pt x="70439" y="9722"/>
                  </a:cubicBezTo>
                  <a:close/>
                </a:path>
              </a:pathLst>
            </a:custGeom>
            <a:solidFill>
              <a:schemeClr val="bg1"/>
            </a:solidFill>
            <a:ln w="9525" cap="flat">
              <a:noFill/>
              <a:prstDash val="solid"/>
              <a:miter/>
            </a:ln>
          </p:spPr>
          <p:txBody>
            <a:bodyPr rtlCol="0" anchor="ctr"/>
            <a:lstStyle/>
            <a:p>
              <a:endParaRPr lang="fr-FR" sz="1092"/>
            </a:p>
          </p:txBody>
        </p:sp>
      </p:grpSp>
      <p:sp>
        <p:nvSpPr>
          <p:cNvPr id="50" name="Titre 49">
            <a:extLst>
              <a:ext uri="{FF2B5EF4-FFF2-40B4-BE49-F238E27FC236}">
                <a16:creationId xmlns:a16="http://schemas.microsoft.com/office/drawing/2014/main" id="{0BB6AC02-DD66-1BBE-0580-D4A5A5A79C46}"/>
              </a:ext>
            </a:extLst>
          </p:cNvPr>
          <p:cNvSpPr>
            <a:spLocks noGrp="1"/>
          </p:cNvSpPr>
          <p:nvPr>
            <p:ph type="title"/>
          </p:nvPr>
        </p:nvSpPr>
        <p:spPr>
          <a:xfrm>
            <a:off x="1124747" y="2743803"/>
            <a:ext cx="6627147" cy="2045175"/>
          </a:xfrm>
        </p:spPr>
        <p:txBody>
          <a:bodyPr wrap="square" anchor="t" anchorCtr="0">
            <a:spAutoFit/>
          </a:bodyPr>
          <a:lstStyle>
            <a:lvl1pPr>
              <a:spcAft>
                <a:spcPts val="600"/>
              </a:spcAft>
              <a:defRPr sz="5400">
                <a:solidFill>
                  <a:schemeClr val="bg2"/>
                </a:solidFill>
              </a:defRPr>
            </a:lvl1pPr>
          </a:lstStyle>
          <a:p>
            <a:r>
              <a:rPr lang="fr-FR"/>
              <a:t>Modifiez le style du titre</a:t>
            </a:r>
            <a:endParaRPr lang="fr-FR" dirty="0"/>
          </a:p>
        </p:txBody>
      </p:sp>
    </p:spTree>
    <p:extLst>
      <p:ext uri="{BB962C8B-B14F-4D97-AF65-F5344CB8AC3E}">
        <p14:creationId xmlns:p14="http://schemas.microsoft.com/office/powerpoint/2010/main" val="170356023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1_Référence par défaut Light">
    <p:spTree>
      <p:nvGrpSpPr>
        <p:cNvPr id="1" name=""/>
        <p:cNvGrpSpPr/>
        <p:nvPr/>
      </p:nvGrpSpPr>
      <p:grpSpPr>
        <a:xfrm>
          <a:off x="0" y="0"/>
          <a:ext cx="0" cy="0"/>
          <a:chOff x="0" y="0"/>
          <a:chExt cx="0" cy="0"/>
        </a:xfrm>
      </p:grpSpPr>
      <p:pic>
        <p:nvPicPr>
          <p:cNvPr id="17" name="Image 16">
            <a:extLst>
              <a:ext uri="{FF2B5EF4-FFF2-40B4-BE49-F238E27FC236}">
                <a16:creationId xmlns:a16="http://schemas.microsoft.com/office/drawing/2014/main" id="{E325A0B9-21A3-9A34-FBF7-D6585C2C6E7A}"/>
              </a:ext>
            </a:extLst>
          </p:cNvPr>
          <p:cNvPicPr>
            <a:picLocks noChangeAspect="1"/>
          </p:cNvPicPr>
          <p:nvPr/>
        </p:nvPicPr>
        <p:blipFill>
          <a:blip r:embed="rId2"/>
          <a:srcRect/>
          <a:stretch/>
        </p:blipFill>
        <p:spPr>
          <a:xfrm>
            <a:off x="3744" y="-192"/>
            <a:ext cx="12173695" cy="6857998"/>
          </a:xfrm>
          <a:prstGeom prst="rect">
            <a:avLst/>
          </a:prstGeom>
        </p:spPr>
      </p:pic>
      <p:sp>
        <p:nvSpPr>
          <p:cNvPr id="4" name="object 11">
            <a:extLst>
              <a:ext uri="{FF2B5EF4-FFF2-40B4-BE49-F238E27FC236}">
                <a16:creationId xmlns:a16="http://schemas.microsoft.com/office/drawing/2014/main" id="{10D34413-DA51-D9D8-29E8-6DE8F8A5EFCE}"/>
              </a:ext>
            </a:extLst>
          </p:cNvPr>
          <p:cNvSpPr/>
          <p:nvPr/>
        </p:nvSpPr>
        <p:spPr>
          <a:xfrm>
            <a:off x="11397941" y="0"/>
            <a:ext cx="794059" cy="6857615"/>
          </a:xfrm>
          <a:custGeom>
            <a:avLst/>
            <a:gdLst/>
            <a:ahLst/>
            <a:cxnLst/>
            <a:rect l="l" t="t" r="r" b="b"/>
            <a:pathLst>
              <a:path w="1309369" h="11308715">
                <a:moveTo>
                  <a:pt x="1308860" y="0"/>
                </a:moveTo>
                <a:lnTo>
                  <a:pt x="0" y="0"/>
                </a:lnTo>
                <a:lnTo>
                  <a:pt x="0" y="11308556"/>
                </a:lnTo>
                <a:lnTo>
                  <a:pt x="1308860" y="11308556"/>
                </a:lnTo>
                <a:lnTo>
                  <a:pt x="1308860" y="0"/>
                </a:lnTo>
                <a:close/>
              </a:path>
            </a:pathLst>
          </a:custGeom>
          <a:solidFill>
            <a:schemeClr val="tx1"/>
          </a:solidFill>
          <a:ln>
            <a:noFill/>
          </a:ln>
        </p:spPr>
        <p:txBody>
          <a:bodyPr wrap="square" lIns="0" tIns="0" rIns="0" bIns="0" rtlCol="0"/>
          <a:lstStyle/>
          <a:p>
            <a:endParaRPr sz="1092"/>
          </a:p>
        </p:txBody>
      </p:sp>
      <p:sp>
        <p:nvSpPr>
          <p:cNvPr id="2" name="Espace réservé du pied de page 4">
            <a:extLst>
              <a:ext uri="{FF2B5EF4-FFF2-40B4-BE49-F238E27FC236}">
                <a16:creationId xmlns:a16="http://schemas.microsoft.com/office/drawing/2014/main" id="{97ADE9E6-DC8A-B79F-0E6A-9D6F3EC57782}"/>
              </a:ext>
            </a:extLst>
          </p:cNvPr>
          <p:cNvSpPr>
            <a:spLocks noGrp="1"/>
          </p:cNvSpPr>
          <p:nvPr>
            <p:ph type="ftr" sz="quarter" idx="3"/>
          </p:nvPr>
        </p:nvSpPr>
        <p:spPr>
          <a:xfrm rot="16200000">
            <a:off x="9737570" y="2572960"/>
            <a:ext cx="4114800" cy="365125"/>
          </a:xfrm>
          <a:prstGeom prst="rect">
            <a:avLst/>
          </a:prstGeom>
        </p:spPr>
        <p:txBody>
          <a:bodyPr vert="horz" lIns="91440" tIns="45720" rIns="91440" bIns="45720" rtlCol="0" anchor="ctr"/>
          <a:lstStyle>
            <a:lvl1pPr>
              <a:defRPr lang="en-US" sz="728" dirty="0">
                <a:solidFill>
                  <a:schemeClr val="bg1"/>
                </a:solidFill>
                <a:latin typeface="Poppins" pitchFamily="2" charset="77"/>
                <a:cs typeface="Poppins" pitchFamily="2" charset="77"/>
              </a:defRPr>
            </a:lvl1pPr>
          </a:lstStyle>
          <a:p>
            <a:endParaRPr lang="fr-FR"/>
          </a:p>
        </p:txBody>
      </p:sp>
      <p:sp>
        <p:nvSpPr>
          <p:cNvPr id="3" name="Espace réservé du numéro de diapositive 18">
            <a:extLst>
              <a:ext uri="{FF2B5EF4-FFF2-40B4-BE49-F238E27FC236}">
                <a16:creationId xmlns:a16="http://schemas.microsoft.com/office/drawing/2014/main" id="{40599553-1744-B948-F679-B18C359A2A19}"/>
              </a:ext>
            </a:extLst>
          </p:cNvPr>
          <p:cNvSpPr>
            <a:spLocks noGrp="1"/>
          </p:cNvSpPr>
          <p:nvPr>
            <p:ph type="sldNum" sz="quarter" idx="4"/>
          </p:nvPr>
        </p:nvSpPr>
        <p:spPr>
          <a:xfrm>
            <a:off x="11588253" y="165403"/>
            <a:ext cx="420073" cy="365125"/>
          </a:xfrm>
          <a:prstGeom prst="rect">
            <a:avLst/>
          </a:prstGeom>
        </p:spPr>
        <p:txBody>
          <a:bodyPr/>
          <a:lstStyle>
            <a:lvl1pPr algn="ctr">
              <a:defRPr lang="en-US" sz="800" b="1" smtClean="0">
                <a:solidFill>
                  <a:schemeClr val="bg1"/>
                </a:solidFill>
                <a:latin typeface="Poppins" pitchFamily="2" charset="77"/>
                <a:cs typeface="Poppins" pitchFamily="2" charset="77"/>
              </a:defRPr>
            </a:lvl1pPr>
          </a:lstStyle>
          <a:p>
            <a:fld id="{DB34802F-08A5-CF4A-8AFE-09DC492A8170}" type="slidenum">
              <a:rPr lang="fr-FR" smtClean="0"/>
              <a:t>‹N°›</a:t>
            </a:fld>
            <a:endParaRPr lang="fr-FR"/>
          </a:p>
        </p:txBody>
      </p:sp>
      <p:sp>
        <p:nvSpPr>
          <p:cNvPr id="5" name="object 14">
            <a:extLst>
              <a:ext uri="{FF2B5EF4-FFF2-40B4-BE49-F238E27FC236}">
                <a16:creationId xmlns:a16="http://schemas.microsoft.com/office/drawing/2014/main" id="{0BEBFB05-8DE3-A267-9D37-864C2BE599F7}"/>
              </a:ext>
            </a:extLst>
          </p:cNvPr>
          <p:cNvSpPr/>
          <p:nvPr/>
        </p:nvSpPr>
        <p:spPr>
          <a:xfrm>
            <a:off x="11397456" y="6063824"/>
            <a:ext cx="794059" cy="0"/>
          </a:xfrm>
          <a:custGeom>
            <a:avLst/>
            <a:gdLst/>
            <a:ahLst/>
            <a:cxnLst/>
            <a:rect l="l" t="t" r="r" b="b"/>
            <a:pathLst>
              <a:path w="1309369">
                <a:moveTo>
                  <a:pt x="0" y="0"/>
                </a:moveTo>
                <a:lnTo>
                  <a:pt x="1308860" y="0"/>
                </a:lnTo>
              </a:path>
            </a:pathLst>
          </a:custGeom>
          <a:ln w="7853">
            <a:solidFill>
              <a:schemeClr val="bg1"/>
            </a:solidFill>
          </a:ln>
        </p:spPr>
        <p:txBody>
          <a:bodyPr wrap="square" lIns="0" tIns="0" rIns="0" bIns="0" rtlCol="0"/>
          <a:lstStyle/>
          <a:p>
            <a:endParaRPr sz="1092"/>
          </a:p>
        </p:txBody>
      </p:sp>
      <p:grpSp>
        <p:nvGrpSpPr>
          <p:cNvPr id="6" name="Graphique 21">
            <a:extLst>
              <a:ext uri="{FF2B5EF4-FFF2-40B4-BE49-F238E27FC236}">
                <a16:creationId xmlns:a16="http://schemas.microsoft.com/office/drawing/2014/main" id="{53708514-84A2-1B09-3C16-DCBB1DDB6761}"/>
              </a:ext>
            </a:extLst>
          </p:cNvPr>
          <p:cNvGrpSpPr/>
          <p:nvPr/>
        </p:nvGrpSpPr>
        <p:grpSpPr>
          <a:xfrm>
            <a:off x="11646607" y="6340088"/>
            <a:ext cx="329427" cy="214383"/>
            <a:chOff x="19204770" y="10455275"/>
            <a:chExt cx="543212" cy="353534"/>
          </a:xfrm>
        </p:grpSpPr>
        <p:sp>
          <p:nvSpPr>
            <p:cNvPr id="7" name="Forme libre : forme 3">
              <a:extLst>
                <a:ext uri="{FF2B5EF4-FFF2-40B4-BE49-F238E27FC236}">
                  <a16:creationId xmlns:a16="http://schemas.microsoft.com/office/drawing/2014/main" id="{31C42F6D-7A13-B8E3-17A5-85FE87D2A64D}"/>
                </a:ext>
              </a:extLst>
            </p:cNvPr>
            <p:cNvSpPr/>
            <p:nvPr/>
          </p:nvSpPr>
          <p:spPr>
            <a:xfrm>
              <a:off x="19204770" y="10455275"/>
              <a:ext cx="373208" cy="353534"/>
            </a:xfrm>
            <a:custGeom>
              <a:avLst/>
              <a:gdLst>
                <a:gd name="connsiteX0" fmla="*/ 187219 w 373208"/>
                <a:gd name="connsiteY0" fmla="*/ 0 h 353534"/>
                <a:gd name="connsiteX1" fmla="*/ 0 w 373208"/>
                <a:gd name="connsiteY1" fmla="*/ 177228 h 353534"/>
                <a:gd name="connsiteX2" fmla="*/ 185990 w 373208"/>
                <a:gd name="connsiteY2" fmla="*/ 353534 h 353534"/>
                <a:gd name="connsiteX3" fmla="*/ 373209 w 373208"/>
                <a:gd name="connsiteY3" fmla="*/ 175998 h 353534"/>
                <a:gd name="connsiteX4" fmla="*/ 187219 w 373208"/>
                <a:gd name="connsiteY4" fmla="*/ 0 h 353534"/>
                <a:gd name="connsiteX5" fmla="*/ 187219 w 373208"/>
                <a:gd name="connsiteY5" fmla="*/ 252777 h 353534"/>
                <a:gd name="connsiteX6" fmla="*/ 115437 w 373208"/>
                <a:gd name="connsiteY6" fmla="*/ 175922 h 353534"/>
                <a:gd name="connsiteX7" fmla="*/ 185990 w 373208"/>
                <a:gd name="connsiteY7" fmla="*/ 100373 h 353534"/>
                <a:gd name="connsiteX8" fmla="*/ 257772 w 373208"/>
                <a:gd name="connsiteY8" fmla="*/ 177228 h 353534"/>
                <a:gd name="connsiteX9" fmla="*/ 187219 w 373208"/>
                <a:gd name="connsiteY9" fmla="*/ 252777 h 353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73208" h="353534">
                  <a:moveTo>
                    <a:pt x="187219" y="0"/>
                  </a:moveTo>
                  <a:cubicBezTo>
                    <a:pt x="78623" y="0"/>
                    <a:pt x="0" y="81159"/>
                    <a:pt x="0" y="177228"/>
                  </a:cubicBezTo>
                  <a:cubicBezTo>
                    <a:pt x="0" y="273297"/>
                    <a:pt x="78008" y="353534"/>
                    <a:pt x="185990" y="353534"/>
                  </a:cubicBezTo>
                  <a:cubicBezTo>
                    <a:pt x="293971" y="353534"/>
                    <a:pt x="373209" y="272144"/>
                    <a:pt x="373209" y="175998"/>
                  </a:cubicBezTo>
                  <a:cubicBezTo>
                    <a:pt x="373209" y="79853"/>
                    <a:pt x="295201" y="0"/>
                    <a:pt x="187219" y="0"/>
                  </a:cubicBezTo>
                  <a:moveTo>
                    <a:pt x="187219" y="252777"/>
                  </a:moveTo>
                  <a:cubicBezTo>
                    <a:pt x="145410" y="252777"/>
                    <a:pt x="115437" y="217193"/>
                    <a:pt x="115437" y="175922"/>
                  </a:cubicBezTo>
                  <a:cubicBezTo>
                    <a:pt x="115437" y="134650"/>
                    <a:pt x="142951" y="100373"/>
                    <a:pt x="185990" y="100373"/>
                  </a:cubicBezTo>
                  <a:cubicBezTo>
                    <a:pt x="227799" y="100373"/>
                    <a:pt x="257772" y="135957"/>
                    <a:pt x="257772" y="177228"/>
                  </a:cubicBezTo>
                  <a:cubicBezTo>
                    <a:pt x="257772" y="218499"/>
                    <a:pt x="230566" y="252777"/>
                    <a:pt x="187219" y="252777"/>
                  </a:cubicBezTo>
                </a:path>
              </a:pathLst>
            </a:custGeom>
            <a:solidFill>
              <a:schemeClr val="bg1"/>
            </a:solidFill>
            <a:ln w="7647" cap="flat">
              <a:noFill/>
              <a:prstDash val="solid"/>
              <a:miter/>
            </a:ln>
          </p:spPr>
          <p:txBody>
            <a:bodyPr rtlCol="0" anchor="ctr"/>
            <a:lstStyle/>
            <a:p>
              <a:endParaRPr lang="fr-FR" sz="1092"/>
            </a:p>
          </p:txBody>
        </p:sp>
        <p:sp>
          <p:nvSpPr>
            <p:cNvPr id="8" name="Forme libre : forme 4">
              <a:extLst>
                <a:ext uri="{FF2B5EF4-FFF2-40B4-BE49-F238E27FC236}">
                  <a16:creationId xmlns:a16="http://schemas.microsoft.com/office/drawing/2014/main" id="{47A73EB0-AB80-9491-022A-C1D2B9AF734E}"/>
                </a:ext>
              </a:extLst>
            </p:cNvPr>
            <p:cNvSpPr/>
            <p:nvPr/>
          </p:nvSpPr>
          <p:spPr>
            <a:xfrm>
              <a:off x="19603033" y="10663629"/>
              <a:ext cx="144948" cy="144948"/>
            </a:xfrm>
            <a:custGeom>
              <a:avLst/>
              <a:gdLst>
                <a:gd name="connsiteX0" fmla="*/ 144949 w 144948"/>
                <a:gd name="connsiteY0" fmla="*/ 72474 h 144948"/>
                <a:gd name="connsiteX1" fmla="*/ 72474 w 144948"/>
                <a:gd name="connsiteY1" fmla="*/ 144949 h 144948"/>
                <a:gd name="connsiteX2" fmla="*/ 0 w 144948"/>
                <a:gd name="connsiteY2" fmla="*/ 72474 h 144948"/>
                <a:gd name="connsiteX3" fmla="*/ 72474 w 144948"/>
                <a:gd name="connsiteY3" fmla="*/ 0 h 144948"/>
                <a:gd name="connsiteX4" fmla="*/ 144949 w 144948"/>
                <a:gd name="connsiteY4" fmla="*/ 72474 h 1449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4948" h="144948">
                  <a:moveTo>
                    <a:pt x="144949" y="72474"/>
                  </a:moveTo>
                  <a:cubicBezTo>
                    <a:pt x="144949" y="112501"/>
                    <a:pt x="112501" y="144949"/>
                    <a:pt x="72474" y="144949"/>
                  </a:cubicBezTo>
                  <a:cubicBezTo>
                    <a:pt x="32448" y="144949"/>
                    <a:pt x="0" y="112501"/>
                    <a:pt x="0" y="72474"/>
                  </a:cubicBezTo>
                  <a:cubicBezTo>
                    <a:pt x="0" y="32448"/>
                    <a:pt x="32448" y="0"/>
                    <a:pt x="72474" y="0"/>
                  </a:cubicBezTo>
                  <a:cubicBezTo>
                    <a:pt x="112501" y="0"/>
                    <a:pt x="144949" y="32448"/>
                    <a:pt x="144949" y="72474"/>
                  </a:cubicBezTo>
                </a:path>
              </a:pathLst>
            </a:custGeom>
            <a:solidFill>
              <a:srgbClr val="0099D9"/>
            </a:solidFill>
            <a:ln w="7647" cap="flat">
              <a:noFill/>
              <a:prstDash val="solid"/>
              <a:miter/>
            </a:ln>
          </p:spPr>
          <p:txBody>
            <a:bodyPr rtlCol="0" anchor="ctr"/>
            <a:lstStyle/>
            <a:p>
              <a:endParaRPr lang="fr-FR" sz="1092"/>
            </a:p>
          </p:txBody>
        </p:sp>
      </p:grpSp>
      <p:sp>
        <p:nvSpPr>
          <p:cNvPr id="20" name="Espace réservé du texte 22">
            <a:extLst>
              <a:ext uri="{FF2B5EF4-FFF2-40B4-BE49-F238E27FC236}">
                <a16:creationId xmlns:a16="http://schemas.microsoft.com/office/drawing/2014/main" id="{8C8EBFD8-2352-3161-FECA-F5229C0183A6}"/>
              </a:ext>
            </a:extLst>
          </p:cNvPr>
          <p:cNvSpPr>
            <a:spLocks noGrp="1"/>
          </p:cNvSpPr>
          <p:nvPr>
            <p:ph type="body" sz="quarter" idx="17" hasCustomPrompt="1"/>
          </p:nvPr>
        </p:nvSpPr>
        <p:spPr>
          <a:xfrm>
            <a:off x="1139871" y="360437"/>
            <a:ext cx="9871029" cy="263149"/>
          </a:xfrm>
          <a:noFill/>
        </p:spPr>
        <p:txBody>
          <a:bodyPr wrap="square" anchor="b">
            <a:noAutofit/>
          </a:bodyPr>
          <a:lstStyle>
            <a:lvl1pPr marL="0" indent="0">
              <a:lnSpc>
                <a:spcPct val="120000"/>
              </a:lnSpc>
              <a:spcBef>
                <a:spcPts val="0"/>
              </a:spcBef>
              <a:spcAft>
                <a:spcPts val="600"/>
              </a:spcAft>
              <a:buNone/>
              <a:defRPr sz="1200" b="0">
                <a:solidFill>
                  <a:schemeClr val="tx2"/>
                </a:solidFill>
              </a:defRPr>
            </a:lvl1pPr>
          </a:lstStyle>
          <a:p>
            <a:pPr lvl="0"/>
            <a:r>
              <a:rPr lang="fr-FR" dirty="0"/>
              <a:t>Titre ici. Par exemple « Références »</a:t>
            </a:r>
          </a:p>
        </p:txBody>
      </p:sp>
      <p:sp>
        <p:nvSpPr>
          <p:cNvPr id="14" name="Titre 17">
            <a:extLst>
              <a:ext uri="{FF2B5EF4-FFF2-40B4-BE49-F238E27FC236}">
                <a16:creationId xmlns:a16="http://schemas.microsoft.com/office/drawing/2014/main" id="{2D14840F-86D9-954E-2B3D-9A65384FEE83}"/>
              </a:ext>
            </a:extLst>
          </p:cNvPr>
          <p:cNvSpPr>
            <a:spLocks noGrp="1"/>
          </p:cNvSpPr>
          <p:nvPr>
            <p:ph type="title" hasCustomPrompt="1"/>
          </p:nvPr>
        </p:nvSpPr>
        <p:spPr>
          <a:xfrm>
            <a:off x="1139871" y="1726354"/>
            <a:ext cx="4079829" cy="291618"/>
          </a:xfrm>
          <a:noFill/>
        </p:spPr>
        <p:txBody>
          <a:bodyPr wrap="square" anchor="ctr" anchorCtr="0">
            <a:spAutoFit/>
          </a:bodyPr>
          <a:lstStyle>
            <a:lvl1pPr>
              <a:lnSpc>
                <a:spcPct val="90000"/>
              </a:lnSpc>
              <a:spcAft>
                <a:spcPts val="600"/>
              </a:spcAft>
              <a:defRPr sz="1400">
                <a:solidFill>
                  <a:schemeClr val="tx1"/>
                </a:solidFill>
              </a:defRPr>
            </a:lvl1pPr>
          </a:lstStyle>
          <a:p>
            <a:r>
              <a:rPr lang="fr-FR" dirty="0"/>
              <a:t>Titre ici. Exemple « La nature du projet »</a:t>
            </a:r>
          </a:p>
        </p:txBody>
      </p:sp>
      <p:sp>
        <p:nvSpPr>
          <p:cNvPr id="15" name="Espace réservé du texte 2">
            <a:extLst>
              <a:ext uri="{FF2B5EF4-FFF2-40B4-BE49-F238E27FC236}">
                <a16:creationId xmlns:a16="http://schemas.microsoft.com/office/drawing/2014/main" id="{77A167B1-0C7C-1A8B-0D2F-918EB0F2044C}"/>
              </a:ext>
            </a:extLst>
          </p:cNvPr>
          <p:cNvSpPr>
            <a:spLocks noGrp="1"/>
          </p:cNvSpPr>
          <p:nvPr>
            <p:ph idx="1" hasCustomPrompt="1"/>
          </p:nvPr>
        </p:nvSpPr>
        <p:spPr>
          <a:xfrm>
            <a:off x="1149927" y="2017972"/>
            <a:ext cx="4069773" cy="1912062"/>
          </a:xfrm>
          <a:prstGeom prst="rect">
            <a:avLst/>
          </a:prstGeom>
        </p:spPr>
        <p:txBody>
          <a:bodyPr vert="horz" wrap="square" lIns="91440" tIns="45720" rIns="91440" bIns="45720" rtlCol="0">
            <a:spAutoFit/>
          </a:bodyPr>
          <a:lstStyle>
            <a:lvl1pPr marL="0" indent="0">
              <a:lnSpc>
                <a:spcPct val="120000"/>
              </a:lnSpc>
              <a:spcBef>
                <a:spcPts val="0"/>
              </a:spcBef>
              <a:buClr>
                <a:schemeClr val="tx2"/>
              </a:buClr>
              <a:buNone/>
              <a:defRPr lang="fr-FR" dirty="0">
                <a:solidFill>
                  <a:schemeClr val="tx1"/>
                </a:solidFill>
                <a:latin typeface="Poppins" pitchFamily="2" charset="77"/>
                <a:cs typeface="Poppins" pitchFamily="2" charset="77"/>
              </a:defRPr>
            </a:lvl1pPr>
            <a:lvl2pPr>
              <a:lnSpc>
                <a:spcPct val="120000"/>
              </a:lnSpc>
              <a:spcBef>
                <a:spcPts val="0"/>
              </a:spcBef>
              <a:buClr>
                <a:schemeClr val="tx2"/>
              </a:buClr>
              <a:defRPr lang="fr-FR" dirty="0">
                <a:solidFill>
                  <a:schemeClr val="bg1"/>
                </a:solidFill>
                <a:latin typeface="Poppins" pitchFamily="2" charset="77"/>
                <a:cs typeface="Poppins" pitchFamily="2" charset="77"/>
              </a:defRPr>
            </a:lvl2pPr>
            <a:lvl3pPr>
              <a:lnSpc>
                <a:spcPct val="120000"/>
              </a:lnSpc>
              <a:spcBef>
                <a:spcPts val="0"/>
              </a:spcBef>
              <a:buClr>
                <a:schemeClr val="tx2"/>
              </a:buClr>
              <a:defRPr lang="fr-FR" dirty="0">
                <a:solidFill>
                  <a:schemeClr val="bg1"/>
                </a:solidFill>
                <a:latin typeface="Poppins" pitchFamily="2" charset="77"/>
                <a:cs typeface="Poppins" pitchFamily="2" charset="77"/>
              </a:defRPr>
            </a:lvl3pPr>
            <a:lvl4pPr>
              <a:lnSpc>
                <a:spcPct val="120000"/>
              </a:lnSpc>
              <a:spcBef>
                <a:spcPts val="0"/>
              </a:spcBef>
              <a:buClr>
                <a:schemeClr val="tx2"/>
              </a:buClr>
              <a:defRPr lang="fr-FR" dirty="0">
                <a:solidFill>
                  <a:schemeClr val="bg1"/>
                </a:solidFill>
                <a:latin typeface="Poppins" pitchFamily="2" charset="77"/>
                <a:cs typeface="Poppins" pitchFamily="2" charset="77"/>
              </a:defRPr>
            </a:lvl4pPr>
            <a:lvl5pPr>
              <a:lnSpc>
                <a:spcPct val="120000"/>
              </a:lnSpc>
              <a:spcBef>
                <a:spcPts val="0"/>
              </a:spcBef>
              <a:buClr>
                <a:schemeClr val="tx2"/>
              </a:buClr>
              <a:defRPr lang="fr-FR" dirty="0">
                <a:solidFill>
                  <a:schemeClr val="bg1"/>
                </a:solidFill>
                <a:latin typeface="Poppins" pitchFamily="2" charset="77"/>
                <a:cs typeface="Poppins" pitchFamily="2" charset="77"/>
              </a:defRPr>
            </a:lvl5pPr>
          </a:lstStyle>
          <a:p>
            <a:pPr lvl="0">
              <a:spcAft>
                <a:spcPts val="600"/>
              </a:spcAft>
            </a:pPr>
            <a:r>
              <a:rPr lang="fr-FR" dirty="0"/>
              <a:t>At </a:t>
            </a:r>
            <a:r>
              <a:rPr lang="fr-FR" dirty="0" err="1"/>
              <a:t>vero</a:t>
            </a:r>
            <a:r>
              <a:rPr lang="fr-FR" dirty="0"/>
              <a:t> </a:t>
            </a:r>
            <a:r>
              <a:rPr lang="fr-FR" dirty="0" err="1"/>
              <a:t>eos</a:t>
            </a:r>
            <a:r>
              <a:rPr lang="fr-FR" dirty="0"/>
              <a:t> et </a:t>
            </a:r>
            <a:r>
              <a:rPr lang="fr-FR" dirty="0" err="1"/>
              <a:t>accusamus</a:t>
            </a:r>
            <a:r>
              <a:rPr lang="fr-FR" dirty="0"/>
              <a:t> et </a:t>
            </a:r>
            <a:r>
              <a:rPr lang="fr-FR" dirty="0" err="1"/>
              <a:t>iusto</a:t>
            </a:r>
            <a:r>
              <a:rPr lang="fr-FR" dirty="0"/>
              <a:t> </a:t>
            </a:r>
            <a:r>
              <a:rPr lang="fr-FR" dirty="0" err="1"/>
              <a:t>odio</a:t>
            </a:r>
            <a:r>
              <a:rPr lang="fr-FR" dirty="0"/>
              <a:t> </a:t>
            </a:r>
            <a:r>
              <a:rPr lang="fr-FR" dirty="0" err="1"/>
              <a:t>dignissimos</a:t>
            </a:r>
            <a:r>
              <a:rPr lang="fr-FR" dirty="0"/>
              <a:t> </a:t>
            </a:r>
            <a:r>
              <a:rPr lang="fr-FR" dirty="0" err="1"/>
              <a:t>ducimus</a:t>
            </a:r>
            <a:r>
              <a:rPr lang="fr-FR" dirty="0"/>
              <a:t> qui </a:t>
            </a:r>
            <a:r>
              <a:rPr lang="fr-FR" dirty="0" err="1"/>
              <a:t>blanditiis</a:t>
            </a:r>
            <a:r>
              <a:rPr lang="fr-FR" dirty="0"/>
              <a:t> </a:t>
            </a:r>
            <a:r>
              <a:rPr lang="fr-FR" dirty="0" err="1"/>
              <a:t>praesentium</a:t>
            </a:r>
            <a:r>
              <a:rPr lang="fr-FR" dirty="0"/>
              <a:t> </a:t>
            </a:r>
            <a:r>
              <a:rPr lang="fr-FR" dirty="0" err="1"/>
              <a:t>voluptatum</a:t>
            </a:r>
            <a:r>
              <a:rPr lang="fr-FR" dirty="0"/>
              <a:t> </a:t>
            </a:r>
            <a:r>
              <a:rPr lang="fr-FR" dirty="0" err="1"/>
              <a:t>deleniti</a:t>
            </a:r>
            <a:r>
              <a:rPr lang="fr-FR" dirty="0"/>
              <a:t> </a:t>
            </a:r>
            <a:r>
              <a:rPr lang="fr-FR" dirty="0" err="1"/>
              <a:t>atque</a:t>
            </a:r>
            <a:r>
              <a:rPr lang="fr-FR" dirty="0"/>
              <a:t> </a:t>
            </a:r>
            <a:r>
              <a:rPr lang="fr-FR" dirty="0" err="1"/>
              <a:t>corrupti</a:t>
            </a:r>
            <a:r>
              <a:rPr lang="fr-FR" dirty="0"/>
              <a:t> </a:t>
            </a:r>
            <a:r>
              <a:rPr lang="fr-FR" dirty="0" err="1"/>
              <a:t>quos</a:t>
            </a:r>
            <a:r>
              <a:rPr lang="fr-FR" dirty="0"/>
              <a:t> </a:t>
            </a:r>
            <a:r>
              <a:rPr lang="fr-FR" dirty="0" err="1"/>
              <a:t>dolores</a:t>
            </a:r>
            <a:r>
              <a:rPr lang="fr-FR" dirty="0"/>
              <a:t> et </a:t>
            </a:r>
            <a:r>
              <a:rPr lang="fr-FR" dirty="0" err="1"/>
              <a:t>quas</a:t>
            </a:r>
            <a:r>
              <a:rPr lang="fr-FR" dirty="0"/>
              <a:t> </a:t>
            </a:r>
            <a:r>
              <a:rPr lang="fr-FR" dirty="0" err="1"/>
              <a:t>molestias</a:t>
            </a:r>
            <a:r>
              <a:rPr lang="fr-FR" dirty="0"/>
              <a:t> </a:t>
            </a:r>
            <a:r>
              <a:rPr lang="fr-FR" dirty="0" err="1"/>
              <a:t>excepturi</a:t>
            </a:r>
            <a:r>
              <a:rPr lang="fr-FR" dirty="0"/>
              <a:t> </a:t>
            </a:r>
            <a:r>
              <a:rPr lang="fr-FR" dirty="0" err="1"/>
              <a:t>sint</a:t>
            </a:r>
            <a:r>
              <a:rPr lang="fr-FR" dirty="0"/>
              <a:t> </a:t>
            </a:r>
            <a:r>
              <a:rPr lang="fr-FR" dirty="0" err="1"/>
              <a:t>occaecati</a:t>
            </a:r>
            <a:r>
              <a:rPr lang="fr-FR" dirty="0"/>
              <a:t> </a:t>
            </a:r>
            <a:r>
              <a:rPr lang="fr-FR" dirty="0" err="1"/>
              <a:t>cupiditate</a:t>
            </a:r>
            <a:r>
              <a:rPr lang="fr-FR" dirty="0"/>
              <a:t> non provident, </a:t>
            </a:r>
            <a:r>
              <a:rPr lang="fr-FR" dirty="0" err="1"/>
              <a:t>similique</a:t>
            </a:r>
            <a:r>
              <a:rPr lang="fr-FR" dirty="0"/>
              <a:t> </a:t>
            </a:r>
            <a:r>
              <a:rPr lang="fr-FR" dirty="0" err="1"/>
              <a:t>sunt</a:t>
            </a:r>
            <a:r>
              <a:rPr lang="fr-FR" dirty="0"/>
              <a:t> in culpa qui officia </a:t>
            </a:r>
            <a:r>
              <a:rPr lang="fr-FR" dirty="0" err="1"/>
              <a:t>deserunt</a:t>
            </a:r>
            <a:r>
              <a:rPr lang="fr-FR" dirty="0"/>
              <a:t> </a:t>
            </a:r>
            <a:r>
              <a:rPr lang="fr-FR" dirty="0" err="1"/>
              <a:t>mollitia</a:t>
            </a:r>
            <a:r>
              <a:rPr lang="fr-FR" dirty="0"/>
              <a:t> </a:t>
            </a:r>
            <a:r>
              <a:rPr lang="fr-FR" dirty="0" err="1"/>
              <a:t>animi</a:t>
            </a:r>
            <a:r>
              <a:rPr lang="fr-FR" dirty="0"/>
              <a:t>, id est </a:t>
            </a:r>
            <a:r>
              <a:rPr lang="fr-FR" dirty="0" err="1"/>
              <a:t>laborum</a:t>
            </a:r>
            <a:r>
              <a:rPr lang="fr-FR" dirty="0"/>
              <a:t> et </a:t>
            </a:r>
            <a:r>
              <a:rPr lang="fr-FR" dirty="0" err="1"/>
              <a:t>dolorum</a:t>
            </a:r>
            <a:r>
              <a:rPr lang="fr-FR" dirty="0"/>
              <a:t> </a:t>
            </a:r>
            <a:r>
              <a:rPr lang="fr-FR" dirty="0" err="1"/>
              <a:t>fuga</a:t>
            </a:r>
            <a:r>
              <a:rPr lang="fr-FR" dirty="0"/>
              <a:t>. Et </a:t>
            </a:r>
            <a:r>
              <a:rPr lang="fr-FR" dirty="0" err="1"/>
              <a:t>harum</a:t>
            </a:r>
            <a:r>
              <a:rPr lang="fr-FR" dirty="0"/>
              <a:t> </a:t>
            </a:r>
            <a:r>
              <a:rPr lang="fr-FR" dirty="0" err="1"/>
              <a:t>quidem</a:t>
            </a:r>
            <a:r>
              <a:rPr lang="fr-FR" dirty="0"/>
              <a:t> </a:t>
            </a:r>
            <a:r>
              <a:rPr lang="fr-FR" dirty="0" err="1"/>
              <a:t>rerum</a:t>
            </a:r>
            <a:r>
              <a:rPr lang="fr-FR" dirty="0"/>
              <a:t> </a:t>
            </a:r>
            <a:r>
              <a:rPr lang="fr-FR" dirty="0" err="1"/>
              <a:t>facilis</a:t>
            </a:r>
            <a:r>
              <a:rPr lang="fr-FR" dirty="0"/>
              <a:t> est et </a:t>
            </a:r>
            <a:r>
              <a:rPr lang="fr-FR" dirty="0" err="1"/>
              <a:t>expedita</a:t>
            </a:r>
            <a:r>
              <a:rPr lang="fr-FR" dirty="0"/>
              <a:t> </a:t>
            </a:r>
            <a:r>
              <a:rPr lang="fr-FR" dirty="0" err="1"/>
              <a:t>distinctio</a:t>
            </a:r>
            <a:r>
              <a:rPr lang="fr-FR" dirty="0"/>
              <a:t>. Nam libero </a:t>
            </a:r>
            <a:r>
              <a:rPr lang="fr-FR" dirty="0" err="1"/>
              <a:t>tempore</a:t>
            </a:r>
            <a:r>
              <a:rPr lang="fr-FR" dirty="0"/>
              <a:t>, cum </a:t>
            </a:r>
            <a:r>
              <a:rPr lang="fr-FR" dirty="0" err="1"/>
              <a:t>soluta</a:t>
            </a:r>
            <a:r>
              <a:rPr lang="fr-FR" dirty="0"/>
              <a:t> </a:t>
            </a:r>
            <a:r>
              <a:rPr lang="fr-FR" dirty="0" err="1"/>
              <a:t>nobis</a:t>
            </a:r>
            <a:r>
              <a:rPr lang="fr-FR" dirty="0"/>
              <a:t> est </a:t>
            </a:r>
            <a:r>
              <a:rPr lang="fr-FR" dirty="0" err="1"/>
              <a:t>eligendi</a:t>
            </a:r>
            <a:r>
              <a:rPr lang="fr-FR" dirty="0"/>
              <a:t> </a:t>
            </a:r>
            <a:r>
              <a:rPr lang="fr-FR" dirty="0" err="1"/>
              <a:t>optio</a:t>
            </a:r>
            <a:r>
              <a:rPr lang="fr-FR" dirty="0"/>
              <a:t> </a:t>
            </a:r>
            <a:r>
              <a:rPr lang="fr-FR" dirty="0" err="1"/>
              <a:t>cumque</a:t>
            </a:r>
            <a:r>
              <a:rPr lang="fr-FR" dirty="0"/>
              <a:t> nihil </a:t>
            </a:r>
            <a:r>
              <a:rPr lang="fr-FR" dirty="0" err="1"/>
              <a:t>impedit</a:t>
            </a:r>
            <a:r>
              <a:rPr lang="fr-FR" dirty="0"/>
              <a:t> quo minus id</a:t>
            </a:r>
          </a:p>
        </p:txBody>
      </p:sp>
    </p:spTree>
    <p:extLst>
      <p:ext uri="{BB962C8B-B14F-4D97-AF65-F5344CB8AC3E}">
        <p14:creationId xmlns:p14="http://schemas.microsoft.com/office/powerpoint/2010/main" val="187831839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p:cSld name="1_Référence par défaut Dark">
    <p:spTree>
      <p:nvGrpSpPr>
        <p:cNvPr id="1" name=""/>
        <p:cNvGrpSpPr/>
        <p:nvPr/>
      </p:nvGrpSpPr>
      <p:grpSpPr>
        <a:xfrm>
          <a:off x="0" y="0"/>
          <a:ext cx="0" cy="0"/>
          <a:chOff x="0" y="0"/>
          <a:chExt cx="0" cy="0"/>
        </a:xfrm>
      </p:grpSpPr>
      <p:pic>
        <p:nvPicPr>
          <p:cNvPr id="17" name="Image 16">
            <a:extLst>
              <a:ext uri="{FF2B5EF4-FFF2-40B4-BE49-F238E27FC236}">
                <a16:creationId xmlns:a16="http://schemas.microsoft.com/office/drawing/2014/main" id="{E325A0B9-21A3-9A34-FBF7-D6585C2C6E7A}"/>
              </a:ext>
            </a:extLst>
          </p:cNvPr>
          <p:cNvPicPr>
            <a:picLocks noChangeAspect="1"/>
          </p:cNvPicPr>
          <p:nvPr/>
        </p:nvPicPr>
        <p:blipFill>
          <a:blip r:embed="rId2"/>
          <a:srcRect/>
          <a:stretch/>
        </p:blipFill>
        <p:spPr>
          <a:xfrm>
            <a:off x="-7495" y="0"/>
            <a:ext cx="12177441" cy="6858000"/>
          </a:xfrm>
          <a:prstGeom prst="rect">
            <a:avLst/>
          </a:prstGeom>
        </p:spPr>
      </p:pic>
      <p:sp>
        <p:nvSpPr>
          <p:cNvPr id="20" name="Espace réservé du texte 22">
            <a:extLst>
              <a:ext uri="{FF2B5EF4-FFF2-40B4-BE49-F238E27FC236}">
                <a16:creationId xmlns:a16="http://schemas.microsoft.com/office/drawing/2014/main" id="{8C8EBFD8-2352-3161-FECA-F5229C0183A6}"/>
              </a:ext>
            </a:extLst>
          </p:cNvPr>
          <p:cNvSpPr>
            <a:spLocks noGrp="1"/>
          </p:cNvSpPr>
          <p:nvPr>
            <p:ph type="body" sz="quarter" idx="17" hasCustomPrompt="1"/>
          </p:nvPr>
        </p:nvSpPr>
        <p:spPr>
          <a:xfrm>
            <a:off x="1139871" y="360437"/>
            <a:ext cx="9871029" cy="263149"/>
          </a:xfrm>
          <a:noFill/>
        </p:spPr>
        <p:txBody>
          <a:bodyPr wrap="square" anchor="b">
            <a:noAutofit/>
          </a:bodyPr>
          <a:lstStyle>
            <a:lvl1pPr marL="0" indent="0">
              <a:lnSpc>
                <a:spcPct val="120000"/>
              </a:lnSpc>
              <a:spcBef>
                <a:spcPts val="0"/>
              </a:spcBef>
              <a:spcAft>
                <a:spcPts val="600"/>
              </a:spcAft>
              <a:buNone/>
              <a:defRPr sz="1200" b="0">
                <a:solidFill>
                  <a:schemeClr val="tx2"/>
                </a:solidFill>
              </a:defRPr>
            </a:lvl1pPr>
          </a:lstStyle>
          <a:p>
            <a:pPr lvl="0"/>
            <a:r>
              <a:rPr lang="fr-FR" dirty="0"/>
              <a:t>Titre ici. Par exemple « Références »</a:t>
            </a:r>
          </a:p>
        </p:txBody>
      </p:sp>
      <p:sp>
        <p:nvSpPr>
          <p:cNvPr id="9" name="object 11">
            <a:extLst>
              <a:ext uri="{FF2B5EF4-FFF2-40B4-BE49-F238E27FC236}">
                <a16:creationId xmlns:a16="http://schemas.microsoft.com/office/drawing/2014/main" id="{75432975-38A1-34A3-161C-B5559AC2CE4F}"/>
              </a:ext>
            </a:extLst>
          </p:cNvPr>
          <p:cNvSpPr/>
          <p:nvPr/>
        </p:nvSpPr>
        <p:spPr>
          <a:xfrm>
            <a:off x="11397941" y="0"/>
            <a:ext cx="794059" cy="6858000"/>
          </a:xfrm>
          <a:custGeom>
            <a:avLst/>
            <a:gdLst/>
            <a:ahLst/>
            <a:cxnLst/>
            <a:rect l="l" t="t" r="r" b="b"/>
            <a:pathLst>
              <a:path w="1309369" h="11308715">
                <a:moveTo>
                  <a:pt x="1308860" y="0"/>
                </a:moveTo>
                <a:lnTo>
                  <a:pt x="0" y="0"/>
                </a:lnTo>
                <a:lnTo>
                  <a:pt x="0" y="11308556"/>
                </a:lnTo>
                <a:lnTo>
                  <a:pt x="1308860" y="11308556"/>
                </a:lnTo>
                <a:lnTo>
                  <a:pt x="1308860" y="0"/>
                </a:lnTo>
                <a:close/>
              </a:path>
            </a:pathLst>
          </a:custGeom>
          <a:solidFill>
            <a:schemeClr val="bg1"/>
          </a:solidFill>
          <a:ln>
            <a:noFill/>
          </a:ln>
        </p:spPr>
        <p:txBody>
          <a:bodyPr wrap="square" lIns="0" tIns="0" rIns="0" bIns="0" rtlCol="0"/>
          <a:lstStyle/>
          <a:p>
            <a:endParaRPr sz="1092"/>
          </a:p>
        </p:txBody>
      </p:sp>
      <p:sp>
        <p:nvSpPr>
          <p:cNvPr id="10" name="object 14">
            <a:extLst>
              <a:ext uri="{FF2B5EF4-FFF2-40B4-BE49-F238E27FC236}">
                <a16:creationId xmlns:a16="http://schemas.microsoft.com/office/drawing/2014/main" id="{3A8DAE54-E3BA-3711-02E8-C63037E4FA48}"/>
              </a:ext>
            </a:extLst>
          </p:cNvPr>
          <p:cNvSpPr/>
          <p:nvPr/>
        </p:nvSpPr>
        <p:spPr>
          <a:xfrm>
            <a:off x="11397456" y="6063824"/>
            <a:ext cx="794059" cy="0"/>
          </a:xfrm>
          <a:custGeom>
            <a:avLst/>
            <a:gdLst/>
            <a:ahLst/>
            <a:cxnLst/>
            <a:rect l="l" t="t" r="r" b="b"/>
            <a:pathLst>
              <a:path w="1309369">
                <a:moveTo>
                  <a:pt x="0" y="0"/>
                </a:moveTo>
                <a:lnTo>
                  <a:pt x="1308860" y="0"/>
                </a:lnTo>
              </a:path>
            </a:pathLst>
          </a:custGeom>
          <a:ln w="7853">
            <a:solidFill>
              <a:schemeClr val="tx1"/>
            </a:solidFill>
          </a:ln>
        </p:spPr>
        <p:txBody>
          <a:bodyPr wrap="square" lIns="0" tIns="0" rIns="0" bIns="0" rtlCol="0"/>
          <a:lstStyle/>
          <a:p>
            <a:endParaRPr sz="1092"/>
          </a:p>
        </p:txBody>
      </p:sp>
      <p:pic>
        <p:nvPicPr>
          <p:cNvPr id="11" name="Graphique 10">
            <a:extLst>
              <a:ext uri="{FF2B5EF4-FFF2-40B4-BE49-F238E27FC236}">
                <a16:creationId xmlns:a16="http://schemas.microsoft.com/office/drawing/2014/main" id="{B7C30034-317F-737C-021A-621A1985322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646607" y="6340088"/>
            <a:ext cx="330919" cy="214383"/>
          </a:xfrm>
          <a:prstGeom prst="rect">
            <a:avLst/>
          </a:prstGeom>
        </p:spPr>
      </p:pic>
      <p:sp>
        <p:nvSpPr>
          <p:cNvPr id="12" name="Espace réservé du pied de page 4">
            <a:extLst>
              <a:ext uri="{FF2B5EF4-FFF2-40B4-BE49-F238E27FC236}">
                <a16:creationId xmlns:a16="http://schemas.microsoft.com/office/drawing/2014/main" id="{C50E992A-1405-8854-8AF0-FEAA73FA9C79}"/>
              </a:ext>
            </a:extLst>
          </p:cNvPr>
          <p:cNvSpPr>
            <a:spLocks noGrp="1"/>
          </p:cNvSpPr>
          <p:nvPr>
            <p:ph type="ftr" sz="quarter" idx="3"/>
          </p:nvPr>
        </p:nvSpPr>
        <p:spPr>
          <a:xfrm rot="16200000">
            <a:off x="9737570" y="2572960"/>
            <a:ext cx="4114800" cy="365125"/>
          </a:xfrm>
          <a:prstGeom prst="rect">
            <a:avLst/>
          </a:prstGeom>
        </p:spPr>
        <p:txBody>
          <a:bodyPr vert="horz" lIns="91440" tIns="45720" rIns="91440" bIns="45720" rtlCol="0" anchor="ctr"/>
          <a:lstStyle>
            <a:lvl1pPr>
              <a:defRPr lang="en-US" sz="728" dirty="0">
                <a:solidFill>
                  <a:schemeClr val="tx1"/>
                </a:solidFill>
                <a:latin typeface="Poppins" pitchFamily="2" charset="77"/>
                <a:cs typeface="Poppins" pitchFamily="2" charset="77"/>
              </a:defRPr>
            </a:lvl1pPr>
          </a:lstStyle>
          <a:p>
            <a:endParaRPr lang="fr-FR"/>
          </a:p>
        </p:txBody>
      </p:sp>
      <p:sp>
        <p:nvSpPr>
          <p:cNvPr id="13" name="Espace réservé du numéro de diapositive 18">
            <a:extLst>
              <a:ext uri="{FF2B5EF4-FFF2-40B4-BE49-F238E27FC236}">
                <a16:creationId xmlns:a16="http://schemas.microsoft.com/office/drawing/2014/main" id="{26598A63-2D28-D8DD-1DC0-E7F701D6B9EA}"/>
              </a:ext>
            </a:extLst>
          </p:cNvPr>
          <p:cNvSpPr>
            <a:spLocks noGrp="1"/>
          </p:cNvSpPr>
          <p:nvPr>
            <p:ph type="sldNum" sz="quarter" idx="4"/>
          </p:nvPr>
        </p:nvSpPr>
        <p:spPr>
          <a:xfrm>
            <a:off x="11588253" y="165403"/>
            <a:ext cx="420073" cy="365125"/>
          </a:xfrm>
          <a:prstGeom prst="rect">
            <a:avLst/>
          </a:prstGeom>
        </p:spPr>
        <p:txBody>
          <a:bodyPr/>
          <a:lstStyle>
            <a:lvl1pPr algn="ctr">
              <a:defRPr lang="en-US" sz="800" b="1" smtClean="0">
                <a:solidFill>
                  <a:schemeClr val="tx1"/>
                </a:solidFill>
                <a:latin typeface="Poppins" pitchFamily="2" charset="77"/>
                <a:cs typeface="Poppins" pitchFamily="2" charset="77"/>
              </a:defRPr>
            </a:lvl1pPr>
          </a:lstStyle>
          <a:p>
            <a:fld id="{DB34802F-08A5-CF4A-8AFE-09DC492A8170}" type="slidenum">
              <a:rPr lang="fr-FR" smtClean="0"/>
              <a:t>‹N°›</a:t>
            </a:fld>
            <a:endParaRPr lang="fr-FR"/>
          </a:p>
        </p:txBody>
      </p:sp>
      <p:sp>
        <p:nvSpPr>
          <p:cNvPr id="14" name="Titre 17">
            <a:extLst>
              <a:ext uri="{FF2B5EF4-FFF2-40B4-BE49-F238E27FC236}">
                <a16:creationId xmlns:a16="http://schemas.microsoft.com/office/drawing/2014/main" id="{AEC8C299-B4DA-4073-20FD-5B42FD13C9E9}"/>
              </a:ext>
            </a:extLst>
          </p:cNvPr>
          <p:cNvSpPr>
            <a:spLocks noGrp="1"/>
          </p:cNvSpPr>
          <p:nvPr>
            <p:ph type="title" hasCustomPrompt="1"/>
          </p:nvPr>
        </p:nvSpPr>
        <p:spPr>
          <a:xfrm>
            <a:off x="1139871" y="1726354"/>
            <a:ext cx="4079829" cy="291618"/>
          </a:xfrm>
          <a:noFill/>
        </p:spPr>
        <p:txBody>
          <a:bodyPr wrap="square" anchor="ctr" anchorCtr="0">
            <a:spAutoFit/>
          </a:bodyPr>
          <a:lstStyle>
            <a:lvl1pPr>
              <a:lnSpc>
                <a:spcPct val="90000"/>
              </a:lnSpc>
              <a:spcAft>
                <a:spcPts val="600"/>
              </a:spcAft>
              <a:defRPr sz="1400">
                <a:solidFill>
                  <a:schemeClr val="bg1"/>
                </a:solidFill>
              </a:defRPr>
            </a:lvl1pPr>
          </a:lstStyle>
          <a:p>
            <a:r>
              <a:rPr lang="fr-FR" dirty="0"/>
              <a:t>Titre ici. Exemple « La nature du projet »</a:t>
            </a:r>
          </a:p>
        </p:txBody>
      </p:sp>
      <p:sp>
        <p:nvSpPr>
          <p:cNvPr id="15" name="Espace réservé du texte 2">
            <a:extLst>
              <a:ext uri="{FF2B5EF4-FFF2-40B4-BE49-F238E27FC236}">
                <a16:creationId xmlns:a16="http://schemas.microsoft.com/office/drawing/2014/main" id="{C25E63FF-2254-17E4-25F1-E15C5A4956F9}"/>
              </a:ext>
            </a:extLst>
          </p:cNvPr>
          <p:cNvSpPr>
            <a:spLocks noGrp="1"/>
          </p:cNvSpPr>
          <p:nvPr>
            <p:ph idx="1" hasCustomPrompt="1"/>
          </p:nvPr>
        </p:nvSpPr>
        <p:spPr>
          <a:xfrm>
            <a:off x="1149927" y="2017972"/>
            <a:ext cx="4069773" cy="1912062"/>
          </a:xfrm>
          <a:prstGeom prst="rect">
            <a:avLst/>
          </a:prstGeom>
        </p:spPr>
        <p:txBody>
          <a:bodyPr vert="horz" wrap="square" lIns="91440" tIns="45720" rIns="91440" bIns="45720" rtlCol="0">
            <a:spAutoFit/>
          </a:bodyPr>
          <a:lstStyle>
            <a:lvl1pPr marL="0" indent="0">
              <a:lnSpc>
                <a:spcPct val="120000"/>
              </a:lnSpc>
              <a:spcBef>
                <a:spcPts val="0"/>
              </a:spcBef>
              <a:buClr>
                <a:schemeClr val="tx2"/>
              </a:buClr>
              <a:buNone/>
              <a:defRPr lang="fr-FR" dirty="0">
                <a:solidFill>
                  <a:schemeClr val="bg1"/>
                </a:solidFill>
                <a:latin typeface="Poppins" pitchFamily="2" charset="77"/>
                <a:cs typeface="Poppins" pitchFamily="2" charset="77"/>
              </a:defRPr>
            </a:lvl1pPr>
            <a:lvl2pPr>
              <a:lnSpc>
                <a:spcPct val="120000"/>
              </a:lnSpc>
              <a:spcBef>
                <a:spcPts val="0"/>
              </a:spcBef>
              <a:buClr>
                <a:schemeClr val="tx2"/>
              </a:buClr>
              <a:defRPr lang="fr-FR" dirty="0">
                <a:solidFill>
                  <a:schemeClr val="bg1"/>
                </a:solidFill>
                <a:latin typeface="Poppins" pitchFamily="2" charset="77"/>
                <a:cs typeface="Poppins" pitchFamily="2" charset="77"/>
              </a:defRPr>
            </a:lvl2pPr>
            <a:lvl3pPr>
              <a:lnSpc>
                <a:spcPct val="120000"/>
              </a:lnSpc>
              <a:spcBef>
                <a:spcPts val="0"/>
              </a:spcBef>
              <a:buClr>
                <a:schemeClr val="tx2"/>
              </a:buClr>
              <a:defRPr lang="fr-FR" dirty="0">
                <a:solidFill>
                  <a:schemeClr val="bg1"/>
                </a:solidFill>
                <a:latin typeface="Poppins" pitchFamily="2" charset="77"/>
                <a:cs typeface="Poppins" pitchFamily="2" charset="77"/>
              </a:defRPr>
            </a:lvl3pPr>
            <a:lvl4pPr>
              <a:lnSpc>
                <a:spcPct val="120000"/>
              </a:lnSpc>
              <a:spcBef>
                <a:spcPts val="0"/>
              </a:spcBef>
              <a:buClr>
                <a:schemeClr val="tx2"/>
              </a:buClr>
              <a:defRPr lang="fr-FR" dirty="0">
                <a:solidFill>
                  <a:schemeClr val="bg1"/>
                </a:solidFill>
                <a:latin typeface="Poppins" pitchFamily="2" charset="77"/>
                <a:cs typeface="Poppins" pitchFamily="2" charset="77"/>
              </a:defRPr>
            </a:lvl4pPr>
            <a:lvl5pPr>
              <a:lnSpc>
                <a:spcPct val="120000"/>
              </a:lnSpc>
              <a:spcBef>
                <a:spcPts val="0"/>
              </a:spcBef>
              <a:buClr>
                <a:schemeClr val="tx2"/>
              </a:buClr>
              <a:defRPr lang="fr-FR" dirty="0">
                <a:solidFill>
                  <a:schemeClr val="bg1"/>
                </a:solidFill>
                <a:latin typeface="Poppins" pitchFamily="2" charset="77"/>
                <a:cs typeface="Poppins" pitchFamily="2" charset="77"/>
              </a:defRPr>
            </a:lvl5pPr>
          </a:lstStyle>
          <a:p>
            <a:pPr lvl="0">
              <a:spcAft>
                <a:spcPts val="600"/>
              </a:spcAft>
            </a:pPr>
            <a:r>
              <a:rPr lang="fr-FR" dirty="0"/>
              <a:t>At </a:t>
            </a:r>
            <a:r>
              <a:rPr lang="fr-FR" dirty="0" err="1"/>
              <a:t>vero</a:t>
            </a:r>
            <a:r>
              <a:rPr lang="fr-FR" dirty="0"/>
              <a:t> </a:t>
            </a:r>
            <a:r>
              <a:rPr lang="fr-FR" dirty="0" err="1"/>
              <a:t>eos</a:t>
            </a:r>
            <a:r>
              <a:rPr lang="fr-FR" dirty="0"/>
              <a:t> et </a:t>
            </a:r>
            <a:r>
              <a:rPr lang="fr-FR" dirty="0" err="1"/>
              <a:t>accusamus</a:t>
            </a:r>
            <a:r>
              <a:rPr lang="fr-FR" dirty="0"/>
              <a:t> et </a:t>
            </a:r>
            <a:r>
              <a:rPr lang="fr-FR" dirty="0" err="1"/>
              <a:t>iusto</a:t>
            </a:r>
            <a:r>
              <a:rPr lang="fr-FR" dirty="0"/>
              <a:t> </a:t>
            </a:r>
            <a:r>
              <a:rPr lang="fr-FR" dirty="0" err="1"/>
              <a:t>odio</a:t>
            </a:r>
            <a:r>
              <a:rPr lang="fr-FR" dirty="0"/>
              <a:t> </a:t>
            </a:r>
            <a:r>
              <a:rPr lang="fr-FR" dirty="0" err="1"/>
              <a:t>dignissimos</a:t>
            </a:r>
            <a:r>
              <a:rPr lang="fr-FR" dirty="0"/>
              <a:t> </a:t>
            </a:r>
            <a:r>
              <a:rPr lang="fr-FR" dirty="0" err="1"/>
              <a:t>ducimus</a:t>
            </a:r>
            <a:r>
              <a:rPr lang="fr-FR" dirty="0"/>
              <a:t> qui </a:t>
            </a:r>
            <a:r>
              <a:rPr lang="fr-FR" dirty="0" err="1"/>
              <a:t>blanditiis</a:t>
            </a:r>
            <a:r>
              <a:rPr lang="fr-FR" dirty="0"/>
              <a:t> </a:t>
            </a:r>
            <a:r>
              <a:rPr lang="fr-FR" dirty="0" err="1"/>
              <a:t>praesentium</a:t>
            </a:r>
            <a:r>
              <a:rPr lang="fr-FR" dirty="0"/>
              <a:t> </a:t>
            </a:r>
            <a:r>
              <a:rPr lang="fr-FR" dirty="0" err="1"/>
              <a:t>voluptatum</a:t>
            </a:r>
            <a:r>
              <a:rPr lang="fr-FR" dirty="0"/>
              <a:t> </a:t>
            </a:r>
            <a:r>
              <a:rPr lang="fr-FR" dirty="0" err="1"/>
              <a:t>deleniti</a:t>
            </a:r>
            <a:r>
              <a:rPr lang="fr-FR" dirty="0"/>
              <a:t> </a:t>
            </a:r>
            <a:r>
              <a:rPr lang="fr-FR" dirty="0" err="1"/>
              <a:t>atque</a:t>
            </a:r>
            <a:r>
              <a:rPr lang="fr-FR" dirty="0"/>
              <a:t> </a:t>
            </a:r>
            <a:r>
              <a:rPr lang="fr-FR" dirty="0" err="1"/>
              <a:t>corrupti</a:t>
            </a:r>
            <a:r>
              <a:rPr lang="fr-FR" dirty="0"/>
              <a:t> </a:t>
            </a:r>
            <a:r>
              <a:rPr lang="fr-FR" dirty="0" err="1"/>
              <a:t>quos</a:t>
            </a:r>
            <a:r>
              <a:rPr lang="fr-FR" dirty="0"/>
              <a:t> </a:t>
            </a:r>
            <a:r>
              <a:rPr lang="fr-FR" dirty="0" err="1"/>
              <a:t>dolores</a:t>
            </a:r>
            <a:r>
              <a:rPr lang="fr-FR" dirty="0"/>
              <a:t> et </a:t>
            </a:r>
            <a:r>
              <a:rPr lang="fr-FR" dirty="0" err="1"/>
              <a:t>quas</a:t>
            </a:r>
            <a:r>
              <a:rPr lang="fr-FR" dirty="0"/>
              <a:t> </a:t>
            </a:r>
            <a:r>
              <a:rPr lang="fr-FR" dirty="0" err="1"/>
              <a:t>molestias</a:t>
            </a:r>
            <a:r>
              <a:rPr lang="fr-FR" dirty="0"/>
              <a:t> </a:t>
            </a:r>
            <a:r>
              <a:rPr lang="fr-FR" dirty="0" err="1"/>
              <a:t>excepturi</a:t>
            </a:r>
            <a:r>
              <a:rPr lang="fr-FR" dirty="0"/>
              <a:t> </a:t>
            </a:r>
            <a:r>
              <a:rPr lang="fr-FR" dirty="0" err="1"/>
              <a:t>sint</a:t>
            </a:r>
            <a:r>
              <a:rPr lang="fr-FR" dirty="0"/>
              <a:t> </a:t>
            </a:r>
            <a:r>
              <a:rPr lang="fr-FR" dirty="0" err="1"/>
              <a:t>occaecati</a:t>
            </a:r>
            <a:r>
              <a:rPr lang="fr-FR" dirty="0"/>
              <a:t> </a:t>
            </a:r>
            <a:r>
              <a:rPr lang="fr-FR" dirty="0" err="1"/>
              <a:t>cupiditate</a:t>
            </a:r>
            <a:r>
              <a:rPr lang="fr-FR" dirty="0"/>
              <a:t> non provident, </a:t>
            </a:r>
            <a:r>
              <a:rPr lang="fr-FR" dirty="0" err="1"/>
              <a:t>similique</a:t>
            </a:r>
            <a:r>
              <a:rPr lang="fr-FR" dirty="0"/>
              <a:t> </a:t>
            </a:r>
            <a:r>
              <a:rPr lang="fr-FR" dirty="0" err="1"/>
              <a:t>sunt</a:t>
            </a:r>
            <a:r>
              <a:rPr lang="fr-FR" dirty="0"/>
              <a:t> in culpa qui officia </a:t>
            </a:r>
            <a:r>
              <a:rPr lang="fr-FR" dirty="0" err="1"/>
              <a:t>deserunt</a:t>
            </a:r>
            <a:r>
              <a:rPr lang="fr-FR" dirty="0"/>
              <a:t> </a:t>
            </a:r>
            <a:r>
              <a:rPr lang="fr-FR" dirty="0" err="1"/>
              <a:t>mollitia</a:t>
            </a:r>
            <a:r>
              <a:rPr lang="fr-FR" dirty="0"/>
              <a:t> </a:t>
            </a:r>
            <a:r>
              <a:rPr lang="fr-FR" dirty="0" err="1"/>
              <a:t>animi</a:t>
            </a:r>
            <a:r>
              <a:rPr lang="fr-FR" dirty="0"/>
              <a:t>, id est </a:t>
            </a:r>
            <a:r>
              <a:rPr lang="fr-FR" dirty="0" err="1"/>
              <a:t>laborum</a:t>
            </a:r>
            <a:r>
              <a:rPr lang="fr-FR" dirty="0"/>
              <a:t> et </a:t>
            </a:r>
            <a:r>
              <a:rPr lang="fr-FR" dirty="0" err="1"/>
              <a:t>dolorum</a:t>
            </a:r>
            <a:r>
              <a:rPr lang="fr-FR" dirty="0"/>
              <a:t> </a:t>
            </a:r>
            <a:r>
              <a:rPr lang="fr-FR" dirty="0" err="1"/>
              <a:t>fuga</a:t>
            </a:r>
            <a:r>
              <a:rPr lang="fr-FR" dirty="0"/>
              <a:t>. Et </a:t>
            </a:r>
            <a:r>
              <a:rPr lang="fr-FR" dirty="0" err="1"/>
              <a:t>harum</a:t>
            </a:r>
            <a:r>
              <a:rPr lang="fr-FR" dirty="0"/>
              <a:t> </a:t>
            </a:r>
            <a:r>
              <a:rPr lang="fr-FR" dirty="0" err="1"/>
              <a:t>quidem</a:t>
            </a:r>
            <a:r>
              <a:rPr lang="fr-FR" dirty="0"/>
              <a:t> </a:t>
            </a:r>
            <a:r>
              <a:rPr lang="fr-FR" dirty="0" err="1"/>
              <a:t>rerum</a:t>
            </a:r>
            <a:r>
              <a:rPr lang="fr-FR" dirty="0"/>
              <a:t> </a:t>
            </a:r>
            <a:r>
              <a:rPr lang="fr-FR" dirty="0" err="1"/>
              <a:t>facilis</a:t>
            </a:r>
            <a:r>
              <a:rPr lang="fr-FR" dirty="0"/>
              <a:t> est et </a:t>
            </a:r>
            <a:r>
              <a:rPr lang="fr-FR" dirty="0" err="1"/>
              <a:t>expedita</a:t>
            </a:r>
            <a:r>
              <a:rPr lang="fr-FR" dirty="0"/>
              <a:t> </a:t>
            </a:r>
            <a:r>
              <a:rPr lang="fr-FR" dirty="0" err="1"/>
              <a:t>distinctio</a:t>
            </a:r>
            <a:r>
              <a:rPr lang="fr-FR" dirty="0"/>
              <a:t>. Nam libero </a:t>
            </a:r>
            <a:r>
              <a:rPr lang="fr-FR" dirty="0" err="1"/>
              <a:t>tempore</a:t>
            </a:r>
            <a:r>
              <a:rPr lang="fr-FR" dirty="0"/>
              <a:t>, cum </a:t>
            </a:r>
            <a:r>
              <a:rPr lang="fr-FR" dirty="0" err="1"/>
              <a:t>soluta</a:t>
            </a:r>
            <a:r>
              <a:rPr lang="fr-FR" dirty="0"/>
              <a:t> </a:t>
            </a:r>
            <a:r>
              <a:rPr lang="fr-FR" dirty="0" err="1"/>
              <a:t>nobis</a:t>
            </a:r>
            <a:r>
              <a:rPr lang="fr-FR" dirty="0"/>
              <a:t> est </a:t>
            </a:r>
            <a:r>
              <a:rPr lang="fr-FR" dirty="0" err="1"/>
              <a:t>eligendi</a:t>
            </a:r>
            <a:r>
              <a:rPr lang="fr-FR" dirty="0"/>
              <a:t> </a:t>
            </a:r>
            <a:r>
              <a:rPr lang="fr-FR" dirty="0" err="1"/>
              <a:t>optio</a:t>
            </a:r>
            <a:r>
              <a:rPr lang="fr-FR" dirty="0"/>
              <a:t> </a:t>
            </a:r>
            <a:r>
              <a:rPr lang="fr-FR" dirty="0" err="1"/>
              <a:t>cumque</a:t>
            </a:r>
            <a:r>
              <a:rPr lang="fr-FR" dirty="0"/>
              <a:t> nihil </a:t>
            </a:r>
            <a:r>
              <a:rPr lang="fr-FR" dirty="0" err="1"/>
              <a:t>impedit</a:t>
            </a:r>
            <a:r>
              <a:rPr lang="fr-FR" dirty="0"/>
              <a:t> quo minus id</a:t>
            </a:r>
          </a:p>
        </p:txBody>
      </p:sp>
    </p:spTree>
    <p:extLst>
      <p:ext uri="{BB962C8B-B14F-4D97-AF65-F5344CB8AC3E}">
        <p14:creationId xmlns:p14="http://schemas.microsoft.com/office/powerpoint/2010/main" val="79289208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BEF26B9-9DEF-8057-BE8D-EE0FC8A69B33}"/>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a:extLst>
              <a:ext uri="{FF2B5EF4-FFF2-40B4-BE49-F238E27FC236}">
                <a16:creationId xmlns:a16="http://schemas.microsoft.com/office/drawing/2014/main" id="{32CB3BC5-4DBB-5857-0BDF-04E64D24473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A885E51E-D992-2FF9-958B-DE8397135304}"/>
              </a:ext>
            </a:extLst>
          </p:cNvPr>
          <p:cNvSpPr>
            <a:spLocks noGrp="1"/>
          </p:cNvSpPr>
          <p:nvPr>
            <p:ph type="dt" sz="half" idx="10"/>
          </p:nvPr>
        </p:nvSpPr>
        <p:spPr/>
        <p:txBody>
          <a:bodyPr/>
          <a:lstStyle/>
          <a:p>
            <a:fld id="{359F3E10-F6E5-0247-A419-1A8ECEBBDEE4}" type="datetimeFigureOut">
              <a:rPr lang="fr-FR" smtClean="0"/>
              <a:t>13/11/2024</a:t>
            </a:fld>
            <a:endParaRPr lang="fr-FR"/>
          </a:p>
        </p:txBody>
      </p:sp>
      <p:sp>
        <p:nvSpPr>
          <p:cNvPr id="5" name="Espace réservé du pied de page 4">
            <a:extLst>
              <a:ext uri="{FF2B5EF4-FFF2-40B4-BE49-F238E27FC236}">
                <a16:creationId xmlns:a16="http://schemas.microsoft.com/office/drawing/2014/main" id="{8F77D4D1-31BC-953D-4196-FE3073EC1D2D}"/>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86CC2C05-5095-6752-D0CA-DA0D082761D9}"/>
              </a:ext>
            </a:extLst>
          </p:cNvPr>
          <p:cNvSpPr>
            <a:spLocks noGrp="1"/>
          </p:cNvSpPr>
          <p:nvPr>
            <p:ph type="sldNum" sz="quarter" idx="12"/>
          </p:nvPr>
        </p:nvSpPr>
        <p:spPr/>
        <p:txBody>
          <a:bodyPr/>
          <a:lstStyle/>
          <a:p>
            <a:fld id="{DB34802F-08A5-CF4A-8AFE-09DC492A8170}" type="slidenum">
              <a:rPr lang="fr-FR" smtClean="0"/>
              <a:t>‹N°›</a:t>
            </a:fld>
            <a:endParaRPr lang="fr-FR"/>
          </a:p>
        </p:txBody>
      </p:sp>
    </p:spTree>
    <p:extLst>
      <p:ext uri="{BB962C8B-B14F-4D97-AF65-F5344CB8AC3E}">
        <p14:creationId xmlns:p14="http://schemas.microsoft.com/office/powerpoint/2010/main" val="175047438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Référence par défaut Light">
    <p:spTree>
      <p:nvGrpSpPr>
        <p:cNvPr id="1" name=""/>
        <p:cNvGrpSpPr/>
        <p:nvPr/>
      </p:nvGrpSpPr>
      <p:grpSpPr>
        <a:xfrm>
          <a:off x="0" y="0"/>
          <a:ext cx="0" cy="0"/>
          <a:chOff x="0" y="0"/>
          <a:chExt cx="0" cy="0"/>
        </a:xfrm>
      </p:grpSpPr>
      <p:pic>
        <p:nvPicPr>
          <p:cNvPr id="17" name="Image 16">
            <a:extLst>
              <a:ext uri="{FF2B5EF4-FFF2-40B4-BE49-F238E27FC236}">
                <a16:creationId xmlns:a16="http://schemas.microsoft.com/office/drawing/2014/main" id="{E325A0B9-21A3-9A34-FBF7-D6585C2C6E7A}"/>
              </a:ext>
            </a:extLst>
          </p:cNvPr>
          <p:cNvPicPr>
            <a:picLocks noChangeAspect="1"/>
          </p:cNvPicPr>
          <p:nvPr/>
        </p:nvPicPr>
        <p:blipFill>
          <a:blip r:embed="rId2"/>
          <a:srcRect/>
          <a:stretch/>
        </p:blipFill>
        <p:spPr>
          <a:xfrm>
            <a:off x="3744" y="-192"/>
            <a:ext cx="12173695" cy="6857998"/>
          </a:xfrm>
          <a:prstGeom prst="rect">
            <a:avLst/>
          </a:prstGeom>
        </p:spPr>
      </p:pic>
      <p:sp>
        <p:nvSpPr>
          <p:cNvPr id="4" name="object 11">
            <a:extLst>
              <a:ext uri="{FF2B5EF4-FFF2-40B4-BE49-F238E27FC236}">
                <a16:creationId xmlns:a16="http://schemas.microsoft.com/office/drawing/2014/main" id="{10D34413-DA51-D9D8-29E8-6DE8F8A5EFCE}"/>
              </a:ext>
            </a:extLst>
          </p:cNvPr>
          <p:cNvSpPr/>
          <p:nvPr/>
        </p:nvSpPr>
        <p:spPr>
          <a:xfrm>
            <a:off x="11397941" y="0"/>
            <a:ext cx="794059" cy="6857615"/>
          </a:xfrm>
          <a:custGeom>
            <a:avLst/>
            <a:gdLst/>
            <a:ahLst/>
            <a:cxnLst/>
            <a:rect l="l" t="t" r="r" b="b"/>
            <a:pathLst>
              <a:path w="1309369" h="11308715">
                <a:moveTo>
                  <a:pt x="1308860" y="0"/>
                </a:moveTo>
                <a:lnTo>
                  <a:pt x="0" y="0"/>
                </a:lnTo>
                <a:lnTo>
                  <a:pt x="0" y="11308556"/>
                </a:lnTo>
                <a:lnTo>
                  <a:pt x="1308860" y="11308556"/>
                </a:lnTo>
                <a:lnTo>
                  <a:pt x="1308860" y="0"/>
                </a:lnTo>
                <a:close/>
              </a:path>
            </a:pathLst>
          </a:custGeom>
          <a:solidFill>
            <a:schemeClr val="tx1"/>
          </a:solidFill>
          <a:ln>
            <a:noFill/>
          </a:ln>
        </p:spPr>
        <p:txBody>
          <a:bodyPr wrap="square" lIns="0" tIns="0" rIns="0" bIns="0" rtlCol="0"/>
          <a:lstStyle/>
          <a:p>
            <a:endParaRPr sz="1092"/>
          </a:p>
        </p:txBody>
      </p:sp>
      <p:sp>
        <p:nvSpPr>
          <p:cNvPr id="2" name="Espace réservé du pied de page 4">
            <a:extLst>
              <a:ext uri="{FF2B5EF4-FFF2-40B4-BE49-F238E27FC236}">
                <a16:creationId xmlns:a16="http://schemas.microsoft.com/office/drawing/2014/main" id="{97ADE9E6-DC8A-B79F-0E6A-9D6F3EC57782}"/>
              </a:ext>
            </a:extLst>
          </p:cNvPr>
          <p:cNvSpPr>
            <a:spLocks noGrp="1"/>
          </p:cNvSpPr>
          <p:nvPr>
            <p:ph type="ftr" sz="quarter" idx="3"/>
          </p:nvPr>
        </p:nvSpPr>
        <p:spPr>
          <a:xfrm rot="16200000">
            <a:off x="9737570" y="2572960"/>
            <a:ext cx="4114800" cy="365125"/>
          </a:xfrm>
          <a:prstGeom prst="rect">
            <a:avLst/>
          </a:prstGeom>
        </p:spPr>
        <p:txBody>
          <a:bodyPr vert="horz" lIns="91440" tIns="45720" rIns="91440" bIns="45720" rtlCol="0" anchor="ctr"/>
          <a:lstStyle>
            <a:lvl1pPr>
              <a:defRPr lang="en-US" sz="728" dirty="0">
                <a:solidFill>
                  <a:schemeClr val="bg1"/>
                </a:solidFill>
                <a:latin typeface="Poppins" pitchFamily="2" charset="77"/>
                <a:cs typeface="Poppins" pitchFamily="2" charset="77"/>
              </a:defRPr>
            </a:lvl1pPr>
          </a:lstStyle>
          <a:p>
            <a:pPr algn="r"/>
            <a:r>
              <a:rPr lang="fr-FR"/>
              <a:t>Architectes des grandes transformations</a:t>
            </a:r>
            <a:endParaRPr lang="fr-US"/>
          </a:p>
        </p:txBody>
      </p:sp>
      <p:sp>
        <p:nvSpPr>
          <p:cNvPr id="3" name="Espace réservé du numéro de diapositive 18">
            <a:extLst>
              <a:ext uri="{FF2B5EF4-FFF2-40B4-BE49-F238E27FC236}">
                <a16:creationId xmlns:a16="http://schemas.microsoft.com/office/drawing/2014/main" id="{40599553-1744-B948-F679-B18C359A2A19}"/>
              </a:ext>
            </a:extLst>
          </p:cNvPr>
          <p:cNvSpPr>
            <a:spLocks noGrp="1"/>
          </p:cNvSpPr>
          <p:nvPr>
            <p:ph type="sldNum" sz="quarter" idx="4"/>
          </p:nvPr>
        </p:nvSpPr>
        <p:spPr>
          <a:xfrm>
            <a:off x="11588253" y="165403"/>
            <a:ext cx="420073" cy="365125"/>
          </a:xfrm>
          <a:prstGeom prst="rect">
            <a:avLst/>
          </a:prstGeom>
        </p:spPr>
        <p:txBody>
          <a:bodyPr/>
          <a:lstStyle>
            <a:lvl1pPr algn="ctr">
              <a:defRPr lang="en-US" sz="800" b="1" smtClean="0">
                <a:solidFill>
                  <a:schemeClr val="bg1"/>
                </a:solidFill>
                <a:latin typeface="Poppins" pitchFamily="2" charset="77"/>
                <a:cs typeface="Poppins" pitchFamily="2" charset="77"/>
              </a:defRPr>
            </a:lvl1pPr>
          </a:lstStyle>
          <a:p>
            <a:fld id="{8042310B-17DC-C845-9B99-8FE29D3E9696}" type="slidenum">
              <a:rPr lang="fr-FR" smtClean="0"/>
              <a:pPr/>
              <a:t>‹N°›</a:t>
            </a:fld>
            <a:endParaRPr lang="fr-FR" dirty="0"/>
          </a:p>
        </p:txBody>
      </p:sp>
      <p:sp>
        <p:nvSpPr>
          <p:cNvPr id="5" name="object 14">
            <a:extLst>
              <a:ext uri="{FF2B5EF4-FFF2-40B4-BE49-F238E27FC236}">
                <a16:creationId xmlns:a16="http://schemas.microsoft.com/office/drawing/2014/main" id="{0BEBFB05-8DE3-A267-9D37-864C2BE599F7}"/>
              </a:ext>
            </a:extLst>
          </p:cNvPr>
          <p:cNvSpPr/>
          <p:nvPr/>
        </p:nvSpPr>
        <p:spPr>
          <a:xfrm>
            <a:off x="11397456" y="6063824"/>
            <a:ext cx="794059" cy="0"/>
          </a:xfrm>
          <a:custGeom>
            <a:avLst/>
            <a:gdLst/>
            <a:ahLst/>
            <a:cxnLst/>
            <a:rect l="l" t="t" r="r" b="b"/>
            <a:pathLst>
              <a:path w="1309369">
                <a:moveTo>
                  <a:pt x="0" y="0"/>
                </a:moveTo>
                <a:lnTo>
                  <a:pt x="1308860" y="0"/>
                </a:lnTo>
              </a:path>
            </a:pathLst>
          </a:custGeom>
          <a:ln w="7853">
            <a:solidFill>
              <a:schemeClr val="bg1"/>
            </a:solidFill>
          </a:ln>
        </p:spPr>
        <p:txBody>
          <a:bodyPr wrap="square" lIns="0" tIns="0" rIns="0" bIns="0" rtlCol="0"/>
          <a:lstStyle/>
          <a:p>
            <a:endParaRPr sz="1092"/>
          </a:p>
        </p:txBody>
      </p:sp>
      <p:grpSp>
        <p:nvGrpSpPr>
          <p:cNvPr id="6" name="Graphique 21">
            <a:extLst>
              <a:ext uri="{FF2B5EF4-FFF2-40B4-BE49-F238E27FC236}">
                <a16:creationId xmlns:a16="http://schemas.microsoft.com/office/drawing/2014/main" id="{53708514-84A2-1B09-3C16-DCBB1DDB6761}"/>
              </a:ext>
            </a:extLst>
          </p:cNvPr>
          <p:cNvGrpSpPr/>
          <p:nvPr/>
        </p:nvGrpSpPr>
        <p:grpSpPr>
          <a:xfrm>
            <a:off x="11646607" y="6340088"/>
            <a:ext cx="329427" cy="214383"/>
            <a:chOff x="19204770" y="10455275"/>
            <a:chExt cx="543212" cy="353534"/>
          </a:xfrm>
        </p:grpSpPr>
        <p:sp>
          <p:nvSpPr>
            <p:cNvPr id="7" name="Forme libre : forme 3">
              <a:extLst>
                <a:ext uri="{FF2B5EF4-FFF2-40B4-BE49-F238E27FC236}">
                  <a16:creationId xmlns:a16="http://schemas.microsoft.com/office/drawing/2014/main" id="{31C42F6D-7A13-B8E3-17A5-85FE87D2A64D}"/>
                </a:ext>
              </a:extLst>
            </p:cNvPr>
            <p:cNvSpPr/>
            <p:nvPr/>
          </p:nvSpPr>
          <p:spPr>
            <a:xfrm>
              <a:off x="19204770" y="10455275"/>
              <a:ext cx="373208" cy="353534"/>
            </a:xfrm>
            <a:custGeom>
              <a:avLst/>
              <a:gdLst>
                <a:gd name="connsiteX0" fmla="*/ 187219 w 373208"/>
                <a:gd name="connsiteY0" fmla="*/ 0 h 353534"/>
                <a:gd name="connsiteX1" fmla="*/ 0 w 373208"/>
                <a:gd name="connsiteY1" fmla="*/ 177228 h 353534"/>
                <a:gd name="connsiteX2" fmla="*/ 185990 w 373208"/>
                <a:gd name="connsiteY2" fmla="*/ 353534 h 353534"/>
                <a:gd name="connsiteX3" fmla="*/ 373209 w 373208"/>
                <a:gd name="connsiteY3" fmla="*/ 175998 h 353534"/>
                <a:gd name="connsiteX4" fmla="*/ 187219 w 373208"/>
                <a:gd name="connsiteY4" fmla="*/ 0 h 353534"/>
                <a:gd name="connsiteX5" fmla="*/ 187219 w 373208"/>
                <a:gd name="connsiteY5" fmla="*/ 252777 h 353534"/>
                <a:gd name="connsiteX6" fmla="*/ 115437 w 373208"/>
                <a:gd name="connsiteY6" fmla="*/ 175922 h 353534"/>
                <a:gd name="connsiteX7" fmla="*/ 185990 w 373208"/>
                <a:gd name="connsiteY7" fmla="*/ 100373 h 353534"/>
                <a:gd name="connsiteX8" fmla="*/ 257772 w 373208"/>
                <a:gd name="connsiteY8" fmla="*/ 177228 h 353534"/>
                <a:gd name="connsiteX9" fmla="*/ 187219 w 373208"/>
                <a:gd name="connsiteY9" fmla="*/ 252777 h 353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73208" h="353534">
                  <a:moveTo>
                    <a:pt x="187219" y="0"/>
                  </a:moveTo>
                  <a:cubicBezTo>
                    <a:pt x="78623" y="0"/>
                    <a:pt x="0" y="81159"/>
                    <a:pt x="0" y="177228"/>
                  </a:cubicBezTo>
                  <a:cubicBezTo>
                    <a:pt x="0" y="273297"/>
                    <a:pt x="78008" y="353534"/>
                    <a:pt x="185990" y="353534"/>
                  </a:cubicBezTo>
                  <a:cubicBezTo>
                    <a:pt x="293971" y="353534"/>
                    <a:pt x="373209" y="272144"/>
                    <a:pt x="373209" y="175998"/>
                  </a:cubicBezTo>
                  <a:cubicBezTo>
                    <a:pt x="373209" y="79853"/>
                    <a:pt x="295201" y="0"/>
                    <a:pt x="187219" y="0"/>
                  </a:cubicBezTo>
                  <a:moveTo>
                    <a:pt x="187219" y="252777"/>
                  </a:moveTo>
                  <a:cubicBezTo>
                    <a:pt x="145410" y="252777"/>
                    <a:pt x="115437" y="217193"/>
                    <a:pt x="115437" y="175922"/>
                  </a:cubicBezTo>
                  <a:cubicBezTo>
                    <a:pt x="115437" y="134650"/>
                    <a:pt x="142951" y="100373"/>
                    <a:pt x="185990" y="100373"/>
                  </a:cubicBezTo>
                  <a:cubicBezTo>
                    <a:pt x="227799" y="100373"/>
                    <a:pt x="257772" y="135957"/>
                    <a:pt x="257772" y="177228"/>
                  </a:cubicBezTo>
                  <a:cubicBezTo>
                    <a:pt x="257772" y="218499"/>
                    <a:pt x="230566" y="252777"/>
                    <a:pt x="187219" y="252777"/>
                  </a:cubicBezTo>
                </a:path>
              </a:pathLst>
            </a:custGeom>
            <a:solidFill>
              <a:schemeClr val="bg1"/>
            </a:solidFill>
            <a:ln w="7647" cap="flat">
              <a:noFill/>
              <a:prstDash val="solid"/>
              <a:miter/>
            </a:ln>
          </p:spPr>
          <p:txBody>
            <a:bodyPr rtlCol="0" anchor="ctr"/>
            <a:lstStyle/>
            <a:p>
              <a:endParaRPr lang="fr-FR" sz="1092"/>
            </a:p>
          </p:txBody>
        </p:sp>
        <p:sp>
          <p:nvSpPr>
            <p:cNvPr id="8" name="Forme libre : forme 4">
              <a:extLst>
                <a:ext uri="{FF2B5EF4-FFF2-40B4-BE49-F238E27FC236}">
                  <a16:creationId xmlns:a16="http://schemas.microsoft.com/office/drawing/2014/main" id="{47A73EB0-AB80-9491-022A-C1D2B9AF734E}"/>
                </a:ext>
              </a:extLst>
            </p:cNvPr>
            <p:cNvSpPr/>
            <p:nvPr/>
          </p:nvSpPr>
          <p:spPr>
            <a:xfrm>
              <a:off x="19603033" y="10663629"/>
              <a:ext cx="144948" cy="144948"/>
            </a:xfrm>
            <a:custGeom>
              <a:avLst/>
              <a:gdLst>
                <a:gd name="connsiteX0" fmla="*/ 144949 w 144948"/>
                <a:gd name="connsiteY0" fmla="*/ 72474 h 144948"/>
                <a:gd name="connsiteX1" fmla="*/ 72474 w 144948"/>
                <a:gd name="connsiteY1" fmla="*/ 144949 h 144948"/>
                <a:gd name="connsiteX2" fmla="*/ 0 w 144948"/>
                <a:gd name="connsiteY2" fmla="*/ 72474 h 144948"/>
                <a:gd name="connsiteX3" fmla="*/ 72474 w 144948"/>
                <a:gd name="connsiteY3" fmla="*/ 0 h 144948"/>
                <a:gd name="connsiteX4" fmla="*/ 144949 w 144948"/>
                <a:gd name="connsiteY4" fmla="*/ 72474 h 1449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4948" h="144948">
                  <a:moveTo>
                    <a:pt x="144949" y="72474"/>
                  </a:moveTo>
                  <a:cubicBezTo>
                    <a:pt x="144949" y="112501"/>
                    <a:pt x="112501" y="144949"/>
                    <a:pt x="72474" y="144949"/>
                  </a:cubicBezTo>
                  <a:cubicBezTo>
                    <a:pt x="32448" y="144949"/>
                    <a:pt x="0" y="112501"/>
                    <a:pt x="0" y="72474"/>
                  </a:cubicBezTo>
                  <a:cubicBezTo>
                    <a:pt x="0" y="32448"/>
                    <a:pt x="32448" y="0"/>
                    <a:pt x="72474" y="0"/>
                  </a:cubicBezTo>
                  <a:cubicBezTo>
                    <a:pt x="112501" y="0"/>
                    <a:pt x="144949" y="32448"/>
                    <a:pt x="144949" y="72474"/>
                  </a:cubicBezTo>
                </a:path>
              </a:pathLst>
            </a:custGeom>
            <a:solidFill>
              <a:srgbClr val="0099D9"/>
            </a:solidFill>
            <a:ln w="7647" cap="flat">
              <a:noFill/>
              <a:prstDash val="solid"/>
              <a:miter/>
            </a:ln>
          </p:spPr>
          <p:txBody>
            <a:bodyPr rtlCol="0" anchor="ctr"/>
            <a:lstStyle/>
            <a:p>
              <a:endParaRPr lang="fr-FR" sz="1092"/>
            </a:p>
          </p:txBody>
        </p:sp>
      </p:grpSp>
      <p:sp>
        <p:nvSpPr>
          <p:cNvPr id="20" name="Espace réservé du texte 22">
            <a:extLst>
              <a:ext uri="{FF2B5EF4-FFF2-40B4-BE49-F238E27FC236}">
                <a16:creationId xmlns:a16="http://schemas.microsoft.com/office/drawing/2014/main" id="{8C8EBFD8-2352-3161-FECA-F5229C0183A6}"/>
              </a:ext>
            </a:extLst>
          </p:cNvPr>
          <p:cNvSpPr>
            <a:spLocks noGrp="1"/>
          </p:cNvSpPr>
          <p:nvPr>
            <p:ph type="body" sz="quarter" idx="17" hasCustomPrompt="1"/>
          </p:nvPr>
        </p:nvSpPr>
        <p:spPr>
          <a:xfrm>
            <a:off x="1139871" y="360437"/>
            <a:ext cx="9871029" cy="263149"/>
          </a:xfrm>
          <a:noFill/>
        </p:spPr>
        <p:txBody>
          <a:bodyPr wrap="square" anchor="b">
            <a:noAutofit/>
          </a:bodyPr>
          <a:lstStyle>
            <a:lvl1pPr marL="0" indent="0">
              <a:lnSpc>
                <a:spcPct val="120000"/>
              </a:lnSpc>
              <a:spcBef>
                <a:spcPts val="0"/>
              </a:spcBef>
              <a:spcAft>
                <a:spcPts val="600"/>
              </a:spcAft>
              <a:buNone/>
              <a:defRPr sz="1200" b="0">
                <a:solidFill>
                  <a:schemeClr val="tx2"/>
                </a:solidFill>
              </a:defRPr>
            </a:lvl1pPr>
          </a:lstStyle>
          <a:p>
            <a:pPr lvl="0"/>
            <a:r>
              <a:rPr lang="fr-FR" dirty="0"/>
              <a:t>Titre ici. Par exemple « Références »</a:t>
            </a:r>
          </a:p>
        </p:txBody>
      </p:sp>
      <p:sp>
        <p:nvSpPr>
          <p:cNvPr id="14" name="Titre 17">
            <a:extLst>
              <a:ext uri="{FF2B5EF4-FFF2-40B4-BE49-F238E27FC236}">
                <a16:creationId xmlns:a16="http://schemas.microsoft.com/office/drawing/2014/main" id="{2D14840F-86D9-954E-2B3D-9A65384FEE83}"/>
              </a:ext>
            </a:extLst>
          </p:cNvPr>
          <p:cNvSpPr>
            <a:spLocks noGrp="1"/>
          </p:cNvSpPr>
          <p:nvPr>
            <p:ph type="title" hasCustomPrompt="1"/>
          </p:nvPr>
        </p:nvSpPr>
        <p:spPr>
          <a:xfrm>
            <a:off x="1139871" y="1726354"/>
            <a:ext cx="4079829" cy="291618"/>
          </a:xfrm>
          <a:noFill/>
        </p:spPr>
        <p:txBody>
          <a:bodyPr wrap="square" anchor="ctr" anchorCtr="0">
            <a:spAutoFit/>
          </a:bodyPr>
          <a:lstStyle>
            <a:lvl1pPr>
              <a:lnSpc>
                <a:spcPct val="90000"/>
              </a:lnSpc>
              <a:spcAft>
                <a:spcPts val="600"/>
              </a:spcAft>
              <a:defRPr sz="1400">
                <a:solidFill>
                  <a:schemeClr val="tx1"/>
                </a:solidFill>
              </a:defRPr>
            </a:lvl1pPr>
          </a:lstStyle>
          <a:p>
            <a:r>
              <a:rPr lang="fr-FR" dirty="0"/>
              <a:t>Titre ici. Exemple « La nature du projet »</a:t>
            </a:r>
          </a:p>
        </p:txBody>
      </p:sp>
      <p:sp>
        <p:nvSpPr>
          <p:cNvPr id="15" name="Espace réservé du texte 2">
            <a:extLst>
              <a:ext uri="{FF2B5EF4-FFF2-40B4-BE49-F238E27FC236}">
                <a16:creationId xmlns:a16="http://schemas.microsoft.com/office/drawing/2014/main" id="{77A167B1-0C7C-1A8B-0D2F-918EB0F2044C}"/>
              </a:ext>
            </a:extLst>
          </p:cNvPr>
          <p:cNvSpPr>
            <a:spLocks noGrp="1"/>
          </p:cNvSpPr>
          <p:nvPr>
            <p:ph idx="1" hasCustomPrompt="1"/>
          </p:nvPr>
        </p:nvSpPr>
        <p:spPr>
          <a:xfrm>
            <a:off x="1149927" y="2017972"/>
            <a:ext cx="4069773" cy="1912062"/>
          </a:xfrm>
          <a:prstGeom prst="rect">
            <a:avLst/>
          </a:prstGeom>
        </p:spPr>
        <p:txBody>
          <a:bodyPr vert="horz" wrap="square" lIns="91440" tIns="45720" rIns="91440" bIns="45720" rtlCol="0">
            <a:spAutoFit/>
          </a:bodyPr>
          <a:lstStyle>
            <a:lvl1pPr marL="0" indent="0">
              <a:lnSpc>
                <a:spcPct val="120000"/>
              </a:lnSpc>
              <a:spcBef>
                <a:spcPts val="0"/>
              </a:spcBef>
              <a:buClr>
                <a:schemeClr val="tx2"/>
              </a:buClr>
              <a:buNone/>
              <a:defRPr lang="fr-FR" dirty="0">
                <a:solidFill>
                  <a:schemeClr val="tx1"/>
                </a:solidFill>
                <a:latin typeface="Poppins" pitchFamily="2" charset="77"/>
                <a:cs typeface="Poppins" pitchFamily="2" charset="77"/>
              </a:defRPr>
            </a:lvl1pPr>
            <a:lvl2pPr>
              <a:lnSpc>
                <a:spcPct val="120000"/>
              </a:lnSpc>
              <a:spcBef>
                <a:spcPts val="0"/>
              </a:spcBef>
              <a:buClr>
                <a:schemeClr val="tx2"/>
              </a:buClr>
              <a:defRPr lang="fr-FR" dirty="0">
                <a:solidFill>
                  <a:schemeClr val="bg1"/>
                </a:solidFill>
                <a:latin typeface="Poppins" pitchFamily="2" charset="77"/>
                <a:cs typeface="Poppins" pitchFamily="2" charset="77"/>
              </a:defRPr>
            </a:lvl2pPr>
            <a:lvl3pPr>
              <a:lnSpc>
                <a:spcPct val="120000"/>
              </a:lnSpc>
              <a:spcBef>
                <a:spcPts val="0"/>
              </a:spcBef>
              <a:buClr>
                <a:schemeClr val="tx2"/>
              </a:buClr>
              <a:defRPr lang="fr-FR" dirty="0">
                <a:solidFill>
                  <a:schemeClr val="bg1"/>
                </a:solidFill>
                <a:latin typeface="Poppins" pitchFamily="2" charset="77"/>
                <a:cs typeface="Poppins" pitchFamily="2" charset="77"/>
              </a:defRPr>
            </a:lvl3pPr>
            <a:lvl4pPr>
              <a:lnSpc>
                <a:spcPct val="120000"/>
              </a:lnSpc>
              <a:spcBef>
                <a:spcPts val="0"/>
              </a:spcBef>
              <a:buClr>
                <a:schemeClr val="tx2"/>
              </a:buClr>
              <a:defRPr lang="fr-FR" dirty="0">
                <a:solidFill>
                  <a:schemeClr val="bg1"/>
                </a:solidFill>
                <a:latin typeface="Poppins" pitchFamily="2" charset="77"/>
                <a:cs typeface="Poppins" pitchFamily="2" charset="77"/>
              </a:defRPr>
            </a:lvl4pPr>
            <a:lvl5pPr>
              <a:lnSpc>
                <a:spcPct val="120000"/>
              </a:lnSpc>
              <a:spcBef>
                <a:spcPts val="0"/>
              </a:spcBef>
              <a:buClr>
                <a:schemeClr val="tx2"/>
              </a:buClr>
              <a:defRPr lang="fr-FR" dirty="0">
                <a:solidFill>
                  <a:schemeClr val="bg1"/>
                </a:solidFill>
                <a:latin typeface="Poppins" pitchFamily="2" charset="77"/>
                <a:cs typeface="Poppins" pitchFamily="2" charset="77"/>
              </a:defRPr>
            </a:lvl5pPr>
          </a:lstStyle>
          <a:p>
            <a:pPr lvl="0">
              <a:spcAft>
                <a:spcPts val="600"/>
              </a:spcAft>
            </a:pPr>
            <a:r>
              <a:rPr lang="fr-FR" dirty="0"/>
              <a:t>At </a:t>
            </a:r>
            <a:r>
              <a:rPr lang="fr-FR" dirty="0" err="1"/>
              <a:t>vero</a:t>
            </a:r>
            <a:r>
              <a:rPr lang="fr-FR" dirty="0"/>
              <a:t> </a:t>
            </a:r>
            <a:r>
              <a:rPr lang="fr-FR" dirty="0" err="1"/>
              <a:t>eos</a:t>
            </a:r>
            <a:r>
              <a:rPr lang="fr-FR" dirty="0"/>
              <a:t> et </a:t>
            </a:r>
            <a:r>
              <a:rPr lang="fr-FR" dirty="0" err="1"/>
              <a:t>accusamus</a:t>
            </a:r>
            <a:r>
              <a:rPr lang="fr-FR" dirty="0"/>
              <a:t> et </a:t>
            </a:r>
            <a:r>
              <a:rPr lang="fr-FR" dirty="0" err="1"/>
              <a:t>iusto</a:t>
            </a:r>
            <a:r>
              <a:rPr lang="fr-FR" dirty="0"/>
              <a:t> </a:t>
            </a:r>
            <a:r>
              <a:rPr lang="fr-FR" dirty="0" err="1"/>
              <a:t>odio</a:t>
            </a:r>
            <a:r>
              <a:rPr lang="fr-FR" dirty="0"/>
              <a:t> </a:t>
            </a:r>
            <a:r>
              <a:rPr lang="fr-FR" dirty="0" err="1"/>
              <a:t>dignissimos</a:t>
            </a:r>
            <a:r>
              <a:rPr lang="fr-FR" dirty="0"/>
              <a:t> </a:t>
            </a:r>
            <a:r>
              <a:rPr lang="fr-FR" dirty="0" err="1"/>
              <a:t>ducimus</a:t>
            </a:r>
            <a:r>
              <a:rPr lang="fr-FR" dirty="0"/>
              <a:t> qui </a:t>
            </a:r>
            <a:r>
              <a:rPr lang="fr-FR" dirty="0" err="1"/>
              <a:t>blanditiis</a:t>
            </a:r>
            <a:r>
              <a:rPr lang="fr-FR" dirty="0"/>
              <a:t> </a:t>
            </a:r>
            <a:r>
              <a:rPr lang="fr-FR" dirty="0" err="1"/>
              <a:t>praesentium</a:t>
            </a:r>
            <a:r>
              <a:rPr lang="fr-FR" dirty="0"/>
              <a:t> </a:t>
            </a:r>
            <a:r>
              <a:rPr lang="fr-FR" dirty="0" err="1"/>
              <a:t>voluptatum</a:t>
            </a:r>
            <a:r>
              <a:rPr lang="fr-FR" dirty="0"/>
              <a:t> </a:t>
            </a:r>
            <a:r>
              <a:rPr lang="fr-FR" dirty="0" err="1"/>
              <a:t>deleniti</a:t>
            </a:r>
            <a:r>
              <a:rPr lang="fr-FR" dirty="0"/>
              <a:t> </a:t>
            </a:r>
            <a:r>
              <a:rPr lang="fr-FR" dirty="0" err="1"/>
              <a:t>atque</a:t>
            </a:r>
            <a:r>
              <a:rPr lang="fr-FR" dirty="0"/>
              <a:t> </a:t>
            </a:r>
            <a:r>
              <a:rPr lang="fr-FR" dirty="0" err="1"/>
              <a:t>corrupti</a:t>
            </a:r>
            <a:r>
              <a:rPr lang="fr-FR" dirty="0"/>
              <a:t> </a:t>
            </a:r>
            <a:r>
              <a:rPr lang="fr-FR" dirty="0" err="1"/>
              <a:t>quos</a:t>
            </a:r>
            <a:r>
              <a:rPr lang="fr-FR" dirty="0"/>
              <a:t> </a:t>
            </a:r>
            <a:r>
              <a:rPr lang="fr-FR" dirty="0" err="1"/>
              <a:t>dolores</a:t>
            </a:r>
            <a:r>
              <a:rPr lang="fr-FR" dirty="0"/>
              <a:t> et </a:t>
            </a:r>
            <a:r>
              <a:rPr lang="fr-FR" dirty="0" err="1"/>
              <a:t>quas</a:t>
            </a:r>
            <a:r>
              <a:rPr lang="fr-FR" dirty="0"/>
              <a:t> </a:t>
            </a:r>
            <a:r>
              <a:rPr lang="fr-FR" dirty="0" err="1"/>
              <a:t>molestias</a:t>
            </a:r>
            <a:r>
              <a:rPr lang="fr-FR" dirty="0"/>
              <a:t> </a:t>
            </a:r>
            <a:r>
              <a:rPr lang="fr-FR" dirty="0" err="1"/>
              <a:t>excepturi</a:t>
            </a:r>
            <a:r>
              <a:rPr lang="fr-FR" dirty="0"/>
              <a:t> </a:t>
            </a:r>
            <a:r>
              <a:rPr lang="fr-FR" dirty="0" err="1"/>
              <a:t>sint</a:t>
            </a:r>
            <a:r>
              <a:rPr lang="fr-FR" dirty="0"/>
              <a:t> </a:t>
            </a:r>
            <a:r>
              <a:rPr lang="fr-FR" dirty="0" err="1"/>
              <a:t>occaecati</a:t>
            </a:r>
            <a:r>
              <a:rPr lang="fr-FR" dirty="0"/>
              <a:t> </a:t>
            </a:r>
            <a:r>
              <a:rPr lang="fr-FR" dirty="0" err="1"/>
              <a:t>cupiditate</a:t>
            </a:r>
            <a:r>
              <a:rPr lang="fr-FR" dirty="0"/>
              <a:t> non provident, </a:t>
            </a:r>
            <a:r>
              <a:rPr lang="fr-FR" dirty="0" err="1"/>
              <a:t>similique</a:t>
            </a:r>
            <a:r>
              <a:rPr lang="fr-FR" dirty="0"/>
              <a:t> </a:t>
            </a:r>
            <a:r>
              <a:rPr lang="fr-FR" dirty="0" err="1"/>
              <a:t>sunt</a:t>
            </a:r>
            <a:r>
              <a:rPr lang="fr-FR" dirty="0"/>
              <a:t> in culpa qui officia </a:t>
            </a:r>
            <a:r>
              <a:rPr lang="fr-FR" dirty="0" err="1"/>
              <a:t>deserunt</a:t>
            </a:r>
            <a:r>
              <a:rPr lang="fr-FR" dirty="0"/>
              <a:t> </a:t>
            </a:r>
            <a:r>
              <a:rPr lang="fr-FR" dirty="0" err="1"/>
              <a:t>mollitia</a:t>
            </a:r>
            <a:r>
              <a:rPr lang="fr-FR" dirty="0"/>
              <a:t> </a:t>
            </a:r>
            <a:r>
              <a:rPr lang="fr-FR" dirty="0" err="1"/>
              <a:t>animi</a:t>
            </a:r>
            <a:r>
              <a:rPr lang="fr-FR" dirty="0"/>
              <a:t>, id est </a:t>
            </a:r>
            <a:r>
              <a:rPr lang="fr-FR" dirty="0" err="1"/>
              <a:t>laborum</a:t>
            </a:r>
            <a:r>
              <a:rPr lang="fr-FR" dirty="0"/>
              <a:t> et </a:t>
            </a:r>
            <a:r>
              <a:rPr lang="fr-FR" dirty="0" err="1"/>
              <a:t>dolorum</a:t>
            </a:r>
            <a:r>
              <a:rPr lang="fr-FR" dirty="0"/>
              <a:t> </a:t>
            </a:r>
            <a:r>
              <a:rPr lang="fr-FR" dirty="0" err="1"/>
              <a:t>fuga</a:t>
            </a:r>
            <a:r>
              <a:rPr lang="fr-FR" dirty="0"/>
              <a:t>. Et </a:t>
            </a:r>
            <a:r>
              <a:rPr lang="fr-FR" dirty="0" err="1"/>
              <a:t>harum</a:t>
            </a:r>
            <a:r>
              <a:rPr lang="fr-FR" dirty="0"/>
              <a:t> </a:t>
            </a:r>
            <a:r>
              <a:rPr lang="fr-FR" dirty="0" err="1"/>
              <a:t>quidem</a:t>
            </a:r>
            <a:r>
              <a:rPr lang="fr-FR" dirty="0"/>
              <a:t> </a:t>
            </a:r>
            <a:r>
              <a:rPr lang="fr-FR" dirty="0" err="1"/>
              <a:t>rerum</a:t>
            </a:r>
            <a:r>
              <a:rPr lang="fr-FR" dirty="0"/>
              <a:t> </a:t>
            </a:r>
            <a:r>
              <a:rPr lang="fr-FR" dirty="0" err="1"/>
              <a:t>facilis</a:t>
            </a:r>
            <a:r>
              <a:rPr lang="fr-FR" dirty="0"/>
              <a:t> est et </a:t>
            </a:r>
            <a:r>
              <a:rPr lang="fr-FR" dirty="0" err="1"/>
              <a:t>expedita</a:t>
            </a:r>
            <a:r>
              <a:rPr lang="fr-FR" dirty="0"/>
              <a:t> </a:t>
            </a:r>
            <a:r>
              <a:rPr lang="fr-FR" dirty="0" err="1"/>
              <a:t>distinctio</a:t>
            </a:r>
            <a:r>
              <a:rPr lang="fr-FR" dirty="0"/>
              <a:t>. Nam libero </a:t>
            </a:r>
            <a:r>
              <a:rPr lang="fr-FR" dirty="0" err="1"/>
              <a:t>tempore</a:t>
            </a:r>
            <a:r>
              <a:rPr lang="fr-FR" dirty="0"/>
              <a:t>, cum </a:t>
            </a:r>
            <a:r>
              <a:rPr lang="fr-FR" dirty="0" err="1"/>
              <a:t>soluta</a:t>
            </a:r>
            <a:r>
              <a:rPr lang="fr-FR" dirty="0"/>
              <a:t> </a:t>
            </a:r>
            <a:r>
              <a:rPr lang="fr-FR" dirty="0" err="1"/>
              <a:t>nobis</a:t>
            </a:r>
            <a:r>
              <a:rPr lang="fr-FR" dirty="0"/>
              <a:t> est </a:t>
            </a:r>
            <a:r>
              <a:rPr lang="fr-FR" dirty="0" err="1"/>
              <a:t>eligendi</a:t>
            </a:r>
            <a:r>
              <a:rPr lang="fr-FR" dirty="0"/>
              <a:t> </a:t>
            </a:r>
            <a:r>
              <a:rPr lang="fr-FR" dirty="0" err="1"/>
              <a:t>optio</a:t>
            </a:r>
            <a:r>
              <a:rPr lang="fr-FR" dirty="0"/>
              <a:t> </a:t>
            </a:r>
            <a:r>
              <a:rPr lang="fr-FR" dirty="0" err="1"/>
              <a:t>cumque</a:t>
            </a:r>
            <a:r>
              <a:rPr lang="fr-FR" dirty="0"/>
              <a:t> nihil </a:t>
            </a:r>
            <a:r>
              <a:rPr lang="fr-FR" dirty="0" err="1"/>
              <a:t>impedit</a:t>
            </a:r>
            <a:r>
              <a:rPr lang="fr-FR" dirty="0"/>
              <a:t> quo minus id</a:t>
            </a:r>
          </a:p>
        </p:txBody>
      </p:sp>
    </p:spTree>
    <p:extLst>
      <p:ext uri="{BB962C8B-B14F-4D97-AF65-F5344CB8AC3E}">
        <p14:creationId xmlns:p14="http://schemas.microsoft.com/office/powerpoint/2010/main" val="394244695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p:cSld name="Référence par défaut Dark">
    <p:spTree>
      <p:nvGrpSpPr>
        <p:cNvPr id="1" name=""/>
        <p:cNvGrpSpPr/>
        <p:nvPr/>
      </p:nvGrpSpPr>
      <p:grpSpPr>
        <a:xfrm>
          <a:off x="0" y="0"/>
          <a:ext cx="0" cy="0"/>
          <a:chOff x="0" y="0"/>
          <a:chExt cx="0" cy="0"/>
        </a:xfrm>
      </p:grpSpPr>
      <p:pic>
        <p:nvPicPr>
          <p:cNvPr id="17" name="Image 16">
            <a:extLst>
              <a:ext uri="{FF2B5EF4-FFF2-40B4-BE49-F238E27FC236}">
                <a16:creationId xmlns:a16="http://schemas.microsoft.com/office/drawing/2014/main" id="{E325A0B9-21A3-9A34-FBF7-D6585C2C6E7A}"/>
              </a:ext>
            </a:extLst>
          </p:cNvPr>
          <p:cNvPicPr>
            <a:picLocks noChangeAspect="1"/>
          </p:cNvPicPr>
          <p:nvPr/>
        </p:nvPicPr>
        <p:blipFill>
          <a:blip r:embed="rId2"/>
          <a:srcRect/>
          <a:stretch/>
        </p:blipFill>
        <p:spPr>
          <a:xfrm>
            <a:off x="-39799" y="0"/>
            <a:ext cx="12173698" cy="6858000"/>
          </a:xfrm>
          <a:prstGeom prst="rect">
            <a:avLst/>
          </a:prstGeom>
        </p:spPr>
      </p:pic>
      <p:sp>
        <p:nvSpPr>
          <p:cNvPr id="20" name="Espace réservé du texte 22">
            <a:extLst>
              <a:ext uri="{FF2B5EF4-FFF2-40B4-BE49-F238E27FC236}">
                <a16:creationId xmlns:a16="http://schemas.microsoft.com/office/drawing/2014/main" id="{8C8EBFD8-2352-3161-FECA-F5229C0183A6}"/>
              </a:ext>
            </a:extLst>
          </p:cNvPr>
          <p:cNvSpPr>
            <a:spLocks noGrp="1"/>
          </p:cNvSpPr>
          <p:nvPr>
            <p:ph type="body" sz="quarter" idx="17" hasCustomPrompt="1"/>
          </p:nvPr>
        </p:nvSpPr>
        <p:spPr>
          <a:xfrm>
            <a:off x="1139871" y="360437"/>
            <a:ext cx="9871029" cy="263149"/>
          </a:xfrm>
          <a:noFill/>
        </p:spPr>
        <p:txBody>
          <a:bodyPr wrap="square" anchor="b">
            <a:noAutofit/>
          </a:bodyPr>
          <a:lstStyle>
            <a:lvl1pPr marL="0" indent="0">
              <a:lnSpc>
                <a:spcPct val="120000"/>
              </a:lnSpc>
              <a:spcBef>
                <a:spcPts val="0"/>
              </a:spcBef>
              <a:spcAft>
                <a:spcPts val="600"/>
              </a:spcAft>
              <a:buNone/>
              <a:defRPr sz="1200" b="0">
                <a:solidFill>
                  <a:schemeClr val="tx2"/>
                </a:solidFill>
              </a:defRPr>
            </a:lvl1pPr>
          </a:lstStyle>
          <a:p>
            <a:pPr lvl="0"/>
            <a:r>
              <a:rPr lang="fr-FR" dirty="0"/>
              <a:t>Titre ici. Par exemple « Références »</a:t>
            </a:r>
          </a:p>
        </p:txBody>
      </p:sp>
      <p:sp>
        <p:nvSpPr>
          <p:cNvPr id="9" name="object 11">
            <a:extLst>
              <a:ext uri="{FF2B5EF4-FFF2-40B4-BE49-F238E27FC236}">
                <a16:creationId xmlns:a16="http://schemas.microsoft.com/office/drawing/2014/main" id="{75432975-38A1-34A3-161C-B5559AC2CE4F}"/>
              </a:ext>
            </a:extLst>
          </p:cNvPr>
          <p:cNvSpPr/>
          <p:nvPr/>
        </p:nvSpPr>
        <p:spPr>
          <a:xfrm>
            <a:off x="11397941" y="0"/>
            <a:ext cx="794059" cy="6858000"/>
          </a:xfrm>
          <a:custGeom>
            <a:avLst/>
            <a:gdLst/>
            <a:ahLst/>
            <a:cxnLst/>
            <a:rect l="l" t="t" r="r" b="b"/>
            <a:pathLst>
              <a:path w="1309369" h="11308715">
                <a:moveTo>
                  <a:pt x="1308860" y="0"/>
                </a:moveTo>
                <a:lnTo>
                  <a:pt x="0" y="0"/>
                </a:lnTo>
                <a:lnTo>
                  <a:pt x="0" y="11308556"/>
                </a:lnTo>
                <a:lnTo>
                  <a:pt x="1308860" y="11308556"/>
                </a:lnTo>
                <a:lnTo>
                  <a:pt x="1308860" y="0"/>
                </a:lnTo>
                <a:close/>
              </a:path>
            </a:pathLst>
          </a:custGeom>
          <a:solidFill>
            <a:schemeClr val="bg1"/>
          </a:solidFill>
          <a:ln>
            <a:noFill/>
          </a:ln>
        </p:spPr>
        <p:txBody>
          <a:bodyPr wrap="square" lIns="0" tIns="0" rIns="0" bIns="0" rtlCol="0"/>
          <a:lstStyle/>
          <a:p>
            <a:endParaRPr sz="1092"/>
          </a:p>
        </p:txBody>
      </p:sp>
      <p:sp>
        <p:nvSpPr>
          <p:cNvPr id="10" name="object 14">
            <a:extLst>
              <a:ext uri="{FF2B5EF4-FFF2-40B4-BE49-F238E27FC236}">
                <a16:creationId xmlns:a16="http://schemas.microsoft.com/office/drawing/2014/main" id="{3A8DAE54-E3BA-3711-02E8-C63037E4FA48}"/>
              </a:ext>
            </a:extLst>
          </p:cNvPr>
          <p:cNvSpPr/>
          <p:nvPr/>
        </p:nvSpPr>
        <p:spPr>
          <a:xfrm>
            <a:off x="11397456" y="6063824"/>
            <a:ext cx="794059" cy="0"/>
          </a:xfrm>
          <a:custGeom>
            <a:avLst/>
            <a:gdLst/>
            <a:ahLst/>
            <a:cxnLst/>
            <a:rect l="l" t="t" r="r" b="b"/>
            <a:pathLst>
              <a:path w="1309369">
                <a:moveTo>
                  <a:pt x="0" y="0"/>
                </a:moveTo>
                <a:lnTo>
                  <a:pt x="1308860" y="0"/>
                </a:lnTo>
              </a:path>
            </a:pathLst>
          </a:custGeom>
          <a:ln w="7853">
            <a:solidFill>
              <a:schemeClr val="tx1"/>
            </a:solidFill>
          </a:ln>
        </p:spPr>
        <p:txBody>
          <a:bodyPr wrap="square" lIns="0" tIns="0" rIns="0" bIns="0" rtlCol="0"/>
          <a:lstStyle/>
          <a:p>
            <a:endParaRPr sz="1092"/>
          </a:p>
        </p:txBody>
      </p:sp>
      <p:pic>
        <p:nvPicPr>
          <p:cNvPr id="11" name="Graphique 10">
            <a:extLst>
              <a:ext uri="{FF2B5EF4-FFF2-40B4-BE49-F238E27FC236}">
                <a16:creationId xmlns:a16="http://schemas.microsoft.com/office/drawing/2014/main" id="{B7C30034-317F-737C-021A-621A1985322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646607" y="6340088"/>
            <a:ext cx="330919" cy="214383"/>
          </a:xfrm>
          <a:prstGeom prst="rect">
            <a:avLst/>
          </a:prstGeom>
        </p:spPr>
      </p:pic>
      <p:sp>
        <p:nvSpPr>
          <p:cNvPr id="12" name="Espace réservé du pied de page 4">
            <a:extLst>
              <a:ext uri="{FF2B5EF4-FFF2-40B4-BE49-F238E27FC236}">
                <a16:creationId xmlns:a16="http://schemas.microsoft.com/office/drawing/2014/main" id="{C50E992A-1405-8854-8AF0-FEAA73FA9C79}"/>
              </a:ext>
            </a:extLst>
          </p:cNvPr>
          <p:cNvSpPr>
            <a:spLocks noGrp="1"/>
          </p:cNvSpPr>
          <p:nvPr>
            <p:ph type="ftr" sz="quarter" idx="3"/>
          </p:nvPr>
        </p:nvSpPr>
        <p:spPr>
          <a:xfrm rot="16200000">
            <a:off x="9737570" y="2572960"/>
            <a:ext cx="4114800" cy="365125"/>
          </a:xfrm>
          <a:prstGeom prst="rect">
            <a:avLst/>
          </a:prstGeom>
        </p:spPr>
        <p:txBody>
          <a:bodyPr vert="horz" lIns="91440" tIns="45720" rIns="91440" bIns="45720" rtlCol="0" anchor="ctr"/>
          <a:lstStyle>
            <a:lvl1pPr>
              <a:defRPr lang="en-US" sz="728" dirty="0">
                <a:solidFill>
                  <a:schemeClr val="tx1"/>
                </a:solidFill>
                <a:latin typeface="Poppins" pitchFamily="2" charset="77"/>
                <a:cs typeface="Poppins" pitchFamily="2" charset="77"/>
              </a:defRPr>
            </a:lvl1pPr>
          </a:lstStyle>
          <a:p>
            <a:pPr algn="r"/>
            <a:r>
              <a:rPr lang="fr-FR"/>
              <a:t>Architectes des grandes transformations</a:t>
            </a:r>
            <a:endParaRPr lang="fr-US"/>
          </a:p>
        </p:txBody>
      </p:sp>
      <p:sp>
        <p:nvSpPr>
          <p:cNvPr id="13" name="Espace réservé du numéro de diapositive 18">
            <a:extLst>
              <a:ext uri="{FF2B5EF4-FFF2-40B4-BE49-F238E27FC236}">
                <a16:creationId xmlns:a16="http://schemas.microsoft.com/office/drawing/2014/main" id="{26598A63-2D28-D8DD-1DC0-E7F701D6B9EA}"/>
              </a:ext>
            </a:extLst>
          </p:cNvPr>
          <p:cNvSpPr>
            <a:spLocks noGrp="1"/>
          </p:cNvSpPr>
          <p:nvPr>
            <p:ph type="sldNum" sz="quarter" idx="4"/>
          </p:nvPr>
        </p:nvSpPr>
        <p:spPr>
          <a:xfrm>
            <a:off x="11588253" y="165403"/>
            <a:ext cx="420073" cy="365125"/>
          </a:xfrm>
          <a:prstGeom prst="rect">
            <a:avLst/>
          </a:prstGeom>
        </p:spPr>
        <p:txBody>
          <a:bodyPr/>
          <a:lstStyle>
            <a:lvl1pPr algn="ctr">
              <a:defRPr lang="en-US" sz="800" b="1" smtClean="0">
                <a:solidFill>
                  <a:schemeClr val="tx1"/>
                </a:solidFill>
                <a:latin typeface="Poppins" pitchFamily="2" charset="77"/>
                <a:cs typeface="Poppins" pitchFamily="2" charset="77"/>
              </a:defRPr>
            </a:lvl1pPr>
          </a:lstStyle>
          <a:p>
            <a:fld id="{8042310B-17DC-C845-9B99-8FE29D3E9696}" type="slidenum">
              <a:rPr lang="fr-FR" smtClean="0"/>
              <a:pPr/>
              <a:t>‹N°›</a:t>
            </a:fld>
            <a:endParaRPr lang="fr-FR" dirty="0"/>
          </a:p>
        </p:txBody>
      </p:sp>
      <p:sp>
        <p:nvSpPr>
          <p:cNvPr id="14" name="Titre 17">
            <a:extLst>
              <a:ext uri="{FF2B5EF4-FFF2-40B4-BE49-F238E27FC236}">
                <a16:creationId xmlns:a16="http://schemas.microsoft.com/office/drawing/2014/main" id="{AEC8C299-B4DA-4073-20FD-5B42FD13C9E9}"/>
              </a:ext>
            </a:extLst>
          </p:cNvPr>
          <p:cNvSpPr>
            <a:spLocks noGrp="1"/>
          </p:cNvSpPr>
          <p:nvPr>
            <p:ph type="title" hasCustomPrompt="1"/>
          </p:nvPr>
        </p:nvSpPr>
        <p:spPr>
          <a:xfrm>
            <a:off x="1139871" y="1726354"/>
            <a:ext cx="4079829" cy="291618"/>
          </a:xfrm>
          <a:noFill/>
        </p:spPr>
        <p:txBody>
          <a:bodyPr wrap="square" anchor="ctr" anchorCtr="0">
            <a:spAutoFit/>
          </a:bodyPr>
          <a:lstStyle>
            <a:lvl1pPr>
              <a:lnSpc>
                <a:spcPct val="90000"/>
              </a:lnSpc>
              <a:spcAft>
                <a:spcPts val="600"/>
              </a:spcAft>
              <a:defRPr sz="1400">
                <a:solidFill>
                  <a:schemeClr val="bg1"/>
                </a:solidFill>
              </a:defRPr>
            </a:lvl1pPr>
          </a:lstStyle>
          <a:p>
            <a:r>
              <a:rPr lang="fr-FR" dirty="0"/>
              <a:t>Titre ici. Exemple « La nature du projet »</a:t>
            </a:r>
          </a:p>
        </p:txBody>
      </p:sp>
      <p:sp>
        <p:nvSpPr>
          <p:cNvPr id="15" name="Espace réservé du texte 2">
            <a:extLst>
              <a:ext uri="{FF2B5EF4-FFF2-40B4-BE49-F238E27FC236}">
                <a16:creationId xmlns:a16="http://schemas.microsoft.com/office/drawing/2014/main" id="{C25E63FF-2254-17E4-25F1-E15C5A4956F9}"/>
              </a:ext>
            </a:extLst>
          </p:cNvPr>
          <p:cNvSpPr>
            <a:spLocks noGrp="1"/>
          </p:cNvSpPr>
          <p:nvPr>
            <p:ph idx="1" hasCustomPrompt="1"/>
          </p:nvPr>
        </p:nvSpPr>
        <p:spPr>
          <a:xfrm>
            <a:off x="1149927" y="2017972"/>
            <a:ext cx="4069773" cy="1912062"/>
          </a:xfrm>
          <a:prstGeom prst="rect">
            <a:avLst/>
          </a:prstGeom>
        </p:spPr>
        <p:txBody>
          <a:bodyPr vert="horz" wrap="square" lIns="91440" tIns="45720" rIns="91440" bIns="45720" rtlCol="0">
            <a:spAutoFit/>
          </a:bodyPr>
          <a:lstStyle>
            <a:lvl1pPr marL="0" indent="0">
              <a:lnSpc>
                <a:spcPct val="120000"/>
              </a:lnSpc>
              <a:spcBef>
                <a:spcPts val="0"/>
              </a:spcBef>
              <a:buClr>
                <a:schemeClr val="tx2"/>
              </a:buClr>
              <a:buNone/>
              <a:defRPr lang="fr-FR" dirty="0">
                <a:solidFill>
                  <a:schemeClr val="bg1"/>
                </a:solidFill>
                <a:latin typeface="Poppins" pitchFamily="2" charset="77"/>
                <a:cs typeface="Poppins" pitchFamily="2" charset="77"/>
              </a:defRPr>
            </a:lvl1pPr>
            <a:lvl2pPr>
              <a:lnSpc>
                <a:spcPct val="120000"/>
              </a:lnSpc>
              <a:spcBef>
                <a:spcPts val="0"/>
              </a:spcBef>
              <a:buClr>
                <a:schemeClr val="tx2"/>
              </a:buClr>
              <a:defRPr lang="fr-FR" dirty="0">
                <a:solidFill>
                  <a:schemeClr val="bg1"/>
                </a:solidFill>
                <a:latin typeface="Poppins" pitchFamily="2" charset="77"/>
                <a:cs typeface="Poppins" pitchFamily="2" charset="77"/>
              </a:defRPr>
            </a:lvl2pPr>
            <a:lvl3pPr>
              <a:lnSpc>
                <a:spcPct val="120000"/>
              </a:lnSpc>
              <a:spcBef>
                <a:spcPts val="0"/>
              </a:spcBef>
              <a:buClr>
                <a:schemeClr val="tx2"/>
              </a:buClr>
              <a:defRPr lang="fr-FR" dirty="0">
                <a:solidFill>
                  <a:schemeClr val="bg1"/>
                </a:solidFill>
                <a:latin typeface="Poppins" pitchFamily="2" charset="77"/>
                <a:cs typeface="Poppins" pitchFamily="2" charset="77"/>
              </a:defRPr>
            </a:lvl3pPr>
            <a:lvl4pPr>
              <a:lnSpc>
                <a:spcPct val="120000"/>
              </a:lnSpc>
              <a:spcBef>
                <a:spcPts val="0"/>
              </a:spcBef>
              <a:buClr>
                <a:schemeClr val="tx2"/>
              </a:buClr>
              <a:defRPr lang="fr-FR" dirty="0">
                <a:solidFill>
                  <a:schemeClr val="bg1"/>
                </a:solidFill>
                <a:latin typeface="Poppins" pitchFamily="2" charset="77"/>
                <a:cs typeface="Poppins" pitchFamily="2" charset="77"/>
              </a:defRPr>
            </a:lvl4pPr>
            <a:lvl5pPr>
              <a:lnSpc>
                <a:spcPct val="120000"/>
              </a:lnSpc>
              <a:spcBef>
                <a:spcPts val="0"/>
              </a:spcBef>
              <a:buClr>
                <a:schemeClr val="tx2"/>
              </a:buClr>
              <a:defRPr lang="fr-FR" dirty="0">
                <a:solidFill>
                  <a:schemeClr val="bg1"/>
                </a:solidFill>
                <a:latin typeface="Poppins" pitchFamily="2" charset="77"/>
                <a:cs typeface="Poppins" pitchFamily="2" charset="77"/>
              </a:defRPr>
            </a:lvl5pPr>
          </a:lstStyle>
          <a:p>
            <a:pPr lvl="0">
              <a:spcAft>
                <a:spcPts val="600"/>
              </a:spcAft>
            </a:pPr>
            <a:r>
              <a:rPr lang="fr-FR" dirty="0"/>
              <a:t>At </a:t>
            </a:r>
            <a:r>
              <a:rPr lang="fr-FR" dirty="0" err="1"/>
              <a:t>vero</a:t>
            </a:r>
            <a:r>
              <a:rPr lang="fr-FR" dirty="0"/>
              <a:t> </a:t>
            </a:r>
            <a:r>
              <a:rPr lang="fr-FR" dirty="0" err="1"/>
              <a:t>eos</a:t>
            </a:r>
            <a:r>
              <a:rPr lang="fr-FR" dirty="0"/>
              <a:t> et </a:t>
            </a:r>
            <a:r>
              <a:rPr lang="fr-FR" dirty="0" err="1"/>
              <a:t>accusamus</a:t>
            </a:r>
            <a:r>
              <a:rPr lang="fr-FR" dirty="0"/>
              <a:t> et </a:t>
            </a:r>
            <a:r>
              <a:rPr lang="fr-FR" dirty="0" err="1"/>
              <a:t>iusto</a:t>
            </a:r>
            <a:r>
              <a:rPr lang="fr-FR" dirty="0"/>
              <a:t> </a:t>
            </a:r>
            <a:r>
              <a:rPr lang="fr-FR" dirty="0" err="1"/>
              <a:t>odio</a:t>
            </a:r>
            <a:r>
              <a:rPr lang="fr-FR" dirty="0"/>
              <a:t> </a:t>
            </a:r>
            <a:r>
              <a:rPr lang="fr-FR" dirty="0" err="1"/>
              <a:t>dignissimos</a:t>
            </a:r>
            <a:r>
              <a:rPr lang="fr-FR" dirty="0"/>
              <a:t> </a:t>
            </a:r>
            <a:r>
              <a:rPr lang="fr-FR" dirty="0" err="1"/>
              <a:t>ducimus</a:t>
            </a:r>
            <a:r>
              <a:rPr lang="fr-FR" dirty="0"/>
              <a:t> qui </a:t>
            </a:r>
            <a:r>
              <a:rPr lang="fr-FR" dirty="0" err="1"/>
              <a:t>blanditiis</a:t>
            </a:r>
            <a:r>
              <a:rPr lang="fr-FR" dirty="0"/>
              <a:t> </a:t>
            </a:r>
            <a:r>
              <a:rPr lang="fr-FR" dirty="0" err="1"/>
              <a:t>praesentium</a:t>
            </a:r>
            <a:r>
              <a:rPr lang="fr-FR" dirty="0"/>
              <a:t> </a:t>
            </a:r>
            <a:r>
              <a:rPr lang="fr-FR" dirty="0" err="1"/>
              <a:t>voluptatum</a:t>
            </a:r>
            <a:r>
              <a:rPr lang="fr-FR" dirty="0"/>
              <a:t> </a:t>
            </a:r>
            <a:r>
              <a:rPr lang="fr-FR" dirty="0" err="1"/>
              <a:t>deleniti</a:t>
            </a:r>
            <a:r>
              <a:rPr lang="fr-FR" dirty="0"/>
              <a:t> </a:t>
            </a:r>
            <a:r>
              <a:rPr lang="fr-FR" dirty="0" err="1"/>
              <a:t>atque</a:t>
            </a:r>
            <a:r>
              <a:rPr lang="fr-FR" dirty="0"/>
              <a:t> </a:t>
            </a:r>
            <a:r>
              <a:rPr lang="fr-FR" dirty="0" err="1"/>
              <a:t>corrupti</a:t>
            </a:r>
            <a:r>
              <a:rPr lang="fr-FR" dirty="0"/>
              <a:t> </a:t>
            </a:r>
            <a:r>
              <a:rPr lang="fr-FR" dirty="0" err="1"/>
              <a:t>quos</a:t>
            </a:r>
            <a:r>
              <a:rPr lang="fr-FR" dirty="0"/>
              <a:t> </a:t>
            </a:r>
            <a:r>
              <a:rPr lang="fr-FR" dirty="0" err="1"/>
              <a:t>dolores</a:t>
            </a:r>
            <a:r>
              <a:rPr lang="fr-FR" dirty="0"/>
              <a:t> et </a:t>
            </a:r>
            <a:r>
              <a:rPr lang="fr-FR" dirty="0" err="1"/>
              <a:t>quas</a:t>
            </a:r>
            <a:r>
              <a:rPr lang="fr-FR" dirty="0"/>
              <a:t> </a:t>
            </a:r>
            <a:r>
              <a:rPr lang="fr-FR" dirty="0" err="1"/>
              <a:t>molestias</a:t>
            </a:r>
            <a:r>
              <a:rPr lang="fr-FR" dirty="0"/>
              <a:t> </a:t>
            </a:r>
            <a:r>
              <a:rPr lang="fr-FR" dirty="0" err="1"/>
              <a:t>excepturi</a:t>
            </a:r>
            <a:r>
              <a:rPr lang="fr-FR" dirty="0"/>
              <a:t> </a:t>
            </a:r>
            <a:r>
              <a:rPr lang="fr-FR" dirty="0" err="1"/>
              <a:t>sint</a:t>
            </a:r>
            <a:r>
              <a:rPr lang="fr-FR" dirty="0"/>
              <a:t> </a:t>
            </a:r>
            <a:r>
              <a:rPr lang="fr-FR" dirty="0" err="1"/>
              <a:t>occaecati</a:t>
            </a:r>
            <a:r>
              <a:rPr lang="fr-FR" dirty="0"/>
              <a:t> </a:t>
            </a:r>
            <a:r>
              <a:rPr lang="fr-FR" dirty="0" err="1"/>
              <a:t>cupiditate</a:t>
            </a:r>
            <a:r>
              <a:rPr lang="fr-FR" dirty="0"/>
              <a:t> non provident, </a:t>
            </a:r>
            <a:r>
              <a:rPr lang="fr-FR" dirty="0" err="1"/>
              <a:t>similique</a:t>
            </a:r>
            <a:r>
              <a:rPr lang="fr-FR" dirty="0"/>
              <a:t> </a:t>
            </a:r>
            <a:r>
              <a:rPr lang="fr-FR" dirty="0" err="1"/>
              <a:t>sunt</a:t>
            </a:r>
            <a:r>
              <a:rPr lang="fr-FR" dirty="0"/>
              <a:t> in culpa qui officia </a:t>
            </a:r>
            <a:r>
              <a:rPr lang="fr-FR" dirty="0" err="1"/>
              <a:t>deserunt</a:t>
            </a:r>
            <a:r>
              <a:rPr lang="fr-FR" dirty="0"/>
              <a:t> </a:t>
            </a:r>
            <a:r>
              <a:rPr lang="fr-FR" dirty="0" err="1"/>
              <a:t>mollitia</a:t>
            </a:r>
            <a:r>
              <a:rPr lang="fr-FR" dirty="0"/>
              <a:t> </a:t>
            </a:r>
            <a:r>
              <a:rPr lang="fr-FR" dirty="0" err="1"/>
              <a:t>animi</a:t>
            </a:r>
            <a:r>
              <a:rPr lang="fr-FR" dirty="0"/>
              <a:t>, id est </a:t>
            </a:r>
            <a:r>
              <a:rPr lang="fr-FR" dirty="0" err="1"/>
              <a:t>laborum</a:t>
            </a:r>
            <a:r>
              <a:rPr lang="fr-FR" dirty="0"/>
              <a:t> et </a:t>
            </a:r>
            <a:r>
              <a:rPr lang="fr-FR" dirty="0" err="1"/>
              <a:t>dolorum</a:t>
            </a:r>
            <a:r>
              <a:rPr lang="fr-FR" dirty="0"/>
              <a:t> </a:t>
            </a:r>
            <a:r>
              <a:rPr lang="fr-FR" dirty="0" err="1"/>
              <a:t>fuga</a:t>
            </a:r>
            <a:r>
              <a:rPr lang="fr-FR" dirty="0"/>
              <a:t>. Et </a:t>
            </a:r>
            <a:r>
              <a:rPr lang="fr-FR" dirty="0" err="1"/>
              <a:t>harum</a:t>
            </a:r>
            <a:r>
              <a:rPr lang="fr-FR" dirty="0"/>
              <a:t> </a:t>
            </a:r>
            <a:r>
              <a:rPr lang="fr-FR" dirty="0" err="1"/>
              <a:t>quidem</a:t>
            </a:r>
            <a:r>
              <a:rPr lang="fr-FR" dirty="0"/>
              <a:t> </a:t>
            </a:r>
            <a:r>
              <a:rPr lang="fr-FR" dirty="0" err="1"/>
              <a:t>rerum</a:t>
            </a:r>
            <a:r>
              <a:rPr lang="fr-FR" dirty="0"/>
              <a:t> </a:t>
            </a:r>
            <a:r>
              <a:rPr lang="fr-FR" dirty="0" err="1"/>
              <a:t>facilis</a:t>
            </a:r>
            <a:r>
              <a:rPr lang="fr-FR" dirty="0"/>
              <a:t> est et </a:t>
            </a:r>
            <a:r>
              <a:rPr lang="fr-FR" dirty="0" err="1"/>
              <a:t>expedita</a:t>
            </a:r>
            <a:r>
              <a:rPr lang="fr-FR" dirty="0"/>
              <a:t> </a:t>
            </a:r>
            <a:r>
              <a:rPr lang="fr-FR" dirty="0" err="1"/>
              <a:t>distinctio</a:t>
            </a:r>
            <a:r>
              <a:rPr lang="fr-FR" dirty="0"/>
              <a:t>. Nam libero </a:t>
            </a:r>
            <a:r>
              <a:rPr lang="fr-FR" dirty="0" err="1"/>
              <a:t>tempore</a:t>
            </a:r>
            <a:r>
              <a:rPr lang="fr-FR" dirty="0"/>
              <a:t>, cum </a:t>
            </a:r>
            <a:r>
              <a:rPr lang="fr-FR" dirty="0" err="1"/>
              <a:t>soluta</a:t>
            </a:r>
            <a:r>
              <a:rPr lang="fr-FR" dirty="0"/>
              <a:t> </a:t>
            </a:r>
            <a:r>
              <a:rPr lang="fr-FR" dirty="0" err="1"/>
              <a:t>nobis</a:t>
            </a:r>
            <a:r>
              <a:rPr lang="fr-FR" dirty="0"/>
              <a:t> est </a:t>
            </a:r>
            <a:r>
              <a:rPr lang="fr-FR" dirty="0" err="1"/>
              <a:t>eligendi</a:t>
            </a:r>
            <a:r>
              <a:rPr lang="fr-FR" dirty="0"/>
              <a:t> </a:t>
            </a:r>
            <a:r>
              <a:rPr lang="fr-FR" dirty="0" err="1"/>
              <a:t>optio</a:t>
            </a:r>
            <a:r>
              <a:rPr lang="fr-FR" dirty="0"/>
              <a:t> </a:t>
            </a:r>
            <a:r>
              <a:rPr lang="fr-FR" dirty="0" err="1"/>
              <a:t>cumque</a:t>
            </a:r>
            <a:r>
              <a:rPr lang="fr-FR" dirty="0"/>
              <a:t> nihil </a:t>
            </a:r>
            <a:r>
              <a:rPr lang="fr-FR" dirty="0" err="1"/>
              <a:t>impedit</a:t>
            </a:r>
            <a:r>
              <a:rPr lang="fr-FR" dirty="0"/>
              <a:t> quo minus id</a:t>
            </a:r>
          </a:p>
        </p:txBody>
      </p:sp>
    </p:spTree>
    <p:extLst>
      <p:ext uri="{BB962C8B-B14F-4D97-AF65-F5344CB8AC3E}">
        <p14:creationId xmlns:p14="http://schemas.microsoft.com/office/powerpoint/2010/main" val="1587958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p:cSld name="Référence Dark 1">
    <p:spTree>
      <p:nvGrpSpPr>
        <p:cNvPr id="1" name=""/>
        <p:cNvGrpSpPr/>
        <p:nvPr/>
      </p:nvGrpSpPr>
      <p:grpSpPr>
        <a:xfrm>
          <a:off x="0" y="0"/>
          <a:ext cx="0" cy="0"/>
          <a:chOff x="0" y="0"/>
          <a:chExt cx="0" cy="0"/>
        </a:xfrm>
      </p:grpSpPr>
      <p:pic>
        <p:nvPicPr>
          <p:cNvPr id="17" name="Image 16">
            <a:extLst>
              <a:ext uri="{FF2B5EF4-FFF2-40B4-BE49-F238E27FC236}">
                <a16:creationId xmlns:a16="http://schemas.microsoft.com/office/drawing/2014/main" id="{E325A0B9-21A3-9A34-FBF7-D6585C2C6E7A}"/>
              </a:ext>
            </a:extLst>
          </p:cNvPr>
          <p:cNvPicPr>
            <a:picLocks noChangeAspect="1"/>
          </p:cNvPicPr>
          <p:nvPr/>
        </p:nvPicPr>
        <p:blipFill>
          <a:blip r:embed="rId2"/>
          <a:srcRect/>
          <a:stretch/>
        </p:blipFill>
        <p:spPr>
          <a:xfrm>
            <a:off x="-18028" y="0"/>
            <a:ext cx="12173698" cy="6857999"/>
          </a:xfrm>
          <a:prstGeom prst="rect">
            <a:avLst/>
          </a:prstGeom>
        </p:spPr>
      </p:pic>
      <p:sp>
        <p:nvSpPr>
          <p:cNvPr id="20" name="Espace réservé du texte 22">
            <a:extLst>
              <a:ext uri="{FF2B5EF4-FFF2-40B4-BE49-F238E27FC236}">
                <a16:creationId xmlns:a16="http://schemas.microsoft.com/office/drawing/2014/main" id="{8C8EBFD8-2352-3161-FECA-F5229C0183A6}"/>
              </a:ext>
            </a:extLst>
          </p:cNvPr>
          <p:cNvSpPr>
            <a:spLocks noGrp="1"/>
          </p:cNvSpPr>
          <p:nvPr>
            <p:ph type="body" sz="quarter" idx="17" hasCustomPrompt="1"/>
          </p:nvPr>
        </p:nvSpPr>
        <p:spPr>
          <a:xfrm>
            <a:off x="1139871" y="360437"/>
            <a:ext cx="9871029" cy="263149"/>
          </a:xfrm>
          <a:noFill/>
        </p:spPr>
        <p:txBody>
          <a:bodyPr wrap="square" anchor="b">
            <a:noAutofit/>
          </a:bodyPr>
          <a:lstStyle>
            <a:lvl1pPr marL="0" indent="0">
              <a:lnSpc>
                <a:spcPct val="120000"/>
              </a:lnSpc>
              <a:spcBef>
                <a:spcPts val="0"/>
              </a:spcBef>
              <a:spcAft>
                <a:spcPts val="600"/>
              </a:spcAft>
              <a:buNone/>
              <a:defRPr sz="1200" b="0">
                <a:solidFill>
                  <a:schemeClr val="tx2"/>
                </a:solidFill>
              </a:defRPr>
            </a:lvl1pPr>
          </a:lstStyle>
          <a:p>
            <a:pPr lvl="0"/>
            <a:r>
              <a:rPr lang="fr-FR" dirty="0"/>
              <a:t>Titre ici. Par exemple « Références »</a:t>
            </a:r>
          </a:p>
        </p:txBody>
      </p:sp>
      <p:sp>
        <p:nvSpPr>
          <p:cNvPr id="9" name="object 11">
            <a:extLst>
              <a:ext uri="{FF2B5EF4-FFF2-40B4-BE49-F238E27FC236}">
                <a16:creationId xmlns:a16="http://schemas.microsoft.com/office/drawing/2014/main" id="{75432975-38A1-34A3-161C-B5559AC2CE4F}"/>
              </a:ext>
            </a:extLst>
          </p:cNvPr>
          <p:cNvSpPr/>
          <p:nvPr/>
        </p:nvSpPr>
        <p:spPr>
          <a:xfrm>
            <a:off x="11397941" y="0"/>
            <a:ext cx="794059" cy="6858000"/>
          </a:xfrm>
          <a:custGeom>
            <a:avLst/>
            <a:gdLst/>
            <a:ahLst/>
            <a:cxnLst/>
            <a:rect l="l" t="t" r="r" b="b"/>
            <a:pathLst>
              <a:path w="1309369" h="11308715">
                <a:moveTo>
                  <a:pt x="1308860" y="0"/>
                </a:moveTo>
                <a:lnTo>
                  <a:pt x="0" y="0"/>
                </a:lnTo>
                <a:lnTo>
                  <a:pt x="0" y="11308556"/>
                </a:lnTo>
                <a:lnTo>
                  <a:pt x="1308860" y="11308556"/>
                </a:lnTo>
                <a:lnTo>
                  <a:pt x="1308860" y="0"/>
                </a:lnTo>
                <a:close/>
              </a:path>
            </a:pathLst>
          </a:custGeom>
          <a:solidFill>
            <a:schemeClr val="bg1"/>
          </a:solidFill>
          <a:ln>
            <a:noFill/>
          </a:ln>
        </p:spPr>
        <p:txBody>
          <a:bodyPr wrap="square" lIns="0" tIns="0" rIns="0" bIns="0" rtlCol="0"/>
          <a:lstStyle/>
          <a:p>
            <a:endParaRPr sz="1092"/>
          </a:p>
        </p:txBody>
      </p:sp>
      <p:sp>
        <p:nvSpPr>
          <p:cNvPr id="10" name="object 14">
            <a:extLst>
              <a:ext uri="{FF2B5EF4-FFF2-40B4-BE49-F238E27FC236}">
                <a16:creationId xmlns:a16="http://schemas.microsoft.com/office/drawing/2014/main" id="{3A8DAE54-E3BA-3711-02E8-C63037E4FA48}"/>
              </a:ext>
            </a:extLst>
          </p:cNvPr>
          <p:cNvSpPr/>
          <p:nvPr/>
        </p:nvSpPr>
        <p:spPr>
          <a:xfrm>
            <a:off x="11397456" y="6063824"/>
            <a:ext cx="794059" cy="0"/>
          </a:xfrm>
          <a:custGeom>
            <a:avLst/>
            <a:gdLst/>
            <a:ahLst/>
            <a:cxnLst/>
            <a:rect l="l" t="t" r="r" b="b"/>
            <a:pathLst>
              <a:path w="1309369">
                <a:moveTo>
                  <a:pt x="0" y="0"/>
                </a:moveTo>
                <a:lnTo>
                  <a:pt x="1308860" y="0"/>
                </a:lnTo>
              </a:path>
            </a:pathLst>
          </a:custGeom>
          <a:ln w="7853">
            <a:solidFill>
              <a:schemeClr val="tx1"/>
            </a:solidFill>
          </a:ln>
        </p:spPr>
        <p:txBody>
          <a:bodyPr wrap="square" lIns="0" tIns="0" rIns="0" bIns="0" rtlCol="0"/>
          <a:lstStyle/>
          <a:p>
            <a:endParaRPr sz="1092"/>
          </a:p>
        </p:txBody>
      </p:sp>
      <p:pic>
        <p:nvPicPr>
          <p:cNvPr id="11" name="Graphique 10">
            <a:extLst>
              <a:ext uri="{FF2B5EF4-FFF2-40B4-BE49-F238E27FC236}">
                <a16:creationId xmlns:a16="http://schemas.microsoft.com/office/drawing/2014/main" id="{B7C30034-317F-737C-021A-621A1985322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646607" y="6340088"/>
            <a:ext cx="330919" cy="214383"/>
          </a:xfrm>
          <a:prstGeom prst="rect">
            <a:avLst/>
          </a:prstGeom>
        </p:spPr>
      </p:pic>
      <p:sp>
        <p:nvSpPr>
          <p:cNvPr id="12" name="Espace réservé du pied de page 4">
            <a:extLst>
              <a:ext uri="{FF2B5EF4-FFF2-40B4-BE49-F238E27FC236}">
                <a16:creationId xmlns:a16="http://schemas.microsoft.com/office/drawing/2014/main" id="{C50E992A-1405-8854-8AF0-FEAA73FA9C79}"/>
              </a:ext>
            </a:extLst>
          </p:cNvPr>
          <p:cNvSpPr>
            <a:spLocks noGrp="1"/>
          </p:cNvSpPr>
          <p:nvPr>
            <p:ph type="ftr" sz="quarter" idx="3"/>
          </p:nvPr>
        </p:nvSpPr>
        <p:spPr>
          <a:xfrm rot="16200000">
            <a:off x="9737570" y="2572960"/>
            <a:ext cx="4114800" cy="365125"/>
          </a:xfrm>
          <a:prstGeom prst="rect">
            <a:avLst/>
          </a:prstGeom>
        </p:spPr>
        <p:txBody>
          <a:bodyPr vert="horz" lIns="91440" tIns="45720" rIns="91440" bIns="45720" rtlCol="0" anchor="ctr"/>
          <a:lstStyle>
            <a:lvl1pPr>
              <a:defRPr lang="en-US" sz="728" dirty="0">
                <a:solidFill>
                  <a:schemeClr val="tx1"/>
                </a:solidFill>
                <a:latin typeface="Poppins" pitchFamily="2" charset="77"/>
                <a:cs typeface="Poppins" pitchFamily="2" charset="77"/>
              </a:defRPr>
            </a:lvl1pPr>
          </a:lstStyle>
          <a:p>
            <a:pPr algn="r"/>
            <a:r>
              <a:rPr lang="fr-FR"/>
              <a:t>Architectes des grandes transformations</a:t>
            </a:r>
            <a:endParaRPr lang="fr-US"/>
          </a:p>
        </p:txBody>
      </p:sp>
      <p:sp>
        <p:nvSpPr>
          <p:cNvPr id="13" name="Espace réservé du numéro de diapositive 18">
            <a:extLst>
              <a:ext uri="{FF2B5EF4-FFF2-40B4-BE49-F238E27FC236}">
                <a16:creationId xmlns:a16="http://schemas.microsoft.com/office/drawing/2014/main" id="{26598A63-2D28-D8DD-1DC0-E7F701D6B9EA}"/>
              </a:ext>
            </a:extLst>
          </p:cNvPr>
          <p:cNvSpPr>
            <a:spLocks noGrp="1"/>
          </p:cNvSpPr>
          <p:nvPr>
            <p:ph type="sldNum" sz="quarter" idx="4"/>
          </p:nvPr>
        </p:nvSpPr>
        <p:spPr>
          <a:xfrm>
            <a:off x="11588253" y="165403"/>
            <a:ext cx="420073" cy="365125"/>
          </a:xfrm>
          <a:prstGeom prst="rect">
            <a:avLst/>
          </a:prstGeom>
        </p:spPr>
        <p:txBody>
          <a:bodyPr/>
          <a:lstStyle>
            <a:lvl1pPr algn="ctr">
              <a:defRPr lang="en-US" sz="800" b="1" smtClean="0">
                <a:solidFill>
                  <a:schemeClr val="tx1"/>
                </a:solidFill>
                <a:latin typeface="Poppins" pitchFamily="2" charset="77"/>
                <a:cs typeface="Poppins" pitchFamily="2" charset="77"/>
              </a:defRPr>
            </a:lvl1pPr>
          </a:lstStyle>
          <a:p>
            <a:fld id="{8042310B-17DC-C845-9B99-8FE29D3E9696}" type="slidenum">
              <a:rPr lang="fr-FR" smtClean="0"/>
              <a:pPr/>
              <a:t>‹N°›</a:t>
            </a:fld>
            <a:endParaRPr lang="fr-FR" dirty="0"/>
          </a:p>
        </p:txBody>
      </p:sp>
      <p:sp>
        <p:nvSpPr>
          <p:cNvPr id="14" name="Titre 17">
            <a:extLst>
              <a:ext uri="{FF2B5EF4-FFF2-40B4-BE49-F238E27FC236}">
                <a16:creationId xmlns:a16="http://schemas.microsoft.com/office/drawing/2014/main" id="{AEC8C299-B4DA-4073-20FD-5B42FD13C9E9}"/>
              </a:ext>
            </a:extLst>
          </p:cNvPr>
          <p:cNvSpPr>
            <a:spLocks noGrp="1"/>
          </p:cNvSpPr>
          <p:nvPr>
            <p:ph type="title" hasCustomPrompt="1"/>
          </p:nvPr>
        </p:nvSpPr>
        <p:spPr>
          <a:xfrm>
            <a:off x="1139871" y="1726354"/>
            <a:ext cx="4079829" cy="291618"/>
          </a:xfrm>
          <a:noFill/>
        </p:spPr>
        <p:txBody>
          <a:bodyPr wrap="square" anchor="ctr" anchorCtr="0">
            <a:spAutoFit/>
          </a:bodyPr>
          <a:lstStyle>
            <a:lvl1pPr>
              <a:lnSpc>
                <a:spcPct val="90000"/>
              </a:lnSpc>
              <a:spcAft>
                <a:spcPts val="600"/>
              </a:spcAft>
              <a:defRPr sz="1400">
                <a:solidFill>
                  <a:schemeClr val="bg1"/>
                </a:solidFill>
              </a:defRPr>
            </a:lvl1pPr>
          </a:lstStyle>
          <a:p>
            <a:r>
              <a:rPr lang="fr-FR" dirty="0"/>
              <a:t>Titre ici. Exemple « La nature du projet »</a:t>
            </a:r>
          </a:p>
        </p:txBody>
      </p:sp>
      <p:sp>
        <p:nvSpPr>
          <p:cNvPr id="15" name="Espace réservé du texte 2">
            <a:extLst>
              <a:ext uri="{FF2B5EF4-FFF2-40B4-BE49-F238E27FC236}">
                <a16:creationId xmlns:a16="http://schemas.microsoft.com/office/drawing/2014/main" id="{C25E63FF-2254-17E4-25F1-E15C5A4956F9}"/>
              </a:ext>
            </a:extLst>
          </p:cNvPr>
          <p:cNvSpPr>
            <a:spLocks noGrp="1"/>
          </p:cNvSpPr>
          <p:nvPr>
            <p:ph idx="1" hasCustomPrompt="1"/>
          </p:nvPr>
        </p:nvSpPr>
        <p:spPr>
          <a:xfrm>
            <a:off x="1149927" y="2017972"/>
            <a:ext cx="4069773" cy="1912062"/>
          </a:xfrm>
          <a:prstGeom prst="rect">
            <a:avLst/>
          </a:prstGeom>
        </p:spPr>
        <p:txBody>
          <a:bodyPr vert="horz" wrap="square" lIns="91440" tIns="45720" rIns="91440" bIns="45720" rtlCol="0">
            <a:spAutoFit/>
          </a:bodyPr>
          <a:lstStyle>
            <a:lvl1pPr marL="0" indent="0">
              <a:lnSpc>
                <a:spcPct val="120000"/>
              </a:lnSpc>
              <a:spcBef>
                <a:spcPts val="0"/>
              </a:spcBef>
              <a:buClr>
                <a:schemeClr val="tx2"/>
              </a:buClr>
              <a:buNone/>
              <a:defRPr lang="fr-FR" dirty="0">
                <a:solidFill>
                  <a:schemeClr val="bg1"/>
                </a:solidFill>
                <a:latin typeface="Poppins" pitchFamily="2" charset="77"/>
                <a:cs typeface="Poppins" pitchFamily="2" charset="77"/>
              </a:defRPr>
            </a:lvl1pPr>
            <a:lvl2pPr>
              <a:lnSpc>
                <a:spcPct val="120000"/>
              </a:lnSpc>
              <a:spcBef>
                <a:spcPts val="0"/>
              </a:spcBef>
              <a:buClr>
                <a:schemeClr val="tx2"/>
              </a:buClr>
              <a:defRPr lang="fr-FR" dirty="0">
                <a:solidFill>
                  <a:schemeClr val="bg1"/>
                </a:solidFill>
                <a:latin typeface="Poppins" pitchFamily="2" charset="77"/>
                <a:cs typeface="Poppins" pitchFamily="2" charset="77"/>
              </a:defRPr>
            </a:lvl2pPr>
            <a:lvl3pPr>
              <a:lnSpc>
                <a:spcPct val="120000"/>
              </a:lnSpc>
              <a:spcBef>
                <a:spcPts val="0"/>
              </a:spcBef>
              <a:buClr>
                <a:schemeClr val="tx2"/>
              </a:buClr>
              <a:defRPr lang="fr-FR" dirty="0">
                <a:solidFill>
                  <a:schemeClr val="bg1"/>
                </a:solidFill>
                <a:latin typeface="Poppins" pitchFamily="2" charset="77"/>
                <a:cs typeface="Poppins" pitchFamily="2" charset="77"/>
              </a:defRPr>
            </a:lvl3pPr>
            <a:lvl4pPr>
              <a:lnSpc>
                <a:spcPct val="120000"/>
              </a:lnSpc>
              <a:spcBef>
                <a:spcPts val="0"/>
              </a:spcBef>
              <a:buClr>
                <a:schemeClr val="tx2"/>
              </a:buClr>
              <a:defRPr lang="fr-FR" dirty="0">
                <a:solidFill>
                  <a:schemeClr val="bg1"/>
                </a:solidFill>
                <a:latin typeface="Poppins" pitchFamily="2" charset="77"/>
                <a:cs typeface="Poppins" pitchFamily="2" charset="77"/>
              </a:defRPr>
            </a:lvl4pPr>
            <a:lvl5pPr>
              <a:lnSpc>
                <a:spcPct val="120000"/>
              </a:lnSpc>
              <a:spcBef>
                <a:spcPts val="0"/>
              </a:spcBef>
              <a:buClr>
                <a:schemeClr val="tx2"/>
              </a:buClr>
              <a:defRPr lang="fr-FR" dirty="0">
                <a:solidFill>
                  <a:schemeClr val="bg1"/>
                </a:solidFill>
                <a:latin typeface="Poppins" pitchFamily="2" charset="77"/>
                <a:cs typeface="Poppins" pitchFamily="2" charset="77"/>
              </a:defRPr>
            </a:lvl5pPr>
          </a:lstStyle>
          <a:p>
            <a:pPr lvl="0">
              <a:spcAft>
                <a:spcPts val="600"/>
              </a:spcAft>
            </a:pPr>
            <a:r>
              <a:rPr lang="fr-FR" dirty="0"/>
              <a:t>At </a:t>
            </a:r>
            <a:r>
              <a:rPr lang="fr-FR" dirty="0" err="1"/>
              <a:t>vero</a:t>
            </a:r>
            <a:r>
              <a:rPr lang="fr-FR" dirty="0"/>
              <a:t> </a:t>
            </a:r>
            <a:r>
              <a:rPr lang="fr-FR" dirty="0" err="1"/>
              <a:t>eos</a:t>
            </a:r>
            <a:r>
              <a:rPr lang="fr-FR" dirty="0"/>
              <a:t> et </a:t>
            </a:r>
            <a:r>
              <a:rPr lang="fr-FR" dirty="0" err="1"/>
              <a:t>accusamus</a:t>
            </a:r>
            <a:r>
              <a:rPr lang="fr-FR" dirty="0"/>
              <a:t> et </a:t>
            </a:r>
            <a:r>
              <a:rPr lang="fr-FR" dirty="0" err="1"/>
              <a:t>iusto</a:t>
            </a:r>
            <a:r>
              <a:rPr lang="fr-FR" dirty="0"/>
              <a:t> </a:t>
            </a:r>
            <a:r>
              <a:rPr lang="fr-FR" dirty="0" err="1"/>
              <a:t>odio</a:t>
            </a:r>
            <a:r>
              <a:rPr lang="fr-FR" dirty="0"/>
              <a:t> </a:t>
            </a:r>
            <a:r>
              <a:rPr lang="fr-FR" dirty="0" err="1"/>
              <a:t>dignissimos</a:t>
            </a:r>
            <a:r>
              <a:rPr lang="fr-FR" dirty="0"/>
              <a:t> </a:t>
            </a:r>
            <a:r>
              <a:rPr lang="fr-FR" dirty="0" err="1"/>
              <a:t>ducimus</a:t>
            </a:r>
            <a:r>
              <a:rPr lang="fr-FR" dirty="0"/>
              <a:t> qui </a:t>
            </a:r>
            <a:r>
              <a:rPr lang="fr-FR" dirty="0" err="1"/>
              <a:t>blanditiis</a:t>
            </a:r>
            <a:r>
              <a:rPr lang="fr-FR" dirty="0"/>
              <a:t> </a:t>
            </a:r>
            <a:r>
              <a:rPr lang="fr-FR" dirty="0" err="1"/>
              <a:t>praesentium</a:t>
            </a:r>
            <a:r>
              <a:rPr lang="fr-FR" dirty="0"/>
              <a:t> </a:t>
            </a:r>
            <a:r>
              <a:rPr lang="fr-FR" dirty="0" err="1"/>
              <a:t>voluptatum</a:t>
            </a:r>
            <a:r>
              <a:rPr lang="fr-FR" dirty="0"/>
              <a:t> </a:t>
            </a:r>
            <a:r>
              <a:rPr lang="fr-FR" dirty="0" err="1"/>
              <a:t>deleniti</a:t>
            </a:r>
            <a:r>
              <a:rPr lang="fr-FR" dirty="0"/>
              <a:t> </a:t>
            </a:r>
            <a:r>
              <a:rPr lang="fr-FR" dirty="0" err="1"/>
              <a:t>atque</a:t>
            </a:r>
            <a:r>
              <a:rPr lang="fr-FR" dirty="0"/>
              <a:t> </a:t>
            </a:r>
            <a:r>
              <a:rPr lang="fr-FR" dirty="0" err="1"/>
              <a:t>corrupti</a:t>
            </a:r>
            <a:r>
              <a:rPr lang="fr-FR" dirty="0"/>
              <a:t> </a:t>
            </a:r>
            <a:r>
              <a:rPr lang="fr-FR" dirty="0" err="1"/>
              <a:t>quos</a:t>
            </a:r>
            <a:r>
              <a:rPr lang="fr-FR" dirty="0"/>
              <a:t> </a:t>
            </a:r>
            <a:r>
              <a:rPr lang="fr-FR" dirty="0" err="1"/>
              <a:t>dolores</a:t>
            </a:r>
            <a:r>
              <a:rPr lang="fr-FR" dirty="0"/>
              <a:t> et </a:t>
            </a:r>
            <a:r>
              <a:rPr lang="fr-FR" dirty="0" err="1"/>
              <a:t>quas</a:t>
            </a:r>
            <a:r>
              <a:rPr lang="fr-FR" dirty="0"/>
              <a:t> </a:t>
            </a:r>
            <a:r>
              <a:rPr lang="fr-FR" dirty="0" err="1"/>
              <a:t>molestias</a:t>
            </a:r>
            <a:r>
              <a:rPr lang="fr-FR" dirty="0"/>
              <a:t> </a:t>
            </a:r>
            <a:r>
              <a:rPr lang="fr-FR" dirty="0" err="1"/>
              <a:t>excepturi</a:t>
            </a:r>
            <a:r>
              <a:rPr lang="fr-FR" dirty="0"/>
              <a:t> </a:t>
            </a:r>
            <a:r>
              <a:rPr lang="fr-FR" dirty="0" err="1"/>
              <a:t>sint</a:t>
            </a:r>
            <a:r>
              <a:rPr lang="fr-FR" dirty="0"/>
              <a:t> </a:t>
            </a:r>
            <a:r>
              <a:rPr lang="fr-FR" dirty="0" err="1"/>
              <a:t>occaecati</a:t>
            </a:r>
            <a:r>
              <a:rPr lang="fr-FR" dirty="0"/>
              <a:t> </a:t>
            </a:r>
            <a:r>
              <a:rPr lang="fr-FR" dirty="0" err="1"/>
              <a:t>cupiditate</a:t>
            </a:r>
            <a:r>
              <a:rPr lang="fr-FR" dirty="0"/>
              <a:t> non provident, </a:t>
            </a:r>
            <a:r>
              <a:rPr lang="fr-FR" dirty="0" err="1"/>
              <a:t>similique</a:t>
            </a:r>
            <a:r>
              <a:rPr lang="fr-FR" dirty="0"/>
              <a:t> </a:t>
            </a:r>
            <a:r>
              <a:rPr lang="fr-FR" dirty="0" err="1"/>
              <a:t>sunt</a:t>
            </a:r>
            <a:r>
              <a:rPr lang="fr-FR" dirty="0"/>
              <a:t> in culpa qui officia </a:t>
            </a:r>
            <a:r>
              <a:rPr lang="fr-FR" dirty="0" err="1"/>
              <a:t>deserunt</a:t>
            </a:r>
            <a:r>
              <a:rPr lang="fr-FR" dirty="0"/>
              <a:t> </a:t>
            </a:r>
            <a:r>
              <a:rPr lang="fr-FR" dirty="0" err="1"/>
              <a:t>mollitia</a:t>
            </a:r>
            <a:r>
              <a:rPr lang="fr-FR" dirty="0"/>
              <a:t> </a:t>
            </a:r>
            <a:r>
              <a:rPr lang="fr-FR" dirty="0" err="1"/>
              <a:t>animi</a:t>
            </a:r>
            <a:r>
              <a:rPr lang="fr-FR" dirty="0"/>
              <a:t>, id est </a:t>
            </a:r>
            <a:r>
              <a:rPr lang="fr-FR" dirty="0" err="1"/>
              <a:t>laborum</a:t>
            </a:r>
            <a:r>
              <a:rPr lang="fr-FR" dirty="0"/>
              <a:t> et </a:t>
            </a:r>
            <a:r>
              <a:rPr lang="fr-FR" dirty="0" err="1"/>
              <a:t>dolorum</a:t>
            </a:r>
            <a:r>
              <a:rPr lang="fr-FR" dirty="0"/>
              <a:t> </a:t>
            </a:r>
            <a:r>
              <a:rPr lang="fr-FR" dirty="0" err="1"/>
              <a:t>fuga</a:t>
            </a:r>
            <a:r>
              <a:rPr lang="fr-FR" dirty="0"/>
              <a:t>. Et </a:t>
            </a:r>
            <a:r>
              <a:rPr lang="fr-FR" dirty="0" err="1"/>
              <a:t>harum</a:t>
            </a:r>
            <a:r>
              <a:rPr lang="fr-FR" dirty="0"/>
              <a:t> </a:t>
            </a:r>
            <a:r>
              <a:rPr lang="fr-FR" dirty="0" err="1"/>
              <a:t>quidem</a:t>
            </a:r>
            <a:r>
              <a:rPr lang="fr-FR" dirty="0"/>
              <a:t> </a:t>
            </a:r>
            <a:r>
              <a:rPr lang="fr-FR" dirty="0" err="1"/>
              <a:t>rerum</a:t>
            </a:r>
            <a:r>
              <a:rPr lang="fr-FR" dirty="0"/>
              <a:t> </a:t>
            </a:r>
            <a:r>
              <a:rPr lang="fr-FR" dirty="0" err="1"/>
              <a:t>facilis</a:t>
            </a:r>
            <a:r>
              <a:rPr lang="fr-FR" dirty="0"/>
              <a:t> est et </a:t>
            </a:r>
            <a:r>
              <a:rPr lang="fr-FR" dirty="0" err="1"/>
              <a:t>expedita</a:t>
            </a:r>
            <a:r>
              <a:rPr lang="fr-FR" dirty="0"/>
              <a:t> </a:t>
            </a:r>
            <a:r>
              <a:rPr lang="fr-FR" dirty="0" err="1"/>
              <a:t>distinctio</a:t>
            </a:r>
            <a:r>
              <a:rPr lang="fr-FR" dirty="0"/>
              <a:t>. Nam libero </a:t>
            </a:r>
            <a:r>
              <a:rPr lang="fr-FR" dirty="0" err="1"/>
              <a:t>tempore</a:t>
            </a:r>
            <a:r>
              <a:rPr lang="fr-FR" dirty="0"/>
              <a:t>, cum </a:t>
            </a:r>
            <a:r>
              <a:rPr lang="fr-FR" dirty="0" err="1"/>
              <a:t>soluta</a:t>
            </a:r>
            <a:r>
              <a:rPr lang="fr-FR" dirty="0"/>
              <a:t> </a:t>
            </a:r>
            <a:r>
              <a:rPr lang="fr-FR" dirty="0" err="1"/>
              <a:t>nobis</a:t>
            </a:r>
            <a:r>
              <a:rPr lang="fr-FR" dirty="0"/>
              <a:t> est </a:t>
            </a:r>
            <a:r>
              <a:rPr lang="fr-FR" dirty="0" err="1"/>
              <a:t>eligendi</a:t>
            </a:r>
            <a:r>
              <a:rPr lang="fr-FR" dirty="0"/>
              <a:t> </a:t>
            </a:r>
            <a:r>
              <a:rPr lang="fr-FR" dirty="0" err="1"/>
              <a:t>optio</a:t>
            </a:r>
            <a:r>
              <a:rPr lang="fr-FR" dirty="0"/>
              <a:t> </a:t>
            </a:r>
            <a:r>
              <a:rPr lang="fr-FR" dirty="0" err="1"/>
              <a:t>cumque</a:t>
            </a:r>
            <a:r>
              <a:rPr lang="fr-FR" dirty="0"/>
              <a:t> nihil </a:t>
            </a:r>
            <a:r>
              <a:rPr lang="fr-FR" dirty="0" err="1"/>
              <a:t>impedit</a:t>
            </a:r>
            <a:r>
              <a:rPr lang="fr-FR" dirty="0"/>
              <a:t> quo minus id</a:t>
            </a:r>
          </a:p>
        </p:txBody>
      </p:sp>
    </p:spTree>
    <p:extLst>
      <p:ext uri="{BB962C8B-B14F-4D97-AF65-F5344CB8AC3E}">
        <p14:creationId xmlns:p14="http://schemas.microsoft.com/office/powerpoint/2010/main" val="137109259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p:cSld name="Référence Dark 3">
    <p:spTree>
      <p:nvGrpSpPr>
        <p:cNvPr id="1" name=""/>
        <p:cNvGrpSpPr/>
        <p:nvPr/>
      </p:nvGrpSpPr>
      <p:grpSpPr>
        <a:xfrm>
          <a:off x="0" y="0"/>
          <a:ext cx="0" cy="0"/>
          <a:chOff x="0" y="0"/>
          <a:chExt cx="0" cy="0"/>
        </a:xfrm>
      </p:grpSpPr>
      <p:pic>
        <p:nvPicPr>
          <p:cNvPr id="17" name="Image 16">
            <a:extLst>
              <a:ext uri="{FF2B5EF4-FFF2-40B4-BE49-F238E27FC236}">
                <a16:creationId xmlns:a16="http://schemas.microsoft.com/office/drawing/2014/main" id="{E325A0B9-21A3-9A34-FBF7-D6585C2C6E7A}"/>
              </a:ext>
            </a:extLst>
          </p:cNvPr>
          <p:cNvPicPr>
            <a:picLocks noChangeAspect="1"/>
          </p:cNvPicPr>
          <p:nvPr/>
        </p:nvPicPr>
        <p:blipFill>
          <a:blip r:embed="rId2"/>
          <a:srcRect/>
          <a:stretch/>
        </p:blipFill>
        <p:spPr>
          <a:xfrm>
            <a:off x="-18027" y="0"/>
            <a:ext cx="12173696" cy="6857999"/>
          </a:xfrm>
          <a:prstGeom prst="rect">
            <a:avLst/>
          </a:prstGeom>
        </p:spPr>
      </p:pic>
      <p:sp>
        <p:nvSpPr>
          <p:cNvPr id="20" name="Espace réservé du texte 22">
            <a:extLst>
              <a:ext uri="{FF2B5EF4-FFF2-40B4-BE49-F238E27FC236}">
                <a16:creationId xmlns:a16="http://schemas.microsoft.com/office/drawing/2014/main" id="{8C8EBFD8-2352-3161-FECA-F5229C0183A6}"/>
              </a:ext>
            </a:extLst>
          </p:cNvPr>
          <p:cNvSpPr>
            <a:spLocks noGrp="1"/>
          </p:cNvSpPr>
          <p:nvPr>
            <p:ph type="body" sz="quarter" idx="17" hasCustomPrompt="1"/>
          </p:nvPr>
        </p:nvSpPr>
        <p:spPr>
          <a:xfrm>
            <a:off x="1139871" y="360437"/>
            <a:ext cx="9871029" cy="263149"/>
          </a:xfrm>
          <a:noFill/>
        </p:spPr>
        <p:txBody>
          <a:bodyPr wrap="square" anchor="b">
            <a:noAutofit/>
          </a:bodyPr>
          <a:lstStyle>
            <a:lvl1pPr marL="0" indent="0">
              <a:lnSpc>
                <a:spcPct val="120000"/>
              </a:lnSpc>
              <a:spcBef>
                <a:spcPts val="0"/>
              </a:spcBef>
              <a:spcAft>
                <a:spcPts val="600"/>
              </a:spcAft>
              <a:buNone/>
              <a:defRPr sz="1200" b="0">
                <a:solidFill>
                  <a:schemeClr val="tx2"/>
                </a:solidFill>
              </a:defRPr>
            </a:lvl1pPr>
          </a:lstStyle>
          <a:p>
            <a:pPr lvl="0"/>
            <a:r>
              <a:rPr lang="fr-FR" dirty="0"/>
              <a:t>Titre ici. Par exemple « Références »</a:t>
            </a:r>
          </a:p>
        </p:txBody>
      </p:sp>
      <p:sp>
        <p:nvSpPr>
          <p:cNvPr id="9" name="object 11">
            <a:extLst>
              <a:ext uri="{FF2B5EF4-FFF2-40B4-BE49-F238E27FC236}">
                <a16:creationId xmlns:a16="http://schemas.microsoft.com/office/drawing/2014/main" id="{A64F0143-A871-D07B-DFAB-EC82C95AA00D}"/>
              </a:ext>
            </a:extLst>
          </p:cNvPr>
          <p:cNvSpPr/>
          <p:nvPr/>
        </p:nvSpPr>
        <p:spPr>
          <a:xfrm>
            <a:off x="11397941" y="0"/>
            <a:ext cx="794059" cy="6858000"/>
          </a:xfrm>
          <a:custGeom>
            <a:avLst/>
            <a:gdLst/>
            <a:ahLst/>
            <a:cxnLst/>
            <a:rect l="l" t="t" r="r" b="b"/>
            <a:pathLst>
              <a:path w="1309369" h="11308715">
                <a:moveTo>
                  <a:pt x="1308860" y="0"/>
                </a:moveTo>
                <a:lnTo>
                  <a:pt x="0" y="0"/>
                </a:lnTo>
                <a:lnTo>
                  <a:pt x="0" y="11308556"/>
                </a:lnTo>
                <a:lnTo>
                  <a:pt x="1308860" y="11308556"/>
                </a:lnTo>
                <a:lnTo>
                  <a:pt x="1308860" y="0"/>
                </a:lnTo>
                <a:close/>
              </a:path>
            </a:pathLst>
          </a:custGeom>
          <a:solidFill>
            <a:schemeClr val="bg1"/>
          </a:solidFill>
          <a:ln>
            <a:noFill/>
          </a:ln>
        </p:spPr>
        <p:txBody>
          <a:bodyPr wrap="square" lIns="0" tIns="0" rIns="0" bIns="0" rtlCol="0"/>
          <a:lstStyle/>
          <a:p>
            <a:endParaRPr sz="1092"/>
          </a:p>
        </p:txBody>
      </p:sp>
      <p:sp>
        <p:nvSpPr>
          <p:cNvPr id="10" name="object 14">
            <a:extLst>
              <a:ext uri="{FF2B5EF4-FFF2-40B4-BE49-F238E27FC236}">
                <a16:creationId xmlns:a16="http://schemas.microsoft.com/office/drawing/2014/main" id="{93B41042-CB6D-06C7-2426-A7A64DAA0ADB}"/>
              </a:ext>
            </a:extLst>
          </p:cNvPr>
          <p:cNvSpPr/>
          <p:nvPr/>
        </p:nvSpPr>
        <p:spPr>
          <a:xfrm>
            <a:off x="11397456" y="6063824"/>
            <a:ext cx="794059" cy="0"/>
          </a:xfrm>
          <a:custGeom>
            <a:avLst/>
            <a:gdLst/>
            <a:ahLst/>
            <a:cxnLst/>
            <a:rect l="l" t="t" r="r" b="b"/>
            <a:pathLst>
              <a:path w="1309369">
                <a:moveTo>
                  <a:pt x="0" y="0"/>
                </a:moveTo>
                <a:lnTo>
                  <a:pt x="1308860" y="0"/>
                </a:lnTo>
              </a:path>
            </a:pathLst>
          </a:custGeom>
          <a:ln w="7853">
            <a:solidFill>
              <a:schemeClr val="tx1"/>
            </a:solidFill>
          </a:ln>
        </p:spPr>
        <p:txBody>
          <a:bodyPr wrap="square" lIns="0" tIns="0" rIns="0" bIns="0" rtlCol="0"/>
          <a:lstStyle/>
          <a:p>
            <a:endParaRPr sz="1092"/>
          </a:p>
        </p:txBody>
      </p:sp>
      <p:pic>
        <p:nvPicPr>
          <p:cNvPr id="11" name="Graphique 10">
            <a:extLst>
              <a:ext uri="{FF2B5EF4-FFF2-40B4-BE49-F238E27FC236}">
                <a16:creationId xmlns:a16="http://schemas.microsoft.com/office/drawing/2014/main" id="{AFCD7938-0220-56CB-072B-27567FA9C7F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646607" y="6340088"/>
            <a:ext cx="330919" cy="214383"/>
          </a:xfrm>
          <a:prstGeom prst="rect">
            <a:avLst/>
          </a:prstGeom>
        </p:spPr>
      </p:pic>
      <p:sp>
        <p:nvSpPr>
          <p:cNvPr id="12" name="Espace réservé du pied de page 4">
            <a:extLst>
              <a:ext uri="{FF2B5EF4-FFF2-40B4-BE49-F238E27FC236}">
                <a16:creationId xmlns:a16="http://schemas.microsoft.com/office/drawing/2014/main" id="{1F0AE38A-C346-AA12-6179-9504952ECF65}"/>
              </a:ext>
            </a:extLst>
          </p:cNvPr>
          <p:cNvSpPr>
            <a:spLocks noGrp="1"/>
          </p:cNvSpPr>
          <p:nvPr>
            <p:ph type="ftr" sz="quarter" idx="3"/>
          </p:nvPr>
        </p:nvSpPr>
        <p:spPr>
          <a:xfrm rot="16200000">
            <a:off x="9737570" y="2572960"/>
            <a:ext cx="4114800" cy="365125"/>
          </a:xfrm>
          <a:prstGeom prst="rect">
            <a:avLst/>
          </a:prstGeom>
        </p:spPr>
        <p:txBody>
          <a:bodyPr vert="horz" lIns="91440" tIns="45720" rIns="91440" bIns="45720" rtlCol="0" anchor="ctr"/>
          <a:lstStyle>
            <a:lvl1pPr>
              <a:defRPr lang="en-US" sz="728" dirty="0">
                <a:solidFill>
                  <a:schemeClr val="tx1"/>
                </a:solidFill>
                <a:latin typeface="Poppins" pitchFamily="2" charset="77"/>
                <a:cs typeface="Poppins" pitchFamily="2" charset="77"/>
              </a:defRPr>
            </a:lvl1pPr>
          </a:lstStyle>
          <a:p>
            <a:pPr algn="r"/>
            <a:r>
              <a:rPr lang="fr-FR"/>
              <a:t>Architectes des grandes transformations</a:t>
            </a:r>
            <a:endParaRPr lang="fr-US"/>
          </a:p>
        </p:txBody>
      </p:sp>
      <p:sp>
        <p:nvSpPr>
          <p:cNvPr id="13" name="Espace réservé du numéro de diapositive 18">
            <a:extLst>
              <a:ext uri="{FF2B5EF4-FFF2-40B4-BE49-F238E27FC236}">
                <a16:creationId xmlns:a16="http://schemas.microsoft.com/office/drawing/2014/main" id="{B396521C-C469-063C-92A3-5C0E88D6D3A0}"/>
              </a:ext>
            </a:extLst>
          </p:cNvPr>
          <p:cNvSpPr>
            <a:spLocks noGrp="1"/>
          </p:cNvSpPr>
          <p:nvPr>
            <p:ph type="sldNum" sz="quarter" idx="4"/>
          </p:nvPr>
        </p:nvSpPr>
        <p:spPr>
          <a:xfrm>
            <a:off x="11588253" y="165403"/>
            <a:ext cx="420073" cy="365125"/>
          </a:xfrm>
          <a:prstGeom prst="rect">
            <a:avLst/>
          </a:prstGeom>
        </p:spPr>
        <p:txBody>
          <a:bodyPr/>
          <a:lstStyle>
            <a:lvl1pPr algn="ctr">
              <a:defRPr lang="en-US" sz="800" b="1" smtClean="0">
                <a:solidFill>
                  <a:schemeClr val="tx1"/>
                </a:solidFill>
                <a:latin typeface="Poppins" pitchFamily="2" charset="77"/>
                <a:cs typeface="Poppins" pitchFamily="2" charset="77"/>
              </a:defRPr>
            </a:lvl1pPr>
          </a:lstStyle>
          <a:p>
            <a:fld id="{8042310B-17DC-C845-9B99-8FE29D3E9696}" type="slidenum">
              <a:rPr lang="fr-FR" smtClean="0"/>
              <a:pPr/>
              <a:t>‹N°›</a:t>
            </a:fld>
            <a:endParaRPr lang="fr-FR" dirty="0"/>
          </a:p>
        </p:txBody>
      </p:sp>
      <p:sp>
        <p:nvSpPr>
          <p:cNvPr id="14" name="Titre 17">
            <a:extLst>
              <a:ext uri="{FF2B5EF4-FFF2-40B4-BE49-F238E27FC236}">
                <a16:creationId xmlns:a16="http://schemas.microsoft.com/office/drawing/2014/main" id="{3FB1DEFC-1585-50A7-3B73-C9CDE15177AA}"/>
              </a:ext>
            </a:extLst>
          </p:cNvPr>
          <p:cNvSpPr>
            <a:spLocks noGrp="1"/>
          </p:cNvSpPr>
          <p:nvPr>
            <p:ph type="title" hasCustomPrompt="1"/>
          </p:nvPr>
        </p:nvSpPr>
        <p:spPr>
          <a:xfrm>
            <a:off x="1139871" y="1726354"/>
            <a:ext cx="4079829" cy="291618"/>
          </a:xfrm>
          <a:noFill/>
        </p:spPr>
        <p:txBody>
          <a:bodyPr wrap="square" anchor="ctr" anchorCtr="0">
            <a:spAutoFit/>
          </a:bodyPr>
          <a:lstStyle>
            <a:lvl1pPr>
              <a:lnSpc>
                <a:spcPct val="90000"/>
              </a:lnSpc>
              <a:spcAft>
                <a:spcPts val="600"/>
              </a:spcAft>
              <a:defRPr sz="1400">
                <a:solidFill>
                  <a:schemeClr val="bg1"/>
                </a:solidFill>
              </a:defRPr>
            </a:lvl1pPr>
          </a:lstStyle>
          <a:p>
            <a:r>
              <a:rPr lang="fr-FR" dirty="0"/>
              <a:t>Titre ici. Exemple « La nature du projet »</a:t>
            </a:r>
          </a:p>
        </p:txBody>
      </p:sp>
      <p:sp>
        <p:nvSpPr>
          <p:cNvPr id="15" name="Espace réservé du texte 2">
            <a:extLst>
              <a:ext uri="{FF2B5EF4-FFF2-40B4-BE49-F238E27FC236}">
                <a16:creationId xmlns:a16="http://schemas.microsoft.com/office/drawing/2014/main" id="{5AF1EC21-8999-8F4B-5F35-6954B53F3E5E}"/>
              </a:ext>
            </a:extLst>
          </p:cNvPr>
          <p:cNvSpPr>
            <a:spLocks noGrp="1"/>
          </p:cNvSpPr>
          <p:nvPr>
            <p:ph idx="1" hasCustomPrompt="1"/>
          </p:nvPr>
        </p:nvSpPr>
        <p:spPr>
          <a:xfrm>
            <a:off x="1149927" y="2017972"/>
            <a:ext cx="4069773" cy="1912062"/>
          </a:xfrm>
          <a:prstGeom prst="rect">
            <a:avLst/>
          </a:prstGeom>
        </p:spPr>
        <p:txBody>
          <a:bodyPr vert="horz" wrap="square" lIns="91440" tIns="45720" rIns="91440" bIns="45720" rtlCol="0">
            <a:spAutoFit/>
          </a:bodyPr>
          <a:lstStyle>
            <a:lvl1pPr marL="0" indent="0">
              <a:lnSpc>
                <a:spcPct val="120000"/>
              </a:lnSpc>
              <a:spcBef>
                <a:spcPts val="0"/>
              </a:spcBef>
              <a:buClr>
                <a:schemeClr val="tx2"/>
              </a:buClr>
              <a:buNone/>
              <a:defRPr lang="fr-FR" dirty="0">
                <a:solidFill>
                  <a:schemeClr val="bg1"/>
                </a:solidFill>
                <a:latin typeface="Poppins" pitchFamily="2" charset="77"/>
                <a:cs typeface="Poppins" pitchFamily="2" charset="77"/>
              </a:defRPr>
            </a:lvl1pPr>
            <a:lvl2pPr>
              <a:lnSpc>
                <a:spcPct val="120000"/>
              </a:lnSpc>
              <a:spcBef>
                <a:spcPts val="0"/>
              </a:spcBef>
              <a:buClr>
                <a:schemeClr val="tx2"/>
              </a:buClr>
              <a:defRPr lang="fr-FR" dirty="0">
                <a:solidFill>
                  <a:schemeClr val="bg1"/>
                </a:solidFill>
                <a:latin typeface="Poppins" pitchFamily="2" charset="77"/>
                <a:cs typeface="Poppins" pitchFamily="2" charset="77"/>
              </a:defRPr>
            </a:lvl2pPr>
            <a:lvl3pPr>
              <a:lnSpc>
                <a:spcPct val="120000"/>
              </a:lnSpc>
              <a:spcBef>
                <a:spcPts val="0"/>
              </a:spcBef>
              <a:buClr>
                <a:schemeClr val="tx2"/>
              </a:buClr>
              <a:defRPr lang="fr-FR" dirty="0">
                <a:solidFill>
                  <a:schemeClr val="bg1"/>
                </a:solidFill>
                <a:latin typeface="Poppins" pitchFamily="2" charset="77"/>
                <a:cs typeface="Poppins" pitchFamily="2" charset="77"/>
              </a:defRPr>
            </a:lvl3pPr>
            <a:lvl4pPr>
              <a:lnSpc>
                <a:spcPct val="120000"/>
              </a:lnSpc>
              <a:spcBef>
                <a:spcPts val="0"/>
              </a:spcBef>
              <a:buClr>
                <a:schemeClr val="tx2"/>
              </a:buClr>
              <a:defRPr lang="fr-FR" dirty="0">
                <a:solidFill>
                  <a:schemeClr val="bg1"/>
                </a:solidFill>
                <a:latin typeface="Poppins" pitchFamily="2" charset="77"/>
                <a:cs typeface="Poppins" pitchFamily="2" charset="77"/>
              </a:defRPr>
            </a:lvl4pPr>
            <a:lvl5pPr>
              <a:lnSpc>
                <a:spcPct val="120000"/>
              </a:lnSpc>
              <a:spcBef>
                <a:spcPts val="0"/>
              </a:spcBef>
              <a:buClr>
                <a:schemeClr val="tx2"/>
              </a:buClr>
              <a:defRPr lang="fr-FR" dirty="0">
                <a:solidFill>
                  <a:schemeClr val="bg1"/>
                </a:solidFill>
                <a:latin typeface="Poppins" pitchFamily="2" charset="77"/>
                <a:cs typeface="Poppins" pitchFamily="2" charset="77"/>
              </a:defRPr>
            </a:lvl5pPr>
          </a:lstStyle>
          <a:p>
            <a:pPr lvl="0">
              <a:spcAft>
                <a:spcPts val="600"/>
              </a:spcAft>
            </a:pPr>
            <a:r>
              <a:rPr lang="fr-FR" dirty="0"/>
              <a:t>At </a:t>
            </a:r>
            <a:r>
              <a:rPr lang="fr-FR" dirty="0" err="1"/>
              <a:t>vero</a:t>
            </a:r>
            <a:r>
              <a:rPr lang="fr-FR" dirty="0"/>
              <a:t> </a:t>
            </a:r>
            <a:r>
              <a:rPr lang="fr-FR" dirty="0" err="1"/>
              <a:t>eos</a:t>
            </a:r>
            <a:r>
              <a:rPr lang="fr-FR" dirty="0"/>
              <a:t> et </a:t>
            </a:r>
            <a:r>
              <a:rPr lang="fr-FR" dirty="0" err="1"/>
              <a:t>accusamus</a:t>
            </a:r>
            <a:r>
              <a:rPr lang="fr-FR" dirty="0"/>
              <a:t> et </a:t>
            </a:r>
            <a:r>
              <a:rPr lang="fr-FR" dirty="0" err="1"/>
              <a:t>iusto</a:t>
            </a:r>
            <a:r>
              <a:rPr lang="fr-FR" dirty="0"/>
              <a:t> </a:t>
            </a:r>
            <a:r>
              <a:rPr lang="fr-FR" dirty="0" err="1"/>
              <a:t>odio</a:t>
            </a:r>
            <a:r>
              <a:rPr lang="fr-FR" dirty="0"/>
              <a:t> </a:t>
            </a:r>
            <a:r>
              <a:rPr lang="fr-FR" dirty="0" err="1"/>
              <a:t>dignissimos</a:t>
            </a:r>
            <a:r>
              <a:rPr lang="fr-FR" dirty="0"/>
              <a:t> </a:t>
            </a:r>
            <a:r>
              <a:rPr lang="fr-FR" dirty="0" err="1"/>
              <a:t>ducimus</a:t>
            </a:r>
            <a:r>
              <a:rPr lang="fr-FR" dirty="0"/>
              <a:t> qui </a:t>
            </a:r>
            <a:r>
              <a:rPr lang="fr-FR" dirty="0" err="1"/>
              <a:t>blanditiis</a:t>
            </a:r>
            <a:r>
              <a:rPr lang="fr-FR" dirty="0"/>
              <a:t> </a:t>
            </a:r>
            <a:r>
              <a:rPr lang="fr-FR" dirty="0" err="1"/>
              <a:t>praesentium</a:t>
            </a:r>
            <a:r>
              <a:rPr lang="fr-FR" dirty="0"/>
              <a:t> </a:t>
            </a:r>
            <a:r>
              <a:rPr lang="fr-FR" dirty="0" err="1"/>
              <a:t>voluptatum</a:t>
            </a:r>
            <a:r>
              <a:rPr lang="fr-FR" dirty="0"/>
              <a:t> </a:t>
            </a:r>
            <a:r>
              <a:rPr lang="fr-FR" dirty="0" err="1"/>
              <a:t>deleniti</a:t>
            </a:r>
            <a:r>
              <a:rPr lang="fr-FR" dirty="0"/>
              <a:t> </a:t>
            </a:r>
            <a:r>
              <a:rPr lang="fr-FR" dirty="0" err="1"/>
              <a:t>atque</a:t>
            </a:r>
            <a:r>
              <a:rPr lang="fr-FR" dirty="0"/>
              <a:t> </a:t>
            </a:r>
            <a:r>
              <a:rPr lang="fr-FR" dirty="0" err="1"/>
              <a:t>corrupti</a:t>
            </a:r>
            <a:r>
              <a:rPr lang="fr-FR" dirty="0"/>
              <a:t> </a:t>
            </a:r>
            <a:r>
              <a:rPr lang="fr-FR" dirty="0" err="1"/>
              <a:t>quos</a:t>
            </a:r>
            <a:r>
              <a:rPr lang="fr-FR" dirty="0"/>
              <a:t> </a:t>
            </a:r>
            <a:r>
              <a:rPr lang="fr-FR" dirty="0" err="1"/>
              <a:t>dolores</a:t>
            </a:r>
            <a:r>
              <a:rPr lang="fr-FR" dirty="0"/>
              <a:t> et </a:t>
            </a:r>
            <a:r>
              <a:rPr lang="fr-FR" dirty="0" err="1"/>
              <a:t>quas</a:t>
            </a:r>
            <a:r>
              <a:rPr lang="fr-FR" dirty="0"/>
              <a:t> </a:t>
            </a:r>
            <a:r>
              <a:rPr lang="fr-FR" dirty="0" err="1"/>
              <a:t>molestias</a:t>
            </a:r>
            <a:r>
              <a:rPr lang="fr-FR" dirty="0"/>
              <a:t> </a:t>
            </a:r>
            <a:r>
              <a:rPr lang="fr-FR" dirty="0" err="1"/>
              <a:t>excepturi</a:t>
            </a:r>
            <a:r>
              <a:rPr lang="fr-FR" dirty="0"/>
              <a:t> </a:t>
            </a:r>
            <a:r>
              <a:rPr lang="fr-FR" dirty="0" err="1"/>
              <a:t>sint</a:t>
            </a:r>
            <a:r>
              <a:rPr lang="fr-FR" dirty="0"/>
              <a:t> </a:t>
            </a:r>
            <a:r>
              <a:rPr lang="fr-FR" dirty="0" err="1"/>
              <a:t>occaecati</a:t>
            </a:r>
            <a:r>
              <a:rPr lang="fr-FR" dirty="0"/>
              <a:t> </a:t>
            </a:r>
            <a:r>
              <a:rPr lang="fr-FR" dirty="0" err="1"/>
              <a:t>cupiditate</a:t>
            </a:r>
            <a:r>
              <a:rPr lang="fr-FR" dirty="0"/>
              <a:t> non provident, </a:t>
            </a:r>
            <a:r>
              <a:rPr lang="fr-FR" dirty="0" err="1"/>
              <a:t>similique</a:t>
            </a:r>
            <a:r>
              <a:rPr lang="fr-FR" dirty="0"/>
              <a:t> </a:t>
            </a:r>
            <a:r>
              <a:rPr lang="fr-FR" dirty="0" err="1"/>
              <a:t>sunt</a:t>
            </a:r>
            <a:r>
              <a:rPr lang="fr-FR" dirty="0"/>
              <a:t> in culpa qui officia </a:t>
            </a:r>
            <a:r>
              <a:rPr lang="fr-FR" dirty="0" err="1"/>
              <a:t>deserunt</a:t>
            </a:r>
            <a:r>
              <a:rPr lang="fr-FR" dirty="0"/>
              <a:t> </a:t>
            </a:r>
            <a:r>
              <a:rPr lang="fr-FR" dirty="0" err="1"/>
              <a:t>mollitia</a:t>
            </a:r>
            <a:r>
              <a:rPr lang="fr-FR" dirty="0"/>
              <a:t> </a:t>
            </a:r>
            <a:r>
              <a:rPr lang="fr-FR" dirty="0" err="1"/>
              <a:t>animi</a:t>
            </a:r>
            <a:r>
              <a:rPr lang="fr-FR" dirty="0"/>
              <a:t>, id est </a:t>
            </a:r>
            <a:r>
              <a:rPr lang="fr-FR" dirty="0" err="1"/>
              <a:t>laborum</a:t>
            </a:r>
            <a:r>
              <a:rPr lang="fr-FR" dirty="0"/>
              <a:t> et </a:t>
            </a:r>
            <a:r>
              <a:rPr lang="fr-FR" dirty="0" err="1"/>
              <a:t>dolorum</a:t>
            </a:r>
            <a:r>
              <a:rPr lang="fr-FR" dirty="0"/>
              <a:t> </a:t>
            </a:r>
            <a:r>
              <a:rPr lang="fr-FR" dirty="0" err="1"/>
              <a:t>fuga</a:t>
            </a:r>
            <a:r>
              <a:rPr lang="fr-FR" dirty="0"/>
              <a:t>. Et </a:t>
            </a:r>
            <a:r>
              <a:rPr lang="fr-FR" dirty="0" err="1"/>
              <a:t>harum</a:t>
            </a:r>
            <a:r>
              <a:rPr lang="fr-FR" dirty="0"/>
              <a:t> </a:t>
            </a:r>
            <a:r>
              <a:rPr lang="fr-FR" dirty="0" err="1"/>
              <a:t>quidem</a:t>
            </a:r>
            <a:r>
              <a:rPr lang="fr-FR" dirty="0"/>
              <a:t> </a:t>
            </a:r>
            <a:r>
              <a:rPr lang="fr-FR" dirty="0" err="1"/>
              <a:t>rerum</a:t>
            </a:r>
            <a:r>
              <a:rPr lang="fr-FR" dirty="0"/>
              <a:t> </a:t>
            </a:r>
            <a:r>
              <a:rPr lang="fr-FR" dirty="0" err="1"/>
              <a:t>facilis</a:t>
            </a:r>
            <a:r>
              <a:rPr lang="fr-FR" dirty="0"/>
              <a:t> est et </a:t>
            </a:r>
            <a:r>
              <a:rPr lang="fr-FR" dirty="0" err="1"/>
              <a:t>expedita</a:t>
            </a:r>
            <a:r>
              <a:rPr lang="fr-FR" dirty="0"/>
              <a:t> </a:t>
            </a:r>
            <a:r>
              <a:rPr lang="fr-FR" dirty="0" err="1"/>
              <a:t>distinctio</a:t>
            </a:r>
            <a:r>
              <a:rPr lang="fr-FR" dirty="0"/>
              <a:t>. Nam libero </a:t>
            </a:r>
            <a:r>
              <a:rPr lang="fr-FR" dirty="0" err="1"/>
              <a:t>tempore</a:t>
            </a:r>
            <a:r>
              <a:rPr lang="fr-FR" dirty="0"/>
              <a:t>, cum </a:t>
            </a:r>
            <a:r>
              <a:rPr lang="fr-FR" dirty="0" err="1"/>
              <a:t>soluta</a:t>
            </a:r>
            <a:r>
              <a:rPr lang="fr-FR" dirty="0"/>
              <a:t> </a:t>
            </a:r>
            <a:r>
              <a:rPr lang="fr-FR" dirty="0" err="1"/>
              <a:t>nobis</a:t>
            </a:r>
            <a:r>
              <a:rPr lang="fr-FR" dirty="0"/>
              <a:t> est </a:t>
            </a:r>
            <a:r>
              <a:rPr lang="fr-FR" dirty="0" err="1"/>
              <a:t>eligendi</a:t>
            </a:r>
            <a:r>
              <a:rPr lang="fr-FR" dirty="0"/>
              <a:t> </a:t>
            </a:r>
            <a:r>
              <a:rPr lang="fr-FR" dirty="0" err="1"/>
              <a:t>optio</a:t>
            </a:r>
            <a:r>
              <a:rPr lang="fr-FR" dirty="0"/>
              <a:t> </a:t>
            </a:r>
            <a:r>
              <a:rPr lang="fr-FR" dirty="0" err="1"/>
              <a:t>cumque</a:t>
            </a:r>
            <a:r>
              <a:rPr lang="fr-FR" dirty="0"/>
              <a:t> nihil </a:t>
            </a:r>
            <a:r>
              <a:rPr lang="fr-FR" dirty="0" err="1"/>
              <a:t>impedit</a:t>
            </a:r>
            <a:r>
              <a:rPr lang="fr-FR" dirty="0"/>
              <a:t> quo minus id</a:t>
            </a:r>
          </a:p>
        </p:txBody>
      </p:sp>
    </p:spTree>
    <p:extLst>
      <p:ext uri="{BB962C8B-B14F-4D97-AF65-F5344CB8AC3E}">
        <p14:creationId xmlns:p14="http://schemas.microsoft.com/office/powerpoint/2010/main" val="134789881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p:cSld name="Référence Dark 4">
    <p:spTree>
      <p:nvGrpSpPr>
        <p:cNvPr id="1" name=""/>
        <p:cNvGrpSpPr/>
        <p:nvPr/>
      </p:nvGrpSpPr>
      <p:grpSpPr>
        <a:xfrm>
          <a:off x="0" y="0"/>
          <a:ext cx="0" cy="0"/>
          <a:chOff x="0" y="0"/>
          <a:chExt cx="0" cy="0"/>
        </a:xfrm>
      </p:grpSpPr>
      <p:pic>
        <p:nvPicPr>
          <p:cNvPr id="17" name="Image 16">
            <a:extLst>
              <a:ext uri="{FF2B5EF4-FFF2-40B4-BE49-F238E27FC236}">
                <a16:creationId xmlns:a16="http://schemas.microsoft.com/office/drawing/2014/main" id="{E325A0B9-21A3-9A34-FBF7-D6585C2C6E7A}"/>
              </a:ext>
            </a:extLst>
          </p:cNvPr>
          <p:cNvPicPr>
            <a:picLocks noChangeAspect="1"/>
          </p:cNvPicPr>
          <p:nvPr/>
        </p:nvPicPr>
        <p:blipFill>
          <a:blip r:embed="rId2"/>
          <a:srcRect/>
          <a:stretch/>
        </p:blipFill>
        <p:spPr>
          <a:xfrm>
            <a:off x="-18025" y="0"/>
            <a:ext cx="12173689" cy="6857995"/>
          </a:xfrm>
          <a:prstGeom prst="rect">
            <a:avLst/>
          </a:prstGeom>
        </p:spPr>
      </p:pic>
      <p:sp>
        <p:nvSpPr>
          <p:cNvPr id="20" name="Espace réservé du texte 22">
            <a:extLst>
              <a:ext uri="{FF2B5EF4-FFF2-40B4-BE49-F238E27FC236}">
                <a16:creationId xmlns:a16="http://schemas.microsoft.com/office/drawing/2014/main" id="{8C8EBFD8-2352-3161-FECA-F5229C0183A6}"/>
              </a:ext>
            </a:extLst>
          </p:cNvPr>
          <p:cNvSpPr>
            <a:spLocks noGrp="1"/>
          </p:cNvSpPr>
          <p:nvPr>
            <p:ph type="body" sz="quarter" idx="17" hasCustomPrompt="1"/>
          </p:nvPr>
        </p:nvSpPr>
        <p:spPr>
          <a:xfrm>
            <a:off x="1139871" y="360437"/>
            <a:ext cx="9871029" cy="263149"/>
          </a:xfrm>
          <a:noFill/>
        </p:spPr>
        <p:txBody>
          <a:bodyPr wrap="square" anchor="b">
            <a:noAutofit/>
          </a:bodyPr>
          <a:lstStyle>
            <a:lvl1pPr marL="0" indent="0">
              <a:lnSpc>
                <a:spcPct val="120000"/>
              </a:lnSpc>
              <a:spcBef>
                <a:spcPts val="0"/>
              </a:spcBef>
              <a:spcAft>
                <a:spcPts val="600"/>
              </a:spcAft>
              <a:buNone/>
              <a:defRPr sz="1200" b="0">
                <a:solidFill>
                  <a:schemeClr val="tx2"/>
                </a:solidFill>
              </a:defRPr>
            </a:lvl1pPr>
          </a:lstStyle>
          <a:p>
            <a:pPr lvl="0"/>
            <a:r>
              <a:rPr lang="fr-FR" dirty="0"/>
              <a:t>Titre ici. Par exemple « Références »</a:t>
            </a:r>
          </a:p>
        </p:txBody>
      </p:sp>
      <p:sp>
        <p:nvSpPr>
          <p:cNvPr id="9" name="object 11">
            <a:extLst>
              <a:ext uri="{FF2B5EF4-FFF2-40B4-BE49-F238E27FC236}">
                <a16:creationId xmlns:a16="http://schemas.microsoft.com/office/drawing/2014/main" id="{DEFCE07E-7B5C-5912-F9F2-39247F912B49}"/>
              </a:ext>
            </a:extLst>
          </p:cNvPr>
          <p:cNvSpPr/>
          <p:nvPr/>
        </p:nvSpPr>
        <p:spPr>
          <a:xfrm>
            <a:off x="11397941" y="0"/>
            <a:ext cx="794059" cy="6858000"/>
          </a:xfrm>
          <a:custGeom>
            <a:avLst/>
            <a:gdLst/>
            <a:ahLst/>
            <a:cxnLst/>
            <a:rect l="l" t="t" r="r" b="b"/>
            <a:pathLst>
              <a:path w="1309369" h="11308715">
                <a:moveTo>
                  <a:pt x="1308860" y="0"/>
                </a:moveTo>
                <a:lnTo>
                  <a:pt x="0" y="0"/>
                </a:lnTo>
                <a:lnTo>
                  <a:pt x="0" y="11308556"/>
                </a:lnTo>
                <a:lnTo>
                  <a:pt x="1308860" y="11308556"/>
                </a:lnTo>
                <a:lnTo>
                  <a:pt x="1308860" y="0"/>
                </a:lnTo>
                <a:close/>
              </a:path>
            </a:pathLst>
          </a:custGeom>
          <a:solidFill>
            <a:schemeClr val="bg1"/>
          </a:solidFill>
          <a:ln>
            <a:noFill/>
          </a:ln>
        </p:spPr>
        <p:txBody>
          <a:bodyPr wrap="square" lIns="0" tIns="0" rIns="0" bIns="0" rtlCol="0"/>
          <a:lstStyle/>
          <a:p>
            <a:endParaRPr sz="1092"/>
          </a:p>
        </p:txBody>
      </p:sp>
      <p:sp>
        <p:nvSpPr>
          <p:cNvPr id="10" name="object 14">
            <a:extLst>
              <a:ext uri="{FF2B5EF4-FFF2-40B4-BE49-F238E27FC236}">
                <a16:creationId xmlns:a16="http://schemas.microsoft.com/office/drawing/2014/main" id="{DA3C0123-BAF6-3FD8-29A4-0DC8165FB005}"/>
              </a:ext>
            </a:extLst>
          </p:cNvPr>
          <p:cNvSpPr/>
          <p:nvPr/>
        </p:nvSpPr>
        <p:spPr>
          <a:xfrm>
            <a:off x="11397456" y="6063824"/>
            <a:ext cx="794059" cy="0"/>
          </a:xfrm>
          <a:custGeom>
            <a:avLst/>
            <a:gdLst/>
            <a:ahLst/>
            <a:cxnLst/>
            <a:rect l="l" t="t" r="r" b="b"/>
            <a:pathLst>
              <a:path w="1309369">
                <a:moveTo>
                  <a:pt x="0" y="0"/>
                </a:moveTo>
                <a:lnTo>
                  <a:pt x="1308860" y="0"/>
                </a:lnTo>
              </a:path>
            </a:pathLst>
          </a:custGeom>
          <a:ln w="7853">
            <a:solidFill>
              <a:schemeClr val="tx1"/>
            </a:solidFill>
          </a:ln>
        </p:spPr>
        <p:txBody>
          <a:bodyPr wrap="square" lIns="0" tIns="0" rIns="0" bIns="0" rtlCol="0"/>
          <a:lstStyle/>
          <a:p>
            <a:endParaRPr sz="1092"/>
          </a:p>
        </p:txBody>
      </p:sp>
      <p:pic>
        <p:nvPicPr>
          <p:cNvPr id="11" name="Graphique 10">
            <a:extLst>
              <a:ext uri="{FF2B5EF4-FFF2-40B4-BE49-F238E27FC236}">
                <a16:creationId xmlns:a16="http://schemas.microsoft.com/office/drawing/2014/main" id="{9F72B17E-216F-F884-7EAA-1A4FB7A2DB2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646607" y="6340088"/>
            <a:ext cx="330919" cy="214383"/>
          </a:xfrm>
          <a:prstGeom prst="rect">
            <a:avLst/>
          </a:prstGeom>
        </p:spPr>
      </p:pic>
      <p:sp>
        <p:nvSpPr>
          <p:cNvPr id="12" name="Espace réservé du pied de page 4">
            <a:extLst>
              <a:ext uri="{FF2B5EF4-FFF2-40B4-BE49-F238E27FC236}">
                <a16:creationId xmlns:a16="http://schemas.microsoft.com/office/drawing/2014/main" id="{69C4CF97-BAEC-E459-8AC9-AEFAE47F0BFF}"/>
              </a:ext>
            </a:extLst>
          </p:cNvPr>
          <p:cNvSpPr>
            <a:spLocks noGrp="1"/>
          </p:cNvSpPr>
          <p:nvPr>
            <p:ph type="ftr" sz="quarter" idx="3"/>
          </p:nvPr>
        </p:nvSpPr>
        <p:spPr>
          <a:xfrm rot="16200000">
            <a:off x="9737570" y="2572960"/>
            <a:ext cx="4114800" cy="365125"/>
          </a:xfrm>
          <a:prstGeom prst="rect">
            <a:avLst/>
          </a:prstGeom>
        </p:spPr>
        <p:txBody>
          <a:bodyPr vert="horz" lIns="91440" tIns="45720" rIns="91440" bIns="45720" rtlCol="0" anchor="ctr"/>
          <a:lstStyle>
            <a:lvl1pPr>
              <a:defRPr lang="en-US" sz="728" dirty="0">
                <a:solidFill>
                  <a:schemeClr val="tx1"/>
                </a:solidFill>
                <a:latin typeface="Poppins" pitchFamily="2" charset="77"/>
                <a:cs typeface="Poppins" pitchFamily="2" charset="77"/>
              </a:defRPr>
            </a:lvl1pPr>
          </a:lstStyle>
          <a:p>
            <a:pPr algn="r"/>
            <a:r>
              <a:rPr lang="fr-FR"/>
              <a:t>Architectes des grandes transformations</a:t>
            </a:r>
            <a:endParaRPr lang="fr-US"/>
          </a:p>
        </p:txBody>
      </p:sp>
      <p:sp>
        <p:nvSpPr>
          <p:cNvPr id="13" name="Espace réservé du numéro de diapositive 18">
            <a:extLst>
              <a:ext uri="{FF2B5EF4-FFF2-40B4-BE49-F238E27FC236}">
                <a16:creationId xmlns:a16="http://schemas.microsoft.com/office/drawing/2014/main" id="{A0194366-963F-6FC3-CAA4-53EA8DD56BAD}"/>
              </a:ext>
            </a:extLst>
          </p:cNvPr>
          <p:cNvSpPr>
            <a:spLocks noGrp="1"/>
          </p:cNvSpPr>
          <p:nvPr>
            <p:ph type="sldNum" sz="quarter" idx="4"/>
          </p:nvPr>
        </p:nvSpPr>
        <p:spPr>
          <a:xfrm>
            <a:off x="11588253" y="165403"/>
            <a:ext cx="420073" cy="365125"/>
          </a:xfrm>
          <a:prstGeom prst="rect">
            <a:avLst/>
          </a:prstGeom>
        </p:spPr>
        <p:txBody>
          <a:bodyPr/>
          <a:lstStyle>
            <a:lvl1pPr algn="ctr">
              <a:defRPr lang="en-US" sz="800" b="1" smtClean="0">
                <a:solidFill>
                  <a:schemeClr val="tx1"/>
                </a:solidFill>
                <a:latin typeface="Poppins" pitchFamily="2" charset="77"/>
                <a:cs typeface="Poppins" pitchFamily="2" charset="77"/>
              </a:defRPr>
            </a:lvl1pPr>
          </a:lstStyle>
          <a:p>
            <a:fld id="{8042310B-17DC-C845-9B99-8FE29D3E9696}" type="slidenum">
              <a:rPr lang="fr-FR" smtClean="0"/>
              <a:pPr/>
              <a:t>‹N°›</a:t>
            </a:fld>
            <a:endParaRPr lang="fr-FR" dirty="0"/>
          </a:p>
        </p:txBody>
      </p:sp>
      <p:sp>
        <p:nvSpPr>
          <p:cNvPr id="14" name="Titre 17">
            <a:extLst>
              <a:ext uri="{FF2B5EF4-FFF2-40B4-BE49-F238E27FC236}">
                <a16:creationId xmlns:a16="http://schemas.microsoft.com/office/drawing/2014/main" id="{335CE182-682F-C5BB-F954-FE081B374DEE}"/>
              </a:ext>
            </a:extLst>
          </p:cNvPr>
          <p:cNvSpPr>
            <a:spLocks noGrp="1"/>
          </p:cNvSpPr>
          <p:nvPr>
            <p:ph type="title" hasCustomPrompt="1"/>
          </p:nvPr>
        </p:nvSpPr>
        <p:spPr>
          <a:xfrm>
            <a:off x="1139871" y="1726354"/>
            <a:ext cx="4079829" cy="291618"/>
          </a:xfrm>
          <a:noFill/>
        </p:spPr>
        <p:txBody>
          <a:bodyPr wrap="square" anchor="ctr" anchorCtr="0">
            <a:spAutoFit/>
          </a:bodyPr>
          <a:lstStyle>
            <a:lvl1pPr>
              <a:lnSpc>
                <a:spcPct val="90000"/>
              </a:lnSpc>
              <a:spcAft>
                <a:spcPts val="600"/>
              </a:spcAft>
              <a:defRPr sz="1400">
                <a:solidFill>
                  <a:schemeClr val="bg1"/>
                </a:solidFill>
              </a:defRPr>
            </a:lvl1pPr>
          </a:lstStyle>
          <a:p>
            <a:r>
              <a:rPr lang="fr-FR" dirty="0"/>
              <a:t>Titre ici. Exemple « La nature du projet »</a:t>
            </a:r>
          </a:p>
        </p:txBody>
      </p:sp>
      <p:sp>
        <p:nvSpPr>
          <p:cNvPr id="15" name="Espace réservé du texte 2">
            <a:extLst>
              <a:ext uri="{FF2B5EF4-FFF2-40B4-BE49-F238E27FC236}">
                <a16:creationId xmlns:a16="http://schemas.microsoft.com/office/drawing/2014/main" id="{CF21B251-9AA0-DA40-116B-A64BF917F158}"/>
              </a:ext>
            </a:extLst>
          </p:cNvPr>
          <p:cNvSpPr>
            <a:spLocks noGrp="1"/>
          </p:cNvSpPr>
          <p:nvPr>
            <p:ph idx="1" hasCustomPrompt="1"/>
          </p:nvPr>
        </p:nvSpPr>
        <p:spPr>
          <a:xfrm>
            <a:off x="1149927" y="2017972"/>
            <a:ext cx="4069773" cy="1912062"/>
          </a:xfrm>
          <a:prstGeom prst="rect">
            <a:avLst/>
          </a:prstGeom>
        </p:spPr>
        <p:txBody>
          <a:bodyPr vert="horz" wrap="square" lIns="91440" tIns="45720" rIns="91440" bIns="45720" rtlCol="0">
            <a:spAutoFit/>
          </a:bodyPr>
          <a:lstStyle>
            <a:lvl1pPr marL="0" indent="0">
              <a:lnSpc>
                <a:spcPct val="120000"/>
              </a:lnSpc>
              <a:spcBef>
                <a:spcPts val="0"/>
              </a:spcBef>
              <a:buClr>
                <a:schemeClr val="tx2"/>
              </a:buClr>
              <a:buNone/>
              <a:defRPr lang="fr-FR" dirty="0">
                <a:solidFill>
                  <a:schemeClr val="bg1"/>
                </a:solidFill>
                <a:latin typeface="Poppins" pitchFamily="2" charset="77"/>
                <a:cs typeface="Poppins" pitchFamily="2" charset="77"/>
              </a:defRPr>
            </a:lvl1pPr>
            <a:lvl2pPr>
              <a:lnSpc>
                <a:spcPct val="120000"/>
              </a:lnSpc>
              <a:spcBef>
                <a:spcPts val="0"/>
              </a:spcBef>
              <a:buClr>
                <a:schemeClr val="tx2"/>
              </a:buClr>
              <a:defRPr lang="fr-FR" dirty="0">
                <a:solidFill>
                  <a:schemeClr val="bg1"/>
                </a:solidFill>
                <a:latin typeface="Poppins" pitchFamily="2" charset="77"/>
                <a:cs typeface="Poppins" pitchFamily="2" charset="77"/>
              </a:defRPr>
            </a:lvl2pPr>
            <a:lvl3pPr>
              <a:lnSpc>
                <a:spcPct val="120000"/>
              </a:lnSpc>
              <a:spcBef>
                <a:spcPts val="0"/>
              </a:spcBef>
              <a:buClr>
                <a:schemeClr val="tx2"/>
              </a:buClr>
              <a:defRPr lang="fr-FR" dirty="0">
                <a:solidFill>
                  <a:schemeClr val="bg1"/>
                </a:solidFill>
                <a:latin typeface="Poppins" pitchFamily="2" charset="77"/>
                <a:cs typeface="Poppins" pitchFamily="2" charset="77"/>
              </a:defRPr>
            </a:lvl3pPr>
            <a:lvl4pPr>
              <a:lnSpc>
                <a:spcPct val="120000"/>
              </a:lnSpc>
              <a:spcBef>
                <a:spcPts val="0"/>
              </a:spcBef>
              <a:buClr>
                <a:schemeClr val="tx2"/>
              </a:buClr>
              <a:defRPr lang="fr-FR" dirty="0">
                <a:solidFill>
                  <a:schemeClr val="bg1"/>
                </a:solidFill>
                <a:latin typeface="Poppins" pitchFamily="2" charset="77"/>
                <a:cs typeface="Poppins" pitchFamily="2" charset="77"/>
              </a:defRPr>
            </a:lvl4pPr>
            <a:lvl5pPr>
              <a:lnSpc>
                <a:spcPct val="120000"/>
              </a:lnSpc>
              <a:spcBef>
                <a:spcPts val="0"/>
              </a:spcBef>
              <a:buClr>
                <a:schemeClr val="tx2"/>
              </a:buClr>
              <a:defRPr lang="fr-FR" dirty="0">
                <a:solidFill>
                  <a:schemeClr val="bg1"/>
                </a:solidFill>
                <a:latin typeface="Poppins" pitchFamily="2" charset="77"/>
                <a:cs typeface="Poppins" pitchFamily="2" charset="77"/>
              </a:defRPr>
            </a:lvl5pPr>
          </a:lstStyle>
          <a:p>
            <a:pPr lvl="0">
              <a:spcAft>
                <a:spcPts val="600"/>
              </a:spcAft>
            </a:pPr>
            <a:r>
              <a:rPr lang="fr-FR" dirty="0"/>
              <a:t>At </a:t>
            </a:r>
            <a:r>
              <a:rPr lang="fr-FR" dirty="0" err="1"/>
              <a:t>vero</a:t>
            </a:r>
            <a:r>
              <a:rPr lang="fr-FR" dirty="0"/>
              <a:t> </a:t>
            </a:r>
            <a:r>
              <a:rPr lang="fr-FR" dirty="0" err="1"/>
              <a:t>eos</a:t>
            </a:r>
            <a:r>
              <a:rPr lang="fr-FR" dirty="0"/>
              <a:t> et </a:t>
            </a:r>
            <a:r>
              <a:rPr lang="fr-FR" dirty="0" err="1"/>
              <a:t>accusamus</a:t>
            </a:r>
            <a:r>
              <a:rPr lang="fr-FR" dirty="0"/>
              <a:t> et </a:t>
            </a:r>
            <a:r>
              <a:rPr lang="fr-FR" dirty="0" err="1"/>
              <a:t>iusto</a:t>
            </a:r>
            <a:r>
              <a:rPr lang="fr-FR" dirty="0"/>
              <a:t> </a:t>
            </a:r>
            <a:r>
              <a:rPr lang="fr-FR" dirty="0" err="1"/>
              <a:t>odio</a:t>
            </a:r>
            <a:r>
              <a:rPr lang="fr-FR" dirty="0"/>
              <a:t> </a:t>
            </a:r>
            <a:r>
              <a:rPr lang="fr-FR" dirty="0" err="1"/>
              <a:t>dignissimos</a:t>
            </a:r>
            <a:r>
              <a:rPr lang="fr-FR" dirty="0"/>
              <a:t> </a:t>
            </a:r>
            <a:r>
              <a:rPr lang="fr-FR" dirty="0" err="1"/>
              <a:t>ducimus</a:t>
            </a:r>
            <a:r>
              <a:rPr lang="fr-FR" dirty="0"/>
              <a:t> qui </a:t>
            </a:r>
            <a:r>
              <a:rPr lang="fr-FR" dirty="0" err="1"/>
              <a:t>blanditiis</a:t>
            </a:r>
            <a:r>
              <a:rPr lang="fr-FR" dirty="0"/>
              <a:t> </a:t>
            </a:r>
            <a:r>
              <a:rPr lang="fr-FR" dirty="0" err="1"/>
              <a:t>praesentium</a:t>
            </a:r>
            <a:r>
              <a:rPr lang="fr-FR" dirty="0"/>
              <a:t> </a:t>
            </a:r>
            <a:r>
              <a:rPr lang="fr-FR" dirty="0" err="1"/>
              <a:t>voluptatum</a:t>
            </a:r>
            <a:r>
              <a:rPr lang="fr-FR" dirty="0"/>
              <a:t> </a:t>
            </a:r>
            <a:r>
              <a:rPr lang="fr-FR" dirty="0" err="1"/>
              <a:t>deleniti</a:t>
            </a:r>
            <a:r>
              <a:rPr lang="fr-FR" dirty="0"/>
              <a:t> </a:t>
            </a:r>
            <a:r>
              <a:rPr lang="fr-FR" dirty="0" err="1"/>
              <a:t>atque</a:t>
            </a:r>
            <a:r>
              <a:rPr lang="fr-FR" dirty="0"/>
              <a:t> </a:t>
            </a:r>
            <a:r>
              <a:rPr lang="fr-FR" dirty="0" err="1"/>
              <a:t>corrupti</a:t>
            </a:r>
            <a:r>
              <a:rPr lang="fr-FR" dirty="0"/>
              <a:t> </a:t>
            </a:r>
            <a:r>
              <a:rPr lang="fr-FR" dirty="0" err="1"/>
              <a:t>quos</a:t>
            </a:r>
            <a:r>
              <a:rPr lang="fr-FR" dirty="0"/>
              <a:t> </a:t>
            </a:r>
            <a:r>
              <a:rPr lang="fr-FR" dirty="0" err="1"/>
              <a:t>dolores</a:t>
            </a:r>
            <a:r>
              <a:rPr lang="fr-FR" dirty="0"/>
              <a:t> et </a:t>
            </a:r>
            <a:r>
              <a:rPr lang="fr-FR" dirty="0" err="1"/>
              <a:t>quas</a:t>
            </a:r>
            <a:r>
              <a:rPr lang="fr-FR" dirty="0"/>
              <a:t> </a:t>
            </a:r>
            <a:r>
              <a:rPr lang="fr-FR" dirty="0" err="1"/>
              <a:t>molestias</a:t>
            </a:r>
            <a:r>
              <a:rPr lang="fr-FR" dirty="0"/>
              <a:t> </a:t>
            </a:r>
            <a:r>
              <a:rPr lang="fr-FR" dirty="0" err="1"/>
              <a:t>excepturi</a:t>
            </a:r>
            <a:r>
              <a:rPr lang="fr-FR" dirty="0"/>
              <a:t> </a:t>
            </a:r>
            <a:r>
              <a:rPr lang="fr-FR" dirty="0" err="1"/>
              <a:t>sint</a:t>
            </a:r>
            <a:r>
              <a:rPr lang="fr-FR" dirty="0"/>
              <a:t> </a:t>
            </a:r>
            <a:r>
              <a:rPr lang="fr-FR" dirty="0" err="1"/>
              <a:t>occaecati</a:t>
            </a:r>
            <a:r>
              <a:rPr lang="fr-FR" dirty="0"/>
              <a:t> </a:t>
            </a:r>
            <a:r>
              <a:rPr lang="fr-FR" dirty="0" err="1"/>
              <a:t>cupiditate</a:t>
            </a:r>
            <a:r>
              <a:rPr lang="fr-FR" dirty="0"/>
              <a:t> non provident, </a:t>
            </a:r>
            <a:r>
              <a:rPr lang="fr-FR" dirty="0" err="1"/>
              <a:t>similique</a:t>
            </a:r>
            <a:r>
              <a:rPr lang="fr-FR" dirty="0"/>
              <a:t> </a:t>
            </a:r>
            <a:r>
              <a:rPr lang="fr-FR" dirty="0" err="1"/>
              <a:t>sunt</a:t>
            </a:r>
            <a:r>
              <a:rPr lang="fr-FR" dirty="0"/>
              <a:t> in culpa qui officia </a:t>
            </a:r>
            <a:r>
              <a:rPr lang="fr-FR" dirty="0" err="1"/>
              <a:t>deserunt</a:t>
            </a:r>
            <a:r>
              <a:rPr lang="fr-FR" dirty="0"/>
              <a:t> </a:t>
            </a:r>
            <a:r>
              <a:rPr lang="fr-FR" dirty="0" err="1"/>
              <a:t>mollitia</a:t>
            </a:r>
            <a:r>
              <a:rPr lang="fr-FR" dirty="0"/>
              <a:t> </a:t>
            </a:r>
            <a:r>
              <a:rPr lang="fr-FR" dirty="0" err="1"/>
              <a:t>animi</a:t>
            </a:r>
            <a:r>
              <a:rPr lang="fr-FR" dirty="0"/>
              <a:t>, id est </a:t>
            </a:r>
            <a:r>
              <a:rPr lang="fr-FR" dirty="0" err="1"/>
              <a:t>laborum</a:t>
            </a:r>
            <a:r>
              <a:rPr lang="fr-FR" dirty="0"/>
              <a:t> et </a:t>
            </a:r>
            <a:r>
              <a:rPr lang="fr-FR" dirty="0" err="1"/>
              <a:t>dolorum</a:t>
            </a:r>
            <a:r>
              <a:rPr lang="fr-FR" dirty="0"/>
              <a:t> </a:t>
            </a:r>
            <a:r>
              <a:rPr lang="fr-FR" dirty="0" err="1"/>
              <a:t>fuga</a:t>
            </a:r>
            <a:r>
              <a:rPr lang="fr-FR" dirty="0"/>
              <a:t>. Et </a:t>
            </a:r>
            <a:r>
              <a:rPr lang="fr-FR" dirty="0" err="1"/>
              <a:t>harum</a:t>
            </a:r>
            <a:r>
              <a:rPr lang="fr-FR" dirty="0"/>
              <a:t> </a:t>
            </a:r>
            <a:r>
              <a:rPr lang="fr-FR" dirty="0" err="1"/>
              <a:t>quidem</a:t>
            </a:r>
            <a:r>
              <a:rPr lang="fr-FR" dirty="0"/>
              <a:t> </a:t>
            </a:r>
            <a:r>
              <a:rPr lang="fr-FR" dirty="0" err="1"/>
              <a:t>rerum</a:t>
            </a:r>
            <a:r>
              <a:rPr lang="fr-FR" dirty="0"/>
              <a:t> </a:t>
            </a:r>
            <a:r>
              <a:rPr lang="fr-FR" dirty="0" err="1"/>
              <a:t>facilis</a:t>
            </a:r>
            <a:r>
              <a:rPr lang="fr-FR" dirty="0"/>
              <a:t> est et </a:t>
            </a:r>
            <a:r>
              <a:rPr lang="fr-FR" dirty="0" err="1"/>
              <a:t>expedita</a:t>
            </a:r>
            <a:r>
              <a:rPr lang="fr-FR" dirty="0"/>
              <a:t> </a:t>
            </a:r>
            <a:r>
              <a:rPr lang="fr-FR" dirty="0" err="1"/>
              <a:t>distinctio</a:t>
            </a:r>
            <a:r>
              <a:rPr lang="fr-FR" dirty="0"/>
              <a:t>. Nam libero </a:t>
            </a:r>
            <a:r>
              <a:rPr lang="fr-FR" dirty="0" err="1"/>
              <a:t>tempore</a:t>
            </a:r>
            <a:r>
              <a:rPr lang="fr-FR" dirty="0"/>
              <a:t>, cum </a:t>
            </a:r>
            <a:r>
              <a:rPr lang="fr-FR" dirty="0" err="1"/>
              <a:t>soluta</a:t>
            </a:r>
            <a:r>
              <a:rPr lang="fr-FR" dirty="0"/>
              <a:t> </a:t>
            </a:r>
            <a:r>
              <a:rPr lang="fr-FR" dirty="0" err="1"/>
              <a:t>nobis</a:t>
            </a:r>
            <a:r>
              <a:rPr lang="fr-FR" dirty="0"/>
              <a:t> est </a:t>
            </a:r>
            <a:r>
              <a:rPr lang="fr-FR" dirty="0" err="1"/>
              <a:t>eligendi</a:t>
            </a:r>
            <a:r>
              <a:rPr lang="fr-FR" dirty="0"/>
              <a:t> </a:t>
            </a:r>
            <a:r>
              <a:rPr lang="fr-FR" dirty="0" err="1"/>
              <a:t>optio</a:t>
            </a:r>
            <a:r>
              <a:rPr lang="fr-FR" dirty="0"/>
              <a:t> </a:t>
            </a:r>
            <a:r>
              <a:rPr lang="fr-FR" dirty="0" err="1"/>
              <a:t>cumque</a:t>
            </a:r>
            <a:r>
              <a:rPr lang="fr-FR" dirty="0"/>
              <a:t> nihil </a:t>
            </a:r>
            <a:r>
              <a:rPr lang="fr-FR" dirty="0" err="1"/>
              <a:t>impedit</a:t>
            </a:r>
            <a:r>
              <a:rPr lang="fr-FR" dirty="0"/>
              <a:t> quo minus id</a:t>
            </a:r>
          </a:p>
        </p:txBody>
      </p:sp>
    </p:spTree>
    <p:extLst>
      <p:ext uri="{BB962C8B-B14F-4D97-AF65-F5344CB8AC3E}">
        <p14:creationId xmlns:p14="http://schemas.microsoft.com/office/powerpoint/2010/main" val="167840194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p:cSld name="Référence Dark 6">
    <p:spTree>
      <p:nvGrpSpPr>
        <p:cNvPr id="1" name=""/>
        <p:cNvGrpSpPr/>
        <p:nvPr/>
      </p:nvGrpSpPr>
      <p:grpSpPr>
        <a:xfrm>
          <a:off x="0" y="0"/>
          <a:ext cx="0" cy="0"/>
          <a:chOff x="0" y="0"/>
          <a:chExt cx="0" cy="0"/>
        </a:xfrm>
      </p:grpSpPr>
      <p:pic>
        <p:nvPicPr>
          <p:cNvPr id="17" name="Image 16">
            <a:extLst>
              <a:ext uri="{FF2B5EF4-FFF2-40B4-BE49-F238E27FC236}">
                <a16:creationId xmlns:a16="http://schemas.microsoft.com/office/drawing/2014/main" id="{E325A0B9-21A3-9A34-FBF7-D6585C2C6E7A}"/>
              </a:ext>
            </a:extLst>
          </p:cNvPr>
          <p:cNvPicPr>
            <a:picLocks noChangeAspect="1"/>
          </p:cNvPicPr>
          <p:nvPr/>
        </p:nvPicPr>
        <p:blipFill>
          <a:blip r:embed="rId2"/>
          <a:srcRect/>
          <a:stretch/>
        </p:blipFill>
        <p:spPr>
          <a:xfrm>
            <a:off x="-18026" y="0"/>
            <a:ext cx="12173693" cy="6857997"/>
          </a:xfrm>
          <a:prstGeom prst="rect">
            <a:avLst/>
          </a:prstGeom>
        </p:spPr>
      </p:pic>
      <p:sp>
        <p:nvSpPr>
          <p:cNvPr id="20" name="Espace réservé du texte 22">
            <a:extLst>
              <a:ext uri="{FF2B5EF4-FFF2-40B4-BE49-F238E27FC236}">
                <a16:creationId xmlns:a16="http://schemas.microsoft.com/office/drawing/2014/main" id="{8C8EBFD8-2352-3161-FECA-F5229C0183A6}"/>
              </a:ext>
            </a:extLst>
          </p:cNvPr>
          <p:cNvSpPr>
            <a:spLocks noGrp="1"/>
          </p:cNvSpPr>
          <p:nvPr>
            <p:ph type="body" sz="quarter" idx="17" hasCustomPrompt="1"/>
          </p:nvPr>
        </p:nvSpPr>
        <p:spPr>
          <a:xfrm>
            <a:off x="1139871" y="360437"/>
            <a:ext cx="9871029" cy="263149"/>
          </a:xfrm>
          <a:noFill/>
        </p:spPr>
        <p:txBody>
          <a:bodyPr wrap="square" anchor="b">
            <a:noAutofit/>
          </a:bodyPr>
          <a:lstStyle>
            <a:lvl1pPr marL="0" indent="0">
              <a:lnSpc>
                <a:spcPct val="120000"/>
              </a:lnSpc>
              <a:spcBef>
                <a:spcPts val="0"/>
              </a:spcBef>
              <a:spcAft>
                <a:spcPts val="600"/>
              </a:spcAft>
              <a:buNone/>
              <a:defRPr sz="1200" b="0">
                <a:solidFill>
                  <a:schemeClr val="tx2"/>
                </a:solidFill>
              </a:defRPr>
            </a:lvl1pPr>
          </a:lstStyle>
          <a:p>
            <a:pPr lvl="0"/>
            <a:r>
              <a:rPr lang="fr-FR" dirty="0"/>
              <a:t>Titre ici. Par exemple « Références »</a:t>
            </a:r>
          </a:p>
        </p:txBody>
      </p:sp>
      <p:sp>
        <p:nvSpPr>
          <p:cNvPr id="9" name="object 11">
            <a:extLst>
              <a:ext uri="{FF2B5EF4-FFF2-40B4-BE49-F238E27FC236}">
                <a16:creationId xmlns:a16="http://schemas.microsoft.com/office/drawing/2014/main" id="{E5422AC4-E587-1A73-706E-CC31B09E0DE4}"/>
              </a:ext>
            </a:extLst>
          </p:cNvPr>
          <p:cNvSpPr/>
          <p:nvPr/>
        </p:nvSpPr>
        <p:spPr>
          <a:xfrm>
            <a:off x="11397941" y="0"/>
            <a:ext cx="794059" cy="6858000"/>
          </a:xfrm>
          <a:custGeom>
            <a:avLst/>
            <a:gdLst/>
            <a:ahLst/>
            <a:cxnLst/>
            <a:rect l="l" t="t" r="r" b="b"/>
            <a:pathLst>
              <a:path w="1309369" h="11308715">
                <a:moveTo>
                  <a:pt x="1308860" y="0"/>
                </a:moveTo>
                <a:lnTo>
                  <a:pt x="0" y="0"/>
                </a:lnTo>
                <a:lnTo>
                  <a:pt x="0" y="11308556"/>
                </a:lnTo>
                <a:lnTo>
                  <a:pt x="1308860" y="11308556"/>
                </a:lnTo>
                <a:lnTo>
                  <a:pt x="1308860" y="0"/>
                </a:lnTo>
                <a:close/>
              </a:path>
            </a:pathLst>
          </a:custGeom>
          <a:solidFill>
            <a:schemeClr val="bg1"/>
          </a:solidFill>
          <a:ln>
            <a:noFill/>
          </a:ln>
        </p:spPr>
        <p:txBody>
          <a:bodyPr wrap="square" lIns="0" tIns="0" rIns="0" bIns="0" rtlCol="0"/>
          <a:lstStyle/>
          <a:p>
            <a:endParaRPr sz="1092"/>
          </a:p>
        </p:txBody>
      </p:sp>
      <p:sp>
        <p:nvSpPr>
          <p:cNvPr id="10" name="object 14">
            <a:extLst>
              <a:ext uri="{FF2B5EF4-FFF2-40B4-BE49-F238E27FC236}">
                <a16:creationId xmlns:a16="http://schemas.microsoft.com/office/drawing/2014/main" id="{88090610-06A0-7C2E-60DC-A58B20CEA60B}"/>
              </a:ext>
            </a:extLst>
          </p:cNvPr>
          <p:cNvSpPr/>
          <p:nvPr/>
        </p:nvSpPr>
        <p:spPr>
          <a:xfrm>
            <a:off x="11397456" y="6063824"/>
            <a:ext cx="794059" cy="0"/>
          </a:xfrm>
          <a:custGeom>
            <a:avLst/>
            <a:gdLst/>
            <a:ahLst/>
            <a:cxnLst/>
            <a:rect l="l" t="t" r="r" b="b"/>
            <a:pathLst>
              <a:path w="1309369">
                <a:moveTo>
                  <a:pt x="0" y="0"/>
                </a:moveTo>
                <a:lnTo>
                  <a:pt x="1308860" y="0"/>
                </a:lnTo>
              </a:path>
            </a:pathLst>
          </a:custGeom>
          <a:ln w="7853">
            <a:solidFill>
              <a:schemeClr val="tx1"/>
            </a:solidFill>
          </a:ln>
        </p:spPr>
        <p:txBody>
          <a:bodyPr wrap="square" lIns="0" tIns="0" rIns="0" bIns="0" rtlCol="0"/>
          <a:lstStyle/>
          <a:p>
            <a:endParaRPr sz="1092"/>
          </a:p>
        </p:txBody>
      </p:sp>
      <p:pic>
        <p:nvPicPr>
          <p:cNvPr id="11" name="Graphique 10">
            <a:extLst>
              <a:ext uri="{FF2B5EF4-FFF2-40B4-BE49-F238E27FC236}">
                <a16:creationId xmlns:a16="http://schemas.microsoft.com/office/drawing/2014/main" id="{94877557-3103-686D-A5BA-4C4AB3B7E8B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646607" y="6340088"/>
            <a:ext cx="330919" cy="214383"/>
          </a:xfrm>
          <a:prstGeom prst="rect">
            <a:avLst/>
          </a:prstGeom>
        </p:spPr>
      </p:pic>
      <p:sp>
        <p:nvSpPr>
          <p:cNvPr id="12" name="Espace réservé du pied de page 4">
            <a:extLst>
              <a:ext uri="{FF2B5EF4-FFF2-40B4-BE49-F238E27FC236}">
                <a16:creationId xmlns:a16="http://schemas.microsoft.com/office/drawing/2014/main" id="{2F0C7B96-F7A5-3E06-78F0-DC029C47BE91}"/>
              </a:ext>
            </a:extLst>
          </p:cNvPr>
          <p:cNvSpPr>
            <a:spLocks noGrp="1"/>
          </p:cNvSpPr>
          <p:nvPr>
            <p:ph type="ftr" sz="quarter" idx="3"/>
          </p:nvPr>
        </p:nvSpPr>
        <p:spPr>
          <a:xfrm rot="16200000">
            <a:off x="9737570" y="2572960"/>
            <a:ext cx="4114800" cy="365125"/>
          </a:xfrm>
          <a:prstGeom prst="rect">
            <a:avLst/>
          </a:prstGeom>
        </p:spPr>
        <p:txBody>
          <a:bodyPr vert="horz" lIns="91440" tIns="45720" rIns="91440" bIns="45720" rtlCol="0" anchor="ctr"/>
          <a:lstStyle>
            <a:lvl1pPr>
              <a:defRPr lang="en-US" sz="728" dirty="0">
                <a:solidFill>
                  <a:schemeClr val="tx1"/>
                </a:solidFill>
                <a:latin typeface="Poppins" pitchFamily="2" charset="77"/>
                <a:cs typeface="Poppins" pitchFamily="2" charset="77"/>
              </a:defRPr>
            </a:lvl1pPr>
          </a:lstStyle>
          <a:p>
            <a:pPr algn="r"/>
            <a:r>
              <a:rPr lang="fr-FR"/>
              <a:t>Architectes des grandes transformations</a:t>
            </a:r>
            <a:endParaRPr lang="fr-US"/>
          </a:p>
        </p:txBody>
      </p:sp>
      <p:sp>
        <p:nvSpPr>
          <p:cNvPr id="13" name="Espace réservé du numéro de diapositive 18">
            <a:extLst>
              <a:ext uri="{FF2B5EF4-FFF2-40B4-BE49-F238E27FC236}">
                <a16:creationId xmlns:a16="http://schemas.microsoft.com/office/drawing/2014/main" id="{6B2F0A1B-F3AD-AFA8-16CC-F52725834FD3}"/>
              </a:ext>
            </a:extLst>
          </p:cNvPr>
          <p:cNvSpPr>
            <a:spLocks noGrp="1"/>
          </p:cNvSpPr>
          <p:nvPr>
            <p:ph type="sldNum" sz="quarter" idx="4"/>
          </p:nvPr>
        </p:nvSpPr>
        <p:spPr>
          <a:xfrm>
            <a:off x="11588253" y="165403"/>
            <a:ext cx="420073" cy="365125"/>
          </a:xfrm>
          <a:prstGeom prst="rect">
            <a:avLst/>
          </a:prstGeom>
        </p:spPr>
        <p:txBody>
          <a:bodyPr/>
          <a:lstStyle>
            <a:lvl1pPr algn="ctr">
              <a:defRPr lang="en-US" sz="800" b="1" smtClean="0">
                <a:solidFill>
                  <a:schemeClr val="tx1"/>
                </a:solidFill>
                <a:latin typeface="Poppins" pitchFamily="2" charset="77"/>
                <a:cs typeface="Poppins" pitchFamily="2" charset="77"/>
              </a:defRPr>
            </a:lvl1pPr>
          </a:lstStyle>
          <a:p>
            <a:fld id="{8042310B-17DC-C845-9B99-8FE29D3E9696}" type="slidenum">
              <a:rPr lang="fr-FR" smtClean="0"/>
              <a:pPr/>
              <a:t>‹N°›</a:t>
            </a:fld>
            <a:endParaRPr lang="fr-FR" dirty="0"/>
          </a:p>
        </p:txBody>
      </p:sp>
      <p:sp>
        <p:nvSpPr>
          <p:cNvPr id="14" name="Titre 17">
            <a:extLst>
              <a:ext uri="{FF2B5EF4-FFF2-40B4-BE49-F238E27FC236}">
                <a16:creationId xmlns:a16="http://schemas.microsoft.com/office/drawing/2014/main" id="{2A91211D-2A3A-2466-B77B-0C1B80389128}"/>
              </a:ext>
            </a:extLst>
          </p:cNvPr>
          <p:cNvSpPr>
            <a:spLocks noGrp="1"/>
          </p:cNvSpPr>
          <p:nvPr>
            <p:ph type="title" hasCustomPrompt="1"/>
          </p:nvPr>
        </p:nvSpPr>
        <p:spPr>
          <a:xfrm>
            <a:off x="1139871" y="1726354"/>
            <a:ext cx="4079829" cy="291618"/>
          </a:xfrm>
          <a:noFill/>
        </p:spPr>
        <p:txBody>
          <a:bodyPr wrap="square" anchor="ctr" anchorCtr="0">
            <a:spAutoFit/>
          </a:bodyPr>
          <a:lstStyle>
            <a:lvl1pPr>
              <a:lnSpc>
                <a:spcPct val="90000"/>
              </a:lnSpc>
              <a:spcAft>
                <a:spcPts val="600"/>
              </a:spcAft>
              <a:defRPr sz="1400">
                <a:solidFill>
                  <a:schemeClr val="bg1"/>
                </a:solidFill>
              </a:defRPr>
            </a:lvl1pPr>
          </a:lstStyle>
          <a:p>
            <a:r>
              <a:rPr lang="fr-FR" dirty="0"/>
              <a:t>Titre ici. Exemple « La nature du projet »</a:t>
            </a:r>
          </a:p>
        </p:txBody>
      </p:sp>
      <p:sp>
        <p:nvSpPr>
          <p:cNvPr id="15" name="Espace réservé du texte 2">
            <a:extLst>
              <a:ext uri="{FF2B5EF4-FFF2-40B4-BE49-F238E27FC236}">
                <a16:creationId xmlns:a16="http://schemas.microsoft.com/office/drawing/2014/main" id="{9685806B-B2E8-E9AA-8812-93062E2CEA96}"/>
              </a:ext>
            </a:extLst>
          </p:cNvPr>
          <p:cNvSpPr>
            <a:spLocks noGrp="1"/>
          </p:cNvSpPr>
          <p:nvPr>
            <p:ph idx="1" hasCustomPrompt="1"/>
          </p:nvPr>
        </p:nvSpPr>
        <p:spPr>
          <a:xfrm>
            <a:off x="1149927" y="2017972"/>
            <a:ext cx="4069773" cy="1912062"/>
          </a:xfrm>
          <a:prstGeom prst="rect">
            <a:avLst/>
          </a:prstGeom>
        </p:spPr>
        <p:txBody>
          <a:bodyPr vert="horz" wrap="square" lIns="91440" tIns="45720" rIns="91440" bIns="45720" rtlCol="0">
            <a:spAutoFit/>
          </a:bodyPr>
          <a:lstStyle>
            <a:lvl1pPr marL="0" indent="0">
              <a:lnSpc>
                <a:spcPct val="120000"/>
              </a:lnSpc>
              <a:spcBef>
                <a:spcPts val="0"/>
              </a:spcBef>
              <a:buClr>
                <a:schemeClr val="tx2"/>
              </a:buClr>
              <a:buNone/>
              <a:defRPr lang="fr-FR" dirty="0">
                <a:solidFill>
                  <a:schemeClr val="bg1"/>
                </a:solidFill>
                <a:latin typeface="Poppins" pitchFamily="2" charset="77"/>
                <a:cs typeface="Poppins" pitchFamily="2" charset="77"/>
              </a:defRPr>
            </a:lvl1pPr>
            <a:lvl2pPr>
              <a:lnSpc>
                <a:spcPct val="120000"/>
              </a:lnSpc>
              <a:spcBef>
                <a:spcPts val="0"/>
              </a:spcBef>
              <a:buClr>
                <a:schemeClr val="tx2"/>
              </a:buClr>
              <a:defRPr lang="fr-FR" dirty="0">
                <a:solidFill>
                  <a:schemeClr val="bg1"/>
                </a:solidFill>
                <a:latin typeface="Poppins" pitchFamily="2" charset="77"/>
                <a:cs typeface="Poppins" pitchFamily="2" charset="77"/>
              </a:defRPr>
            </a:lvl2pPr>
            <a:lvl3pPr>
              <a:lnSpc>
                <a:spcPct val="120000"/>
              </a:lnSpc>
              <a:spcBef>
                <a:spcPts val="0"/>
              </a:spcBef>
              <a:buClr>
                <a:schemeClr val="tx2"/>
              </a:buClr>
              <a:defRPr lang="fr-FR" dirty="0">
                <a:solidFill>
                  <a:schemeClr val="bg1"/>
                </a:solidFill>
                <a:latin typeface="Poppins" pitchFamily="2" charset="77"/>
                <a:cs typeface="Poppins" pitchFamily="2" charset="77"/>
              </a:defRPr>
            </a:lvl3pPr>
            <a:lvl4pPr>
              <a:lnSpc>
                <a:spcPct val="120000"/>
              </a:lnSpc>
              <a:spcBef>
                <a:spcPts val="0"/>
              </a:spcBef>
              <a:buClr>
                <a:schemeClr val="tx2"/>
              </a:buClr>
              <a:defRPr lang="fr-FR" dirty="0">
                <a:solidFill>
                  <a:schemeClr val="bg1"/>
                </a:solidFill>
                <a:latin typeface="Poppins" pitchFamily="2" charset="77"/>
                <a:cs typeface="Poppins" pitchFamily="2" charset="77"/>
              </a:defRPr>
            </a:lvl4pPr>
            <a:lvl5pPr>
              <a:lnSpc>
                <a:spcPct val="120000"/>
              </a:lnSpc>
              <a:spcBef>
                <a:spcPts val="0"/>
              </a:spcBef>
              <a:buClr>
                <a:schemeClr val="tx2"/>
              </a:buClr>
              <a:defRPr lang="fr-FR" dirty="0">
                <a:solidFill>
                  <a:schemeClr val="bg1"/>
                </a:solidFill>
                <a:latin typeface="Poppins" pitchFamily="2" charset="77"/>
                <a:cs typeface="Poppins" pitchFamily="2" charset="77"/>
              </a:defRPr>
            </a:lvl5pPr>
          </a:lstStyle>
          <a:p>
            <a:pPr lvl="0">
              <a:spcAft>
                <a:spcPts val="600"/>
              </a:spcAft>
            </a:pPr>
            <a:r>
              <a:rPr lang="fr-FR" dirty="0"/>
              <a:t>At </a:t>
            </a:r>
            <a:r>
              <a:rPr lang="fr-FR" dirty="0" err="1"/>
              <a:t>vero</a:t>
            </a:r>
            <a:r>
              <a:rPr lang="fr-FR" dirty="0"/>
              <a:t> </a:t>
            </a:r>
            <a:r>
              <a:rPr lang="fr-FR" dirty="0" err="1"/>
              <a:t>eos</a:t>
            </a:r>
            <a:r>
              <a:rPr lang="fr-FR" dirty="0"/>
              <a:t> et </a:t>
            </a:r>
            <a:r>
              <a:rPr lang="fr-FR" dirty="0" err="1"/>
              <a:t>accusamus</a:t>
            </a:r>
            <a:r>
              <a:rPr lang="fr-FR" dirty="0"/>
              <a:t> et </a:t>
            </a:r>
            <a:r>
              <a:rPr lang="fr-FR" dirty="0" err="1"/>
              <a:t>iusto</a:t>
            </a:r>
            <a:r>
              <a:rPr lang="fr-FR" dirty="0"/>
              <a:t> </a:t>
            </a:r>
            <a:r>
              <a:rPr lang="fr-FR" dirty="0" err="1"/>
              <a:t>odio</a:t>
            </a:r>
            <a:r>
              <a:rPr lang="fr-FR" dirty="0"/>
              <a:t> </a:t>
            </a:r>
            <a:r>
              <a:rPr lang="fr-FR" dirty="0" err="1"/>
              <a:t>dignissimos</a:t>
            </a:r>
            <a:r>
              <a:rPr lang="fr-FR" dirty="0"/>
              <a:t> </a:t>
            </a:r>
            <a:r>
              <a:rPr lang="fr-FR" dirty="0" err="1"/>
              <a:t>ducimus</a:t>
            </a:r>
            <a:r>
              <a:rPr lang="fr-FR" dirty="0"/>
              <a:t> qui </a:t>
            </a:r>
            <a:r>
              <a:rPr lang="fr-FR" dirty="0" err="1"/>
              <a:t>blanditiis</a:t>
            </a:r>
            <a:r>
              <a:rPr lang="fr-FR" dirty="0"/>
              <a:t> </a:t>
            </a:r>
            <a:r>
              <a:rPr lang="fr-FR" dirty="0" err="1"/>
              <a:t>praesentium</a:t>
            </a:r>
            <a:r>
              <a:rPr lang="fr-FR" dirty="0"/>
              <a:t> </a:t>
            </a:r>
            <a:r>
              <a:rPr lang="fr-FR" dirty="0" err="1"/>
              <a:t>voluptatum</a:t>
            </a:r>
            <a:r>
              <a:rPr lang="fr-FR" dirty="0"/>
              <a:t> </a:t>
            </a:r>
            <a:r>
              <a:rPr lang="fr-FR" dirty="0" err="1"/>
              <a:t>deleniti</a:t>
            </a:r>
            <a:r>
              <a:rPr lang="fr-FR" dirty="0"/>
              <a:t> </a:t>
            </a:r>
            <a:r>
              <a:rPr lang="fr-FR" dirty="0" err="1"/>
              <a:t>atque</a:t>
            </a:r>
            <a:r>
              <a:rPr lang="fr-FR" dirty="0"/>
              <a:t> </a:t>
            </a:r>
            <a:r>
              <a:rPr lang="fr-FR" dirty="0" err="1"/>
              <a:t>corrupti</a:t>
            </a:r>
            <a:r>
              <a:rPr lang="fr-FR" dirty="0"/>
              <a:t> </a:t>
            </a:r>
            <a:r>
              <a:rPr lang="fr-FR" dirty="0" err="1"/>
              <a:t>quos</a:t>
            </a:r>
            <a:r>
              <a:rPr lang="fr-FR" dirty="0"/>
              <a:t> </a:t>
            </a:r>
            <a:r>
              <a:rPr lang="fr-FR" dirty="0" err="1"/>
              <a:t>dolores</a:t>
            </a:r>
            <a:r>
              <a:rPr lang="fr-FR" dirty="0"/>
              <a:t> et </a:t>
            </a:r>
            <a:r>
              <a:rPr lang="fr-FR" dirty="0" err="1"/>
              <a:t>quas</a:t>
            </a:r>
            <a:r>
              <a:rPr lang="fr-FR" dirty="0"/>
              <a:t> </a:t>
            </a:r>
            <a:r>
              <a:rPr lang="fr-FR" dirty="0" err="1"/>
              <a:t>molestias</a:t>
            </a:r>
            <a:r>
              <a:rPr lang="fr-FR" dirty="0"/>
              <a:t> </a:t>
            </a:r>
            <a:r>
              <a:rPr lang="fr-FR" dirty="0" err="1"/>
              <a:t>excepturi</a:t>
            </a:r>
            <a:r>
              <a:rPr lang="fr-FR" dirty="0"/>
              <a:t> </a:t>
            </a:r>
            <a:r>
              <a:rPr lang="fr-FR" dirty="0" err="1"/>
              <a:t>sint</a:t>
            </a:r>
            <a:r>
              <a:rPr lang="fr-FR" dirty="0"/>
              <a:t> </a:t>
            </a:r>
            <a:r>
              <a:rPr lang="fr-FR" dirty="0" err="1"/>
              <a:t>occaecati</a:t>
            </a:r>
            <a:r>
              <a:rPr lang="fr-FR" dirty="0"/>
              <a:t> </a:t>
            </a:r>
            <a:r>
              <a:rPr lang="fr-FR" dirty="0" err="1"/>
              <a:t>cupiditate</a:t>
            </a:r>
            <a:r>
              <a:rPr lang="fr-FR" dirty="0"/>
              <a:t> non provident, </a:t>
            </a:r>
            <a:r>
              <a:rPr lang="fr-FR" dirty="0" err="1"/>
              <a:t>similique</a:t>
            </a:r>
            <a:r>
              <a:rPr lang="fr-FR" dirty="0"/>
              <a:t> </a:t>
            </a:r>
            <a:r>
              <a:rPr lang="fr-FR" dirty="0" err="1"/>
              <a:t>sunt</a:t>
            </a:r>
            <a:r>
              <a:rPr lang="fr-FR" dirty="0"/>
              <a:t> in culpa qui officia </a:t>
            </a:r>
            <a:r>
              <a:rPr lang="fr-FR" dirty="0" err="1"/>
              <a:t>deserunt</a:t>
            </a:r>
            <a:r>
              <a:rPr lang="fr-FR" dirty="0"/>
              <a:t> </a:t>
            </a:r>
            <a:r>
              <a:rPr lang="fr-FR" dirty="0" err="1"/>
              <a:t>mollitia</a:t>
            </a:r>
            <a:r>
              <a:rPr lang="fr-FR" dirty="0"/>
              <a:t> </a:t>
            </a:r>
            <a:r>
              <a:rPr lang="fr-FR" dirty="0" err="1"/>
              <a:t>animi</a:t>
            </a:r>
            <a:r>
              <a:rPr lang="fr-FR" dirty="0"/>
              <a:t>, id est </a:t>
            </a:r>
            <a:r>
              <a:rPr lang="fr-FR" dirty="0" err="1"/>
              <a:t>laborum</a:t>
            </a:r>
            <a:r>
              <a:rPr lang="fr-FR" dirty="0"/>
              <a:t> et </a:t>
            </a:r>
            <a:r>
              <a:rPr lang="fr-FR" dirty="0" err="1"/>
              <a:t>dolorum</a:t>
            </a:r>
            <a:r>
              <a:rPr lang="fr-FR" dirty="0"/>
              <a:t> </a:t>
            </a:r>
            <a:r>
              <a:rPr lang="fr-FR" dirty="0" err="1"/>
              <a:t>fuga</a:t>
            </a:r>
            <a:r>
              <a:rPr lang="fr-FR" dirty="0"/>
              <a:t>. Et </a:t>
            </a:r>
            <a:r>
              <a:rPr lang="fr-FR" dirty="0" err="1"/>
              <a:t>harum</a:t>
            </a:r>
            <a:r>
              <a:rPr lang="fr-FR" dirty="0"/>
              <a:t> </a:t>
            </a:r>
            <a:r>
              <a:rPr lang="fr-FR" dirty="0" err="1"/>
              <a:t>quidem</a:t>
            </a:r>
            <a:r>
              <a:rPr lang="fr-FR" dirty="0"/>
              <a:t> </a:t>
            </a:r>
            <a:r>
              <a:rPr lang="fr-FR" dirty="0" err="1"/>
              <a:t>rerum</a:t>
            </a:r>
            <a:r>
              <a:rPr lang="fr-FR" dirty="0"/>
              <a:t> </a:t>
            </a:r>
            <a:r>
              <a:rPr lang="fr-FR" dirty="0" err="1"/>
              <a:t>facilis</a:t>
            </a:r>
            <a:r>
              <a:rPr lang="fr-FR" dirty="0"/>
              <a:t> est et </a:t>
            </a:r>
            <a:r>
              <a:rPr lang="fr-FR" dirty="0" err="1"/>
              <a:t>expedita</a:t>
            </a:r>
            <a:r>
              <a:rPr lang="fr-FR" dirty="0"/>
              <a:t> </a:t>
            </a:r>
            <a:r>
              <a:rPr lang="fr-FR" dirty="0" err="1"/>
              <a:t>distinctio</a:t>
            </a:r>
            <a:r>
              <a:rPr lang="fr-FR" dirty="0"/>
              <a:t>. Nam libero </a:t>
            </a:r>
            <a:r>
              <a:rPr lang="fr-FR" dirty="0" err="1"/>
              <a:t>tempore</a:t>
            </a:r>
            <a:r>
              <a:rPr lang="fr-FR" dirty="0"/>
              <a:t>, cum </a:t>
            </a:r>
            <a:r>
              <a:rPr lang="fr-FR" dirty="0" err="1"/>
              <a:t>soluta</a:t>
            </a:r>
            <a:r>
              <a:rPr lang="fr-FR" dirty="0"/>
              <a:t> </a:t>
            </a:r>
            <a:r>
              <a:rPr lang="fr-FR" dirty="0" err="1"/>
              <a:t>nobis</a:t>
            </a:r>
            <a:r>
              <a:rPr lang="fr-FR" dirty="0"/>
              <a:t> est </a:t>
            </a:r>
            <a:r>
              <a:rPr lang="fr-FR" dirty="0" err="1"/>
              <a:t>eligendi</a:t>
            </a:r>
            <a:r>
              <a:rPr lang="fr-FR" dirty="0"/>
              <a:t> </a:t>
            </a:r>
            <a:r>
              <a:rPr lang="fr-FR" dirty="0" err="1"/>
              <a:t>optio</a:t>
            </a:r>
            <a:r>
              <a:rPr lang="fr-FR" dirty="0"/>
              <a:t> </a:t>
            </a:r>
            <a:r>
              <a:rPr lang="fr-FR" dirty="0" err="1"/>
              <a:t>cumque</a:t>
            </a:r>
            <a:r>
              <a:rPr lang="fr-FR" dirty="0"/>
              <a:t> nihil </a:t>
            </a:r>
            <a:r>
              <a:rPr lang="fr-FR" dirty="0" err="1"/>
              <a:t>impedit</a:t>
            </a:r>
            <a:r>
              <a:rPr lang="fr-FR" dirty="0"/>
              <a:t> quo minus id</a:t>
            </a:r>
          </a:p>
        </p:txBody>
      </p:sp>
    </p:spTree>
    <p:extLst>
      <p:ext uri="{BB962C8B-B14F-4D97-AF65-F5344CB8AC3E}">
        <p14:creationId xmlns:p14="http://schemas.microsoft.com/office/powerpoint/2010/main" val="242068673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p:cSld name="Référence Dark 7">
    <p:spTree>
      <p:nvGrpSpPr>
        <p:cNvPr id="1" name=""/>
        <p:cNvGrpSpPr/>
        <p:nvPr/>
      </p:nvGrpSpPr>
      <p:grpSpPr>
        <a:xfrm>
          <a:off x="0" y="0"/>
          <a:ext cx="0" cy="0"/>
          <a:chOff x="0" y="0"/>
          <a:chExt cx="0" cy="0"/>
        </a:xfrm>
      </p:grpSpPr>
      <p:pic>
        <p:nvPicPr>
          <p:cNvPr id="17" name="Image 16">
            <a:extLst>
              <a:ext uri="{FF2B5EF4-FFF2-40B4-BE49-F238E27FC236}">
                <a16:creationId xmlns:a16="http://schemas.microsoft.com/office/drawing/2014/main" id="{E325A0B9-21A3-9A34-FBF7-D6585C2C6E7A}"/>
              </a:ext>
            </a:extLst>
          </p:cNvPr>
          <p:cNvPicPr>
            <a:picLocks noChangeAspect="1"/>
          </p:cNvPicPr>
          <p:nvPr/>
        </p:nvPicPr>
        <p:blipFill>
          <a:blip r:embed="rId2"/>
          <a:srcRect/>
          <a:stretch/>
        </p:blipFill>
        <p:spPr>
          <a:xfrm>
            <a:off x="-18027" y="-2109"/>
            <a:ext cx="12173695" cy="6857998"/>
          </a:xfrm>
          <a:prstGeom prst="rect">
            <a:avLst/>
          </a:prstGeom>
        </p:spPr>
      </p:pic>
      <p:sp>
        <p:nvSpPr>
          <p:cNvPr id="20" name="Espace réservé du texte 22">
            <a:extLst>
              <a:ext uri="{FF2B5EF4-FFF2-40B4-BE49-F238E27FC236}">
                <a16:creationId xmlns:a16="http://schemas.microsoft.com/office/drawing/2014/main" id="{8C8EBFD8-2352-3161-FECA-F5229C0183A6}"/>
              </a:ext>
            </a:extLst>
          </p:cNvPr>
          <p:cNvSpPr>
            <a:spLocks noGrp="1"/>
          </p:cNvSpPr>
          <p:nvPr>
            <p:ph type="body" sz="quarter" idx="17" hasCustomPrompt="1"/>
          </p:nvPr>
        </p:nvSpPr>
        <p:spPr>
          <a:xfrm>
            <a:off x="1139871" y="360437"/>
            <a:ext cx="9871029" cy="263149"/>
          </a:xfrm>
          <a:noFill/>
        </p:spPr>
        <p:txBody>
          <a:bodyPr wrap="square" anchor="b">
            <a:noAutofit/>
          </a:bodyPr>
          <a:lstStyle>
            <a:lvl1pPr marL="0" indent="0">
              <a:lnSpc>
                <a:spcPct val="120000"/>
              </a:lnSpc>
              <a:spcBef>
                <a:spcPts val="0"/>
              </a:spcBef>
              <a:spcAft>
                <a:spcPts val="600"/>
              </a:spcAft>
              <a:buNone/>
              <a:defRPr sz="1200" b="0">
                <a:solidFill>
                  <a:schemeClr val="tx2"/>
                </a:solidFill>
              </a:defRPr>
            </a:lvl1pPr>
          </a:lstStyle>
          <a:p>
            <a:pPr lvl="0"/>
            <a:r>
              <a:rPr lang="fr-FR" dirty="0"/>
              <a:t>Titre ici. Par exemple « Références »</a:t>
            </a:r>
          </a:p>
        </p:txBody>
      </p:sp>
      <p:sp>
        <p:nvSpPr>
          <p:cNvPr id="9" name="object 11">
            <a:extLst>
              <a:ext uri="{FF2B5EF4-FFF2-40B4-BE49-F238E27FC236}">
                <a16:creationId xmlns:a16="http://schemas.microsoft.com/office/drawing/2014/main" id="{5C35EDE1-1C63-2533-0B5A-052B12047C3D}"/>
              </a:ext>
            </a:extLst>
          </p:cNvPr>
          <p:cNvSpPr/>
          <p:nvPr/>
        </p:nvSpPr>
        <p:spPr>
          <a:xfrm>
            <a:off x="11397941" y="0"/>
            <a:ext cx="794059" cy="6858000"/>
          </a:xfrm>
          <a:custGeom>
            <a:avLst/>
            <a:gdLst/>
            <a:ahLst/>
            <a:cxnLst/>
            <a:rect l="l" t="t" r="r" b="b"/>
            <a:pathLst>
              <a:path w="1309369" h="11308715">
                <a:moveTo>
                  <a:pt x="1308860" y="0"/>
                </a:moveTo>
                <a:lnTo>
                  <a:pt x="0" y="0"/>
                </a:lnTo>
                <a:lnTo>
                  <a:pt x="0" y="11308556"/>
                </a:lnTo>
                <a:lnTo>
                  <a:pt x="1308860" y="11308556"/>
                </a:lnTo>
                <a:lnTo>
                  <a:pt x="1308860" y="0"/>
                </a:lnTo>
                <a:close/>
              </a:path>
            </a:pathLst>
          </a:custGeom>
          <a:solidFill>
            <a:schemeClr val="bg1"/>
          </a:solidFill>
          <a:ln>
            <a:noFill/>
          </a:ln>
        </p:spPr>
        <p:txBody>
          <a:bodyPr wrap="square" lIns="0" tIns="0" rIns="0" bIns="0" rtlCol="0"/>
          <a:lstStyle/>
          <a:p>
            <a:endParaRPr sz="1092"/>
          </a:p>
        </p:txBody>
      </p:sp>
      <p:sp>
        <p:nvSpPr>
          <p:cNvPr id="10" name="object 14">
            <a:extLst>
              <a:ext uri="{FF2B5EF4-FFF2-40B4-BE49-F238E27FC236}">
                <a16:creationId xmlns:a16="http://schemas.microsoft.com/office/drawing/2014/main" id="{B2DD2378-8731-3DEF-2F4D-FA17ADFCD2A0}"/>
              </a:ext>
            </a:extLst>
          </p:cNvPr>
          <p:cNvSpPr/>
          <p:nvPr/>
        </p:nvSpPr>
        <p:spPr>
          <a:xfrm>
            <a:off x="11397456" y="6063824"/>
            <a:ext cx="794059" cy="0"/>
          </a:xfrm>
          <a:custGeom>
            <a:avLst/>
            <a:gdLst/>
            <a:ahLst/>
            <a:cxnLst/>
            <a:rect l="l" t="t" r="r" b="b"/>
            <a:pathLst>
              <a:path w="1309369">
                <a:moveTo>
                  <a:pt x="0" y="0"/>
                </a:moveTo>
                <a:lnTo>
                  <a:pt x="1308860" y="0"/>
                </a:lnTo>
              </a:path>
            </a:pathLst>
          </a:custGeom>
          <a:ln w="7853">
            <a:solidFill>
              <a:schemeClr val="tx1"/>
            </a:solidFill>
          </a:ln>
        </p:spPr>
        <p:txBody>
          <a:bodyPr wrap="square" lIns="0" tIns="0" rIns="0" bIns="0" rtlCol="0"/>
          <a:lstStyle/>
          <a:p>
            <a:endParaRPr sz="1092"/>
          </a:p>
        </p:txBody>
      </p:sp>
      <p:pic>
        <p:nvPicPr>
          <p:cNvPr id="11" name="Graphique 10">
            <a:extLst>
              <a:ext uri="{FF2B5EF4-FFF2-40B4-BE49-F238E27FC236}">
                <a16:creationId xmlns:a16="http://schemas.microsoft.com/office/drawing/2014/main" id="{E791AE5B-EFFB-D69F-BD74-C4173549EB5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646607" y="6340088"/>
            <a:ext cx="330919" cy="214383"/>
          </a:xfrm>
          <a:prstGeom prst="rect">
            <a:avLst/>
          </a:prstGeom>
        </p:spPr>
      </p:pic>
      <p:sp>
        <p:nvSpPr>
          <p:cNvPr id="12" name="Espace réservé du pied de page 4">
            <a:extLst>
              <a:ext uri="{FF2B5EF4-FFF2-40B4-BE49-F238E27FC236}">
                <a16:creationId xmlns:a16="http://schemas.microsoft.com/office/drawing/2014/main" id="{0E940D30-F741-9D2E-494A-4ABB84B6993B}"/>
              </a:ext>
            </a:extLst>
          </p:cNvPr>
          <p:cNvSpPr>
            <a:spLocks noGrp="1"/>
          </p:cNvSpPr>
          <p:nvPr>
            <p:ph type="ftr" sz="quarter" idx="3"/>
          </p:nvPr>
        </p:nvSpPr>
        <p:spPr>
          <a:xfrm rot="16200000">
            <a:off x="9737570" y="2572960"/>
            <a:ext cx="4114800" cy="365125"/>
          </a:xfrm>
          <a:prstGeom prst="rect">
            <a:avLst/>
          </a:prstGeom>
        </p:spPr>
        <p:txBody>
          <a:bodyPr vert="horz" lIns="91440" tIns="45720" rIns="91440" bIns="45720" rtlCol="0" anchor="ctr"/>
          <a:lstStyle>
            <a:lvl1pPr>
              <a:defRPr lang="en-US" sz="728" dirty="0">
                <a:solidFill>
                  <a:schemeClr val="tx1"/>
                </a:solidFill>
                <a:latin typeface="Poppins" pitchFamily="2" charset="77"/>
                <a:cs typeface="Poppins" pitchFamily="2" charset="77"/>
              </a:defRPr>
            </a:lvl1pPr>
          </a:lstStyle>
          <a:p>
            <a:pPr algn="r"/>
            <a:r>
              <a:rPr lang="fr-FR"/>
              <a:t>Architectes des grandes transformations</a:t>
            </a:r>
            <a:endParaRPr lang="fr-US"/>
          </a:p>
        </p:txBody>
      </p:sp>
      <p:sp>
        <p:nvSpPr>
          <p:cNvPr id="13" name="Espace réservé du numéro de diapositive 18">
            <a:extLst>
              <a:ext uri="{FF2B5EF4-FFF2-40B4-BE49-F238E27FC236}">
                <a16:creationId xmlns:a16="http://schemas.microsoft.com/office/drawing/2014/main" id="{6B69D261-B7D5-4432-B8F3-E6C4DC51277F}"/>
              </a:ext>
            </a:extLst>
          </p:cNvPr>
          <p:cNvSpPr>
            <a:spLocks noGrp="1"/>
          </p:cNvSpPr>
          <p:nvPr>
            <p:ph type="sldNum" sz="quarter" idx="4"/>
          </p:nvPr>
        </p:nvSpPr>
        <p:spPr>
          <a:xfrm>
            <a:off x="11588253" y="165403"/>
            <a:ext cx="420073" cy="365125"/>
          </a:xfrm>
          <a:prstGeom prst="rect">
            <a:avLst/>
          </a:prstGeom>
        </p:spPr>
        <p:txBody>
          <a:bodyPr/>
          <a:lstStyle>
            <a:lvl1pPr algn="ctr">
              <a:defRPr lang="en-US" sz="800" b="1" smtClean="0">
                <a:solidFill>
                  <a:schemeClr val="tx1"/>
                </a:solidFill>
                <a:latin typeface="Poppins" pitchFamily="2" charset="77"/>
                <a:cs typeface="Poppins" pitchFamily="2" charset="77"/>
              </a:defRPr>
            </a:lvl1pPr>
          </a:lstStyle>
          <a:p>
            <a:fld id="{8042310B-17DC-C845-9B99-8FE29D3E9696}" type="slidenum">
              <a:rPr lang="fr-FR" smtClean="0"/>
              <a:pPr/>
              <a:t>‹N°›</a:t>
            </a:fld>
            <a:endParaRPr lang="fr-FR" dirty="0"/>
          </a:p>
        </p:txBody>
      </p:sp>
      <p:sp>
        <p:nvSpPr>
          <p:cNvPr id="14" name="Titre 17">
            <a:extLst>
              <a:ext uri="{FF2B5EF4-FFF2-40B4-BE49-F238E27FC236}">
                <a16:creationId xmlns:a16="http://schemas.microsoft.com/office/drawing/2014/main" id="{09060F54-B917-37A7-1F2F-71C643323EB0}"/>
              </a:ext>
            </a:extLst>
          </p:cNvPr>
          <p:cNvSpPr>
            <a:spLocks noGrp="1"/>
          </p:cNvSpPr>
          <p:nvPr>
            <p:ph type="title" hasCustomPrompt="1"/>
          </p:nvPr>
        </p:nvSpPr>
        <p:spPr>
          <a:xfrm>
            <a:off x="1139871" y="1726354"/>
            <a:ext cx="4079829" cy="291618"/>
          </a:xfrm>
          <a:noFill/>
        </p:spPr>
        <p:txBody>
          <a:bodyPr wrap="square" anchor="ctr" anchorCtr="0">
            <a:spAutoFit/>
          </a:bodyPr>
          <a:lstStyle>
            <a:lvl1pPr>
              <a:lnSpc>
                <a:spcPct val="90000"/>
              </a:lnSpc>
              <a:spcAft>
                <a:spcPts val="600"/>
              </a:spcAft>
              <a:defRPr sz="1400">
                <a:solidFill>
                  <a:schemeClr val="bg1"/>
                </a:solidFill>
              </a:defRPr>
            </a:lvl1pPr>
          </a:lstStyle>
          <a:p>
            <a:r>
              <a:rPr lang="fr-FR" dirty="0"/>
              <a:t>Titre ici. Exemple « La nature du projet »</a:t>
            </a:r>
          </a:p>
        </p:txBody>
      </p:sp>
      <p:sp>
        <p:nvSpPr>
          <p:cNvPr id="15" name="Espace réservé du texte 2">
            <a:extLst>
              <a:ext uri="{FF2B5EF4-FFF2-40B4-BE49-F238E27FC236}">
                <a16:creationId xmlns:a16="http://schemas.microsoft.com/office/drawing/2014/main" id="{F1DEDF7A-F390-0E64-B319-BD044FCAE6A7}"/>
              </a:ext>
            </a:extLst>
          </p:cNvPr>
          <p:cNvSpPr>
            <a:spLocks noGrp="1"/>
          </p:cNvSpPr>
          <p:nvPr>
            <p:ph idx="1" hasCustomPrompt="1"/>
          </p:nvPr>
        </p:nvSpPr>
        <p:spPr>
          <a:xfrm>
            <a:off x="1149927" y="2017972"/>
            <a:ext cx="4069773" cy="1912062"/>
          </a:xfrm>
          <a:prstGeom prst="rect">
            <a:avLst/>
          </a:prstGeom>
        </p:spPr>
        <p:txBody>
          <a:bodyPr vert="horz" wrap="square" lIns="91440" tIns="45720" rIns="91440" bIns="45720" rtlCol="0">
            <a:spAutoFit/>
          </a:bodyPr>
          <a:lstStyle>
            <a:lvl1pPr marL="0" indent="0">
              <a:lnSpc>
                <a:spcPct val="120000"/>
              </a:lnSpc>
              <a:spcBef>
                <a:spcPts val="0"/>
              </a:spcBef>
              <a:buClr>
                <a:schemeClr val="tx2"/>
              </a:buClr>
              <a:buNone/>
              <a:defRPr lang="fr-FR" dirty="0">
                <a:solidFill>
                  <a:schemeClr val="bg1"/>
                </a:solidFill>
                <a:latin typeface="Poppins" pitchFamily="2" charset="77"/>
                <a:cs typeface="Poppins" pitchFamily="2" charset="77"/>
              </a:defRPr>
            </a:lvl1pPr>
            <a:lvl2pPr>
              <a:lnSpc>
                <a:spcPct val="120000"/>
              </a:lnSpc>
              <a:spcBef>
                <a:spcPts val="0"/>
              </a:spcBef>
              <a:buClr>
                <a:schemeClr val="tx2"/>
              </a:buClr>
              <a:defRPr lang="fr-FR" dirty="0">
                <a:solidFill>
                  <a:schemeClr val="bg1"/>
                </a:solidFill>
                <a:latin typeface="Poppins" pitchFamily="2" charset="77"/>
                <a:cs typeface="Poppins" pitchFamily="2" charset="77"/>
              </a:defRPr>
            </a:lvl2pPr>
            <a:lvl3pPr>
              <a:lnSpc>
                <a:spcPct val="120000"/>
              </a:lnSpc>
              <a:spcBef>
                <a:spcPts val="0"/>
              </a:spcBef>
              <a:buClr>
                <a:schemeClr val="tx2"/>
              </a:buClr>
              <a:defRPr lang="fr-FR" dirty="0">
                <a:solidFill>
                  <a:schemeClr val="bg1"/>
                </a:solidFill>
                <a:latin typeface="Poppins" pitchFamily="2" charset="77"/>
                <a:cs typeface="Poppins" pitchFamily="2" charset="77"/>
              </a:defRPr>
            </a:lvl3pPr>
            <a:lvl4pPr>
              <a:lnSpc>
                <a:spcPct val="120000"/>
              </a:lnSpc>
              <a:spcBef>
                <a:spcPts val="0"/>
              </a:spcBef>
              <a:buClr>
                <a:schemeClr val="tx2"/>
              </a:buClr>
              <a:defRPr lang="fr-FR" dirty="0">
                <a:solidFill>
                  <a:schemeClr val="bg1"/>
                </a:solidFill>
                <a:latin typeface="Poppins" pitchFamily="2" charset="77"/>
                <a:cs typeface="Poppins" pitchFamily="2" charset="77"/>
              </a:defRPr>
            </a:lvl4pPr>
            <a:lvl5pPr>
              <a:lnSpc>
                <a:spcPct val="120000"/>
              </a:lnSpc>
              <a:spcBef>
                <a:spcPts val="0"/>
              </a:spcBef>
              <a:buClr>
                <a:schemeClr val="tx2"/>
              </a:buClr>
              <a:defRPr lang="fr-FR" dirty="0">
                <a:solidFill>
                  <a:schemeClr val="bg1"/>
                </a:solidFill>
                <a:latin typeface="Poppins" pitchFamily="2" charset="77"/>
                <a:cs typeface="Poppins" pitchFamily="2" charset="77"/>
              </a:defRPr>
            </a:lvl5pPr>
          </a:lstStyle>
          <a:p>
            <a:pPr lvl="0">
              <a:spcAft>
                <a:spcPts val="600"/>
              </a:spcAft>
            </a:pPr>
            <a:r>
              <a:rPr lang="fr-FR" dirty="0"/>
              <a:t>At </a:t>
            </a:r>
            <a:r>
              <a:rPr lang="fr-FR" dirty="0" err="1"/>
              <a:t>vero</a:t>
            </a:r>
            <a:r>
              <a:rPr lang="fr-FR" dirty="0"/>
              <a:t> </a:t>
            </a:r>
            <a:r>
              <a:rPr lang="fr-FR" dirty="0" err="1"/>
              <a:t>eos</a:t>
            </a:r>
            <a:r>
              <a:rPr lang="fr-FR" dirty="0"/>
              <a:t> et </a:t>
            </a:r>
            <a:r>
              <a:rPr lang="fr-FR" dirty="0" err="1"/>
              <a:t>accusamus</a:t>
            </a:r>
            <a:r>
              <a:rPr lang="fr-FR" dirty="0"/>
              <a:t> et </a:t>
            </a:r>
            <a:r>
              <a:rPr lang="fr-FR" dirty="0" err="1"/>
              <a:t>iusto</a:t>
            </a:r>
            <a:r>
              <a:rPr lang="fr-FR" dirty="0"/>
              <a:t> </a:t>
            </a:r>
            <a:r>
              <a:rPr lang="fr-FR" dirty="0" err="1"/>
              <a:t>odio</a:t>
            </a:r>
            <a:r>
              <a:rPr lang="fr-FR" dirty="0"/>
              <a:t> </a:t>
            </a:r>
            <a:r>
              <a:rPr lang="fr-FR" dirty="0" err="1"/>
              <a:t>dignissimos</a:t>
            </a:r>
            <a:r>
              <a:rPr lang="fr-FR" dirty="0"/>
              <a:t> </a:t>
            </a:r>
            <a:r>
              <a:rPr lang="fr-FR" dirty="0" err="1"/>
              <a:t>ducimus</a:t>
            </a:r>
            <a:r>
              <a:rPr lang="fr-FR" dirty="0"/>
              <a:t> qui </a:t>
            </a:r>
            <a:r>
              <a:rPr lang="fr-FR" dirty="0" err="1"/>
              <a:t>blanditiis</a:t>
            </a:r>
            <a:r>
              <a:rPr lang="fr-FR" dirty="0"/>
              <a:t> </a:t>
            </a:r>
            <a:r>
              <a:rPr lang="fr-FR" dirty="0" err="1"/>
              <a:t>praesentium</a:t>
            </a:r>
            <a:r>
              <a:rPr lang="fr-FR" dirty="0"/>
              <a:t> </a:t>
            </a:r>
            <a:r>
              <a:rPr lang="fr-FR" dirty="0" err="1"/>
              <a:t>voluptatum</a:t>
            </a:r>
            <a:r>
              <a:rPr lang="fr-FR" dirty="0"/>
              <a:t> </a:t>
            </a:r>
            <a:r>
              <a:rPr lang="fr-FR" dirty="0" err="1"/>
              <a:t>deleniti</a:t>
            </a:r>
            <a:r>
              <a:rPr lang="fr-FR" dirty="0"/>
              <a:t> </a:t>
            </a:r>
            <a:r>
              <a:rPr lang="fr-FR" dirty="0" err="1"/>
              <a:t>atque</a:t>
            </a:r>
            <a:r>
              <a:rPr lang="fr-FR" dirty="0"/>
              <a:t> </a:t>
            </a:r>
            <a:r>
              <a:rPr lang="fr-FR" dirty="0" err="1"/>
              <a:t>corrupti</a:t>
            </a:r>
            <a:r>
              <a:rPr lang="fr-FR" dirty="0"/>
              <a:t> </a:t>
            </a:r>
            <a:r>
              <a:rPr lang="fr-FR" dirty="0" err="1"/>
              <a:t>quos</a:t>
            </a:r>
            <a:r>
              <a:rPr lang="fr-FR" dirty="0"/>
              <a:t> </a:t>
            </a:r>
            <a:r>
              <a:rPr lang="fr-FR" dirty="0" err="1"/>
              <a:t>dolores</a:t>
            </a:r>
            <a:r>
              <a:rPr lang="fr-FR" dirty="0"/>
              <a:t> et </a:t>
            </a:r>
            <a:r>
              <a:rPr lang="fr-FR" dirty="0" err="1"/>
              <a:t>quas</a:t>
            </a:r>
            <a:r>
              <a:rPr lang="fr-FR" dirty="0"/>
              <a:t> </a:t>
            </a:r>
            <a:r>
              <a:rPr lang="fr-FR" dirty="0" err="1"/>
              <a:t>molestias</a:t>
            </a:r>
            <a:r>
              <a:rPr lang="fr-FR" dirty="0"/>
              <a:t> </a:t>
            </a:r>
            <a:r>
              <a:rPr lang="fr-FR" dirty="0" err="1"/>
              <a:t>excepturi</a:t>
            </a:r>
            <a:r>
              <a:rPr lang="fr-FR" dirty="0"/>
              <a:t> </a:t>
            </a:r>
            <a:r>
              <a:rPr lang="fr-FR" dirty="0" err="1"/>
              <a:t>sint</a:t>
            </a:r>
            <a:r>
              <a:rPr lang="fr-FR" dirty="0"/>
              <a:t> </a:t>
            </a:r>
            <a:r>
              <a:rPr lang="fr-FR" dirty="0" err="1"/>
              <a:t>occaecati</a:t>
            </a:r>
            <a:r>
              <a:rPr lang="fr-FR" dirty="0"/>
              <a:t> </a:t>
            </a:r>
            <a:r>
              <a:rPr lang="fr-FR" dirty="0" err="1"/>
              <a:t>cupiditate</a:t>
            </a:r>
            <a:r>
              <a:rPr lang="fr-FR" dirty="0"/>
              <a:t> non provident, </a:t>
            </a:r>
            <a:r>
              <a:rPr lang="fr-FR" dirty="0" err="1"/>
              <a:t>similique</a:t>
            </a:r>
            <a:r>
              <a:rPr lang="fr-FR" dirty="0"/>
              <a:t> </a:t>
            </a:r>
            <a:r>
              <a:rPr lang="fr-FR" dirty="0" err="1"/>
              <a:t>sunt</a:t>
            </a:r>
            <a:r>
              <a:rPr lang="fr-FR" dirty="0"/>
              <a:t> in culpa qui officia </a:t>
            </a:r>
            <a:r>
              <a:rPr lang="fr-FR" dirty="0" err="1"/>
              <a:t>deserunt</a:t>
            </a:r>
            <a:r>
              <a:rPr lang="fr-FR" dirty="0"/>
              <a:t> </a:t>
            </a:r>
            <a:r>
              <a:rPr lang="fr-FR" dirty="0" err="1"/>
              <a:t>mollitia</a:t>
            </a:r>
            <a:r>
              <a:rPr lang="fr-FR" dirty="0"/>
              <a:t> </a:t>
            </a:r>
            <a:r>
              <a:rPr lang="fr-FR" dirty="0" err="1"/>
              <a:t>animi</a:t>
            </a:r>
            <a:r>
              <a:rPr lang="fr-FR" dirty="0"/>
              <a:t>, id est </a:t>
            </a:r>
            <a:r>
              <a:rPr lang="fr-FR" dirty="0" err="1"/>
              <a:t>laborum</a:t>
            </a:r>
            <a:r>
              <a:rPr lang="fr-FR" dirty="0"/>
              <a:t> et </a:t>
            </a:r>
            <a:r>
              <a:rPr lang="fr-FR" dirty="0" err="1"/>
              <a:t>dolorum</a:t>
            </a:r>
            <a:r>
              <a:rPr lang="fr-FR" dirty="0"/>
              <a:t> </a:t>
            </a:r>
            <a:r>
              <a:rPr lang="fr-FR" dirty="0" err="1"/>
              <a:t>fuga</a:t>
            </a:r>
            <a:r>
              <a:rPr lang="fr-FR" dirty="0"/>
              <a:t>. Et </a:t>
            </a:r>
            <a:r>
              <a:rPr lang="fr-FR" dirty="0" err="1"/>
              <a:t>harum</a:t>
            </a:r>
            <a:r>
              <a:rPr lang="fr-FR" dirty="0"/>
              <a:t> </a:t>
            </a:r>
            <a:r>
              <a:rPr lang="fr-FR" dirty="0" err="1"/>
              <a:t>quidem</a:t>
            </a:r>
            <a:r>
              <a:rPr lang="fr-FR" dirty="0"/>
              <a:t> </a:t>
            </a:r>
            <a:r>
              <a:rPr lang="fr-FR" dirty="0" err="1"/>
              <a:t>rerum</a:t>
            </a:r>
            <a:r>
              <a:rPr lang="fr-FR" dirty="0"/>
              <a:t> </a:t>
            </a:r>
            <a:r>
              <a:rPr lang="fr-FR" dirty="0" err="1"/>
              <a:t>facilis</a:t>
            </a:r>
            <a:r>
              <a:rPr lang="fr-FR" dirty="0"/>
              <a:t> est et </a:t>
            </a:r>
            <a:r>
              <a:rPr lang="fr-FR" dirty="0" err="1"/>
              <a:t>expedita</a:t>
            </a:r>
            <a:r>
              <a:rPr lang="fr-FR" dirty="0"/>
              <a:t> </a:t>
            </a:r>
            <a:r>
              <a:rPr lang="fr-FR" dirty="0" err="1"/>
              <a:t>distinctio</a:t>
            </a:r>
            <a:r>
              <a:rPr lang="fr-FR" dirty="0"/>
              <a:t>. Nam libero </a:t>
            </a:r>
            <a:r>
              <a:rPr lang="fr-FR" dirty="0" err="1"/>
              <a:t>tempore</a:t>
            </a:r>
            <a:r>
              <a:rPr lang="fr-FR" dirty="0"/>
              <a:t>, cum </a:t>
            </a:r>
            <a:r>
              <a:rPr lang="fr-FR" dirty="0" err="1"/>
              <a:t>soluta</a:t>
            </a:r>
            <a:r>
              <a:rPr lang="fr-FR" dirty="0"/>
              <a:t> </a:t>
            </a:r>
            <a:r>
              <a:rPr lang="fr-FR" dirty="0" err="1"/>
              <a:t>nobis</a:t>
            </a:r>
            <a:r>
              <a:rPr lang="fr-FR" dirty="0"/>
              <a:t> est </a:t>
            </a:r>
            <a:r>
              <a:rPr lang="fr-FR" dirty="0" err="1"/>
              <a:t>eligendi</a:t>
            </a:r>
            <a:r>
              <a:rPr lang="fr-FR" dirty="0"/>
              <a:t> </a:t>
            </a:r>
            <a:r>
              <a:rPr lang="fr-FR" dirty="0" err="1"/>
              <a:t>optio</a:t>
            </a:r>
            <a:r>
              <a:rPr lang="fr-FR" dirty="0"/>
              <a:t> </a:t>
            </a:r>
            <a:r>
              <a:rPr lang="fr-FR" dirty="0" err="1"/>
              <a:t>cumque</a:t>
            </a:r>
            <a:r>
              <a:rPr lang="fr-FR" dirty="0"/>
              <a:t> nihil </a:t>
            </a:r>
            <a:r>
              <a:rPr lang="fr-FR" dirty="0" err="1"/>
              <a:t>impedit</a:t>
            </a:r>
            <a:r>
              <a:rPr lang="fr-FR" dirty="0"/>
              <a:t> quo minus id</a:t>
            </a:r>
          </a:p>
        </p:txBody>
      </p:sp>
    </p:spTree>
    <p:extLst>
      <p:ext uri="{BB962C8B-B14F-4D97-AF65-F5344CB8AC3E}">
        <p14:creationId xmlns:p14="http://schemas.microsoft.com/office/powerpoint/2010/main" val="268227652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p:cSld name="Référence Dark 8">
    <p:spTree>
      <p:nvGrpSpPr>
        <p:cNvPr id="1" name=""/>
        <p:cNvGrpSpPr/>
        <p:nvPr/>
      </p:nvGrpSpPr>
      <p:grpSpPr>
        <a:xfrm>
          <a:off x="0" y="0"/>
          <a:ext cx="0" cy="0"/>
          <a:chOff x="0" y="0"/>
          <a:chExt cx="0" cy="0"/>
        </a:xfrm>
      </p:grpSpPr>
      <p:pic>
        <p:nvPicPr>
          <p:cNvPr id="17" name="Image 16">
            <a:extLst>
              <a:ext uri="{FF2B5EF4-FFF2-40B4-BE49-F238E27FC236}">
                <a16:creationId xmlns:a16="http://schemas.microsoft.com/office/drawing/2014/main" id="{E325A0B9-21A3-9A34-FBF7-D6585C2C6E7A}"/>
              </a:ext>
            </a:extLst>
          </p:cNvPr>
          <p:cNvPicPr>
            <a:picLocks noChangeAspect="1"/>
          </p:cNvPicPr>
          <p:nvPr/>
        </p:nvPicPr>
        <p:blipFill>
          <a:blip r:embed="rId2"/>
          <a:srcRect/>
          <a:stretch/>
        </p:blipFill>
        <p:spPr>
          <a:xfrm>
            <a:off x="-18025" y="0"/>
            <a:ext cx="12173686" cy="6857993"/>
          </a:xfrm>
          <a:prstGeom prst="rect">
            <a:avLst/>
          </a:prstGeom>
        </p:spPr>
      </p:pic>
      <p:sp>
        <p:nvSpPr>
          <p:cNvPr id="20" name="Espace réservé du texte 22">
            <a:extLst>
              <a:ext uri="{FF2B5EF4-FFF2-40B4-BE49-F238E27FC236}">
                <a16:creationId xmlns:a16="http://schemas.microsoft.com/office/drawing/2014/main" id="{8C8EBFD8-2352-3161-FECA-F5229C0183A6}"/>
              </a:ext>
            </a:extLst>
          </p:cNvPr>
          <p:cNvSpPr>
            <a:spLocks noGrp="1"/>
          </p:cNvSpPr>
          <p:nvPr>
            <p:ph type="body" sz="quarter" idx="17" hasCustomPrompt="1"/>
          </p:nvPr>
        </p:nvSpPr>
        <p:spPr>
          <a:xfrm>
            <a:off x="1139871" y="360437"/>
            <a:ext cx="9871029" cy="263149"/>
          </a:xfrm>
          <a:noFill/>
        </p:spPr>
        <p:txBody>
          <a:bodyPr wrap="square" anchor="b">
            <a:noAutofit/>
          </a:bodyPr>
          <a:lstStyle>
            <a:lvl1pPr marL="0" indent="0">
              <a:lnSpc>
                <a:spcPct val="120000"/>
              </a:lnSpc>
              <a:spcBef>
                <a:spcPts val="0"/>
              </a:spcBef>
              <a:spcAft>
                <a:spcPts val="600"/>
              </a:spcAft>
              <a:buNone/>
              <a:defRPr sz="1200" b="0">
                <a:solidFill>
                  <a:schemeClr val="bg1"/>
                </a:solidFill>
              </a:defRPr>
            </a:lvl1pPr>
          </a:lstStyle>
          <a:p>
            <a:pPr lvl="0"/>
            <a:r>
              <a:rPr lang="fr-FR" dirty="0"/>
              <a:t>Titre ici. Par exemple « Références »</a:t>
            </a:r>
          </a:p>
        </p:txBody>
      </p:sp>
      <p:sp>
        <p:nvSpPr>
          <p:cNvPr id="9" name="object 11">
            <a:extLst>
              <a:ext uri="{FF2B5EF4-FFF2-40B4-BE49-F238E27FC236}">
                <a16:creationId xmlns:a16="http://schemas.microsoft.com/office/drawing/2014/main" id="{07AEC7ED-5264-D912-41B0-893066536B3C}"/>
              </a:ext>
            </a:extLst>
          </p:cNvPr>
          <p:cNvSpPr/>
          <p:nvPr/>
        </p:nvSpPr>
        <p:spPr>
          <a:xfrm>
            <a:off x="11397941" y="0"/>
            <a:ext cx="794059" cy="6858000"/>
          </a:xfrm>
          <a:custGeom>
            <a:avLst/>
            <a:gdLst/>
            <a:ahLst/>
            <a:cxnLst/>
            <a:rect l="l" t="t" r="r" b="b"/>
            <a:pathLst>
              <a:path w="1309369" h="11308715">
                <a:moveTo>
                  <a:pt x="1308860" y="0"/>
                </a:moveTo>
                <a:lnTo>
                  <a:pt x="0" y="0"/>
                </a:lnTo>
                <a:lnTo>
                  <a:pt x="0" y="11308556"/>
                </a:lnTo>
                <a:lnTo>
                  <a:pt x="1308860" y="11308556"/>
                </a:lnTo>
                <a:lnTo>
                  <a:pt x="1308860" y="0"/>
                </a:lnTo>
                <a:close/>
              </a:path>
            </a:pathLst>
          </a:custGeom>
          <a:solidFill>
            <a:schemeClr val="bg1"/>
          </a:solidFill>
          <a:ln>
            <a:noFill/>
          </a:ln>
        </p:spPr>
        <p:txBody>
          <a:bodyPr wrap="square" lIns="0" tIns="0" rIns="0" bIns="0" rtlCol="0"/>
          <a:lstStyle/>
          <a:p>
            <a:endParaRPr sz="1092"/>
          </a:p>
        </p:txBody>
      </p:sp>
      <p:sp>
        <p:nvSpPr>
          <p:cNvPr id="10" name="object 14">
            <a:extLst>
              <a:ext uri="{FF2B5EF4-FFF2-40B4-BE49-F238E27FC236}">
                <a16:creationId xmlns:a16="http://schemas.microsoft.com/office/drawing/2014/main" id="{6AA8B618-E187-CBEB-1BF4-2B77EF72C320}"/>
              </a:ext>
            </a:extLst>
          </p:cNvPr>
          <p:cNvSpPr/>
          <p:nvPr/>
        </p:nvSpPr>
        <p:spPr>
          <a:xfrm>
            <a:off x="11397456" y="6063824"/>
            <a:ext cx="794059" cy="0"/>
          </a:xfrm>
          <a:custGeom>
            <a:avLst/>
            <a:gdLst/>
            <a:ahLst/>
            <a:cxnLst/>
            <a:rect l="l" t="t" r="r" b="b"/>
            <a:pathLst>
              <a:path w="1309369">
                <a:moveTo>
                  <a:pt x="0" y="0"/>
                </a:moveTo>
                <a:lnTo>
                  <a:pt x="1308860" y="0"/>
                </a:lnTo>
              </a:path>
            </a:pathLst>
          </a:custGeom>
          <a:ln w="7853">
            <a:solidFill>
              <a:schemeClr val="tx1"/>
            </a:solidFill>
          </a:ln>
        </p:spPr>
        <p:txBody>
          <a:bodyPr wrap="square" lIns="0" tIns="0" rIns="0" bIns="0" rtlCol="0"/>
          <a:lstStyle/>
          <a:p>
            <a:endParaRPr sz="1092"/>
          </a:p>
        </p:txBody>
      </p:sp>
      <p:pic>
        <p:nvPicPr>
          <p:cNvPr id="11" name="Graphique 10">
            <a:extLst>
              <a:ext uri="{FF2B5EF4-FFF2-40B4-BE49-F238E27FC236}">
                <a16:creationId xmlns:a16="http://schemas.microsoft.com/office/drawing/2014/main" id="{F7DF39CD-598F-A951-77D4-B42790D3761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646607" y="6340088"/>
            <a:ext cx="330919" cy="214383"/>
          </a:xfrm>
          <a:prstGeom prst="rect">
            <a:avLst/>
          </a:prstGeom>
        </p:spPr>
      </p:pic>
      <p:sp>
        <p:nvSpPr>
          <p:cNvPr id="12" name="Espace réservé du pied de page 4">
            <a:extLst>
              <a:ext uri="{FF2B5EF4-FFF2-40B4-BE49-F238E27FC236}">
                <a16:creationId xmlns:a16="http://schemas.microsoft.com/office/drawing/2014/main" id="{4B12EA66-8FAA-7876-5362-309CC5B39269}"/>
              </a:ext>
            </a:extLst>
          </p:cNvPr>
          <p:cNvSpPr>
            <a:spLocks noGrp="1"/>
          </p:cNvSpPr>
          <p:nvPr>
            <p:ph type="ftr" sz="quarter" idx="3"/>
          </p:nvPr>
        </p:nvSpPr>
        <p:spPr>
          <a:xfrm rot="16200000">
            <a:off x="9737570" y="2572960"/>
            <a:ext cx="4114800" cy="365125"/>
          </a:xfrm>
          <a:prstGeom prst="rect">
            <a:avLst/>
          </a:prstGeom>
        </p:spPr>
        <p:txBody>
          <a:bodyPr vert="horz" lIns="91440" tIns="45720" rIns="91440" bIns="45720" rtlCol="0" anchor="ctr"/>
          <a:lstStyle>
            <a:lvl1pPr>
              <a:defRPr lang="en-US" sz="728" dirty="0">
                <a:solidFill>
                  <a:schemeClr val="tx1"/>
                </a:solidFill>
                <a:latin typeface="Poppins" pitchFamily="2" charset="77"/>
                <a:cs typeface="Poppins" pitchFamily="2" charset="77"/>
              </a:defRPr>
            </a:lvl1pPr>
          </a:lstStyle>
          <a:p>
            <a:pPr algn="r"/>
            <a:r>
              <a:rPr lang="fr-FR"/>
              <a:t>Architectes des grandes transformations</a:t>
            </a:r>
            <a:endParaRPr lang="fr-US"/>
          </a:p>
        </p:txBody>
      </p:sp>
      <p:sp>
        <p:nvSpPr>
          <p:cNvPr id="13" name="Espace réservé du numéro de diapositive 18">
            <a:extLst>
              <a:ext uri="{FF2B5EF4-FFF2-40B4-BE49-F238E27FC236}">
                <a16:creationId xmlns:a16="http://schemas.microsoft.com/office/drawing/2014/main" id="{956DB131-8A73-7F52-915D-ACB51011DDE3}"/>
              </a:ext>
            </a:extLst>
          </p:cNvPr>
          <p:cNvSpPr>
            <a:spLocks noGrp="1"/>
          </p:cNvSpPr>
          <p:nvPr>
            <p:ph type="sldNum" sz="quarter" idx="4"/>
          </p:nvPr>
        </p:nvSpPr>
        <p:spPr>
          <a:xfrm>
            <a:off x="11588253" y="165403"/>
            <a:ext cx="420073" cy="365125"/>
          </a:xfrm>
          <a:prstGeom prst="rect">
            <a:avLst/>
          </a:prstGeom>
        </p:spPr>
        <p:txBody>
          <a:bodyPr/>
          <a:lstStyle>
            <a:lvl1pPr algn="ctr">
              <a:defRPr lang="en-US" sz="800" b="1" smtClean="0">
                <a:solidFill>
                  <a:schemeClr val="tx1"/>
                </a:solidFill>
                <a:latin typeface="Poppins" pitchFamily="2" charset="77"/>
                <a:cs typeface="Poppins" pitchFamily="2" charset="77"/>
              </a:defRPr>
            </a:lvl1pPr>
          </a:lstStyle>
          <a:p>
            <a:fld id="{8042310B-17DC-C845-9B99-8FE29D3E9696}" type="slidenum">
              <a:rPr lang="fr-FR" smtClean="0"/>
              <a:pPr/>
              <a:t>‹N°›</a:t>
            </a:fld>
            <a:endParaRPr lang="fr-FR" dirty="0"/>
          </a:p>
        </p:txBody>
      </p:sp>
      <p:sp>
        <p:nvSpPr>
          <p:cNvPr id="14" name="Titre 17">
            <a:extLst>
              <a:ext uri="{FF2B5EF4-FFF2-40B4-BE49-F238E27FC236}">
                <a16:creationId xmlns:a16="http://schemas.microsoft.com/office/drawing/2014/main" id="{BF78AE7D-15AB-0B7A-2C6F-EBD8517401CB}"/>
              </a:ext>
            </a:extLst>
          </p:cNvPr>
          <p:cNvSpPr>
            <a:spLocks noGrp="1"/>
          </p:cNvSpPr>
          <p:nvPr>
            <p:ph type="title" hasCustomPrompt="1"/>
          </p:nvPr>
        </p:nvSpPr>
        <p:spPr>
          <a:xfrm>
            <a:off x="1139871" y="1726354"/>
            <a:ext cx="4079829" cy="291618"/>
          </a:xfrm>
          <a:noFill/>
        </p:spPr>
        <p:txBody>
          <a:bodyPr wrap="square" anchor="ctr" anchorCtr="0">
            <a:spAutoFit/>
          </a:bodyPr>
          <a:lstStyle>
            <a:lvl1pPr>
              <a:lnSpc>
                <a:spcPct val="90000"/>
              </a:lnSpc>
              <a:spcAft>
                <a:spcPts val="600"/>
              </a:spcAft>
              <a:defRPr sz="1400">
                <a:solidFill>
                  <a:schemeClr val="bg1"/>
                </a:solidFill>
              </a:defRPr>
            </a:lvl1pPr>
          </a:lstStyle>
          <a:p>
            <a:r>
              <a:rPr lang="fr-FR" dirty="0"/>
              <a:t>Titre ici. Exemple « La nature du projet »</a:t>
            </a:r>
          </a:p>
        </p:txBody>
      </p:sp>
      <p:sp>
        <p:nvSpPr>
          <p:cNvPr id="15" name="Espace réservé du texte 2">
            <a:extLst>
              <a:ext uri="{FF2B5EF4-FFF2-40B4-BE49-F238E27FC236}">
                <a16:creationId xmlns:a16="http://schemas.microsoft.com/office/drawing/2014/main" id="{C8E87E62-4A61-E6F9-5253-E7C61632C765}"/>
              </a:ext>
            </a:extLst>
          </p:cNvPr>
          <p:cNvSpPr>
            <a:spLocks noGrp="1"/>
          </p:cNvSpPr>
          <p:nvPr>
            <p:ph idx="1" hasCustomPrompt="1"/>
          </p:nvPr>
        </p:nvSpPr>
        <p:spPr>
          <a:xfrm>
            <a:off x="1149927" y="2017972"/>
            <a:ext cx="4069773" cy="1912062"/>
          </a:xfrm>
          <a:prstGeom prst="rect">
            <a:avLst/>
          </a:prstGeom>
        </p:spPr>
        <p:txBody>
          <a:bodyPr vert="horz" wrap="square" lIns="91440" tIns="45720" rIns="91440" bIns="45720" rtlCol="0">
            <a:spAutoFit/>
          </a:bodyPr>
          <a:lstStyle>
            <a:lvl1pPr marL="0" indent="0">
              <a:lnSpc>
                <a:spcPct val="120000"/>
              </a:lnSpc>
              <a:spcBef>
                <a:spcPts val="0"/>
              </a:spcBef>
              <a:buClr>
                <a:schemeClr val="tx2"/>
              </a:buClr>
              <a:buNone/>
              <a:defRPr lang="fr-FR" dirty="0">
                <a:solidFill>
                  <a:schemeClr val="bg1"/>
                </a:solidFill>
                <a:latin typeface="Poppins" pitchFamily="2" charset="77"/>
                <a:cs typeface="Poppins" pitchFamily="2" charset="77"/>
              </a:defRPr>
            </a:lvl1pPr>
            <a:lvl2pPr>
              <a:lnSpc>
                <a:spcPct val="120000"/>
              </a:lnSpc>
              <a:spcBef>
                <a:spcPts val="0"/>
              </a:spcBef>
              <a:buClr>
                <a:schemeClr val="tx2"/>
              </a:buClr>
              <a:defRPr lang="fr-FR" dirty="0">
                <a:solidFill>
                  <a:schemeClr val="bg1"/>
                </a:solidFill>
                <a:latin typeface="Poppins" pitchFamily="2" charset="77"/>
                <a:cs typeface="Poppins" pitchFamily="2" charset="77"/>
              </a:defRPr>
            </a:lvl2pPr>
            <a:lvl3pPr>
              <a:lnSpc>
                <a:spcPct val="120000"/>
              </a:lnSpc>
              <a:spcBef>
                <a:spcPts val="0"/>
              </a:spcBef>
              <a:buClr>
                <a:schemeClr val="tx2"/>
              </a:buClr>
              <a:defRPr lang="fr-FR" dirty="0">
                <a:solidFill>
                  <a:schemeClr val="bg1"/>
                </a:solidFill>
                <a:latin typeface="Poppins" pitchFamily="2" charset="77"/>
                <a:cs typeface="Poppins" pitchFamily="2" charset="77"/>
              </a:defRPr>
            </a:lvl3pPr>
            <a:lvl4pPr>
              <a:lnSpc>
                <a:spcPct val="120000"/>
              </a:lnSpc>
              <a:spcBef>
                <a:spcPts val="0"/>
              </a:spcBef>
              <a:buClr>
                <a:schemeClr val="tx2"/>
              </a:buClr>
              <a:defRPr lang="fr-FR" dirty="0">
                <a:solidFill>
                  <a:schemeClr val="bg1"/>
                </a:solidFill>
                <a:latin typeface="Poppins" pitchFamily="2" charset="77"/>
                <a:cs typeface="Poppins" pitchFamily="2" charset="77"/>
              </a:defRPr>
            </a:lvl4pPr>
            <a:lvl5pPr>
              <a:lnSpc>
                <a:spcPct val="120000"/>
              </a:lnSpc>
              <a:spcBef>
                <a:spcPts val="0"/>
              </a:spcBef>
              <a:buClr>
                <a:schemeClr val="tx2"/>
              </a:buClr>
              <a:defRPr lang="fr-FR" dirty="0">
                <a:solidFill>
                  <a:schemeClr val="bg1"/>
                </a:solidFill>
                <a:latin typeface="Poppins" pitchFamily="2" charset="77"/>
                <a:cs typeface="Poppins" pitchFamily="2" charset="77"/>
              </a:defRPr>
            </a:lvl5pPr>
          </a:lstStyle>
          <a:p>
            <a:pPr lvl="0">
              <a:spcAft>
                <a:spcPts val="600"/>
              </a:spcAft>
            </a:pPr>
            <a:r>
              <a:rPr lang="fr-FR" dirty="0"/>
              <a:t>At </a:t>
            </a:r>
            <a:r>
              <a:rPr lang="fr-FR" dirty="0" err="1"/>
              <a:t>vero</a:t>
            </a:r>
            <a:r>
              <a:rPr lang="fr-FR" dirty="0"/>
              <a:t> </a:t>
            </a:r>
            <a:r>
              <a:rPr lang="fr-FR" dirty="0" err="1"/>
              <a:t>eos</a:t>
            </a:r>
            <a:r>
              <a:rPr lang="fr-FR" dirty="0"/>
              <a:t> et </a:t>
            </a:r>
            <a:r>
              <a:rPr lang="fr-FR" dirty="0" err="1"/>
              <a:t>accusamus</a:t>
            </a:r>
            <a:r>
              <a:rPr lang="fr-FR" dirty="0"/>
              <a:t> et </a:t>
            </a:r>
            <a:r>
              <a:rPr lang="fr-FR" dirty="0" err="1"/>
              <a:t>iusto</a:t>
            </a:r>
            <a:r>
              <a:rPr lang="fr-FR" dirty="0"/>
              <a:t> </a:t>
            </a:r>
            <a:r>
              <a:rPr lang="fr-FR" dirty="0" err="1"/>
              <a:t>odio</a:t>
            </a:r>
            <a:r>
              <a:rPr lang="fr-FR" dirty="0"/>
              <a:t> </a:t>
            </a:r>
            <a:r>
              <a:rPr lang="fr-FR" dirty="0" err="1"/>
              <a:t>dignissimos</a:t>
            </a:r>
            <a:r>
              <a:rPr lang="fr-FR" dirty="0"/>
              <a:t> </a:t>
            </a:r>
            <a:r>
              <a:rPr lang="fr-FR" dirty="0" err="1"/>
              <a:t>ducimus</a:t>
            </a:r>
            <a:r>
              <a:rPr lang="fr-FR" dirty="0"/>
              <a:t> qui </a:t>
            </a:r>
            <a:r>
              <a:rPr lang="fr-FR" dirty="0" err="1"/>
              <a:t>blanditiis</a:t>
            </a:r>
            <a:r>
              <a:rPr lang="fr-FR" dirty="0"/>
              <a:t> </a:t>
            </a:r>
            <a:r>
              <a:rPr lang="fr-FR" dirty="0" err="1"/>
              <a:t>praesentium</a:t>
            </a:r>
            <a:r>
              <a:rPr lang="fr-FR" dirty="0"/>
              <a:t> </a:t>
            </a:r>
            <a:r>
              <a:rPr lang="fr-FR" dirty="0" err="1"/>
              <a:t>voluptatum</a:t>
            </a:r>
            <a:r>
              <a:rPr lang="fr-FR" dirty="0"/>
              <a:t> </a:t>
            </a:r>
            <a:r>
              <a:rPr lang="fr-FR" dirty="0" err="1"/>
              <a:t>deleniti</a:t>
            </a:r>
            <a:r>
              <a:rPr lang="fr-FR" dirty="0"/>
              <a:t> </a:t>
            </a:r>
            <a:r>
              <a:rPr lang="fr-FR" dirty="0" err="1"/>
              <a:t>atque</a:t>
            </a:r>
            <a:r>
              <a:rPr lang="fr-FR" dirty="0"/>
              <a:t> </a:t>
            </a:r>
            <a:r>
              <a:rPr lang="fr-FR" dirty="0" err="1"/>
              <a:t>corrupti</a:t>
            </a:r>
            <a:r>
              <a:rPr lang="fr-FR" dirty="0"/>
              <a:t> </a:t>
            </a:r>
            <a:r>
              <a:rPr lang="fr-FR" dirty="0" err="1"/>
              <a:t>quos</a:t>
            </a:r>
            <a:r>
              <a:rPr lang="fr-FR" dirty="0"/>
              <a:t> </a:t>
            </a:r>
            <a:r>
              <a:rPr lang="fr-FR" dirty="0" err="1"/>
              <a:t>dolores</a:t>
            </a:r>
            <a:r>
              <a:rPr lang="fr-FR" dirty="0"/>
              <a:t> et </a:t>
            </a:r>
            <a:r>
              <a:rPr lang="fr-FR" dirty="0" err="1"/>
              <a:t>quas</a:t>
            </a:r>
            <a:r>
              <a:rPr lang="fr-FR" dirty="0"/>
              <a:t> </a:t>
            </a:r>
            <a:r>
              <a:rPr lang="fr-FR" dirty="0" err="1"/>
              <a:t>molestias</a:t>
            </a:r>
            <a:r>
              <a:rPr lang="fr-FR" dirty="0"/>
              <a:t> </a:t>
            </a:r>
            <a:r>
              <a:rPr lang="fr-FR" dirty="0" err="1"/>
              <a:t>excepturi</a:t>
            </a:r>
            <a:r>
              <a:rPr lang="fr-FR" dirty="0"/>
              <a:t> </a:t>
            </a:r>
            <a:r>
              <a:rPr lang="fr-FR" dirty="0" err="1"/>
              <a:t>sint</a:t>
            </a:r>
            <a:r>
              <a:rPr lang="fr-FR" dirty="0"/>
              <a:t> </a:t>
            </a:r>
            <a:r>
              <a:rPr lang="fr-FR" dirty="0" err="1"/>
              <a:t>occaecati</a:t>
            </a:r>
            <a:r>
              <a:rPr lang="fr-FR" dirty="0"/>
              <a:t> </a:t>
            </a:r>
            <a:r>
              <a:rPr lang="fr-FR" dirty="0" err="1"/>
              <a:t>cupiditate</a:t>
            </a:r>
            <a:r>
              <a:rPr lang="fr-FR" dirty="0"/>
              <a:t> non provident, </a:t>
            </a:r>
            <a:r>
              <a:rPr lang="fr-FR" dirty="0" err="1"/>
              <a:t>similique</a:t>
            </a:r>
            <a:r>
              <a:rPr lang="fr-FR" dirty="0"/>
              <a:t> </a:t>
            </a:r>
            <a:r>
              <a:rPr lang="fr-FR" dirty="0" err="1"/>
              <a:t>sunt</a:t>
            </a:r>
            <a:r>
              <a:rPr lang="fr-FR" dirty="0"/>
              <a:t> in culpa qui officia </a:t>
            </a:r>
            <a:r>
              <a:rPr lang="fr-FR" dirty="0" err="1"/>
              <a:t>deserunt</a:t>
            </a:r>
            <a:r>
              <a:rPr lang="fr-FR" dirty="0"/>
              <a:t> </a:t>
            </a:r>
            <a:r>
              <a:rPr lang="fr-FR" dirty="0" err="1"/>
              <a:t>mollitia</a:t>
            </a:r>
            <a:r>
              <a:rPr lang="fr-FR" dirty="0"/>
              <a:t> </a:t>
            </a:r>
            <a:r>
              <a:rPr lang="fr-FR" dirty="0" err="1"/>
              <a:t>animi</a:t>
            </a:r>
            <a:r>
              <a:rPr lang="fr-FR" dirty="0"/>
              <a:t>, id est </a:t>
            </a:r>
            <a:r>
              <a:rPr lang="fr-FR" dirty="0" err="1"/>
              <a:t>laborum</a:t>
            </a:r>
            <a:r>
              <a:rPr lang="fr-FR" dirty="0"/>
              <a:t> et </a:t>
            </a:r>
            <a:r>
              <a:rPr lang="fr-FR" dirty="0" err="1"/>
              <a:t>dolorum</a:t>
            </a:r>
            <a:r>
              <a:rPr lang="fr-FR" dirty="0"/>
              <a:t> </a:t>
            </a:r>
            <a:r>
              <a:rPr lang="fr-FR" dirty="0" err="1"/>
              <a:t>fuga</a:t>
            </a:r>
            <a:r>
              <a:rPr lang="fr-FR" dirty="0"/>
              <a:t>. Et </a:t>
            </a:r>
            <a:r>
              <a:rPr lang="fr-FR" dirty="0" err="1"/>
              <a:t>harum</a:t>
            </a:r>
            <a:r>
              <a:rPr lang="fr-FR" dirty="0"/>
              <a:t> </a:t>
            </a:r>
            <a:r>
              <a:rPr lang="fr-FR" dirty="0" err="1"/>
              <a:t>quidem</a:t>
            </a:r>
            <a:r>
              <a:rPr lang="fr-FR" dirty="0"/>
              <a:t> </a:t>
            </a:r>
            <a:r>
              <a:rPr lang="fr-FR" dirty="0" err="1"/>
              <a:t>rerum</a:t>
            </a:r>
            <a:r>
              <a:rPr lang="fr-FR" dirty="0"/>
              <a:t> </a:t>
            </a:r>
            <a:r>
              <a:rPr lang="fr-FR" dirty="0" err="1"/>
              <a:t>facilis</a:t>
            </a:r>
            <a:r>
              <a:rPr lang="fr-FR" dirty="0"/>
              <a:t> est et </a:t>
            </a:r>
            <a:r>
              <a:rPr lang="fr-FR" dirty="0" err="1"/>
              <a:t>expedita</a:t>
            </a:r>
            <a:r>
              <a:rPr lang="fr-FR" dirty="0"/>
              <a:t> </a:t>
            </a:r>
            <a:r>
              <a:rPr lang="fr-FR" dirty="0" err="1"/>
              <a:t>distinctio</a:t>
            </a:r>
            <a:r>
              <a:rPr lang="fr-FR" dirty="0"/>
              <a:t>. Nam libero </a:t>
            </a:r>
            <a:r>
              <a:rPr lang="fr-FR" dirty="0" err="1"/>
              <a:t>tempore</a:t>
            </a:r>
            <a:r>
              <a:rPr lang="fr-FR" dirty="0"/>
              <a:t>, cum </a:t>
            </a:r>
            <a:r>
              <a:rPr lang="fr-FR" dirty="0" err="1"/>
              <a:t>soluta</a:t>
            </a:r>
            <a:r>
              <a:rPr lang="fr-FR" dirty="0"/>
              <a:t> </a:t>
            </a:r>
            <a:r>
              <a:rPr lang="fr-FR" dirty="0" err="1"/>
              <a:t>nobis</a:t>
            </a:r>
            <a:r>
              <a:rPr lang="fr-FR" dirty="0"/>
              <a:t> est </a:t>
            </a:r>
            <a:r>
              <a:rPr lang="fr-FR" dirty="0" err="1"/>
              <a:t>eligendi</a:t>
            </a:r>
            <a:r>
              <a:rPr lang="fr-FR" dirty="0"/>
              <a:t> </a:t>
            </a:r>
            <a:r>
              <a:rPr lang="fr-FR" dirty="0" err="1"/>
              <a:t>optio</a:t>
            </a:r>
            <a:r>
              <a:rPr lang="fr-FR" dirty="0"/>
              <a:t> </a:t>
            </a:r>
            <a:r>
              <a:rPr lang="fr-FR" dirty="0" err="1"/>
              <a:t>cumque</a:t>
            </a:r>
            <a:r>
              <a:rPr lang="fr-FR" dirty="0"/>
              <a:t> nihil </a:t>
            </a:r>
            <a:r>
              <a:rPr lang="fr-FR" dirty="0" err="1"/>
              <a:t>impedit</a:t>
            </a:r>
            <a:r>
              <a:rPr lang="fr-FR" dirty="0"/>
              <a:t> quo minus id</a:t>
            </a:r>
          </a:p>
        </p:txBody>
      </p:sp>
    </p:spTree>
    <p:extLst>
      <p:ext uri="{BB962C8B-B14F-4D97-AF65-F5344CB8AC3E}">
        <p14:creationId xmlns:p14="http://schemas.microsoft.com/office/powerpoint/2010/main" val="192685710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p:cSld name="Référence Dark 9">
    <p:spTree>
      <p:nvGrpSpPr>
        <p:cNvPr id="1" name=""/>
        <p:cNvGrpSpPr/>
        <p:nvPr/>
      </p:nvGrpSpPr>
      <p:grpSpPr>
        <a:xfrm>
          <a:off x="0" y="0"/>
          <a:ext cx="0" cy="0"/>
          <a:chOff x="0" y="0"/>
          <a:chExt cx="0" cy="0"/>
        </a:xfrm>
      </p:grpSpPr>
      <p:pic>
        <p:nvPicPr>
          <p:cNvPr id="17" name="Image 16">
            <a:extLst>
              <a:ext uri="{FF2B5EF4-FFF2-40B4-BE49-F238E27FC236}">
                <a16:creationId xmlns:a16="http://schemas.microsoft.com/office/drawing/2014/main" id="{E325A0B9-21A3-9A34-FBF7-D6585C2C6E7A}"/>
              </a:ext>
            </a:extLst>
          </p:cNvPr>
          <p:cNvPicPr>
            <a:picLocks noChangeAspect="1"/>
          </p:cNvPicPr>
          <p:nvPr/>
        </p:nvPicPr>
        <p:blipFill>
          <a:blip r:embed="rId2"/>
          <a:srcRect/>
          <a:stretch/>
        </p:blipFill>
        <p:spPr>
          <a:xfrm>
            <a:off x="-14283" y="0"/>
            <a:ext cx="12173695" cy="6857998"/>
          </a:xfrm>
          <a:prstGeom prst="rect">
            <a:avLst/>
          </a:prstGeom>
        </p:spPr>
      </p:pic>
      <p:sp>
        <p:nvSpPr>
          <p:cNvPr id="20" name="Espace réservé du texte 22">
            <a:extLst>
              <a:ext uri="{FF2B5EF4-FFF2-40B4-BE49-F238E27FC236}">
                <a16:creationId xmlns:a16="http://schemas.microsoft.com/office/drawing/2014/main" id="{8C8EBFD8-2352-3161-FECA-F5229C0183A6}"/>
              </a:ext>
            </a:extLst>
          </p:cNvPr>
          <p:cNvSpPr>
            <a:spLocks noGrp="1"/>
          </p:cNvSpPr>
          <p:nvPr>
            <p:ph type="body" sz="quarter" idx="17" hasCustomPrompt="1"/>
          </p:nvPr>
        </p:nvSpPr>
        <p:spPr>
          <a:xfrm>
            <a:off x="1139871" y="360437"/>
            <a:ext cx="9871029" cy="263149"/>
          </a:xfrm>
          <a:noFill/>
        </p:spPr>
        <p:txBody>
          <a:bodyPr wrap="square" anchor="b">
            <a:noAutofit/>
          </a:bodyPr>
          <a:lstStyle>
            <a:lvl1pPr marL="0" indent="0">
              <a:lnSpc>
                <a:spcPct val="120000"/>
              </a:lnSpc>
              <a:spcBef>
                <a:spcPts val="0"/>
              </a:spcBef>
              <a:spcAft>
                <a:spcPts val="600"/>
              </a:spcAft>
              <a:buNone/>
              <a:defRPr sz="1200" b="0">
                <a:solidFill>
                  <a:schemeClr val="tx2"/>
                </a:solidFill>
              </a:defRPr>
            </a:lvl1pPr>
          </a:lstStyle>
          <a:p>
            <a:pPr lvl="0"/>
            <a:r>
              <a:rPr lang="fr-FR" dirty="0"/>
              <a:t>Titre ici. Par exemple « Références »</a:t>
            </a:r>
          </a:p>
        </p:txBody>
      </p:sp>
      <p:sp>
        <p:nvSpPr>
          <p:cNvPr id="9" name="object 11">
            <a:extLst>
              <a:ext uri="{FF2B5EF4-FFF2-40B4-BE49-F238E27FC236}">
                <a16:creationId xmlns:a16="http://schemas.microsoft.com/office/drawing/2014/main" id="{863CB6A3-2B3B-39DE-6FD8-547C1235AEF0}"/>
              </a:ext>
            </a:extLst>
          </p:cNvPr>
          <p:cNvSpPr/>
          <p:nvPr/>
        </p:nvSpPr>
        <p:spPr>
          <a:xfrm>
            <a:off x="11397941" y="0"/>
            <a:ext cx="794059" cy="6858000"/>
          </a:xfrm>
          <a:custGeom>
            <a:avLst/>
            <a:gdLst/>
            <a:ahLst/>
            <a:cxnLst/>
            <a:rect l="l" t="t" r="r" b="b"/>
            <a:pathLst>
              <a:path w="1309369" h="11308715">
                <a:moveTo>
                  <a:pt x="1308860" y="0"/>
                </a:moveTo>
                <a:lnTo>
                  <a:pt x="0" y="0"/>
                </a:lnTo>
                <a:lnTo>
                  <a:pt x="0" y="11308556"/>
                </a:lnTo>
                <a:lnTo>
                  <a:pt x="1308860" y="11308556"/>
                </a:lnTo>
                <a:lnTo>
                  <a:pt x="1308860" y="0"/>
                </a:lnTo>
                <a:close/>
              </a:path>
            </a:pathLst>
          </a:custGeom>
          <a:solidFill>
            <a:schemeClr val="bg1"/>
          </a:solidFill>
          <a:ln>
            <a:noFill/>
          </a:ln>
        </p:spPr>
        <p:txBody>
          <a:bodyPr wrap="square" lIns="0" tIns="0" rIns="0" bIns="0" rtlCol="0"/>
          <a:lstStyle/>
          <a:p>
            <a:endParaRPr sz="1092"/>
          </a:p>
        </p:txBody>
      </p:sp>
      <p:sp>
        <p:nvSpPr>
          <p:cNvPr id="10" name="object 14">
            <a:extLst>
              <a:ext uri="{FF2B5EF4-FFF2-40B4-BE49-F238E27FC236}">
                <a16:creationId xmlns:a16="http://schemas.microsoft.com/office/drawing/2014/main" id="{6F1A55A6-3DDE-9019-BDF3-86C40E65F8ED}"/>
              </a:ext>
            </a:extLst>
          </p:cNvPr>
          <p:cNvSpPr/>
          <p:nvPr/>
        </p:nvSpPr>
        <p:spPr>
          <a:xfrm>
            <a:off x="11397456" y="6063824"/>
            <a:ext cx="794059" cy="0"/>
          </a:xfrm>
          <a:custGeom>
            <a:avLst/>
            <a:gdLst/>
            <a:ahLst/>
            <a:cxnLst/>
            <a:rect l="l" t="t" r="r" b="b"/>
            <a:pathLst>
              <a:path w="1309369">
                <a:moveTo>
                  <a:pt x="0" y="0"/>
                </a:moveTo>
                <a:lnTo>
                  <a:pt x="1308860" y="0"/>
                </a:lnTo>
              </a:path>
            </a:pathLst>
          </a:custGeom>
          <a:ln w="7853">
            <a:solidFill>
              <a:schemeClr val="tx1"/>
            </a:solidFill>
          </a:ln>
        </p:spPr>
        <p:txBody>
          <a:bodyPr wrap="square" lIns="0" tIns="0" rIns="0" bIns="0" rtlCol="0"/>
          <a:lstStyle/>
          <a:p>
            <a:endParaRPr sz="1092"/>
          </a:p>
        </p:txBody>
      </p:sp>
      <p:pic>
        <p:nvPicPr>
          <p:cNvPr id="11" name="Graphique 10">
            <a:extLst>
              <a:ext uri="{FF2B5EF4-FFF2-40B4-BE49-F238E27FC236}">
                <a16:creationId xmlns:a16="http://schemas.microsoft.com/office/drawing/2014/main" id="{FB7696CA-320E-B91B-4562-057BCDECEAB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646607" y="6340088"/>
            <a:ext cx="330919" cy="214383"/>
          </a:xfrm>
          <a:prstGeom prst="rect">
            <a:avLst/>
          </a:prstGeom>
        </p:spPr>
      </p:pic>
      <p:sp>
        <p:nvSpPr>
          <p:cNvPr id="12" name="Espace réservé du pied de page 4">
            <a:extLst>
              <a:ext uri="{FF2B5EF4-FFF2-40B4-BE49-F238E27FC236}">
                <a16:creationId xmlns:a16="http://schemas.microsoft.com/office/drawing/2014/main" id="{ED1B198E-EDBF-BDDC-BD86-3E52879F8451}"/>
              </a:ext>
            </a:extLst>
          </p:cNvPr>
          <p:cNvSpPr>
            <a:spLocks noGrp="1"/>
          </p:cNvSpPr>
          <p:nvPr>
            <p:ph type="ftr" sz="quarter" idx="3"/>
          </p:nvPr>
        </p:nvSpPr>
        <p:spPr>
          <a:xfrm rot="16200000">
            <a:off x="9737570" y="2572960"/>
            <a:ext cx="4114800" cy="365125"/>
          </a:xfrm>
          <a:prstGeom prst="rect">
            <a:avLst/>
          </a:prstGeom>
        </p:spPr>
        <p:txBody>
          <a:bodyPr vert="horz" lIns="91440" tIns="45720" rIns="91440" bIns="45720" rtlCol="0" anchor="ctr"/>
          <a:lstStyle>
            <a:lvl1pPr>
              <a:defRPr lang="en-US" sz="728" dirty="0">
                <a:solidFill>
                  <a:schemeClr val="tx1"/>
                </a:solidFill>
                <a:latin typeface="Poppins" pitchFamily="2" charset="77"/>
                <a:cs typeface="Poppins" pitchFamily="2" charset="77"/>
              </a:defRPr>
            </a:lvl1pPr>
          </a:lstStyle>
          <a:p>
            <a:pPr algn="r"/>
            <a:r>
              <a:rPr lang="fr-FR"/>
              <a:t>Architectes des grandes transformations</a:t>
            </a:r>
            <a:endParaRPr lang="fr-US"/>
          </a:p>
        </p:txBody>
      </p:sp>
      <p:sp>
        <p:nvSpPr>
          <p:cNvPr id="13" name="Espace réservé du numéro de diapositive 18">
            <a:extLst>
              <a:ext uri="{FF2B5EF4-FFF2-40B4-BE49-F238E27FC236}">
                <a16:creationId xmlns:a16="http://schemas.microsoft.com/office/drawing/2014/main" id="{B9BCC1D6-8764-7E9F-0310-57F50E5500ED}"/>
              </a:ext>
            </a:extLst>
          </p:cNvPr>
          <p:cNvSpPr>
            <a:spLocks noGrp="1"/>
          </p:cNvSpPr>
          <p:nvPr>
            <p:ph type="sldNum" sz="quarter" idx="4"/>
          </p:nvPr>
        </p:nvSpPr>
        <p:spPr>
          <a:xfrm>
            <a:off x="11588253" y="165403"/>
            <a:ext cx="420073" cy="365125"/>
          </a:xfrm>
          <a:prstGeom prst="rect">
            <a:avLst/>
          </a:prstGeom>
        </p:spPr>
        <p:txBody>
          <a:bodyPr/>
          <a:lstStyle>
            <a:lvl1pPr algn="ctr">
              <a:defRPr lang="en-US" sz="800" b="1" smtClean="0">
                <a:solidFill>
                  <a:schemeClr val="tx1"/>
                </a:solidFill>
                <a:latin typeface="Poppins" pitchFamily="2" charset="77"/>
                <a:cs typeface="Poppins" pitchFamily="2" charset="77"/>
              </a:defRPr>
            </a:lvl1pPr>
          </a:lstStyle>
          <a:p>
            <a:fld id="{8042310B-17DC-C845-9B99-8FE29D3E9696}" type="slidenum">
              <a:rPr lang="fr-FR" smtClean="0"/>
              <a:pPr/>
              <a:t>‹N°›</a:t>
            </a:fld>
            <a:endParaRPr lang="fr-FR" dirty="0"/>
          </a:p>
        </p:txBody>
      </p:sp>
      <p:sp>
        <p:nvSpPr>
          <p:cNvPr id="14" name="Titre 17">
            <a:extLst>
              <a:ext uri="{FF2B5EF4-FFF2-40B4-BE49-F238E27FC236}">
                <a16:creationId xmlns:a16="http://schemas.microsoft.com/office/drawing/2014/main" id="{37E38B31-8792-8804-6560-C85F2EA3141D}"/>
              </a:ext>
            </a:extLst>
          </p:cNvPr>
          <p:cNvSpPr>
            <a:spLocks noGrp="1"/>
          </p:cNvSpPr>
          <p:nvPr>
            <p:ph type="title" hasCustomPrompt="1"/>
          </p:nvPr>
        </p:nvSpPr>
        <p:spPr>
          <a:xfrm>
            <a:off x="1139871" y="1726354"/>
            <a:ext cx="4079829" cy="291618"/>
          </a:xfrm>
          <a:noFill/>
        </p:spPr>
        <p:txBody>
          <a:bodyPr wrap="square" anchor="ctr" anchorCtr="0">
            <a:spAutoFit/>
          </a:bodyPr>
          <a:lstStyle>
            <a:lvl1pPr>
              <a:lnSpc>
                <a:spcPct val="90000"/>
              </a:lnSpc>
              <a:spcAft>
                <a:spcPts val="600"/>
              </a:spcAft>
              <a:defRPr sz="1400">
                <a:solidFill>
                  <a:schemeClr val="bg1"/>
                </a:solidFill>
              </a:defRPr>
            </a:lvl1pPr>
          </a:lstStyle>
          <a:p>
            <a:r>
              <a:rPr lang="fr-FR" dirty="0"/>
              <a:t>Titre ici. Exemple « La nature du projet »</a:t>
            </a:r>
          </a:p>
        </p:txBody>
      </p:sp>
      <p:sp>
        <p:nvSpPr>
          <p:cNvPr id="15" name="Espace réservé du texte 2">
            <a:extLst>
              <a:ext uri="{FF2B5EF4-FFF2-40B4-BE49-F238E27FC236}">
                <a16:creationId xmlns:a16="http://schemas.microsoft.com/office/drawing/2014/main" id="{33552723-B277-EFB1-9F5D-9343A719BAA2}"/>
              </a:ext>
            </a:extLst>
          </p:cNvPr>
          <p:cNvSpPr>
            <a:spLocks noGrp="1"/>
          </p:cNvSpPr>
          <p:nvPr>
            <p:ph idx="1" hasCustomPrompt="1"/>
          </p:nvPr>
        </p:nvSpPr>
        <p:spPr>
          <a:xfrm>
            <a:off x="1149927" y="2017972"/>
            <a:ext cx="4069773" cy="1912062"/>
          </a:xfrm>
          <a:prstGeom prst="rect">
            <a:avLst/>
          </a:prstGeom>
        </p:spPr>
        <p:txBody>
          <a:bodyPr vert="horz" wrap="square" lIns="91440" tIns="45720" rIns="91440" bIns="45720" rtlCol="0">
            <a:spAutoFit/>
          </a:bodyPr>
          <a:lstStyle>
            <a:lvl1pPr marL="0" indent="0">
              <a:lnSpc>
                <a:spcPct val="120000"/>
              </a:lnSpc>
              <a:spcBef>
                <a:spcPts val="0"/>
              </a:spcBef>
              <a:buClr>
                <a:schemeClr val="tx2"/>
              </a:buClr>
              <a:buNone/>
              <a:defRPr lang="fr-FR" dirty="0">
                <a:solidFill>
                  <a:schemeClr val="bg1"/>
                </a:solidFill>
                <a:latin typeface="Poppins" pitchFamily="2" charset="77"/>
                <a:cs typeface="Poppins" pitchFamily="2" charset="77"/>
              </a:defRPr>
            </a:lvl1pPr>
            <a:lvl2pPr>
              <a:lnSpc>
                <a:spcPct val="120000"/>
              </a:lnSpc>
              <a:spcBef>
                <a:spcPts val="0"/>
              </a:spcBef>
              <a:buClr>
                <a:schemeClr val="tx2"/>
              </a:buClr>
              <a:defRPr lang="fr-FR" dirty="0">
                <a:solidFill>
                  <a:schemeClr val="bg1"/>
                </a:solidFill>
                <a:latin typeface="Poppins" pitchFamily="2" charset="77"/>
                <a:cs typeface="Poppins" pitchFamily="2" charset="77"/>
              </a:defRPr>
            </a:lvl2pPr>
            <a:lvl3pPr>
              <a:lnSpc>
                <a:spcPct val="120000"/>
              </a:lnSpc>
              <a:spcBef>
                <a:spcPts val="0"/>
              </a:spcBef>
              <a:buClr>
                <a:schemeClr val="tx2"/>
              </a:buClr>
              <a:defRPr lang="fr-FR" dirty="0">
                <a:solidFill>
                  <a:schemeClr val="bg1"/>
                </a:solidFill>
                <a:latin typeface="Poppins" pitchFamily="2" charset="77"/>
                <a:cs typeface="Poppins" pitchFamily="2" charset="77"/>
              </a:defRPr>
            </a:lvl3pPr>
            <a:lvl4pPr>
              <a:lnSpc>
                <a:spcPct val="120000"/>
              </a:lnSpc>
              <a:spcBef>
                <a:spcPts val="0"/>
              </a:spcBef>
              <a:buClr>
                <a:schemeClr val="tx2"/>
              </a:buClr>
              <a:defRPr lang="fr-FR" dirty="0">
                <a:solidFill>
                  <a:schemeClr val="bg1"/>
                </a:solidFill>
                <a:latin typeface="Poppins" pitchFamily="2" charset="77"/>
                <a:cs typeface="Poppins" pitchFamily="2" charset="77"/>
              </a:defRPr>
            </a:lvl4pPr>
            <a:lvl5pPr>
              <a:lnSpc>
                <a:spcPct val="120000"/>
              </a:lnSpc>
              <a:spcBef>
                <a:spcPts val="0"/>
              </a:spcBef>
              <a:buClr>
                <a:schemeClr val="tx2"/>
              </a:buClr>
              <a:defRPr lang="fr-FR" dirty="0">
                <a:solidFill>
                  <a:schemeClr val="bg1"/>
                </a:solidFill>
                <a:latin typeface="Poppins" pitchFamily="2" charset="77"/>
                <a:cs typeface="Poppins" pitchFamily="2" charset="77"/>
              </a:defRPr>
            </a:lvl5pPr>
          </a:lstStyle>
          <a:p>
            <a:pPr lvl="0">
              <a:spcAft>
                <a:spcPts val="600"/>
              </a:spcAft>
            </a:pPr>
            <a:r>
              <a:rPr lang="fr-FR" dirty="0"/>
              <a:t>At </a:t>
            </a:r>
            <a:r>
              <a:rPr lang="fr-FR" dirty="0" err="1"/>
              <a:t>vero</a:t>
            </a:r>
            <a:r>
              <a:rPr lang="fr-FR" dirty="0"/>
              <a:t> </a:t>
            </a:r>
            <a:r>
              <a:rPr lang="fr-FR" dirty="0" err="1"/>
              <a:t>eos</a:t>
            </a:r>
            <a:r>
              <a:rPr lang="fr-FR" dirty="0"/>
              <a:t> et </a:t>
            </a:r>
            <a:r>
              <a:rPr lang="fr-FR" dirty="0" err="1"/>
              <a:t>accusamus</a:t>
            </a:r>
            <a:r>
              <a:rPr lang="fr-FR" dirty="0"/>
              <a:t> et </a:t>
            </a:r>
            <a:r>
              <a:rPr lang="fr-FR" dirty="0" err="1"/>
              <a:t>iusto</a:t>
            </a:r>
            <a:r>
              <a:rPr lang="fr-FR" dirty="0"/>
              <a:t> </a:t>
            </a:r>
            <a:r>
              <a:rPr lang="fr-FR" dirty="0" err="1"/>
              <a:t>odio</a:t>
            </a:r>
            <a:r>
              <a:rPr lang="fr-FR" dirty="0"/>
              <a:t> </a:t>
            </a:r>
            <a:r>
              <a:rPr lang="fr-FR" dirty="0" err="1"/>
              <a:t>dignissimos</a:t>
            </a:r>
            <a:r>
              <a:rPr lang="fr-FR" dirty="0"/>
              <a:t> </a:t>
            </a:r>
            <a:r>
              <a:rPr lang="fr-FR" dirty="0" err="1"/>
              <a:t>ducimus</a:t>
            </a:r>
            <a:r>
              <a:rPr lang="fr-FR" dirty="0"/>
              <a:t> qui </a:t>
            </a:r>
            <a:r>
              <a:rPr lang="fr-FR" dirty="0" err="1"/>
              <a:t>blanditiis</a:t>
            </a:r>
            <a:r>
              <a:rPr lang="fr-FR" dirty="0"/>
              <a:t> </a:t>
            </a:r>
            <a:r>
              <a:rPr lang="fr-FR" dirty="0" err="1"/>
              <a:t>praesentium</a:t>
            </a:r>
            <a:r>
              <a:rPr lang="fr-FR" dirty="0"/>
              <a:t> </a:t>
            </a:r>
            <a:r>
              <a:rPr lang="fr-FR" dirty="0" err="1"/>
              <a:t>voluptatum</a:t>
            </a:r>
            <a:r>
              <a:rPr lang="fr-FR" dirty="0"/>
              <a:t> </a:t>
            </a:r>
            <a:r>
              <a:rPr lang="fr-FR" dirty="0" err="1"/>
              <a:t>deleniti</a:t>
            </a:r>
            <a:r>
              <a:rPr lang="fr-FR" dirty="0"/>
              <a:t> </a:t>
            </a:r>
            <a:r>
              <a:rPr lang="fr-FR" dirty="0" err="1"/>
              <a:t>atque</a:t>
            </a:r>
            <a:r>
              <a:rPr lang="fr-FR" dirty="0"/>
              <a:t> </a:t>
            </a:r>
            <a:r>
              <a:rPr lang="fr-FR" dirty="0" err="1"/>
              <a:t>corrupti</a:t>
            </a:r>
            <a:r>
              <a:rPr lang="fr-FR" dirty="0"/>
              <a:t> </a:t>
            </a:r>
            <a:r>
              <a:rPr lang="fr-FR" dirty="0" err="1"/>
              <a:t>quos</a:t>
            </a:r>
            <a:r>
              <a:rPr lang="fr-FR" dirty="0"/>
              <a:t> </a:t>
            </a:r>
            <a:r>
              <a:rPr lang="fr-FR" dirty="0" err="1"/>
              <a:t>dolores</a:t>
            </a:r>
            <a:r>
              <a:rPr lang="fr-FR" dirty="0"/>
              <a:t> et </a:t>
            </a:r>
            <a:r>
              <a:rPr lang="fr-FR" dirty="0" err="1"/>
              <a:t>quas</a:t>
            </a:r>
            <a:r>
              <a:rPr lang="fr-FR" dirty="0"/>
              <a:t> </a:t>
            </a:r>
            <a:r>
              <a:rPr lang="fr-FR" dirty="0" err="1"/>
              <a:t>molestias</a:t>
            </a:r>
            <a:r>
              <a:rPr lang="fr-FR" dirty="0"/>
              <a:t> </a:t>
            </a:r>
            <a:r>
              <a:rPr lang="fr-FR" dirty="0" err="1"/>
              <a:t>excepturi</a:t>
            </a:r>
            <a:r>
              <a:rPr lang="fr-FR" dirty="0"/>
              <a:t> </a:t>
            </a:r>
            <a:r>
              <a:rPr lang="fr-FR" dirty="0" err="1"/>
              <a:t>sint</a:t>
            </a:r>
            <a:r>
              <a:rPr lang="fr-FR" dirty="0"/>
              <a:t> </a:t>
            </a:r>
            <a:r>
              <a:rPr lang="fr-FR" dirty="0" err="1"/>
              <a:t>occaecati</a:t>
            </a:r>
            <a:r>
              <a:rPr lang="fr-FR" dirty="0"/>
              <a:t> </a:t>
            </a:r>
            <a:r>
              <a:rPr lang="fr-FR" dirty="0" err="1"/>
              <a:t>cupiditate</a:t>
            </a:r>
            <a:r>
              <a:rPr lang="fr-FR" dirty="0"/>
              <a:t> non provident, </a:t>
            </a:r>
            <a:r>
              <a:rPr lang="fr-FR" dirty="0" err="1"/>
              <a:t>similique</a:t>
            </a:r>
            <a:r>
              <a:rPr lang="fr-FR" dirty="0"/>
              <a:t> </a:t>
            </a:r>
            <a:r>
              <a:rPr lang="fr-FR" dirty="0" err="1"/>
              <a:t>sunt</a:t>
            </a:r>
            <a:r>
              <a:rPr lang="fr-FR" dirty="0"/>
              <a:t> in culpa qui officia </a:t>
            </a:r>
            <a:r>
              <a:rPr lang="fr-FR" dirty="0" err="1"/>
              <a:t>deserunt</a:t>
            </a:r>
            <a:r>
              <a:rPr lang="fr-FR" dirty="0"/>
              <a:t> </a:t>
            </a:r>
            <a:r>
              <a:rPr lang="fr-FR" dirty="0" err="1"/>
              <a:t>mollitia</a:t>
            </a:r>
            <a:r>
              <a:rPr lang="fr-FR" dirty="0"/>
              <a:t> </a:t>
            </a:r>
            <a:r>
              <a:rPr lang="fr-FR" dirty="0" err="1"/>
              <a:t>animi</a:t>
            </a:r>
            <a:r>
              <a:rPr lang="fr-FR" dirty="0"/>
              <a:t>, id est </a:t>
            </a:r>
            <a:r>
              <a:rPr lang="fr-FR" dirty="0" err="1"/>
              <a:t>laborum</a:t>
            </a:r>
            <a:r>
              <a:rPr lang="fr-FR" dirty="0"/>
              <a:t> et </a:t>
            </a:r>
            <a:r>
              <a:rPr lang="fr-FR" dirty="0" err="1"/>
              <a:t>dolorum</a:t>
            </a:r>
            <a:r>
              <a:rPr lang="fr-FR" dirty="0"/>
              <a:t> </a:t>
            </a:r>
            <a:r>
              <a:rPr lang="fr-FR" dirty="0" err="1"/>
              <a:t>fuga</a:t>
            </a:r>
            <a:r>
              <a:rPr lang="fr-FR" dirty="0"/>
              <a:t>. Et </a:t>
            </a:r>
            <a:r>
              <a:rPr lang="fr-FR" dirty="0" err="1"/>
              <a:t>harum</a:t>
            </a:r>
            <a:r>
              <a:rPr lang="fr-FR" dirty="0"/>
              <a:t> </a:t>
            </a:r>
            <a:r>
              <a:rPr lang="fr-FR" dirty="0" err="1"/>
              <a:t>quidem</a:t>
            </a:r>
            <a:r>
              <a:rPr lang="fr-FR" dirty="0"/>
              <a:t> </a:t>
            </a:r>
            <a:r>
              <a:rPr lang="fr-FR" dirty="0" err="1"/>
              <a:t>rerum</a:t>
            </a:r>
            <a:r>
              <a:rPr lang="fr-FR" dirty="0"/>
              <a:t> </a:t>
            </a:r>
            <a:r>
              <a:rPr lang="fr-FR" dirty="0" err="1"/>
              <a:t>facilis</a:t>
            </a:r>
            <a:r>
              <a:rPr lang="fr-FR" dirty="0"/>
              <a:t> est et </a:t>
            </a:r>
            <a:r>
              <a:rPr lang="fr-FR" dirty="0" err="1"/>
              <a:t>expedita</a:t>
            </a:r>
            <a:r>
              <a:rPr lang="fr-FR" dirty="0"/>
              <a:t> </a:t>
            </a:r>
            <a:r>
              <a:rPr lang="fr-FR" dirty="0" err="1"/>
              <a:t>distinctio</a:t>
            </a:r>
            <a:r>
              <a:rPr lang="fr-FR" dirty="0"/>
              <a:t>. Nam libero </a:t>
            </a:r>
            <a:r>
              <a:rPr lang="fr-FR" dirty="0" err="1"/>
              <a:t>tempore</a:t>
            </a:r>
            <a:r>
              <a:rPr lang="fr-FR" dirty="0"/>
              <a:t>, cum </a:t>
            </a:r>
            <a:r>
              <a:rPr lang="fr-FR" dirty="0" err="1"/>
              <a:t>soluta</a:t>
            </a:r>
            <a:r>
              <a:rPr lang="fr-FR" dirty="0"/>
              <a:t> </a:t>
            </a:r>
            <a:r>
              <a:rPr lang="fr-FR" dirty="0" err="1"/>
              <a:t>nobis</a:t>
            </a:r>
            <a:r>
              <a:rPr lang="fr-FR" dirty="0"/>
              <a:t> est </a:t>
            </a:r>
            <a:r>
              <a:rPr lang="fr-FR" dirty="0" err="1"/>
              <a:t>eligendi</a:t>
            </a:r>
            <a:r>
              <a:rPr lang="fr-FR" dirty="0"/>
              <a:t> </a:t>
            </a:r>
            <a:r>
              <a:rPr lang="fr-FR" dirty="0" err="1"/>
              <a:t>optio</a:t>
            </a:r>
            <a:r>
              <a:rPr lang="fr-FR" dirty="0"/>
              <a:t> </a:t>
            </a:r>
            <a:r>
              <a:rPr lang="fr-FR" dirty="0" err="1"/>
              <a:t>cumque</a:t>
            </a:r>
            <a:r>
              <a:rPr lang="fr-FR" dirty="0"/>
              <a:t> nihil </a:t>
            </a:r>
            <a:r>
              <a:rPr lang="fr-FR" dirty="0" err="1"/>
              <a:t>impedit</a:t>
            </a:r>
            <a:r>
              <a:rPr lang="fr-FR" dirty="0"/>
              <a:t> quo minus id</a:t>
            </a:r>
          </a:p>
        </p:txBody>
      </p:sp>
    </p:spTree>
    <p:extLst>
      <p:ext uri="{BB962C8B-B14F-4D97-AF65-F5344CB8AC3E}">
        <p14:creationId xmlns:p14="http://schemas.microsoft.com/office/powerpoint/2010/main" val="102108197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p:cSld name="Référence Dark 10">
    <p:spTree>
      <p:nvGrpSpPr>
        <p:cNvPr id="1" name=""/>
        <p:cNvGrpSpPr/>
        <p:nvPr/>
      </p:nvGrpSpPr>
      <p:grpSpPr>
        <a:xfrm>
          <a:off x="0" y="0"/>
          <a:ext cx="0" cy="0"/>
          <a:chOff x="0" y="0"/>
          <a:chExt cx="0" cy="0"/>
        </a:xfrm>
      </p:grpSpPr>
      <p:pic>
        <p:nvPicPr>
          <p:cNvPr id="2" name="Image 1">
            <a:extLst>
              <a:ext uri="{FF2B5EF4-FFF2-40B4-BE49-F238E27FC236}">
                <a16:creationId xmlns:a16="http://schemas.microsoft.com/office/drawing/2014/main" id="{B1B1A6C7-7CD7-B16E-9785-47E977FC0653}"/>
              </a:ext>
            </a:extLst>
          </p:cNvPr>
          <p:cNvPicPr>
            <a:picLocks noChangeAspect="1"/>
          </p:cNvPicPr>
          <p:nvPr/>
        </p:nvPicPr>
        <p:blipFill>
          <a:blip r:embed="rId2"/>
          <a:srcRect/>
          <a:stretch/>
        </p:blipFill>
        <p:spPr>
          <a:xfrm>
            <a:off x="-18027" y="1"/>
            <a:ext cx="12173696" cy="6857999"/>
          </a:xfrm>
          <a:prstGeom prst="rect">
            <a:avLst/>
          </a:prstGeom>
        </p:spPr>
      </p:pic>
      <p:sp>
        <p:nvSpPr>
          <p:cNvPr id="20" name="Espace réservé du texte 22">
            <a:extLst>
              <a:ext uri="{FF2B5EF4-FFF2-40B4-BE49-F238E27FC236}">
                <a16:creationId xmlns:a16="http://schemas.microsoft.com/office/drawing/2014/main" id="{8C8EBFD8-2352-3161-FECA-F5229C0183A6}"/>
              </a:ext>
            </a:extLst>
          </p:cNvPr>
          <p:cNvSpPr>
            <a:spLocks noGrp="1"/>
          </p:cNvSpPr>
          <p:nvPr>
            <p:ph type="body" sz="quarter" idx="17" hasCustomPrompt="1"/>
          </p:nvPr>
        </p:nvSpPr>
        <p:spPr>
          <a:xfrm>
            <a:off x="1139871" y="360437"/>
            <a:ext cx="9871029" cy="263149"/>
          </a:xfrm>
          <a:noFill/>
        </p:spPr>
        <p:txBody>
          <a:bodyPr wrap="square" anchor="b">
            <a:noAutofit/>
          </a:bodyPr>
          <a:lstStyle>
            <a:lvl1pPr marL="0" indent="0">
              <a:lnSpc>
                <a:spcPct val="120000"/>
              </a:lnSpc>
              <a:spcBef>
                <a:spcPts val="0"/>
              </a:spcBef>
              <a:spcAft>
                <a:spcPts val="600"/>
              </a:spcAft>
              <a:buNone/>
              <a:defRPr sz="1200" b="0">
                <a:solidFill>
                  <a:schemeClr val="tx2"/>
                </a:solidFill>
              </a:defRPr>
            </a:lvl1pPr>
          </a:lstStyle>
          <a:p>
            <a:pPr lvl="0"/>
            <a:r>
              <a:rPr lang="fr-FR" dirty="0"/>
              <a:t>Titre ici. Par exemple « Références »</a:t>
            </a:r>
          </a:p>
        </p:txBody>
      </p:sp>
      <p:sp>
        <p:nvSpPr>
          <p:cNvPr id="9" name="object 11">
            <a:extLst>
              <a:ext uri="{FF2B5EF4-FFF2-40B4-BE49-F238E27FC236}">
                <a16:creationId xmlns:a16="http://schemas.microsoft.com/office/drawing/2014/main" id="{46FE6830-C348-234F-4122-003687F94320}"/>
              </a:ext>
            </a:extLst>
          </p:cNvPr>
          <p:cNvSpPr/>
          <p:nvPr/>
        </p:nvSpPr>
        <p:spPr>
          <a:xfrm>
            <a:off x="11397941" y="0"/>
            <a:ext cx="794059" cy="6858000"/>
          </a:xfrm>
          <a:custGeom>
            <a:avLst/>
            <a:gdLst/>
            <a:ahLst/>
            <a:cxnLst/>
            <a:rect l="l" t="t" r="r" b="b"/>
            <a:pathLst>
              <a:path w="1309369" h="11308715">
                <a:moveTo>
                  <a:pt x="1308860" y="0"/>
                </a:moveTo>
                <a:lnTo>
                  <a:pt x="0" y="0"/>
                </a:lnTo>
                <a:lnTo>
                  <a:pt x="0" y="11308556"/>
                </a:lnTo>
                <a:lnTo>
                  <a:pt x="1308860" y="11308556"/>
                </a:lnTo>
                <a:lnTo>
                  <a:pt x="1308860" y="0"/>
                </a:lnTo>
                <a:close/>
              </a:path>
            </a:pathLst>
          </a:custGeom>
          <a:solidFill>
            <a:schemeClr val="bg1"/>
          </a:solidFill>
          <a:ln>
            <a:noFill/>
          </a:ln>
        </p:spPr>
        <p:txBody>
          <a:bodyPr wrap="square" lIns="0" tIns="0" rIns="0" bIns="0" rtlCol="0"/>
          <a:lstStyle/>
          <a:p>
            <a:endParaRPr sz="1092"/>
          </a:p>
        </p:txBody>
      </p:sp>
      <p:sp>
        <p:nvSpPr>
          <p:cNvPr id="10" name="object 14">
            <a:extLst>
              <a:ext uri="{FF2B5EF4-FFF2-40B4-BE49-F238E27FC236}">
                <a16:creationId xmlns:a16="http://schemas.microsoft.com/office/drawing/2014/main" id="{322CECA4-369C-DD05-25EF-55904DFA0F68}"/>
              </a:ext>
            </a:extLst>
          </p:cNvPr>
          <p:cNvSpPr/>
          <p:nvPr/>
        </p:nvSpPr>
        <p:spPr>
          <a:xfrm>
            <a:off x="11397456" y="6063824"/>
            <a:ext cx="794059" cy="0"/>
          </a:xfrm>
          <a:custGeom>
            <a:avLst/>
            <a:gdLst/>
            <a:ahLst/>
            <a:cxnLst/>
            <a:rect l="l" t="t" r="r" b="b"/>
            <a:pathLst>
              <a:path w="1309369">
                <a:moveTo>
                  <a:pt x="0" y="0"/>
                </a:moveTo>
                <a:lnTo>
                  <a:pt x="1308860" y="0"/>
                </a:lnTo>
              </a:path>
            </a:pathLst>
          </a:custGeom>
          <a:ln w="7853">
            <a:solidFill>
              <a:schemeClr val="tx1"/>
            </a:solidFill>
          </a:ln>
        </p:spPr>
        <p:txBody>
          <a:bodyPr wrap="square" lIns="0" tIns="0" rIns="0" bIns="0" rtlCol="0"/>
          <a:lstStyle/>
          <a:p>
            <a:endParaRPr sz="1092"/>
          </a:p>
        </p:txBody>
      </p:sp>
      <p:pic>
        <p:nvPicPr>
          <p:cNvPr id="11" name="Graphique 10">
            <a:extLst>
              <a:ext uri="{FF2B5EF4-FFF2-40B4-BE49-F238E27FC236}">
                <a16:creationId xmlns:a16="http://schemas.microsoft.com/office/drawing/2014/main" id="{61EA35A6-6587-2583-D293-EB918A2F6B0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646607" y="6340088"/>
            <a:ext cx="330919" cy="214383"/>
          </a:xfrm>
          <a:prstGeom prst="rect">
            <a:avLst/>
          </a:prstGeom>
        </p:spPr>
      </p:pic>
      <p:sp>
        <p:nvSpPr>
          <p:cNvPr id="12" name="Espace réservé du pied de page 4">
            <a:extLst>
              <a:ext uri="{FF2B5EF4-FFF2-40B4-BE49-F238E27FC236}">
                <a16:creationId xmlns:a16="http://schemas.microsoft.com/office/drawing/2014/main" id="{4CC12747-B06A-8E8D-50F1-DB7C97C8BBA9}"/>
              </a:ext>
            </a:extLst>
          </p:cNvPr>
          <p:cNvSpPr>
            <a:spLocks noGrp="1"/>
          </p:cNvSpPr>
          <p:nvPr>
            <p:ph type="ftr" sz="quarter" idx="3"/>
          </p:nvPr>
        </p:nvSpPr>
        <p:spPr>
          <a:xfrm rot="16200000">
            <a:off x="9737570" y="2572960"/>
            <a:ext cx="4114800" cy="365125"/>
          </a:xfrm>
          <a:prstGeom prst="rect">
            <a:avLst/>
          </a:prstGeom>
        </p:spPr>
        <p:txBody>
          <a:bodyPr vert="horz" lIns="91440" tIns="45720" rIns="91440" bIns="45720" rtlCol="0" anchor="ctr"/>
          <a:lstStyle>
            <a:lvl1pPr>
              <a:defRPr lang="en-US" sz="728" dirty="0">
                <a:solidFill>
                  <a:schemeClr val="tx1"/>
                </a:solidFill>
                <a:latin typeface="Poppins" pitchFamily="2" charset="77"/>
                <a:cs typeface="Poppins" pitchFamily="2" charset="77"/>
              </a:defRPr>
            </a:lvl1pPr>
          </a:lstStyle>
          <a:p>
            <a:pPr algn="r"/>
            <a:r>
              <a:rPr lang="fr-FR"/>
              <a:t>Architectes des grandes transformations</a:t>
            </a:r>
            <a:endParaRPr lang="fr-US"/>
          </a:p>
        </p:txBody>
      </p:sp>
      <p:sp>
        <p:nvSpPr>
          <p:cNvPr id="13" name="Espace réservé du numéro de diapositive 18">
            <a:extLst>
              <a:ext uri="{FF2B5EF4-FFF2-40B4-BE49-F238E27FC236}">
                <a16:creationId xmlns:a16="http://schemas.microsoft.com/office/drawing/2014/main" id="{63852715-8932-149D-5554-B556E52B29F9}"/>
              </a:ext>
            </a:extLst>
          </p:cNvPr>
          <p:cNvSpPr>
            <a:spLocks noGrp="1"/>
          </p:cNvSpPr>
          <p:nvPr>
            <p:ph type="sldNum" sz="quarter" idx="4"/>
          </p:nvPr>
        </p:nvSpPr>
        <p:spPr>
          <a:xfrm>
            <a:off x="11588253" y="165403"/>
            <a:ext cx="420073" cy="365125"/>
          </a:xfrm>
          <a:prstGeom prst="rect">
            <a:avLst/>
          </a:prstGeom>
        </p:spPr>
        <p:txBody>
          <a:bodyPr/>
          <a:lstStyle>
            <a:lvl1pPr algn="ctr">
              <a:defRPr lang="en-US" sz="800" b="1" smtClean="0">
                <a:solidFill>
                  <a:schemeClr val="tx1"/>
                </a:solidFill>
                <a:latin typeface="Poppins" pitchFamily="2" charset="77"/>
                <a:cs typeface="Poppins" pitchFamily="2" charset="77"/>
              </a:defRPr>
            </a:lvl1pPr>
          </a:lstStyle>
          <a:p>
            <a:fld id="{8042310B-17DC-C845-9B99-8FE29D3E9696}" type="slidenum">
              <a:rPr lang="fr-FR" smtClean="0"/>
              <a:pPr/>
              <a:t>‹N°›</a:t>
            </a:fld>
            <a:endParaRPr lang="fr-FR" dirty="0"/>
          </a:p>
        </p:txBody>
      </p:sp>
      <p:sp>
        <p:nvSpPr>
          <p:cNvPr id="14" name="Titre 17">
            <a:extLst>
              <a:ext uri="{FF2B5EF4-FFF2-40B4-BE49-F238E27FC236}">
                <a16:creationId xmlns:a16="http://schemas.microsoft.com/office/drawing/2014/main" id="{CA17932E-9734-0E4F-0ED4-47A88A60BB69}"/>
              </a:ext>
            </a:extLst>
          </p:cNvPr>
          <p:cNvSpPr>
            <a:spLocks noGrp="1"/>
          </p:cNvSpPr>
          <p:nvPr>
            <p:ph type="title" hasCustomPrompt="1"/>
          </p:nvPr>
        </p:nvSpPr>
        <p:spPr>
          <a:xfrm>
            <a:off x="1139871" y="1726354"/>
            <a:ext cx="4079829" cy="291618"/>
          </a:xfrm>
          <a:noFill/>
        </p:spPr>
        <p:txBody>
          <a:bodyPr wrap="square" anchor="ctr" anchorCtr="0">
            <a:spAutoFit/>
          </a:bodyPr>
          <a:lstStyle>
            <a:lvl1pPr>
              <a:lnSpc>
                <a:spcPct val="90000"/>
              </a:lnSpc>
              <a:spcAft>
                <a:spcPts val="600"/>
              </a:spcAft>
              <a:defRPr sz="1400">
                <a:solidFill>
                  <a:schemeClr val="bg1"/>
                </a:solidFill>
              </a:defRPr>
            </a:lvl1pPr>
          </a:lstStyle>
          <a:p>
            <a:r>
              <a:rPr lang="fr-FR" dirty="0"/>
              <a:t>Titre ici. Exemple « La nature du projet »</a:t>
            </a:r>
          </a:p>
        </p:txBody>
      </p:sp>
      <p:sp>
        <p:nvSpPr>
          <p:cNvPr id="15" name="Espace réservé du texte 2">
            <a:extLst>
              <a:ext uri="{FF2B5EF4-FFF2-40B4-BE49-F238E27FC236}">
                <a16:creationId xmlns:a16="http://schemas.microsoft.com/office/drawing/2014/main" id="{F34B242B-BC27-F570-9806-99869F24F5E6}"/>
              </a:ext>
            </a:extLst>
          </p:cNvPr>
          <p:cNvSpPr>
            <a:spLocks noGrp="1"/>
          </p:cNvSpPr>
          <p:nvPr>
            <p:ph idx="1" hasCustomPrompt="1"/>
          </p:nvPr>
        </p:nvSpPr>
        <p:spPr>
          <a:xfrm>
            <a:off x="1149927" y="2017972"/>
            <a:ext cx="4069773" cy="1912062"/>
          </a:xfrm>
          <a:prstGeom prst="rect">
            <a:avLst/>
          </a:prstGeom>
        </p:spPr>
        <p:txBody>
          <a:bodyPr vert="horz" wrap="square" lIns="91440" tIns="45720" rIns="91440" bIns="45720" rtlCol="0">
            <a:spAutoFit/>
          </a:bodyPr>
          <a:lstStyle>
            <a:lvl1pPr marL="0" indent="0">
              <a:lnSpc>
                <a:spcPct val="120000"/>
              </a:lnSpc>
              <a:spcBef>
                <a:spcPts val="0"/>
              </a:spcBef>
              <a:buClr>
                <a:schemeClr val="tx2"/>
              </a:buClr>
              <a:buNone/>
              <a:defRPr lang="fr-FR" dirty="0">
                <a:solidFill>
                  <a:schemeClr val="bg1"/>
                </a:solidFill>
                <a:latin typeface="Poppins" pitchFamily="2" charset="77"/>
                <a:cs typeface="Poppins" pitchFamily="2" charset="77"/>
              </a:defRPr>
            </a:lvl1pPr>
            <a:lvl2pPr>
              <a:lnSpc>
                <a:spcPct val="120000"/>
              </a:lnSpc>
              <a:spcBef>
                <a:spcPts val="0"/>
              </a:spcBef>
              <a:buClr>
                <a:schemeClr val="tx2"/>
              </a:buClr>
              <a:defRPr lang="fr-FR" dirty="0">
                <a:solidFill>
                  <a:schemeClr val="bg1"/>
                </a:solidFill>
                <a:latin typeface="Poppins" pitchFamily="2" charset="77"/>
                <a:cs typeface="Poppins" pitchFamily="2" charset="77"/>
              </a:defRPr>
            </a:lvl2pPr>
            <a:lvl3pPr>
              <a:lnSpc>
                <a:spcPct val="120000"/>
              </a:lnSpc>
              <a:spcBef>
                <a:spcPts val="0"/>
              </a:spcBef>
              <a:buClr>
                <a:schemeClr val="tx2"/>
              </a:buClr>
              <a:defRPr lang="fr-FR" dirty="0">
                <a:solidFill>
                  <a:schemeClr val="bg1"/>
                </a:solidFill>
                <a:latin typeface="Poppins" pitchFamily="2" charset="77"/>
                <a:cs typeface="Poppins" pitchFamily="2" charset="77"/>
              </a:defRPr>
            </a:lvl3pPr>
            <a:lvl4pPr>
              <a:lnSpc>
                <a:spcPct val="120000"/>
              </a:lnSpc>
              <a:spcBef>
                <a:spcPts val="0"/>
              </a:spcBef>
              <a:buClr>
                <a:schemeClr val="tx2"/>
              </a:buClr>
              <a:defRPr lang="fr-FR" dirty="0">
                <a:solidFill>
                  <a:schemeClr val="bg1"/>
                </a:solidFill>
                <a:latin typeface="Poppins" pitchFamily="2" charset="77"/>
                <a:cs typeface="Poppins" pitchFamily="2" charset="77"/>
              </a:defRPr>
            </a:lvl4pPr>
            <a:lvl5pPr>
              <a:lnSpc>
                <a:spcPct val="120000"/>
              </a:lnSpc>
              <a:spcBef>
                <a:spcPts val="0"/>
              </a:spcBef>
              <a:buClr>
                <a:schemeClr val="tx2"/>
              </a:buClr>
              <a:defRPr lang="fr-FR" dirty="0">
                <a:solidFill>
                  <a:schemeClr val="bg1"/>
                </a:solidFill>
                <a:latin typeface="Poppins" pitchFamily="2" charset="77"/>
                <a:cs typeface="Poppins" pitchFamily="2" charset="77"/>
              </a:defRPr>
            </a:lvl5pPr>
          </a:lstStyle>
          <a:p>
            <a:pPr lvl="0">
              <a:spcAft>
                <a:spcPts val="600"/>
              </a:spcAft>
            </a:pPr>
            <a:r>
              <a:rPr lang="fr-FR" dirty="0"/>
              <a:t>At </a:t>
            </a:r>
            <a:r>
              <a:rPr lang="fr-FR" dirty="0" err="1"/>
              <a:t>vero</a:t>
            </a:r>
            <a:r>
              <a:rPr lang="fr-FR" dirty="0"/>
              <a:t> </a:t>
            </a:r>
            <a:r>
              <a:rPr lang="fr-FR" dirty="0" err="1"/>
              <a:t>eos</a:t>
            </a:r>
            <a:r>
              <a:rPr lang="fr-FR" dirty="0"/>
              <a:t> et </a:t>
            </a:r>
            <a:r>
              <a:rPr lang="fr-FR" dirty="0" err="1"/>
              <a:t>accusamus</a:t>
            </a:r>
            <a:r>
              <a:rPr lang="fr-FR" dirty="0"/>
              <a:t> et </a:t>
            </a:r>
            <a:r>
              <a:rPr lang="fr-FR" dirty="0" err="1"/>
              <a:t>iusto</a:t>
            </a:r>
            <a:r>
              <a:rPr lang="fr-FR" dirty="0"/>
              <a:t> </a:t>
            </a:r>
            <a:r>
              <a:rPr lang="fr-FR" dirty="0" err="1"/>
              <a:t>odio</a:t>
            </a:r>
            <a:r>
              <a:rPr lang="fr-FR" dirty="0"/>
              <a:t> </a:t>
            </a:r>
            <a:r>
              <a:rPr lang="fr-FR" dirty="0" err="1"/>
              <a:t>dignissimos</a:t>
            </a:r>
            <a:r>
              <a:rPr lang="fr-FR" dirty="0"/>
              <a:t> </a:t>
            </a:r>
            <a:r>
              <a:rPr lang="fr-FR" dirty="0" err="1"/>
              <a:t>ducimus</a:t>
            </a:r>
            <a:r>
              <a:rPr lang="fr-FR" dirty="0"/>
              <a:t> qui </a:t>
            </a:r>
            <a:r>
              <a:rPr lang="fr-FR" dirty="0" err="1"/>
              <a:t>blanditiis</a:t>
            </a:r>
            <a:r>
              <a:rPr lang="fr-FR" dirty="0"/>
              <a:t> </a:t>
            </a:r>
            <a:r>
              <a:rPr lang="fr-FR" dirty="0" err="1"/>
              <a:t>praesentium</a:t>
            </a:r>
            <a:r>
              <a:rPr lang="fr-FR" dirty="0"/>
              <a:t> </a:t>
            </a:r>
            <a:r>
              <a:rPr lang="fr-FR" dirty="0" err="1"/>
              <a:t>voluptatum</a:t>
            </a:r>
            <a:r>
              <a:rPr lang="fr-FR" dirty="0"/>
              <a:t> </a:t>
            </a:r>
            <a:r>
              <a:rPr lang="fr-FR" dirty="0" err="1"/>
              <a:t>deleniti</a:t>
            </a:r>
            <a:r>
              <a:rPr lang="fr-FR" dirty="0"/>
              <a:t> </a:t>
            </a:r>
            <a:r>
              <a:rPr lang="fr-FR" dirty="0" err="1"/>
              <a:t>atque</a:t>
            </a:r>
            <a:r>
              <a:rPr lang="fr-FR" dirty="0"/>
              <a:t> </a:t>
            </a:r>
            <a:r>
              <a:rPr lang="fr-FR" dirty="0" err="1"/>
              <a:t>corrupti</a:t>
            </a:r>
            <a:r>
              <a:rPr lang="fr-FR" dirty="0"/>
              <a:t> </a:t>
            </a:r>
            <a:r>
              <a:rPr lang="fr-FR" dirty="0" err="1"/>
              <a:t>quos</a:t>
            </a:r>
            <a:r>
              <a:rPr lang="fr-FR" dirty="0"/>
              <a:t> </a:t>
            </a:r>
            <a:r>
              <a:rPr lang="fr-FR" dirty="0" err="1"/>
              <a:t>dolores</a:t>
            </a:r>
            <a:r>
              <a:rPr lang="fr-FR" dirty="0"/>
              <a:t> et </a:t>
            </a:r>
            <a:r>
              <a:rPr lang="fr-FR" dirty="0" err="1"/>
              <a:t>quas</a:t>
            </a:r>
            <a:r>
              <a:rPr lang="fr-FR" dirty="0"/>
              <a:t> </a:t>
            </a:r>
            <a:r>
              <a:rPr lang="fr-FR" dirty="0" err="1"/>
              <a:t>molestias</a:t>
            </a:r>
            <a:r>
              <a:rPr lang="fr-FR" dirty="0"/>
              <a:t> </a:t>
            </a:r>
            <a:r>
              <a:rPr lang="fr-FR" dirty="0" err="1"/>
              <a:t>excepturi</a:t>
            </a:r>
            <a:r>
              <a:rPr lang="fr-FR" dirty="0"/>
              <a:t> </a:t>
            </a:r>
            <a:r>
              <a:rPr lang="fr-FR" dirty="0" err="1"/>
              <a:t>sint</a:t>
            </a:r>
            <a:r>
              <a:rPr lang="fr-FR" dirty="0"/>
              <a:t> </a:t>
            </a:r>
            <a:r>
              <a:rPr lang="fr-FR" dirty="0" err="1"/>
              <a:t>occaecati</a:t>
            </a:r>
            <a:r>
              <a:rPr lang="fr-FR" dirty="0"/>
              <a:t> </a:t>
            </a:r>
            <a:r>
              <a:rPr lang="fr-FR" dirty="0" err="1"/>
              <a:t>cupiditate</a:t>
            </a:r>
            <a:r>
              <a:rPr lang="fr-FR" dirty="0"/>
              <a:t> non provident, </a:t>
            </a:r>
            <a:r>
              <a:rPr lang="fr-FR" dirty="0" err="1"/>
              <a:t>similique</a:t>
            </a:r>
            <a:r>
              <a:rPr lang="fr-FR" dirty="0"/>
              <a:t> </a:t>
            </a:r>
            <a:r>
              <a:rPr lang="fr-FR" dirty="0" err="1"/>
              <a:t>sunt</a:t>
            </a:r>
            <a:r>
              <a:rPr lang="fr-FR" dirty="0"/>
              <a:t> in culpa qui officia </a:t>
            </a:r>
            <a:r>
              <a:rPr lang="fr-FR" dirty="0" err="1"/>
              <a:t>deserunt</a:t>
            </a:r>
            <a:r>
              <a:rPr lang="fr-FR" dirty="0"/>
              <a:t> </a:t>
            </a:r>
            <a:r>
              <a:rPr lang="fr-FR" dirty="0" err="1"/>
              <a:t>mollitia</a:t>
            </a:r>
            <a:r>
              <a:rPr lang="fr-FR" dirty="0"/>
              <a:t> </a:t>
            </a:r>
            <a:r>
              <a:rPr lang="fr-FR" dirty="0" err="1"/>
              <a:t>animi</a:t>
            </a:r>
            <a:r>
              <a:rPr lang="fr-FR" dirty="0"/>
              <a:t>, id est </a:t>
            </a:r>
            <a:r>
              <a:rPr lang="fr-FR" dirty="0" err="1"/>
              <a:t>laborum</a:t>
            </a:r>
            <a:r>
              <a:rPr lang="fr-FR" dirty="0"/>
              <a:t> et </a:t>
            </a:r>
            <a:r>
              <a:rPr lang="fr-FR" dirty="0" err="1"/>
              <a:t>dolorum</a:t>
            </a:r>
            <a:r>
              <a:rPr lang="fr-FR" dirty="0"/>
              <a:t> </a:t>
            </a:r>
            <a:r>
              <a:rPr lang="fr-FR" dirty="0" err="1"/>
              <a:t>fuga</a:t>
            </a:r>
            <a:r>
              <a:rPr lang="fr-FR" dirty="0"/>
              <a:t>. Et </a:t>
            </a:r>
            <a:r>
              <a:rPr lang="fr-FR" dirty="0" err="1"/>
              <a:t>harum</a:t>
            </a:r>
            <a:r>
              <a:rPr lang="fr-FR" dirty="0"/>
              <a:t> </a:t>
            </a:r>
            <a:r>
              <a:rPr lang="fr-FR" dirty="0" err="1"/>
              <a:t>quidem</a:t>
            </a:r>
            <a:r>
              <a:rPr lang="fr-FR" dirty="0"/>
              <a:t> </a:t>
            </a:r>
            <a:r>
              <a:rPr lang="fr-FR" dirty="0" err="1"/>
              <a:t>rerum</a:t>
            </a:r>
            <a:r>
              <a:rPr lang="fr-FR" dirty="0"/>
              <a:t> </a:t>
            </a:r>
            <a:r>
              <a:rPr lang="fr-FR" dirty="0" err="1"/>
              <a:t>facilis</a:t>
            </a:r>
            <a:r>
              <a:rPr lang="fr-FR" dirty="0"/>
              <a:t> est et </a:t>
            </a:r>
            <a:r>
              <a:rPr lang="fr-FR" dirty="0" err="1"/>
              <a:t>expedita</a:t>
            </a:r>
            <a:r>
              <a:rPr lang="fr-FR" dirty="0"/>
              <a:t> </a:t>
            </a:r>
            <a:r>
              <a:rPr lang="fr-FR" dirty="0" err="1"/>
              <a:t>distinctio</a:t>
            </a:r>
            <a:r>
              <a:rPr lang="fr-FR" dirty="0"/>
              <a:t>. Nam libero </a:t>
            </a:r>
            <a:r>
              <a:rPr lang="fr-FR" dirty="0" err="1"/>
              <a:t>tempore</a:t>
            </a:r>
            <a:r>
              <a:rPr lang="fr-FR" dirty="0"/>
              <a:t>, cum </a:t>
            </a:r>
            <a:r>
              <a:rPr lang="fr-FR" dirty="0" err="1"/>
              <a:t>soluta</a:t>
            </a:r>
            <a:r>
              <a:rPr lang="fr-FR" dirty="0"/>
              <a:t> </a:t>
            </a:r>
            <a:r>
              <a:rPr lang="fr-FR" dirty="0" err="1"/>
              <a:t>nobis</a:t>
            </a:r>
            <a:r>
              <a:rPr lang="fr-FR" dirty="0"/>
              <a:t> est </a:t>
            </a:r>
            <a:r>
              <a:rPr lang="fr-FR" dirty="0" err="1"/>
              <a:t>eligendi</a:t>
            </a:r>
            <a:r>
              <a:rPr lang="fr-FR" dirty="0"/>
              <a:t> </a:t>
            </a:r>
            <a:r>
              <a:rPr lang="fr-FR" dirty="0" err="1"/>
              <a:t>optio</a:t>
            </a:r>
            <a:r>
              <a:rPr lang="fr-FR" dirty="0"/>
              <a:t> </a:t>
            </a:r>
            <a:r>
              <a:rPr lang="fr-FR" dirty="0" err="1"/>
              <a:t>cumque</a:t>
            </a:r>
            <a:r>
              <a:rPr lang="fr-FR" dirty="0"/>
              <a:t> nihil </a:t>
            </a:r>
            <a:r>
              <a:rPr lang="fr-FR" dirty="0" err="1"/>
              <a:t>impedit</a:t>
            </a:r>
            <a:r>
              <a:rPr lang="fr-FR" dirty="0"/>
              <a:t> quo minus id</a:t>
            </a:r>
          </a:p>
        </p:txBody>
      </p:sp>
    </p:spTree>
    <p:extLst>
      <p:ext uri="{BB962C8B-B14F-4D97-AF65-F5344CB8AC3E}">
        <p14:creationId xmlns:p14="http://schemas.microsoft.com/office/powerpoint/2010/main" val="368423251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p:cSld name="Référence Dark 11">
    <p:spTree>
      <p:nvGrpSpPr>
        <p:cNvPr id="1" name=""/>
        <p:cNvGrpSpPr/>
        <p:nvPr/>
      </p:nvGrpSpPr>
      <p:grpSpPr>
        <a:xfrm>
          <a:off x="0" y="0"/>
          <a:ext cx="0" cy="0"/>
          <a:chOff x="0" y="0"/>
          <a:chExt cx="0" cy="0"/>
        </a:xfrm>
      </p:grpSpPr>
      <p:pic>
        <p:nvPicPr>
          <p:cNvPr id="17" name="Image 16">
            <a:extLst>
              <a:ext uri="{FF2B5EF4-FFF2-40B4-BE49-F238E27FC236}">
                <a16:creationId xmlns:a16="http://schemas.microsoft.com/office/drawing/2014/main" id="{E325A0B9-21A3-9A34-FBF7-D6585C2C6E7A}"/>
              </a:ext>
            </a:extLst>
          </p:cNvPr>
          <p:cNvPicPr>
            <a:picLocks noChangeAspect="1"/>
          </p:cNvPicPr>
          <p:nvPr/>
        </p:nvPicPr>
        <p:blipFill>
          <a:blip r:embed="rId2"/>
          <a:srcRect/>
          <a:stretch/>
        </p:blipFill>
        <p:spPr>
          <a:xfrm>
            <a:off x="-18027" y="-2109"/>
            <a:ext cx="12173696" cy="6857999"/>
          </a:xfrm>
          <a:prstGeom prst="rect">
            <a:avLst/>
          </a:prstGeom>
        </p:spPr>
      </p:pic>
      <p:sp>
        <p:nvSpPr>
          <p:cNvPr id="20" name="Espace réservé du texte 22">
            <a:extLst>
              <a:ext uri="{FF2B5EF4-FFF2-40B4-BE49-F238E27FC236}">
                <a16:creationId xmlns:a16="http://schemas.microsoft.com/office/drawing/2014/main" id="{8C8EBFD8-2352-3161-FECA-F5229C0183A6}"/>
              </a:ext>
            </a:extLst>
          </p:cNvPr>
          <p:cNvSpPr>
            <a:spLocks noGrp="1"/>
          </p:cNvSpPr>
          <p:nvPr>
            <p:ph type="body" sz="quarter" idx="17" hasCustomPrompt="1"/>
          </p:nvPr>
        </p:nvSpPr>
        <p:spPr>
          <a:xfrm>
            <a:off x="1139871" y="360437"/>
            <a:ext cx="9871029" cy="263149"/>
          </a:xfrm>
          <a:noFill/>
        </p:spPr>
        <p:txBody>
          <a:bodyPr wrap="square" anchor="b">
            <a:noAutofit/>
          </a:bodyPr>
          <a:lstStyle>
            <a:lvl1pPr marL="0" indent="0">
              <a:lnSpc>
                <a:spcPct val="120000"/>
              </a:lnSpc>
              <a:spcBef>
                <a:spcPts val="0"/>
              </a:spcBef>
              <a:spcAft>
                <a:spcPts val="600"/>
              </a:spcAft>
              <a:buNone/>
              <a:defRPr sz="1200" b="0">
                <a:solidFill>
                  <a:schemeClr val="tx2"/>
                </a:solidFill>
              </a:defRPr>
            </a:lvl1pPr>
          </a:lstStyle>
          <a:p>
            <a:pPr lvl="0"/>
            <a:r>
              <a:rPr lang="fr-FR" dirty="0"/>
              <a:t>Titre ici. Par exemple « Références »</a:t>
            </a:r>
          </a:p>
        </p:txBody>
      </p:sp>
      <p:sp>
        <p:nvSpPr>
          <p:cNvPr id="9" name="object 11">
            <a:extLst>
              <a:ext uri="{FF2B5EF4-FFF2-40B4-BE49-F238E27FC236}">
                <a16:creationId xmlns:a16="http://schemas.microsoft.com/office/drawing/2014/main" id="{B17E5A82-1803-0EA3-AD45-0E3F3DB6B034}"/>
              </a:ext>
            </a:extLst>
          </p:cNvPr>
          <p:cNvSpPr/>
          <p:nvPr/>
        </p:nvSpPr>
        <p:spPr>
          <a:xfrm>
            <a:off x="11397941" y="0"/>
            <a:ext cx="794059" cy="6858000"/>
          </a:xfrm>
          <a:custGeom>
            <a:avLst/>
            <a:gdLst/>
            <a:ahLst/>
            <a:cxnLst/>
            <a:rect l="l" t="t" r="r" b="b"/>
            <a:pathLst>
              <a:path w="1309369" h="11308715">
                <a:moveTo>
                  <a:pt x="1308860" y="0"/>
                </a:moveTo>
                <a:lnTo>
                  <a:pt x="0" y="0"/>
                </a:lnTo>
                <a:lnTo>
                  <a:pt x="0" y="11308556"/>
                </a:lnTo>
                <a:lnTo>
                  <a:pt x="1308860" y="11308556"/>
                </a:lnTo>
                <a:lnTo>
                  <a:pt x="1308860" y="0"/>
                </a:lnTo>
                <a:close/>
              </a:path>
            </a:pathLst>
          </a:custGeom>
          <a:solidFill>
            <a:schemeClr val="bg1"/>
          </a:solidFill>
          <a:ln>
            <a:noFill/>
          </a:ln>
        </p:spPr>
        <p:txBody>
          <a:bodyPr wrap="square" lIns="0" tIns="0" rIns="0" bIns="0" rtlCol="0"/>
          <a:lstStyle/>
          <a:p>
            <a:endParaRPr sz="1092"/>
          </a:p>
        </p:txBody>
      </p:sp>
      <p:sp>
        <p:nvSpPr>
          <p:cNvPr id="10" name="object 14">
            <a:extLst>
              <a:ext uri="{FF2B5EF4-FFF2-40B4-BE49-F238E27FC236}">
                <a16:creationId xmlns:a16="http://schemas.microsoft.com/office/drawing/2014/main" id="{B01E6BA3-3DC9-22CA-0D4E-9E75785775B7}"/>
              </a:ext>
            </a:extLst>
          </p:cNvPr>
          <p:cNvSpPr/>
          <p:nvPr/>
        </p:nvSpPr>
        <p:spPr>
          <a:xfrm>
            <a:off x="11397456" y="6063824"/>
            <a:ext cx="794059" cy="0"/>
          </a:xfrm>
          <a:custGeom>
            <a:avLst/>
            <a:gdLst/>
            <a:ahLst/>
            <a:cxnLst/>
            <a:rect l="l" t="t" r="r" b="b"/>
            <a:pathLst>
              <a:path w="1309369">
                <a:moveTo>
                  <a:pt x="0" y="0"/>
                </a:moveTo>
                <a:lnTo>
                  <a:pt x="1308860" y="0"/>
                </a:lnTo>
              </a:path>
            </a:pathLst>
          </a:custGeom>
          <a:ln w="7853">
            <a:solidFill>
              <a:schemeClr val="tx1"/>
            </a:solidFill>
          </a:ln>
        </p:spPr>
        <p:txBody>
          <a:bodyPr wrap="square" lIns="0" tIns="0" rIns="0" bIns="0" rtlCol="0"/>
          <a:lstStyle/>
          <a:p>
            <a:endParaRPr sz="1092"/>
          </a:p>
        </p:txBody>
      </p:sp>
      <p:pic>
        <p:nvPicPr>
          <p:cNvPr id="11" name="Graphique 10">
            <a:extLst>
              <a:ext uri="{FF2B5EF4-FFF2-40B4-BE49-F238E27FC236}">
                <a16:creationId xmlns:a16="http://schemas.microsoft.com/office/drawing/2014/main" id="{39377A78-FE5D-A253-D1ED-5D794A5197F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646607" y="6340088"/>
            <a:ext cx="330919" cy="214383"/>
          </a:xfrm>
          <a:prstGeom prst="rect">
            <a:avLst/>
          </a:prstGeom>
        </p:spPr>
      </p:pic>
      <p:sp>
        <p:nvSpPr>
          <p:cNvPr id="12" name="Espace réservé du pied de page 4">
            <a:extLst>
              <a:ext uri="{FF2B5EF4-FFF2-40B4-BE49-F238E27FC236}">
                <a16:creationId xmlns:a16="http://schemas.microsoft.com/office/drawing/2014/main" id="{B5D0CCC2-3A38-EF82-47C2-AAF306AA1610}"/>
              </a:ext>
            </a:extLst>
          </p:cNvPr>
          <p:cNvSpPr>
            <a:spLocks noGrp="1"/>
          </p:cNvSpPr>
          <p:nvPr>
            <p:ph type="ftr" sz="quarter" idx="3"/>
          </p:nvPr>
        </p:nvSpPr>
        <p:spPr>
          <a:xfrm rot="16200000">
            <a:off x="9737570" y="2572960"/>
            <a:ext cx="4114800" cy="365125"/>
          </a:xfrm>
          <a:prstGeom prst="rect">
            <a:avLst/>
          </a:prstGeom>
        </p:spPr>
        <p:txBody>
          <a:bodyPr vert="horz" lIns="91440" tIns="45720" rIns="91440" bIns="45720" rtlCol="0" anchor="ctr"/>
          <a:lstStyle>
            <a:lvl1pPr>
              <a:defRPr lang="en-US" sz="728" dirty="0">
                <a:solidFill>
                  <a:schemeClr val="tx1"/>
                </a:solidFill>
                <a:latin typeface="Poppins" pitchFamily="2" charset="77"/>
                <a:cs typeface="Poppins" pitchFamily="2" charset="77"/>
              </a:defRPr>
            </a:lvl1pPr>
          </a:lstStyle>
          <a:p>
            <a:pPr algn="r"/>
            <a:r>
              <a:rPr lang="fr-FR"/>
              <a:t>Architectes des grandes transformations</a:t>
            </a:r>
            <a:endParaRPr lang="fr-US"/>
          </a:p>
        </p:txBody>
      </p:sp>
      <p:sp>
        <p:nvSpPr>
          <p:cNvPr id="13" name="Espace réservé du numéro de diapositive 18">
            <a:extLst>
              <a:ext uri="{FF2B5EF4-FFF2-40B4-BE49-F238E27FC236}">
                <a16:creationId xmlns:a16="http://schemas.microsoft.com/office/drawing/2014/main" id="{5DDF9108-985B-C85E-238D-B9F4672C0F7F}"/>
              </a:ext>
            </a:extLst>
          </p:cNvPr>
          <p:cNvSpPr>
            <a:spLocks noGrp="1"/>
          </p:cNvSpPr>
          <p:nvPr>
            <p:ph type="sldNum" sz="quarter" idx="4"/>
          </p:nvPr>
        </p:nvSpPr>
        <p:spPr>
          <a:xfrm>
            <a:off x="11588253" y="165403"/>
            <a:ext cx="420073" cy="365125"/>
          </a:xfrm>
          <a:prstGeom prst="rect">
            <a:avLst/>
          </a:prstGeom>
        </p:spPr>
        <p:txBody>
          <a:bodyPr/>
          <a:lstStyle>
            <a:lvl1pPr algn="ctr">
              <a:defRPr lang="en-US" sz="800" b="1" smtClean="0">
                <a:solidFill>
                  <a:schemeClr val="tx1"/>
                </a:solidFill>
                <a:latin typeface="Poppins" pitchFamily="2" charset="77"/>
                <a:cs typeface="Poppins" pitchFamily="2" charset="77"/>
              </a:defRPr>
            </a:lvl1pPr>
          </a:lstStyle>
          <a:p>
            <a:fld id="{8042310B-17DC-C845-9B99-8FE29D3E9696}" type="slidenum">
              <a:rPr lang="fr-FR" smtClean="0"/>
              <a:pPr/>
              <a:t>‹N°›</a:t>
            </a:fld>
            <a:endParaRPr lang="fr-FR" dirty="0"/>
          </a:p>
        </p:txBody>
      </p:sp>
      <p:sp>
        <p:nvSpPr>
          <p:cNvPr id="14" name="Titre 17">
            <a:extLst>
              <a:ext uri="{FF2B5EF4-FFF2-40B4-BE49-F238E27FC236}">
                <a16:creationId xmlns:a16="http://schemas.microsoft.com/office/drawing/2014/main" id="{3B08D924-A8D0-F0D1-7AFE-487DBA3490B7}"/>
              </a:ext>
            </a:extLst>
          </p:cNvPr>
          <p:cNvSpPr>
            <a:spLocks noGrp="1"/>
          </p:cNvSpPr>
          <p:nvPr>
            <p:ph type="title" hasCustomPrompt="1"/>
          </p:nvPr>
        </p:nvSpPr>
        <p:spPr>
          <a:xfrm>
            <a:off x="1139871" y="1726354"/>
            <a:ext cx="4079829" cy="291618"/>
          </a:xfrm>
          <a:noFill/>
        </p:spPr>
        <p:txBody>
          <a:bodyPr wrap="square" anchor="ctr" anchorCtr="0">
            <a:spAutoFit/>
          </a:bodyPr>
          <a:lstStyle>
            <a:lvl1pPr>
              <a:lnSpc>
                <a:spcPct val="90000"/>
              </a:lnSpc>
              <a:spcAft>
                <a:spcPts val="600"/>
              </a:spcAft>
              <a:defRPr sz="1400">
                <a:solidFill>
                  <a:schemeClr val="bg1"/>
                </a:solidFill>
              </a:defRPr>
            </a:lvl1pPr>
          </a:lstStyle>
          <a:p>
            <a:r>
              <a:rPr lang="fr-FR" dirty="0"/>
              <a:t>Titre ici. Exemple « La nature du projet »</a:t>
            </a:r>
          </a:p>
        </p:txBody>
      </p:sp>
      <p:sp>
        <p:nvSpPr>
          <p:cNvPr id="15" name="Espace réservé du texte 2">
            <a:extLst>
              <a:ext uri="{FF2B5EF4-FFF2-40B4-BE49-F238E27FC236}">
                <a16:creationId xmlns:a16="http://schemas.microsoft.com/office/drawing/2014/main" id="{11D7B45B-0E24-BED4-DC89-2E1AAAC10815}"/>
              </a:ext>
            </a:extLst>
          </p:cNvPr>
          <p:cNvSpPr>
            <a:spLocks noGrp="1"/>
          </p:cNvSpPr>
          <p:nvPr>
            <p:ph idx="1" hasCustomPrompt="1"/>
          </p:nvPr>
        </p:nvSpPr>
        <p:spPr>
          <a:xfrm>
            <a:off x="1149927" y="2017972"/>
            <a:ext cx="4069773" cy="1912062"/>
          </a:xfrm>
          <a:prstGeom prst="rect">
            <a:avLst/>
          </a:prstGeom>
        </p:spPr>
        <p:txBody>
          <a:bodyPr vert="horz" wrap="square" lIns="91440" tIns="45720" rIns="91440" bIns="45720" rtlCol="0">
            <a:spAutoFit/>
          </a:bodyPr>
          <a:lstStyle>
            <a:lvl1pPr marL="0" indent="0">
              <a:lnSpc>
                <a:spcPct val="120000"/>
              </a:lnSpc>
              <a:spcBef>
                <a:spcPts val="0"/>
              </a:spcBef>
              <a:buClr>
                <a:schemeClr val="tx2"/>
              </a:buClr>
              <a:buNone/>
              <a:defRPr lang="fr-FR" dirty="0">
                <a:solidFill>
                  <a:schemeClr val="bg1"/>
                </a:solidFill>
                <a:latin typeface="Poppins" pitchFamily="2" charset="77"/>
                <a:cs typeface="Poppins" pitchFamily="2" charset="77"/>
              </a:defRPr>
            </a:lvl1pPr>
            <a:lvl2pPr>
              <a:lnSpc>
                <a:spcPct val="120000"/>
              </a:lnSpc>
              <a:spcBef>
                <a:spcPts val="0"/>
              </a:spcBef>
              <a:buClr>
                <a:schemeClr val="tx2"/>
              </a:buClr>
              <a:defRPr lang="fr-FR" dirty="0">
                <a:solidFill>
                  <a:schemeClr val="bg1"/>
                </a:solidFill>
                <a:latin typeface="Poppins" pitchFamily="2" charset="77"/>
                <a:cs typeface="Poppins" pitchFamily="2" charset="77"/>
              </a:defRPr>
            </a:lvl2pPr>
            <a:lvl3pPr>
              <a:lnSpc>
                <a:spcPct val="120000"/>
              </a:lnSpc>
              <a:spcBef>
                <a:spcPts val="0"/>
              </a:spcBef>
              <a:buClr>
                <a:schemeClr val="tx2"/>
              </a:buClr>
              <a:defRPr lang="fr-FR" dirty="0">
                <a:solidFill>
                  <a:schemeClr val="bg1"/>
                </a:solidFill>
                <a:latin typeface="Poppins" pitchFamily="2" charset="77"/>
                <a:cs typeface="Poppins" pitchFamily="2" charset="77"/>
              </a:defRPr>
            </a:lvl3pPr>
            <a:lvl4pPr>
              <a:lnSpc>
                <a:spcPct val="120000"/>
              </a:lnSpc>
              <a:spcBef>
                <a:spcPts val="0"/>
              </a:spcBef>
              <a:buClr>
                <a:schemeClr val="tx2"/>
              </a:buClr>
              <a:defRPr lang="fr-FR" dirty="0">
                <a:solidFill>
                  <a:schemeClr val="bg1"/>
                </a:solidFill>
                <a:latin typeface="Poppins" pitchFamily="2" charset="77"/>
                <a:cs typeface="Poppins" pitchFamily="2" charset="77"/>
              </a:defRPr>
            </a:lvl4pPr>
            <a:lvl5pPr>
              <a:lnSpc>
                <a:spcPct val="120000"/>
              </a:lnSpc>
              <a:spcBef>
                <a:spcPts val="0"/>
              </a:spcBef>
              <a:buClr>
                <a:schemeClr val="tx2"/>
              </a:buClr>
              <a:defRPr lang="fr-FR" dirty="0">
                <a:solidFill>
                  <a:schemeClr val="bg1"/>
                </a:solidFill>
                <a:latin typeface="Poppins" pitchFamily="2" charset="77"/>
                <a:cs typeface="Poppins" pitchFamily="2" charset="77"/>
              </a:defRPr>
            </a:lvl5pPr>
          </a:lstStyle>
          <a:p>
            <a:pPr lvl="0">
              <a:spcAft>
                <a:spcPts val="600"/>
              </a:spcAft>
            </a:pPr>
            <a:r>
              <a:rPr lang="fr-FR" dirty="0"/>
              <a:t>At </a:t>
            </a:r>
            <a:r>
              <a:rPr lang="fr-FR" dirty="0" err="1"/>
              <a:t>vero</a:t>
            </a:r>
            <a:r>
              <a:rPr lang="fr-FR" dirty="0"/>
              <a:t> </a:t>
            </a:r>
            <a:r>
              <a:rPr lang="fr-FR" dirty="0" err="1"/>
              <a:t>eos</a:t>
            </a:r>
            <a:r>
              <a:rPr lang="fr-FR" dirty="0"/>
              <a:t> et </a:t>
            </a:r>
            <a:r>
              <a:rPr lang="fr-FR" dirty="0" err="1"/>
              <a:t>accusamus</a:t>
            </a:r>
            <a:r>
              <a:rPr lang="fr-FR" dirty="0"/>
              <a:t> et </a:t>
            </a:r>
            <a:r>
              <a:rPr lang="fr-FR" dirty="0" err="1"/>
              <a:t>iusto</a:t>
            </a:r>
            <a:r>
              <a:rPr lang="fr-FR" dirty="0"/>
              <a:t> </a:t>
            </a:r>
            <a:r>
              <a:rPr lang="fr-FR" dirty="0" err="1"/>
              <a:t>odio</a:t>
            </a:r>
            <a:r>
              <a:rPr lang="fr-FR" dirty="0"/>
              <a:t> </a:t>
            </a:r>
            <a:r>
              <a:rPr lang="fr-FR" dirty="0" err="1"/>
              <a:t>dignissimos</a:t>
            </a:r>
            <a:r>
              <a:rPr lang="fr-FR" dirty="0"/>
              <a:t> </a:t>
            </a:r>
            <a:r>
              <a:rPr lang="fr-FR" dirty="0" err="1"/>
              <a:t>ducimus</a:t>
            </a:r>
            <a:r>
              <a:rPr lang="fr-FR" dirty="0"/>
              <a:t> qui </a:t>
            </a:r>
            <a:r>
              <a:rPr lang="fr-FR" dirty="0" err="1"/>
              <a:t>blanditiis</a:t>
            </a:r>
            <a:r>
              <a:rPr lang="fr-FR" dirty="0"/>
              <a:t> </a:t>
            </a:r>
            <a:r>
              <a:rPr lang="fr-FR" dirty="0" err="1"/>
              <a:t>praesentium</a:t>
            </a:r>
            <a:r>
              <a:rPr lang="fr-FR" dirty="0"/>
              <a:t> </a:t>
            </a:r>
            <a:r>
              <a:rPr lang="fr-FR" dirty="0" err="1"/>
              <a:t>voluptatum</a:t>
            </a:r>
            <a:r>
              <a:rPr lang="fr-FR" dirty="0"/>
              <a:t> </a:t>
            </a:r>
            <a:r>
              <a:rPr lang="fr-FR" dirty="0" err="1"/>
              <a:t>deleniti</a:t>
            </a:r>
            <a:r>
              <a:rPr lang="fr-FR" dirty="0"/>
              <a:t> </a:t>
            </a:r>
            <a:r>
              <a:rPr lang="fr-FR" dirty="0" err="1"/>
              <a:t>atque</a:t>
            </a:r>
            <a:r>
              <a:rPr lang="fr-FR" dirty="0"/>
              <a:t> </a:t>
            </a:r>
            <a:r>
              <a:rPr lang="fr-FR" dirty="0" err="1"/>
              <a:t>corrupti</a:t>
            </a:r>
            <a:r>
              <a:rPr lang="fr-FR" dirty="0"/>
              <a:t> </a:t>
            </a:r>
            <a:r>
              <a:rPr lang="fr-FR" dirty="0" err="1"/>
              <a:t>quos</a:t>
            </a:r>
            <a:r>
              <a:rPr lang="fr-FR" dirty="0"/>
              <a:t> </a:t>
            </a:r>
            <a:r>
              <a:rPr lang="fr-FR" dirty="0" err="1"/>
              <a:t>dolores</a:t>
            </a:r>
            <a:r>
              <a:rPr lang="fr-FR" dirty="0"/>
              <a:t> et </a:t>
            </a:r>
            <a:r>
              <a:rPr lang="fr-FR" dirty="0" err="1"/>
              <a:t>quas</a:t>
            </a:r>
            <a:r>
              <a:rPr lang="fr-FR" dirty="0"/>
              <a:t> </a:t>
            </a:r>
            <a:r>
              <a:rPr lang="fr-FR" dirty="0" err="1"/>
              <a:t>molestias</a:t>
            </a:r>
            <a:r>
              <a:rPr lang="fr-FR" dirty="0"/>
              <a:t> </a:t>
            </a:r>
            <a:r>
              <a:rPr lang="fr-FR" dirty="0" err="1"/>
              <a:t>excepturi</a:t>
            </a:r>
            <a:r>
              <a:rPr lang="fr-FR" dirty="0"/>
              <a:t> </a:t>
            </a:r>
            <a:r>
              <a:rPr lang="fr-FR" dirty="0" err="1"/>
              <a:t>sint</a:t>
            </a:r>
            <a:r>
              <a:rPr lang="fr-FR" dirty="0"/>
              <a:t> </a:t>
            </a:r>
            <a:r>
              <a:rPr lang="fr-FR" dirty="0" err="1"/>
              <a:t>occaecati</a:t>
            </a:r>
            <a:r>
              <a:rPr lang="fr-FR" dirty="0"/>
              <a:t> </a:t>
            </a:r>
            <a:r>
              <a:rPr lang="fr-FR" dirty="0" err="1"/>
              <a:t>cupiditate</a:t>
            </a:r>
            <a:r>
              <a:rPr lang="fr-FR" dirty="0"/>
              <a:t> non provident, </a:t>
            </a:r>
            <a:r>
              <a:rPr lang="fr-FR" dirty="0" err="1"/>
              <a:t>similique</a:t>
            </a:r>
            <a:r>
              <a:rPr lang="fr-FR" dirty="0"/>
              <a:t> </a:t>
            </a:r>
            <a:r>
              <a:rPr lang="fr-FR" dirty="0" err="1"/>
              <a:t>sunt</a:t>
            </a:r>
            <a:r>
              <a:rPr lang="fr-FR" dirty="0"/>
              <a:t> in culpa qui officia </a:t>
            </a:r>
            <a:r>
              <a:rPr lang="fr-FR" dirty="0" err="1"/>
              <a:t>deserunt</a:t>
            </a:r>
            <a:r>
              <a:rPr lang="fr-FR" dirty="0"/>
              <a:t> </a:t>
            </a:r>
            <a:r>
              <a:rPr lang="fr-FR" dirty="0" err="1"/>
              <a:t>mollitia</a:t>
            </a:r>
            <a:r>
              <a:rPr lang="fr-FR" dirty="0"/>
              <a:t> </a:t>
            </a:r>
            <a:r>
              <a:rPr lang="fr-FR" dirty="0" err="1"/>
              <a:t>animi</a:t>
            </a:r>
            <a:r>
              <a:rPr lang="fr-FR" dirty="0"/>
              <a:t>, id est </a:t>
            </a:r>
            <a:r>
              <a:rPr lang="fr-FR" dirty="0" err="1"/>
              <a:t>laborum</a:t>
            </a:r>
            <a:r>
              <a:rPr lang="fr-FR" dirty="0"/>
              <a:t> et </a:t>
            </a:r>
            <a:r>
              <a:rPr lang="fr-FR" dirty="0" err="1"/>
              <a:t>dolorum</a:t>
            </a:r>
            <a:r>
              <a:rPr lang="fr-FR" dirty="0"/>
              <a:t> </a:t>
            </a:r>
            <a:r>
              <a:rPr lang="fr-FR" dirty="0" err="1"/>
              <a:t>fuga</a:t>
            </a:r>
            <a:r>
              <a:rPr lang="fr-FR" dirty="0"/>
              <a:t>. Et </a:t>
            </a:r>
            <a:r>
              <a:rPr lang="fr-FR" dirty="0" err="1"/>
              <a:t>harum</a:t>
            </a:r>
            <a:r>
              <a:rPr lang="fr-FR" dirty="0"/>
              <a:t> </a:t>
            </a:r>
            <a:r>
              <a:rPr lang="fr-FR" dirty="0" err="1"/>
              <a:t>quidem</a:t>
            </a:r>
            <a:r>
              <a:rPr lang="fr-FR" dirty="0"/>
              <a:t> </a:t>
            </a:r>
            <a:r>
              <a:rPr lang="fr-FR" dirty="0" err="1"/>
              <a:t>rerum</a:t>
            </a:r>
            <a:r>
              <a:rPr lang="fr-FR" dirty="0"/>
              <a:t> </a:t>
            </a:r>
            <a:r>
              <a:rPr lang="fr-FR" dirty="0" err="1"/>
              <a:t>facilis</a:t>
            </a:r>
            <a:r>
              <a:rPr lang="fr-FR" dirty="0"/>
              <a:t> est et </a:t>
            </a:r>
            <a:r>
              <a:rPr lang="fr-FR" dirty="0" err="1"/>
              <a:t>expedita</a:t>
            </a:r>
            <a:r>
              <a:rPr lang="fr-FR" dirty="0"/>
              <a:t> </a:t>
            </a:r>
            <a:r>
              <a:rPr lang="fr-FR" dirty="0" err="1"/>
              <a:t>distinctio</a:t>
            </a:r>
            <a:r>
              <a:rPr lang="fr-FR" dirty="0"/>
              <a:t>. Nam libero </a:t>
            </a:r>
            <a:r>
              <a:rPr lang="fr-FR" dirty="0" err="1"/>
              <a:t>tempore</a:t>
            </a:r>
            <a:r>
              <a:rPr lang="fr-FR" dirty="0"/>
              <a:t>, cum </a:t>
            </a:r>
            <a:r>
              <a:rPr lang="fr-FR" dirty="0" err="1"/>
              <a:t>soluta</a:t>
            </a:r>
            <a:r>
              <a:rPr lang="fr-FR" dirty="0"/>
              <a:t> </a:t>
            </a:r>
            <a:r>
              <a:rPr lang="fr-FR" dirty="0" err="1"/>
              <a:t>nobis</a:t>
            </a:r>
            <a:r>
              <a:rPr lang="fr-FR" dirty="0"/>
              <a:t> est </a:t>
            </a:r>
            <a:r>
              <a:rPr lang="fr-FR" dirty="0" err="1"/>
              <a:t>eligendi</a:t>
            </a:r>
            <a:r>
              <a:rPr lang="fr-FR" dirty="0"/>
              <a:t> </a:t>
            </a:r>
            <a:r>
              <a:rPr lang="fr-FR" dirty="0" err="1"/>
              <a:t>optio</a:t>
            </a:r>
            <a:r>
              <a:rPr lang="fr-FR" dirty="0"/>
              <a:t> </a:t>
            </a:r>
            <a:r>
              <a:rPr lang="fr-FR" dirty="0" err="1"/>
              <a:t>cumque</a:t>
            </a:r>
            <a:r>
              <a:rPr lang="fr-FR" dirty="0"/>
              <a:t> nihil </a:t>
            </a:r>
            <a:r>
              <a:rPr lang="fr-FR" dirty="0" err="1"/>
              <a:t>impedit</a:t>
            </a:r>
            <a:r>
              <a:rPr lang="fr-FR" dirty="0"/>
              <a:t> quo minus id</a:t>
            </a:r>
          </a:p>
        </p:txBody>
      </p:sp>
    </p:spTree>
    <p:extLst>
      <p:ext uri="{BB962C8B-B14F-4D97-AF65-F5344CB8AC3E}">
        <p14:creationId xmlns:p14="http://schemas.microsoft.com/office/powerpoint/2010/main" val="200992757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p:cSld name="Référence Dark 12">
    <p:spTree>
      <p:nvGrpSpPr>
        <p:cNvPr id="1" name=""/>
        <p:cNvGrpSpPr/>
        <p:nvPr/>
      </p:nvGrpSpPr>
      <p:grpSpPr>
        <a:xfrm>
          <a:off x="0" y="0"/>
          <a:ext cx="0" cy="0"/>
          <a:chOff x="0" y="0"/>
          <a:chExt cx="0" cy="0"/>
        </a:xfrm>
      </p:grpSpPr>
      <p:pic>
        <p:nvPicPr>
          <p:cNvPr id="17" name="Image 16">
            <a:extLst>
              <a:ext uri="{FF2B5EF4-FFF2-40B4-BE49-F238E27FC236}">
                <a16:creationId xmlns:a16="http://schemas.microsoft.com/office/drawing/2014/main" id="{E325A0B9-21A3-9A34-FBF7-D6585C2C6E7A}"/>
              </a:ext>
            </a:extLst>
          </p:cNvPr>
          <p:cNvPicPr>
            <a:picLocks noChangeAspect="1"/>
          </p:cNvPicPr>
          <p:nvPr/>
        </p:nvPicPr>
        <p:blipFill>
          <a:blip r:embed="rId2"/>
          <a:srcRect/>
          <a:stretch/>
        </p:blipFill>
        <p:spPr>
          <a:xfrm>
            <a:off x="-18025" y="0"/>
            <a:ext cx="12173686" cy="6857993"/>
          </a:xfrm>
          <a:prstGeom prst="rect">
            <a:avLst/>
          </a:prstGeom>
        </p:spPr>
      </p:pic>
      <p:sp>
        <p:nvSpPr>
          <p:cNvPr id="5" name="object 14">
            <a:extLst>
              <a:ext uri="{FF2B5EF4-FFF2-40B4-BE49-F238E27FC236}">
                <a16:creationId xmlns:a16="http://schemas.microsoft.com/office/drawing/2014/main" id="{0BEBFB05-8DE3-A267-9D37-864C2BE599F7}"/>
              </a:ext>
            </a:extLst>
          </p:cNvPr>
          <p:cNvSpPr/>
          <p:nvPr/>
        </p:nvSpPr>
        <p:spPr>
          <a:xfrm>
            <a:off x="11397456" y="6063824"/>
            <a:ext cx="794059" cy="0"/>
          </a:xfrm>
          <a:custGeom>
            <a:avLst/>
            <a:gdLst/>
            <a:ahLst/>
            <a:cxnLst/>
            <a:rect l="l" t="t" r="r" b="b"/>
            <a:pathLst>
              <a:path w="1309369">
                <a:moveTo>
                  <a:pt x="0" y="0"/>
                </a:moveTo>
                <a:lnTo>
                  <a:pt x="1308860" y="0"/>
                </a:lnTo>
              </a:path>
            </a:pathLst>
          </a:custGeom>
          <a:ln w="7853">
            <a:solidFill>
              <a:schemeClr val="bg1"/>
            </a:solidFill>
          </a:ln>
        </p:spPr>
        <p:txBody>
          <a:bodyPr wrap="square" lIns="0" tIns="0" rIns="0" bIns="0" rtlCol="0"/>
          <a:lstStyle/>
          <a:p>
            <a:endParaRPr sz="1092"/>
          </a:p>
        </p:txBody>
      </p:sp>
      <p:sp>
        <p:nvSpPr>
          <p:cNvPr id="20" name="Espace réservé du texte 22">
            <a:extLst>
              <a:ext uri="{FF2B5EF4-FFF2-40B4-BE49-F238E27FC236}">
                <a16:creationId xmlns:a16="http://schemas.microsoft.com/office/drawing/2014/main" id="{8C8EBFD8-2352-3161-FECA-F5229C0183A6}"/>
              </a:ext>
            </a:extLst>
          </p:cNvPr>
          <p:cNvSpPr>
            <a:spLocks noGrp="1"/>
          </p:cNvSpPr>
          <p:nvPr>
            <p:ph type="body" sz="quarter" idx="17" hasCustomPrompt="1"/>
          </p:nvPr>
        </p:nvSpPr>
        <p:spPr>
          <a:xfrm>
            <a:off x="1139871" y="360437"/>
            <a:ext cx="9871029" cy="263149"/>
          </a:xfrm>
          <a:noFill/>
        </p:spPr>
        <p:txBody>
          <a:bodyPr wrap="square" anchor="b">
            <a:noAutofit/>
          </a:bodyPr>
          <a:lstStyle>
            <a:lvl1pPr marL="0" indent="0">
              <a:lnSpc>
                <a:spcPct val="120000"/>
              </a:lnSpc>
              <a:spcBef>
                <a:spcPts val="0"/>
              </a:spcBef>
              <a:spcAft>
                <a:spcPts val="600"/>
              </a:spcAft>
              <a:buNone/>
              <a:defRPr sz="1200" b="0">
                <a:solidFill>
                  <a:schemeClr val="tx2"/>
                </a:solidFill>
              </a:defRPr>
            </a:lvl1pPr>
          </a:lstStyle>
          <a:p>
            <a:pPr lvl="0"/>
            <a:r>
              <a:rPr lang="fr-FR" dirty="0"/>
              <a:t>Titre ici. Par exemple « Références »</a:t>
            </a:r>
          </a:p>
        </p:txBody>
      </p:sp>
      <p:sp>
        <p:nvSpPr>
          <p:cNvPr id="9" name="object 11">
            <a:extLst>
              <a:ext uri="{FF2B5EF4-FFF2-40B4-BE49-F238E27FC236}">
                <a16:creationId xmlns:a16="http://schemas.microsoft.com/office/drawing/2014/main" id="{51F7041A-B36D-CEF9-7DB0-94CF5ECF3F68}"/>
              </a:ext>
            </a:extLst>
          </p:cNvPr>
          <p:cNvSpPr/>
          <p:nvPr/>
        </p:nvSpPr>
        <p:spPr>
          <a:xfrm>
            <a:off x="11397941" y="0"/>
            <a:ext cx="794059" cy="6858000"/>
          </a:xfrm>
          <a:custGeom>
            <a:avLst/>
            <a:gdLst/>
            <a:ahLst/>
            <a:cxnLst/>
            <a:rect l="l" t="t" r="r" b="b"/>
            <a:pathLst>
              <a:path w="1309369" h="11308715">
                <a:moveTo>
                  <a:pt x="1308860" y="0"/>
                </a:moveTo>
                <a:lnTo>
                  <a:pt x="0" y="0"/>
                </a:lnTo>
                <a:lnTo>
                  <a:pt x="0" y="11308556"/>
                </a:lnTo>
                <a:lnTo>
                  <a:pt x="1308860" y="11308556"/>
                </a:lnTo>
                <a:lnTo>
                  <a:pt x="1308860" y="0"/>
                </a:lnTo>
                <a:close/>
              </a:path>
            </a:pathLst>
          </a:custGeom>
          <a:solidFill>
            <a:schemeClr val="bg1"/>
          </a:solidFill>
          <a:ln>
            <a:noFill/>
          </a:ln>
        </p:spPr>
        <p:txBody>
          <a:bodyPr wrap="square" lIns="0" tIns="0" rIns="0" bIns="0" rtlCol="0"/>
          <a:lstStyle/>
          <a:p>
            <a:endParaRPr sz="1092"/>
          </a:p>
        </p:txBody>
      </p:sp>
      <p:sp>
        <p:nvSpPr>
          <p:cNvPr id="10" name="object 14">
            <a:extLst>
              <a:ext uri="{FF2B5EF4-FFF2-40B4-BE49-F238E27FC236}">
                <a16:creationId xmlns:a16="http://schemas.microsoft.com/office/drawing/2014/main" id="{18D8469E-2CCC-853E-82F4-D40BB5C146E3}"/>
              </a:ext>
            </a:extLst>
          </p:cNvPr>
          <p:cNvSpPr/>
          <p:nvPr/>
        </p:nvSpPr>
        <p:spPr>
          <a:xfrm>
            <a:off x="11397456" y="6063824"/>
            <a:ext cx="794059" cy="0"/>
          </a:xfrm>
          <a:custGeom>
            <a:avLst/>
            <a:gdLst/>
            <a:ahLst/>
            <a:cxnLst/>
            <a:rect l="l" t="t" r="r" b="b"/>
            <a:pathLst>
              <a:path w="1309369">
                <a:moveTo>
                  <a:pt x="0" y="0"/>
                </a:moveTo>
                <a:lnTo>
                  <a:pt x="1308860" y="0"/>
                </a:lnTo>
              </a:path>
            </a:pathLst>
          </a:custGeom>
          <a:ln w="7853">
            <a:solidFill>
              <a:schemeClr val="tx1"/>
            </a:solidFill>
          </a:ln>
        </p:spPr>
        <p:txBody>
          <a:bodyPr wrap="square" lIns="0" tIns="0" rIns="0" bIns="0" rtlCol="0"/>
          <a:lstStyle/>
          <a:p>
            <a:endParaRPr sz="1092"/>
          </a:p>
        </p:txBody>
      </p:sp>
      <p:pic>
        <p:nvPicPr>
          <p:cNvPr id="11" name="Graphique 10">
            <a:extLst>
              <a:ext uri="{FF2B5EF4-FFF2-40B4-BE49-F238E27FC236}">
                <a16:creationId xmlns:a16="http://schemas.microsoft.com/office/drawing/2014/main" id="{294D0252-F851-D6F4-C620-D47CFFDE7B8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646607" y="6340088"/>
            <a:ext cx="330919" cy="214383"/>
          </a:xfrm>
          <a:prstGeom prst="rect">
            <a:avLst/>
          </a:prstGeom>
        </p:spPr>
      </p:pic>
      <p:sp>
        <p:nvSpPr>
          <p:cNvPr id="12" name="Espace réservé du pied de page 4">
            <a:extLst>
              <a:ext uri="{FF2B5EF4-FFF2-40B4-BE49-F238E27FC236}">
                <a16:creationId xmlns:a16="http://schemas.microsoft.com/office/drawing/2014/main" id="{A11C10E6-640A-3211-E780-C2DC59BA5B9D}"/>
              </a:ext>
            </a:extLst>
          </p:cNvPr>
          <p:cNvSpPr>
            <a:spLocks noGrp="1"/>
          </p:cNvSpPr>
          <p:nvPr>
            <p:ph type="ftr" sz="quarter" idx="3"/>
          </p:nvPr>
        </p:nvSpPr>
        <p:spPr>
          <a:xfrm rot="16200000">
            <a:off x="9737570" y="2572960"/>
            <a:ext cx="4114800" cy="365125"/>
          </a:xfrm>
          <a:prstGeom prst="rect">
            <a:avLst/>
          </a:prstGeom>
        </p:spPr>
        <p:txBody>
          <a:bodyPr vert="horz" lIns="91440" tIns="45720" rIns="91440" bIns="45720" rtlCol="0" anchor="ctr"/>
          <a:lstStyle>
            <a:lvl1pPr>
              <a:defRPr lang="en-US" sz="728" dirty="0">
                <a:solidFill>
                  <a:schemeClr val="tx1"/>
                </a:solidFill>
                <a:latin typeface="Poppins" pitchFamily="2" charset="77"/>
                <a:cs typeface="Poppins" pitchFamily="2" charset="77"/>
              </a:defRPr>
            </a:lvl1pPr>
          </a:lstStyle>
          <a:p>
            <a:pPr algn="r"/>
            <a:r>
              <a:rPr lang="fr-FR"/>
              <a:t>Architectes des grandes transformations</a:t>
            </a:r>
            <a:endParaRPr lang="fr-US"/>
          </a:p>
        </p:txBody>
      </p:sp>
      <p:sp>
        <p:nvSpPr>
          <p:cNvPr id="13" name="Espace réservé du numéro de diapositive 18">
            <a:extLst>
              <a:ext uri="{FF2B5EF4-FFF2-40B4-BE49-F238E27FC236}">
                <a16:creationId xmlns:a16="http://schemas.microsoft.com/office/drawing/2014/main" id="{BD262E0D-EE45-8784-3F54-1D0F3668E1CA}"/>
              </a:ext>
            </a:extLst>
          </p:cNvPr>
          <p:cNvSpPr>
            <a:spLocks noGrp="1"/>
          </p:cNvSpPr>
          <p:nvPr>
            <p:ph type="sldNum" sz="quarter" idx="4"/>
          </p:nvPr>
        </p:nvSpPr>
        <p:spPr>
          <a:xfrm>
            <a:off x="11588253" y="165403"/>
            <a:ext cx="420073" cy="365125"/>
          </a:xfrm>
          <a:prstGeom prst="rect">
            <a:avLst/>
          </a:prstGeom>
        </p:spPr>
        <p:txBody>
          <a:bodyPr/>
          <a:lstStyle>
            <a:lvl1pPr algn="ctr">
              <a:defRPr lang="en-US" sz="800" b="1" smtClean="0">
                <a:solidFill>
                  <a:schemeClr val="tx1"/>
                </a:solidFill>
                <a:latin typeface="Poppins" pitchFamily="2" charset="77"/>
                <a:cs typeface="Poppins" pitchFamily="2" charset="77"/>
              </a:defRPr>
            </a:lvl1pPr>
          </a:lstStyle>
          <a:p>
            <a:fld id="{8042310B-17DC-C845-9B99-8FE29D3E9696}" type="slidenum">
              <a:rPr lang="fr-FR" smtClean="0"/>
              <a:pPr/>
              <a:t>‹N°›</a:t>
            </a:fld>
            <a:endParaRPr lang="fr-FR" dirty="0"/>
          </a:p>
        </p:txBody>
      </p:sp>
      <p:sp>
        <p:nvSpPr>
          <p:cNvPr id="14" name="Titre 17">
            <a:extLst>
              <a:ext uri="{FF2B5EF4-FFF2-40B4-BE49-F238E27FC236}">
                <a16:creationId xmlns:a16="http://schemas.microsoft.com/office/drawing/2014/main" id="{E11530ED-64FA-73DE-B913-89E30387ECDB}"/>
              </a:ext>
            </a:extLst>
          </p:cNvPr>
          <p:cNvSpPr>
            <a:spLocks noGrp="1"/>
          </p:cNvSpPr>
          <p:nvPr>
            <p:ph type="title" hasCustomPrompt="1"/>
          </p:nvPr>
        </p:nvSpPr>
        <p:spPr>
          <a:xfrm>
            <a:off x="1139871" y="1726354"/>
            <a:ext cx="4079829" cy="291618"/>
          </a:xfrm>
          <a:noFill/>
        </p:spPr>
        <p:txBody>
          <a:bodyPr wrap="square" anchor="ctr" anchorCtr="0">
            <a:spAutoFit/>
          </a:bodyPr>
          <a:lstStyle>
            <a:lvl1pPr>
              <a:lnSpc>
                <a:spcPct val="90000"/>
              </a:lnSpc>
              <a:spcAft>
                <a:spcPts val="600"/>
              </a:spcAft>
              <a:defRPr sz="1400">
                <a:solidFill>
                  <a:schemeClr val="bg1"/>
                </a:solidFill>
              </a:defRPr>
            </a:lvl1pPr>
          </a:lstStyle>
          <a:p>
            <a:r>
              <a:rPr lang="fr-FR" dirty="0"/>
              <a:t>Titre ici. Exemple « La nature du projet »</a:t>
            </a:r>
          </a:p>
        </p:txBody>
      </p:sp>
      <p:sp>
        <p:nvSpPr>
          <p:cNvPr id="15" name="Espace réservé du texte 2">
            <a:extLst>
              <a:ext uri="{FF2B5EF4-FFF2-40B4-BE49-F238E27FC236}">
                <a16:creationId xmlns:a16="http://schemas.microsoft.com/office/drawing/2014/main" id="{DD23B4B3-5922-4148-D63F-88DCA0721ECC}"/>
              </a:ext>
            </a:extLst>
          </p:cNvPr>
          <p:cNvSpPr>
            <a:spLocks noGrp="1"/>
          </p:cNvSpPr>
          <p:nvPr>
            <p:ph idx="1" hasCustomPrompt="1"/>
          </p:nvPr>
        </p:nvSpPr>
        <p:spPr>
          <a:xfrm>
            <a:off x="1149927" y="2017972"/>
            <a:ext cx="4069773" cy="1912062"/>
          </a:xfrm>
          <a:prstGeom prst="rect">
            <a:avLst/>
          </a:prstGeom>
        </p:spPr>
        <p:txBody>
          <a:bodyPr vert="horz" wrap="square" lIns="91440" tIns="45720" rIns="91440" bIns="45720" rtlCol="0">
            <a:spAutoFit/>
          </a:bodyPr>
          <a:lstStyle>
            <a:lvl1pPr marL="0" indent="0">
              <a:lnSpc>
                <a:spcPct val="120000"/>
              </a:lnSpc>
              <a:spcBef>
                <a:spcPts val="0"/>
              </a:spcBef>
              <a:buClr>
                <a:schemeClr val="tx2"/>
              </a:buClr>
              <a:buNone/>
              <a:defRPr lang="fr-FR" dirty="0">
                <a:solidFill>
                  <a:schemeClr val="bg1"/>
                </a:solidFill>
                <a:latin typeface="Poppins" pitchFamily="2" charset="77"/>
                <a:cs typeface="Poppins" pitchFamily="2" charset="77"/>
              </a:defRPr>
            </a:lvl1pPr>
            <a:lvl2pPr>
              <a:lnSpc>
                <a:spcPct val="120000"/>
              </a:lnSpc>
              <a:spcBef>
                <a:spcPts val="0"/>
              </a:spcBef>
              <a:buClr>
                <a:schemeClr val="tx2"/>
              </a:buClr>
              <a:defRPr lang="fr-FR" dirty="0">
                <a:solidFill>
                  <a:schemeClr val="bg1"/>
                </a:solidFill>
                <a:latin typeface="Poppins" pitchFamily="2" charset="77"/>
                <a:cs typeface="Poppins" pitchFamily="2" charset="77"/>
              </a:defRPr>
            </a:lvl2pPr>
            <a:lvl3pPr>
              <a:lnSpc>
                <a:spcPct val="120000"/>
              </a:lnSpc>
              <a:spcBef>
                <a:spcPts val="0"/>
              </a:spcBef>
              <a:buClr>
                <a:schemeClr val="tx2"/>
              </a:buClr>
              <a:defRPr lang="fr-FR" dirty="0">
                <a:solidFill>
                  <a:schemeClr val="bg1"/>
                </a:solidFill>
                <a:latin typeface="Poppins" pitchFamily="2" charset="77"/>
                <a:cs typeface="Poppins" pitchFamily="2" charset="77"/>
              </a:defRPr>
            </a:lvl3pPr>
            <a:lvl4pPr>
              <a:lnSpc>
                <a:spcPct val="120000"/>
              </a:lnSpc>
              <a:spcBef>
                <a:spcPts val="0"/>
              </a:spcBef>
              <a:buClr>
                <a:schemeClr val="tx2"/>
              </a:buClr>
              <a:defRPr lang="fr-FR" dirty="0">
                <a:solidFill>
                  <a:schemeClr val="bg1"/>
                </a:solidFill>
                <a:latin typeface="Poppins" pitchFamily="2" charset="77"/>
                <a:cs typeface="Poppins" pitchFamily="2" charset="77"/>
              </a:defRPr>
            </a:lvl4pPr>
            <a:lvl5pPr>
              <a:lnSpc>
                <a:spcPct val="120000"/>
              </a:lnSpc>
              <a:spcBef>
                <a:spcPts val="0"/>
              </a:spcBef>
              <a:buClr>
                <a:schemeClr val="tx2"/>
              </a:buClr>
              <a:defRPr lang="fr-FR" dirty="0">
                <a:solidFill>
                  <a:schemeClr val="bg1"/>
                </a:solidFill>
                <a:latin typeface="Poppins" pitchFamily="2" charset="77"/>
                <a:cs typeface="Poppins" pitchFamily="2" charset="77"/>
              </a:defRPr>
            </a:lvl5pPr>
          </a:lstStyle>
          <a:p>
            <a:pPr lvl="0">
              <a:spcAft>
                <a:spcPts val="600"/>
              </a:spcAft>
            </a:pPr>
            <a:r>
              <a:rPr lang="fr-FR" dirty="0"/>
              <a:t>At </a:t>
            </a:r>
            <a:r>
              <a:rPr lang="fr-FR" dirty="0" err="1"/>
              <a:t>vero</a:t>
            </a:r>
            <a:r>
              <a:rPr lang="fr-FR" dirty="0"/>
              <a:t> </a:t>
            </a:r>
            <a:r>
              <a:rPr lang="fr-FR" dirty="0" err="1"/>
              <a:t>eos</a:t>
            </a:r>
            <a:r>
              <a:rPr lang="fr-FR" dirty="0"/>
              <a:t> et </a:t>
            </a:r>
            <a:r>
              <a:rPr lang="fr-FR" dirty="0" err="1"/>
              <a:t>accusamus</a:t>
            </a:r>
            <a:r>
              <a:rPr lang="fr-FR" dirty="0"/>
              <a:t> et </a:t>
            </a:r>
            <a:r>
              <a:rPr lang="fr-FR" dirty="0" err="1"/>
              <a:t>iusto</a:t>
            </a:r>
            <a:r>
              <a:rPr lang="fr-FR" dirty="0"/>
              <a:t> </a:t>
            </a:r>
            <a:r>
              <a:rPr lang="fr-FR" dirty="0" err="1"/>
              <a:t>odio</a:t>
            </a:r>
            <a:r>
              <a:rPr lang="fr-FR" dirty="0"/>
              <a:t> </a:t>
            </a:r>
            <a:r>
              <a:rPr lang="fr-FR" dirty="0" err="1"/>
              <a:t>dignissimos</a:t>
            </a:r>
            <a:r>
              <a:rPr lang="fr-FR" dirty="0"/>
              <a:t> </a:t>
            </a:r>
            <a:r>
              <a:rPr lang="fr-FR" dirty="0" err="1"/>
              <a:t>ducimus</a:t>
            </a:r>
            <a:r>
              <a:rPr lang="fr-FR" dirty="0"/>
              <a:t> qui </a:t>
            </a:r>
            <a:r>
              <a:rPr lang="fr-FR" dirty="0" err="1"/>
              <a:t>blanditiis</a:t>
            </a:r>
            <a:r>
              <a:rPr lang="fr-FR" dirty="0"/>
              <a:t> </a:t>
            </a:r>
            <a:r>
              <a:rPr lang="fr-FR" dirty="0" err="1"/>
              <a:t>praesentium</a:t>
            </a:r>
            <a:r>
              <a:rPr lang="fr-FR" dirty="0"/>
              <a:t> </a:t>
            </a:r>
            <a:r>
              <a:rPr lang="fr-FR" dirty="0" err="1"/>
              <a:t>voluptatum</a:t>
            </a:r>
            <a:r>
              <a:rPr lang="fr-FR" dirty="0"/>
              <a:t> </a:t>
            </a:r>
            <a:r>
              <a:rPr lang="fr-FR" dirty="0" err="1"/>
              <a:t>deleniti</a:t>
            </a:r>
            <a:r>
              <a:rPr lang="fr-FR" dirty="0"/>
              <a:t> </a:t>
            </a:r>
            <a:r>
              <a:rPr lang="fr-FR" dirty="0" err="1"/>
              <a:t>atque</a:t>
            </a:r>
            <a:r>
              <a:rPr lang="fr-FR" dirty="0"/>
              <a:t> </a:t>
            </a:r>
            <a:r>
              <a:rPr lang="fr-FR" dirty="0" err="1"/>
              <a:t>corrupti</a:t>
            </a:r>
            <a:r>
              <a:rPr lang="fr-FR" dirty="0"/>
              <a:t> </a:t>
            </a:r>
            <a:r>
              <a:rPr lang="fr-FR" dirty="0" err="1"/>
              <a:t>quos</a:t>
            </a:r>
            <a:r>
              <a:rPr lang="fr-FR" dirty="0"/>
              <a:t> </a:t>
            </a:r>
            <a:r>
              <a:rPr lang="fr-FR" dirty="0" err="1"/>
              <a:t>dolores</a:t>
            </a:r>
            <a:r>
              <a:rPr lang="fr-FR" dirty="0"/>
              <a:t> et </a:t>
            </a:r>
            <a:r>
              <a:rPr lang="fr-FR" dirty="0" err="1"/>
              <a:t>quas</a:t>
            </a:r>
            <a:r>
              <a:rPr lang="fr-FR" dirty="0"/>
              <a:t> </a:t>
            </a:r>
            <a:r>
              <a:rPr lang="fr-FR" dirty="0" err="1"/>
              <a:t>molestias</a:t>
            </a:r>
            <a:r>
              <a:rPr lang="fr-FR" dirty="0"/>
              <a:t> </a:t>
            </a:r>
            <a:r>
              <a:rPr lang="fr-FR" dirty="0" err="1"/>
              <a:t>excepturi</a:t>
            </a:r>
            <a:r>
              <a:rPr lang="fr-FR" dirty="0"/>
              <a:t> </a:t>
            </a:r>
            <a:r>
              <a:rPr lang="fr-FR" dirty="0" err="1"/>
              <a:t>sint</a:t>
            </a:r>
            <a:r>
              <a:rPr lang="fr-FR" dirty="0"/>
              <a:t> </a:t>
            </a:r>
            <a:r>
              <a:rPr lang="fr-FR" dirty="0" err="1"/>
              <a:t>occaecati</a:t>
            </a:r>
            <a:r>
              <a:rPr lang="fr-FR" dirty="0"/>
              <a:t> </a:t>
            </a:r>
            <a:r>
              <a:rPr lang="fr-FR" dirty="0" err="1"/>
              <a:t>cupiditate</a:t>
            </a:r>
            <a:r>
              <a:rPr lang="fr-FR" dirty="0"/>
              <a:t> non provident, </a:t>
            </a:r>
            <a:r>
              <a:rPr lang="fr-FR" dirty="0" err="1"/>
              <a:t>similique</a:t>
            </a:r>
            <a:r>
              <a:rPr lang="fr-FR" dirty="0"/>
              <a:t> </a:t>
            </a:r>
            <a:r>
              <a:rPr lang="fr-FR" dirty="0" err="1"/>
              <a:t>sunt</a:t>
            </a:r>
            <a:r>
              <a:rPr lang="fr-FR" dirty="0"/>
              <a:t> in culpa qui officia </a:t>
            </a:r>
            <a:r>
              <a:rPr lang="fr-FR" dirty="0" err="1"/>
              <a:t>deserunt</a:t>
            </a:r>
            <a:r>
              <a:rPr lang="fr-FR" dirty="0"/>
              <a:t> </a:t>
            </a:r>
            <a:r>
              <a:rPr lang="fr-FR" dirty="0" err="1"/>
              <a:t>mollitia</a:t>
            </a:r>
            <a:r>
              <a:rPr lang="fr-FR" dirty="0"/>
              <a:t> </a:t>
            </a:r>
            <a:r>
              <a:rPr lang="fr-FR" dirty="0" err="1"/>
              <a:t>animi</a:t>
            </a:r>
            <a:r>
              <a:rPr lang="fr-FR" dirty="0"/>
              <a:t>, id est </a:t>
            </a:r>
            <a:r>
              <a:rPr lang="fr-FR" dirty="0" err="1"/>
              <a:t>laborum</a:t>
            </a:r>
            <a:r>
              <a:rPr lang="fr-FR" dirty="0"/>
              <a:t> et </a:t>
            </a:r>
            <a:r>
              <a:rPr lang="fr-FR" dirty="0" err="1"/>
              <a:t>dolorum</a:t>
            </a:r>
            <a:r>
              <a:rPr lang="fr-FR" dirty="0"/>
              <a:t> </a:t>
            </a:r>
            <a:r>
              <a:rPr lang="fr-FR" dirty="0" err="1"/>
              <a:t>fuga</a:t>
            </a:r>
            <a:r>
              <a:rPr lang="fr-FR" dirty="0"/>
              <a:t>. Et </a:t>
            </a:r>
            <a:r>
              <a:rPr lang="fr-FR" dirty="0" err="1"/>
              <a:t>harum</a:t>
            </a:r>
            <a:r>
              <a:rPr lang="fr-FR" dirty="0"/>
              <a:t> </a:t>
            </a:r>
            <a:r>
              <a:rPr lang="fr-FR" dirty="0" err="1"/>
              <a:t>quidem</a:t>
            </a:r>
            <a:r>
              <a:rPr lang="fr-FR" dirty="0"/>
              <a:t> </a:t>
            </a:r>
            <a:r>
              <a:rPr lang="fr-FR" dirty="0" err="1"/>
              <a:t>rerum</a:t>
            </a:r>
            <a:r>
              <a:rPr lang="fr-FR" dirty="0"/>
              <a:t> </a:t>
            </a:r>
            <a:r>
              <a:rPr lang="fr-FR" dirty="0" err="1"/>
              <a:t>facilis</a:t>
            </a:r>
            <a:r>
              <a:rPr lang="fr-FR" dirty="0"/>
              <a:t> est et </a:t>
            </a:r>
            <a:r>
              <a:rPr lang="fr-FR" dirty="0" err="1"/>
              <a:t>expedita</a:t>
            </a:r>
            <a:r>
              <a:rPr lang="fr-FR" dirty="0"/>
              <a:t> </a:t>
            </a:r>
            <a:r>
              <a:rPr lang="fr-FR" dirty="0" err="1"/>
              <a:t>distinctio</a:t>
            </a:r>
            <a:r>
              <a:rPr lang="fr-FR" dirty="0"/>
              <a:t>. Nam libero </a:t>
            </a:r>
            <a:r>
              <a:rPr lang="fr-FR" dirty="0" err="1"/>
              <a:t>tempore</a:t>
            </a:r>
            <a:r>
              <a:rPr lang="fr-FR" dirty="0"/>
              <a:t>, cum </a:t>
            </a:r>
            <a:r>
              <a:rPr lang="fr-FR" dirty="0" err="1"/>
              <a:t>soluta</a:t>
            </a:r>
            <a:r>
              <a:rPr lang="fr-FR" dirty="0"/>
              <a:t> </a:t>
            </a:r>
            <a:r>
              <a:rPr lang="fr-FR" dirty="0" err="1"/>
              <a:t>nobis</a:t>
            </a:r>
            <a:r>
              <a:rPr lang="fr-FR" dirty="0"/>
              <a:t> est </a:t>
            </a:r>
            <a:r>
              <a:rPr lang="fr-FR" dirty="0" err="1"/>
              <a:t>eligendi</a:t>
            </a:r>
            <a:r>
              <a:rPr lang="fr-FR" dirty="0"/>
              <a:t> </a:t>
            </a:r>
            <a:r>
              <a:rPr lang="fr-FR" dirty="0" err="1"/>
              <a:t>optio</a:t>
            </a:r>
            <a:r>
              <a:rPr lang="fr-FR" dirty="0"/>
              <a:t> </a:t>
            </a:r>
            <a:r>
              <a:rPr lang="fr-FR" dirty="0" err="1"/>
              <a:t>cumque</a:t>
            </a:r>
            <a:r>
              <a:rPr lang="fr-FR" dirty="0"/>
              <a:t> nihil </a:t>
            </a:r>
            <a:r>
              <a:rPr lang="fr-FR" dirty="0" err="1"/>
              <a:t>impedit</a:t>
            </a:r>
            <a:r>
              <a:rPr lang="fr-FR" dirty="0"/>
              <a:t> quo minus id</a:t>
            </a:r>
          </a:p>
        </p:txBody>
      </p:sp>
    </p:spTree>
    <p:extLst>
      <p:ext uri="{BB962C8B-B14F-4D97-AF65-F5344CB8AC3E}">
        <p14:creationId xmlns:p14="http://schemas.microsoft.com/office/powerpoint/2010/main" val="124422902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p:cSld name="Référence Dark 13">
    <p:spTree>
      <p:nvGrpSpPr>
        <p:cNvPr id="1" name=""/>
        <p:cNvGrpSpPr/>
        <p:nvPr/>
      </p:nvGrpSpPr>
      <p:grpSpPr>
        <a:xfrm>
          <a:off x="0" y="0"/>
          <a:ext cx="0" cy="0"/>
          <a:chOff x="0" y="0"/>
          <a:chExt cx="0" cy="0"/>
        </a:xfrm>
      </p:grpSpPr>
      <p:pic>
        <p:nvPicPr>
          <p:cNvPr id="17" name="Image 16">
            <a:extLst>
              <a:ext uri="{FF2B5EF4-FFF2-40B4-BE49-F238E27FC236}">
                <a16:creationId xmlns:a16="http://schemas.microsoft.com/office/drawing/2014/main" id="{E325A0B9-21A3-9A34-FBF7-D6585C2C6E7A}"/>
              </a:ext>
            </a:extLst>
          </p:cNvPr>
          <p:cNvPicPr>
            <a:picLocks noChangeAspect="1"/>
          </p:cNvPicPr>
          <p:nvPr/>
        </p:nvPicPr>
        <p:blipFill>
          <a:blip r:embed="rId2"/>
          <a:srcRect/>
          <a:stretch/>
        </p:blipFill>
        <p:spPr>
          <a:xfrm>
            <a:off x="-18025" y="0"/>
            <a:ext cx="12173686" cy="6857993"/>
          </a:xfrm>
          <a:prstGeom prst="rect">
            <a:avLst/>
          </a:prstGeom>
        </p:spPr>
      </p:pic>
      <p:sp>
        <p:nvSpPr>
          <p:cNvPr id="20" name="Espace réservé du texte 22">
            <a:extLst>
              <a:ext uri="{FF2B5EF4-FFF2-40B4-BE49-F238E27FC236}">
                <a16:creationId xmlns:a16="http://schemas.microsoft.com/office/drawing/2014/main" id="{8C8EBFD8-2352-3161-FECA-F5229C0183A6}"/>
              </a:ext>
            </a:extLst>
          </p:cNvPr>
          <p:cNvSpPr>
            <a:spLocks noGrp="1"/>
          </p:cNvSpPr>
          <p:nvPr>
            <p:ph type="body" sz="quarter" idx="17" hasCustomPrompt="1"/>
          </p:nvPr>
        </p:nvSpPr>
        <p:spPr>
          <a:xfrm>
            <a:off x="1139871" y="360437"/>
            <a:ext cx="9871029" cy="263149"/>
          </a:xfrm>
          <a:noFill/>
        </p:spPr>
        <p:txBody>
          <a:bodyPr wrap="square" anchor="b">
            <a:noAutofit/>
          </a:bodyPr>
          <a:lstStyle>
            <a:lvl1pPr marL="0" indent="0">
              <a:lnSpc>
                <a:spcPct val="120000"/>
              </a:lnSpc>
              <a:spcBef>
                <a:spcPts val="0"/>
              </a:spcBef>
              <a:spcAft>
                <a:spcPts val="600"/>
              </a:spcAft>
              <a:buNone/>
              <a:defRPr sz="1200" b="0">
                <a:solidFill>
                  <a:schemeClr val="bg1"/>
                </a:solidFill>
              </a:defRPr>
            </a:lvl1pPr>
          </a:lstStyle>
          <a:p>
            <a:pPr lvl="0"/>
            <a:r>
              <a:rPr lang="fr-FR" dirty="0"/>
              <a:t>Titre ici. Par exemple « Références »</a:t>
            </a:r>
          </a:p>
        </p:txBody>
      </p:sp>
      <p:sp>
        <p:nvSpPr>
          <p:cNvPr id="9" name="object 11">
            <a:extLst>
              <a:ext uri="{FF2B5EF4-FFF2-40B4-BE49-F238E27FC236}">
                <a16:creationId xmlns:a16="http://schemas.microsoft.com/office/drawing/2014/main" id="{07AEC7ED-5264-D912-41B0-893066536B3C}"/>
              </a:ext>
            </a:extLst>
          </p:cNvPr>
          <p:cNvSpPr/>
          <p:nvPr/>
        </p:nvSpPr>
        <p:spPr>
          <a:xfrm>
            <a:off x="11397941" y="0"/>
            <a:ext cx="794059" cy="6858000"/>
          </a:xfrm>
          <a:custGeom>
            <a:avLst/>
            <a:gdLst/>
            <a:ahLst/>
            <a:cxnLst/>
            <a:rect l="l" t="t" r="r" b="b"/>
            <a:pathLst>
              <a:path w="1309369" h="11308715">
                <a:moveTo>
                  <a:pt x="1308860" y="0"/>
                </a:moveTo>
                <a:lnTo>
                  <a:pt x="0" y="0"/>
                </a:lnTo>
                <a:lnTo>
                  <a:pt x="0" y="11308556"/>
                </a:lnTo>
                <a:lnTo>
                  <a:pt x="1308860" y="11308556"/>
                </a:lnTo>
                <a:lnTo>
                  <a:pt x="1308860" y="0"/>
                </a:lnTo>
                <a:close/>
              </a:path>
            </a:pathLst>
          </a:custGeom>
          <a:solidFill>
            <a:schemeClr val="bg1"/>
          </a:solidFill>
          <a:ln>
            <a:noFill/>
          </a:ln>
        </p:spPr>
        <p:txBody>
          <a:bodyPr wrap="square" lIns="0" tIns="0" rIns="0" bIns="0" rtlCol="0"/>
          <a:lstStyle/>
          <a:p>
            <a:endParaRPr sz="1092"/>
          </a:p>
        </p:txBody>
      </p:sp>
      <p:sp>
        <p:nvSpPr>
          <p:cNvPr id="10" name="object 14">
            <a:extLst>
              <a:ext uri="{FF2B5EF4-FFF2-40B4-BE49-F238E27FC236}">
                <a16:creationId xmlns:a16="http://schemas.microsoft.com/office/drawing/2014/main" id="{6AA8B618-E187-CBEB-1BF4-2B77EF72C320}"/>
              </a:ext>
            </a:extLst>
          </p:cNvPr>
          <p:cNvSpPr/>
          <p:nvPr/>
        </p:nvSpPr>
        <p:spPr>
          <a:xfrm>
            <a:off x="11397456" y="6063824"/>
            <a:ext cx="794059" cy="0"/>
          </a:xfrm>
          <a:custGeom>
            <a:avLst/>
            <a:gdLst/>
            <a:ahLst/>
            <a:cxnLst/>
            <a:rect l="l" t="t" r="r" b="b"/>
            <a:pathLst>
              <a:path w="1309369">
                <a:moveTo>
                  <a:pt x="0" y="0"/>
                </a:moveTo>
                <a:lnTo>
                  <a:pt x="1308860" y="0"/>
                </a:lnTo>
              </a:path>
            </a:pathLst>
          </a:custGeom>
          <a:ln w="7853">
            <a:solidFill>
              <a:schemeClr val="tx1"/>
            </a:solidFill>
          </a:ln>
        </p:spPr>
        <p:txBody>
          <a:bodyPr wrap="square" lIns="0" tIns="0" rIns="0" bIns="0" rtlCol="0"/>
          <a:lstStyle/>
          <a:p>
            <a:endParaRPr sz="1092"/>
          </a:p>
        </p:txBody>
      </p:sp>
      <p:pic>
        <p:nvPicPr>
          <p:cNvPr id="11" name="Graphique 10">
            <a:extLst>
              <a:ext uri="{FF2B5EF4-FFF2-40B4-BE49-F238E27FC236}">
                <a16:creationId xmlns:a16="http://schemas.microsoft.com/office/drawing/2014/main" id="{F7DF39CD-598F-A951-77D4-B42790D3761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646607" y="6340088"/>
            <a:ext cx="330919" cy="214383"/>
          </a:xfrm>
          <a:prstGeom prst="rect">
            <a:avLst/>
          </a:prstGeom>
        </p:spPr>
      </p:pic>
      <p:sp>
        <p:nvSpPr>
          <p:cNvPr id="12" name="Espace réservé du pied de page 4">
            <a:extLst>
              <a:ext uri="{FF2B5EF4-FFF2-40B4-BE49-F238E27FC236}">
                <a16:creationId xmlns:a16="http://schemas.microsoft.com/office/drawing/2014/main" id="{4B12EA66-8FAA-7876-5362-309CC5B39269}"/>
              </a:ext>
            </a:extLst>
          </p:cNvPr>
          <p:cNvSpPr>
            <a:spLocks noGrp="1"/>
          </p:cNvSpPr>
          <p:nvPr>
            <p:ph type="ftr" sz="quarter" idx="3"/>
          </p:nvPr>
        </p:nvSpPr>
        <p:spPr>
          <a:xfrm rot="16200000">
            <a:off x="9737570" y="2572960"/>
            <a:ext cx="4114800" cy="365125"/>
          </a:xfrm>
          <a:prstGeom prst="rect">
            <a:avLst/>
          </a:prstGeom>
        </p:spPr>
        <p:txBody>
          <a:bodyPr vert="horz" lIns="91440" tIns="45720" rIns="91440" bIns="45720" rtlCol="0" anchor="ctr"/>
          <a:lstStyle>
            <a:lvl1pPr>
              <a:defRPr lang="en-US" sz="728" dirty="0">
                <a:solidFill>
                  <a:schemeClr val="tx1"/>
                </a:solidFill>
                <a:latin typeface="Poppins" pitchFamily="2" charset="77"/>
                <a:cs typeface="Poppins" pitchFamily="2" charset="77"/>
              </a:defRPr>
            </a:lvl1pPr>
          </a:lstStyle>
          <a:p>
            <a:pPr algn="r"/>
            <a:r>
              <a:rPr lang="fr-FR"/>
              <a:t>Architectes des grandes transformations</a:t>
            </a:r>
            <a:endParaRPr lang="fr-US"/>
          </a:p>
        </p:txBody>
      </p:sp>
      <p:sp>
        <p:nvSpPr>
          <p:cNvPr id="13" name="Espace réservé du numéro de diapositive 18">
            <a:extLst>
              <a:ext uri="{FF2B5EF4-FFF2-40B4-BE49-F238E27FC236}">
                <a16:creationId xmlns:a16="http://schemas.microsoft.com/office/drawing/2014/main" id="{956DB131-8A73-7F52-915D-ACB51011DDE3}"/>
              </a:ext>
            </a:extLst>
          </p:cNvPr>
          <p:cNvSpPr>
            <a:spLocks noGrp="1"/>
          </p:cNvSpPr>
          <p:nvPr>
            <p:ph type="sldNum" sz="quarter" idx="4"/>
          </p:nvPr>
        </p:nvSpPr>
        <p:spPr>
          <a:xfrm>
            <a:off x="11588253" y="165403"/>
            <a:ext cx="420073" cy="365125"/>
          </a:xfrm>
          <a:prstGeom prst="rect">
            <a:avLst/>
          </a:prstGeom>
        </p:spPr>
        <p:txBody>
          <a:bodyPr/>
          <a:lstStyle>
            <a:lvl1pPr algn="ctr">
              <a:defRPr lang="en-US" sz="800" b="1" smtClean="0">
                <a:solidFill>
                  <a:schemeClr val="tx1"/>
                </a:solidFill>
                <a:latin typeface="Poppins" pitchFamily="2" charset="77"/>
                <a:cs typeface="Poppins" pitchFamily="2" charset="77"/>
              </a:defRPr>
            </a:lvl1pPr>
          </a:lstStyle>
          <a:p>
            <a:fld id="{8042310B-17DC-C845-9B99-8FE29D3E9696}" type="slidenum">
              <a:rPr lang="fr-FR" smtClean="0"/>
              <a:pPr/>
              <a:t>‹N°›</a:t>
            </a:fld>
            <a:endParaRPr lang="fr-FR" dirty="0"/>
          </a:p>
        </p:txBody>
      </p:sp>
      <p:sp>
        <p:nvSpPr>
          <p:cNvPr id="14" name="Titre 17">
            <a:extLst>
              <a:ext uri="{FF2B5EF4-FFF2-40B4-BE49-F238E27FC236}">
                <a16:creationId xmlns:a16="http://schemas.microsoft.com/office/drawing/2014/main" id="{BF78AE7D-15AB-0B7A-2C6F-EBD8517401CB}"/>
              </a:ext>
            </a:extLst>
          </p:cNvPr>
          <p:cNvSpPr>
            <a:spLocks noGrp="1"/>
          </p:cNvSpPr>
          <p:nvPr>
            <p:ph type="title" hasCustomPrompt="1"/>
          </p:nvPr>
        </p:nvSpPr>
        <p:spPr>
          <a:xfrm>
            <a:off x="1139871" y="1726354"/>
            <a:ext cx="4079829" cy="291618"/>
          </a:xfrm>
          <a:noFill/>
        </p:spPr>
        <p:txBody>
          <a:bodyPr wrap="square" anchor="ctr" anchorCtr="0">
            <a:spAutoFit/>
          </a:bodyPr>
          <a:lstStyle>
            <a:lvl1pPr>
              <a:lnSpc>
                <a:spcPct val="90000"/>
              </a:lnSpc>
              <a:spcAft>
                <a:spcPts val="600"/>
              </a:spcAft>
              <a:defRPr sz="1400">
                <a:solidFill>
                  <a:schemeClr val="bg1"/>
                </a:solidFill>
              </a:defRPr>
            </a:lvl1pPr>
          </a:lstStyle>
          <a:p>
            <a:r>
              <a:rPr lang="fr-FR" dirty="0"/>
              <a:t>Titre ici. Exemple « La nature du projet »</a:t>
            </a:r>
          </a:p>
        </p:txBody>
      </p:sp>
      <p:sp>
        <p:nvSpPr>
          <p:cNvPr id="15" name="Espace réservé du texte 2">
            <a:extLst>
              <a:ext uri="{FF2B5EF4-FFF2-40B4-BE49-F238E27FC236}">
                <a16:creationId xmlns:a16="http://schemas.microsoft.com/office/drawing/2014/main" id="{C8E87E62-4A61-E6F9-5253-E7C61632C765}"/>
              </a:ext>
            </a:extLst>
          </p:cNvPr>
          <p:cNvSpPr>
            <a:spLocks noGrp="1"/>
          </p:cNvSpPr>
          <p:nvPr>
            <p:ph idx="1" hasCustomPrompt="1"/>
          </p:nvPr>
        </p:nvSpPr>
        <p:spPr>
          <a:xfrm>
            <a:off x="1149927" y="2017972"/>
            <a:ext cx="4069773" cy="1912062"/>
          </a:xfrm>
          <a:prstGeom prst="rect">
            <a:avLst/>
          </a:prstGeom>
        </p:spPr>
        <p:txBody>
          <a:bodyPr vert="horz" wrap="square" lIns="91440" tIns="45720" rIns="91440" bIns="45720" rtlCol="0">
            <a:spAutoFit/>
          </a:bodyPr>
          <a:lstStyle>
            <a:lvl1pPr marL="0" indent="0">
              <a:lnSpc>
                <a:spcPct val="120000"/>
              </a:lnSpc>
              <a:spcBef>
                <a:spcPts val="0"/>
              </a:spcBef>
              <a:buClr>
                <a:schemeClr val="tx2"/>
              </a:buClr>
              <a:buNone/>
              <a:defRPr lang="fr-FR" dirty="0">
                <a:solidFill>
                  <a:schemeClr val="bg1"/>
                </a:solidFill>
                <a:latin typeface="Poppins" pitchFamily="2" charset="77"/>
                <a:cs typeface="Poppins" pitchFamily="2" charset="77"/>
              </a:defRPr>
            </a:lvl1pPr>
            <a:lvl2pPr>
              <a:lnSpc>
                <a:spcPct val="120000"/>
              </a:lnSpc>
              <a:spcBef>
                <a:spcPts val="0"/>
              </a:spcBef>
              <a:buClr>
                <a:schemeClr val="tx2"/>
              </a:buClr>
              <a:defRPr lang="fr-FR" dirty="0">
                <a:solidFill>
                  <a:schemeClr val="bg1"/>
                </a:solidFill>
                <a:latin typeface="Poppins" pitchFamily="2" charset="77"/>
                <a:cs typeface="Poppins" pitchFamily="2" charset="77"/>
              </a:defRPr>
            </a:lvl2pPr>
            <a:lvl3pPr>
              <a:lnSpc>
                <a:spcPct val="120000"/>
              </a:lnSpc>
              <a:spcBef>
                <a:spcPts val="0"/>
              </a:spcBef>
              <a:buClr>
                <a:schemeClr val="tx2"/>
              </a:buClr>
              <a:defRPr lang="fr-FR" dirty="0">
                <a:solidFill>
                  <a:schemeClr val="bg1"/>
                </a:solidFill>
                <a:latin typeface="Poppins" pitchFamily="2" charset="77"/>
                <a:cs typeface="Poppins" pitchFamily="2" charset="77"/>
              </a:defRPr>
            </a:lvl3pPr>
            <a:lvl4pPr>
              <a:lnSpc>
                <a:spcPct val="120000"/>
              </a:lnSpc>
              <a:spcBef>
                <a:spcPts val="0"/>
              </a:spcBef>
              <a:buClr>
                <a:schemeClr val="tx2"/>
              </a:buClr>
              <a:defRPr lang="fr-FR" dirty="0">
                <a:solidFill>
                  <a:schemeClr val="bg1"/>
                </a:solidFill>
                <a:latin typeface="Poppins" pitchFamily="2" charset="77"/>
                <a:cs typeface="Poppins" pitchFamily="2" charset="77"/>
              </a:defRPr>
            </a:lvl4pPr>
            <a:lvl5pPr>
              <a:lnSpc>
                <a:spcPct val="120000"/>
              </a:lnSpc>
              <a:spcBef>
                <a:spcPts val="0"/>
              </a:spcBef>
              <a:buClr>
                <a:schemeClr val="tx2"/>
              </a:buClr>
              <a:defRPr lang="fr-FR" dirty="0">
                <a:solidFill>
                  <a:schemeClr val="bg1"/>
                </a:solidFill>
                <a:latin typeface="Poppins" pitchFamily="2" charset="77"/>
                <a:cs typeface="Poppins" pitchFamily="2" charset="77"/>
              </a:defRPr>
            </a:lvl5pPr>
          </a:lstStyle>
          <a:p>
            <a:pPr lvl="0">
              <a:spcAft>
                <a:spcPts val="600"/>
              </a:spcAft>
            </a:pPr>
            <a:r>
              <a:rPr lang="fr-FR" dirty="0"/>
              <a:t>At </a:t>
            </a:r>
            <a:r>
              <a:rPr lang="fr-FR" dirty="0" err="1"/>
              <a:t>vero</a:t>
            </a:r>
            <a:r>
              <a:rPr lang="fr-FR" dirty="0"/>
              <a:t> </a:t>
            </a:r>
            <a:r>
              <a:rPr lang="fr-FR" dirty="0" err="1"/>
              <a:t>eos</a:t>
            </a:r>
            <a:r>
              <a:rPr lang="fr-FR" dirty="0"/>
              <a:t> et </a:t>
            </a:r>
            <a:r>
              <a:rPr lang="fr-FR" dirty="0" err="1"/>
              <a:t>accusamus</a:t>
            </a:r>
            <a:r>
              <a:rPr lang="fr-FR" dirty="0"/>
              <a:t> et </a:t>
            </a:r>
            <a:r>
              <a:rPr lang="fr-FR" dirty="0" err="1"/>
              <a:t>iusto</a:t>
            </a:r>
            <a:r>
              <a:rPr lang="fr-FR" dirty="0"/>
              <a:t> </a:t>
            </a:r>
            <a:r>
              <a:rPr lang="fr-FR" dirty="0" err="1"/>
              <a:t>odio</a:t>
            </a:r>
            <a:r>
              <a:rPr lang="fr-FR" dirty="0"/>
              <a:t> </a:t>
            </a:r>
            <a:r>
              <a:rPr lang="fr-FR" dirty="0" err="1"/>
              <a:t>dignissimos</a:t>
            </a:r>
            <a:r>
              <a:rPr lang="fr-FR" dirty="0"/>
              <a:t> </a:t>
            </a:r>
            <a:r>
              <a:rPr lang="fr-FR" dirty="0" err="1"/>
              <a:t>ducimus</a:t>
            </a:r>
            <a:r>
              <a:rPr lang="fr-FR" dirty="0"/>
              <a:t> qui </a:t>
            </a:r>
            <a:r>
              <a:rPr lang="fr-FR" dirty="0" err="1"/>
              <a:t>blanditiis</a:t>
            </a:r>
            <a:r>
              <a:rPr lang="fr-FR" dirty="0"/>
              <a:t> </a:t>
            </a:r>
            <a:r>
              <a:rPr lang="fr-FR" dirty="0" err="1"/>
              <a:t>praesentium</a:t>
            </a:r>
            <a:r>
              <a:rPr lang="fr-FR" dirty="0"/>
              <a:t> </a:t>
            </a:r>
            <a:r>
              <a:rPr lang="fr-FR" dirty="0" err="1"/>
              <a:t>voluptatum</a:t>
            </a:r>
            <a:r>
              <a:rPr lang="fr-FR" dirty="0"/>
              <a:t> </a:t>
            </a:r>
            <a:r>
              <a:rPr lang="fr-FR" dirty="0" err="1"/>
              <a:t>deleniti</a:t>
            </a:r>
            <a:r>
              <a:rPr lang="fr-FR" dirty="0"/>
              <a:t> </a:t>
            </a:r>
            <a:r>
              <a:rPr lang="fr-FR" dirty="0" err="1"/>
              <a:t>atque</a:t>
            </a:r>
            <a:r>
              <a:rPr lang="fr-FR" dirty="0"/>
              <a:t> </a:t>
            </a:r>
            <a:r>
              <a:rPr lang="fr-FR" dirty="0" err="1"/>
              <a:t>corrupti</a:t>
            </a:r>
            <a:r>
              <a:rPr lang="fr-FR" dirty="0"/>
              <a:t> </a:t>
            </a:r>
            <a:r>
              <a:rPr lang="fr-FR" dirty="0" err="1"/>
              <a:t>quos</a:t>
            </a:r>
            <a:r>
              <a:rPr lang="fr-FR" dirty="0"/>
              <a:t> </a:t>
            </a:r>
            <a:r>
              <a:rPr lang="fr-FR" dirty="0" err="1"/>
              <a:t>dolores</a:t>
            </a:r>
            <a:r>
              <a:rPr lang="fr-FR" dirty="0"/>
              <a:t> et </a:t>
            </a:r>
            <a:r>
              <a:rPr lang="fr-FR" dirty="0" err="1"/>
              <a:t>quas</a:t>
            </a:r>
            <a:r>
              <a:rPr lang="fr-FR" dirty="0"/>
              <a:t> </a:t>
            </a:r>
            <a:r>
              <a:rPr lang="fr-FR" dirty="0" err="1"/>
              <a:t>molestias</a:t>
            </a:r>
            <a:r>
              <a:rPr lang="fr-FR" dirty="0"/>
              <a:t> </a:t>
            </a:r>
            <a:r>
              <a:rPr lang="fr-FR" dirty="0" err="1"/>
              <a:t>excepturi</a:t>
            </a:r>
            <a:r>
              <a:rPr lang="fr-FR" dirty="0"/>
              <a:t> </a:t>
            </a:r>
            <a:r>
              <a:rPr lang="fr-FR" dirty="0" err="1"/>
              <a:t>sint</a:t>
            </a:r>
            <a:r>
              <a:rPr lang="fr-FR" dirty="0"/>
              <a:t> </a:t>
            </a:r>
            <a:r>
              <a:rPr lang="fr-FR" dirty="0" err="1"/>
              <a:t>occaecati</a:t>
            </a:r>
            <a:r>
              <a:rPr lang="fr-FR" dirty="0"/>
              <a:t> </a:t>
            </a:r>
            <a:r>
              <a:rPr lang="fr-FR" dirty="0" err="1"/>
              <a:t>cupiditate</a:t>
            </a:r>
            <a:r>
              <a:rPr lang="fr-FR" dirty="0"/>
              <a:t> non provident, </a:t>
            </a:r>
            <a:r>
              <a:rPr lang="fr-FR" dirty="0" err="1"/>
              <a:t>similique</a:t>
            </a:r>
            <a:r>
              <a:rPr lang="fr-FR" dirty="0"/>
              <a:t> </a:t>
            </a:r>
            <a:r>
              <a:rPr lang="fr-FR" dirty="0" err="1"/>
              <a:t>sunt</a:t>
            </a:r>
            <a:r>
              <a:rPr lang="fr-FR" dirty="0"/>
              <a:t> in culpa qui officia </a:t>
            </a:r>
            <a:r>
              <a:rPr lang="fr-FR" dirty="0" err="1"/>
              <a:t>deserunt</a:t>
            </a:r>
            <a:r>
              <a:rPr lang="fr-FR" dirty="0"/>
              <a:t> </a:t>
            </a:r>
            <a:r>
              <a:rPr lang="fr-FR" dirty="0" err="1"/>
              <a:t>mollitia</a:t>
            </a:r>
            <a:r>
              <a:rPr lang="fr-FR" dirty="0"/>
              <a:t> </a:t>
            </a:r>
            <a:r>
              <a:rPr lang="fr-FR" dirty="0" err="1"/>
              <a:t>animi</a:t>
            </a:r>
            <a:r>
              <a:rPr lang="fr-FR" dirty="0"/>
              <a:t>, id est </a:t>
            </a:r>
            <a:r>
              <a:rPr lang="fr-FR" dirty="0" err="1"/>
              <a:t>laborum</a:t>
            </a:r>
            <a:r>
              <a:rPr lang="fr-FR" dirty="0"/>
              <a:t> et </a:t>
            </a:r>
            <a:r>
              <a:rPr lang="fr-FR" dirty="0" err="1"/>
              <a:t>dolorum</a:t>
            </a:r>
            <a:r>
              <a:rPr lang="fr-FR" dirty="0"/>
              <a:t> </a:t>
            </a:r>
            <a:r>
              <a:rPr lang="fr-FR" dirty="0" err="1"/>
              <a:t>fuga</a:t>
            </a:r>
            <a:r>
              <a:rPr lang="fr-FR" dirty="0"/>
              <a:t>. Et </a:t>
            </a:r>
            <a:r>
              <a:rPr lang="fr-FR" dirty="0" err="1"/>
              <a:t>harum</a:t>
            </a:r>
            <a:r>
              <a:rPr lang="fr-FR" dirty="0"/>
              <a:t> </a:t>
            </a:r>
            <a:r>
              <a:rPr lang="fr-FR" dirty="0" err="1"/>
              <a:t>quidem</a:t>
            </a:r>
            <a:r>
              <a:rPr lang="fr-FR" dirty="0"/>
              <a:t> </a:t>
            </a:r>
            <a:r>
              <a:rPr lang="fr-FR" dirty="0" err="1"/>
              <a:t>rerum</a:t>
            </a:r>
            <a:r>
              <a:rPr lang="fr-FR" dirty="0"/>
              <a:t> </a:t>
            </a:r>
            <a:r>
              <a:rPr lang="fr-FR" dirty="0" err="1"/>
              <a:t>facilis</a:t>
            </a:r>
            <a:r>
              <a:rPr lang="fr-FR" dirty="0"/>
              <a:t> est et </a:t>
            </a:r>
            <a:r>
              <a:rPr lang="fr-FR" dirty="0" err="1"/>
              <a:t>expedita</a:t>
            </a:r>
            <a:r>
              <a:rPr lang="fr-FR" dirty="0"/>
              <a:t> </a:t>
            </a:r>
            <a:r>
              <a:rPr lang="fr-FR" dirty="0" err="1"/>
              <a:t>distinctio</a:t>
            </a:r>
            <a:r>
              <a:rPr lang="fr-FR" dirty="0"/>
              <a:t>. Nam libero </a:t>
            </a:r>
            <a:r>
              <a:rPr lang="fr-FR" dirty="0" err="1"/>
              <a:t>tempore</a:t>
            </a:r>
            <a:r>
              <a:rPr lang="fr-FR" dirty="0"/>
              <a:t>, cum </a:t>
            </a:r>
            <a:r>
              <a:rPr lang="fr-FR" dirty="0" err="1"/>
              <a:t>soluta</a:t>
            </a:r>
            <a:r>
              <a:rPr lang="fr-FR" dirty="0"/>
              <a:t> </a:t>
            </a:r>
            <a:r>
              <a:rPr lang="fr-FR" dirty="0" err="1"/>
              <a:t>nobis</a:t>
            </a:r>
            <a:r>
              <a:rPr lang="fr-FR" dirty="0"/>
              <a:t> est </a:t>
            </a:r>
            <a:r>
              <a:rPr lang="fr-FR" dirty="0" err="1"/>
              <a:t>eligendi</a:t>
            </a:r>
            <a:r>
              <a:rPr lang="fr-FR" dirty="0"/>
              <a:t> </a:t>
            </a:r>
            <a:r>
              <a:rPr lang="fr-FR" dirty="0" err="1"/>
              <a:t>optio</a:t>
            </a:r>
            <a:r>
              <a:rPr lang="fr-FR" dirty="0"/>
              <a:t> </a:t>
            </a:r>
            <a:r>
              <a:rPr lang="fr-FR" dirty="0" err="1"/>
              <a:t>cumque</a:t>
            </a:r>
            <a:r>
              <a:rPr lang="fr-FR" dirty="0"/>
              <a:t> nihil </a:t>
            </a:r>
            <a:r>
              <a:rPr lang="fr-FR" dirty="0" err="1"/>
              <a:t>impedit</a:t>
            </a:r>
            <a:r>
              <a:rPr lang="fr-FR" dirty="0"/>
              <a:t> quo minus id</a:t>
            </a:r>
          </a:p>
        </p:txBody>
      </p:sp>
    </p:spTree>
    <p:extLst>
      <p:ext uri="{BB962C8B-B14F-4D97-AF65-F5344CB8AC3E}">
        <p14:creationId xmlns:p14="http://schemas.microsoft.com/office/powerpoint/2010/main" val="402400415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p:cSld name="Référence Dark 15">
    <p:spTree>
      <p:nvGrpSpPr>
        <p:cNvPr id="1" name=""/>
        <p:cNvGrpSpPr/>
        <p:nvPr/>
      </p:nvGrpSpPr>
      <p:grpSpPr>
        <a:xfrm>
          <a:off x="0" y="0"/>
          <a:ext cx="0" cy="0"/>
          <a:chOff x="0" y="0"/>
          <a:chExt cx="0" cy="0"/>
        </a:xfrm>
      </p:grpSpPr>
      <p:pic>
        <p:nvPicPr>
          <p:cNvPr id="17" name="Image 16">
            <a:extLst>
              <a:ext uri="{FF2B5EF4-FFF2-40B4-BE49-F238E27FC236}">
                <a16:creationId xmlns:a16="http://schemas.microsoft.com/office/drawing/2014/main" id="{E325A0B9-21A3-9A34-FBF7-D6585C2C6E7A}"/>
              </a:ext>
            </a:extLst>
          </p:cNvPr>
          <p:cNvPicPr>
            <a:picLocks noChangeAspect="1"/>
          </p:cNvPicPr>
          <p:nvPr/>
        </p:nvPicPr>
        <p:blipFill>
          <a:blip r:embed="rId2"/>
          <a:srcRect/>
          <a:stretch/>
        </p:blipFill>
        <p:spPr>
          <a:xfrm>
            <a:off x="-18025" y="0"/>
            <a:ext cx="12173686" cy="6857993"/>
          </a:xfrm>
          <a:prstGeom prst="rect">
            <a:avLst/>
          </a:prstGeom>
        </p:spPr>
      </p:pic>
      <p:sp>
        <p:nvSpPr>
          <p:cNvPr id="20" name="Espace réservé du texte 22">
            <a:extLst>
              <a:ext uri="{FF2B5EF4-FFF2-40B4-BE49-F238E27FC236}">
                <a16:creationId xmlns:a16="http://schemas.microsoft.com/office/drawing/2014/main" id="{8C8EBFD8-2352-3161-FECA-F5229C0183A6}"/>
              </a:ext>
            </a:extLst>
          </p:cNvPr>
          <p:cNvSpPr>
            <a:spLocks noGrp="1"/>
          </p:cNvSpPr>
          <p:nvPr>
            <p:ph type="body" sz="quarter" idx="17" hasCustomPrompt="1"/>
          </p:nvPr>
        </p:nvSpPr>
        <p:spPr>
          <a:xfrm>
            <a:off x="1139871" y="360437"/>
            <a:ext cx="9871029" cy="263149"/>
          </a:xfrm>
          <a:noFill/>
        </p:spPr>
        <p:txBody>
          <a:bodyPr wrap="square" anchor="b">
            <a:noAutofit/>
          </a:bodyPr>
          <a:lstStyle>
            <a:lvl1pPr marL="0" indent="0">
              <a:lnSpc>
                <a:spcPct val="120000"/>
              </a:lnSpc>
              <a:spcBef>
                <a:spcPts val="0"/>
              </a:spcBef>
              <a:spcAft>
                <a:spcPts val="600"/>
              </a:spcAft>
              <a:buNone/>
              <a:defRPr sz="1200" b="0">
                <a:solidFill>
                  <a:schemeClr val="bg1"/>
                </a:solidFill>
              </a:defRPr>
            </a:lvl1pPr>
          </a:lstStyle>
          <a:p>
            <a:pPr lvl="0"/>
            <a:r>
              <a:rPr lang="fr-FR" dirty="0"/>
              <a:t>Titre ici. Par exemple « Références »</a:t>
            </a:r>
          </a:p>
        </p:txBody>
      </p:sp>
      <p:sp>
        <p:nvSpPr>
          <p:cNvPr id="9" name="object 11">
            <a:extLst>
              <a:ext uri="{FF2B5EF4-FFF2-40B4-BE49-F238E27FC236}">
                <a16:creationId xmlns:a16="http://schemas.microsoft.com/office/drawing/2014/main" id="{07AEC7ED-5264-D912-41B0-893066536B3C}"/>
              </a:ext>
            </a:extLst>
          </p:cNvPr>
          <p:cNvSpPr/>
          <p:nvPr/>
        </p:nvSpPr>
        <p:spPr>
          <a:xfrm>
            <a:off x="11397941" y="0"/>
            <a:ext cx="794059" cy="6858000"/>
          </a:xfrm>
          <a:custGeom>
            <a:avLst/>
            <a:gdLst/>
            <a:ahLst/>
            <a:cxnLst/>
            <a:rect l="l" t="t" r="r" b="b"/>
            <a:pathLst>
              <a:path w="1309369" h="11308715">
                <a:moveTo>
                  <a:pt x="1308860" y="0"/>
                </a:moveTo>
                <a:lnTo>
                  <a:pt x="0" y="0"/>
                </a:lnTo>
                <a:lnTo>
                  <a:pt x="0" y="11308556"/>
                </a:lnTo>
                <a:lnTo>
                  <a:pt x="1308860" y="11308556"/>
                </a:lnTo>
                <a:lnTo>
                  <a:pt x="1308860" y="0"/>
                </a:lnTo>
                <a:close/>
              </a:path>
            </a:pathLst>
          </a:custGeom>
          <a:solidFill>
            <a:schemeClr val="bg1"/>
          </a:solidFill>
          <a:ln>
            <a:noFill/>
          </a:ln>
        </p:spPr>
        <p:txBody>
          <a:bodyPr wrap="square" lIns="0" tIns="0" rIns="0" bIns="0" rtlCol="0"/>
          <a:lstStyle/>
          <a:p>
            <a:endParaRPr sz="1092"/>
          </a:p>
        </p:txBody>
      </p:sp>
      <p:sp>
        <p:nvSpPr>
          <p:cNvPr id="10" name="object 14">
            <a:extLst>
              <a:ext uri="{FF2B5EF4-FFF2-40B4-BE49-F238E27FC236}">
                <a16:creationId xmlns:a16="http://schemas.microsoft.com/office/drawing/2014/main" id="{6AA8B618-E187-CBEB-1BF4-2B77EF72C320}"/>
              </a:ext>
            </a:extLst>
          </p:cNvPr>
          <p:cNvSpPr/>
          <p:nvPr/>
        </p:nvSpPr>
        <p:spPr>
          <a:xfrm>
            <a:off x="11397456" y="6063824"/>
            <a:ext cx="794059" cy="0"/>
          </a:xfrm>
          <a:custGeom>
            <a:avLst/>
            <a:gdLst/>
            <a:ahLst/>
            <a:cxnLst/>
            <a:rect l="l" t="t" r="r" b="b"/>
            <a:pathLst>
              <a:path w="1309369">
                <a:moveTo>
                  <a:pt x="0" y="0"/>
                </a:moveTo>
                <a:lnTo>
                  <a:pt x="1308860" y="0"/>
                </a:lnTo>
              </a:path>
            </a:pathLst>
          </a:custGeom>
          <a:ln w="7853">
            <a:solidFill>
              <a:schemeClr val="tx1"/>
            </a:solidFill>
          </a:ln>
        </p:spPr>
        <p:txBody>
          <a:bodyPr wrap="square" lIns="0" tIns="0" rIns="0" bIns="0" rtlCol="0"/>
          <a:lstStyle/>
          <a:p>
            <a:endParaRPr sz="1092"/>
          </a:p>
        </p:txBody>
      </p:sp>
      <p:pic>
        <p:nvPicPr>
          <p:cNvPr id="11" name="Graphique 10">
            <a:extLst>
              <a:ext uri="{FF2B5EF4-FFF2-40B4-BE49-F238E27FC236}">
                <a16:creationId xmlns:a16="http://schemas.microsoft.com/office/drawing/2014/main" id="{F7DF39CD-598F-A951-77D4-B42790D3761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646607" y="6340088"/>
            <a:ext cx="330919" cy="214383"/>
          </a:xfrm>
          <a:prstGeom prst="rect">
            <a:avLst/>
          </a:prstGeom>
        </p:spPr>
      </p:pic>
      <p:sp>
        <p:nvSpPr>
          <p:cNvPr id="12" name="Espace réservé du pied de page 4">
            <a:extLst>
              <a:ext uri="{FF2B5EF4-FFF2-40B4-BE49-F238E27FC236}">
                <a16:creationId xmlns:a16="http://schemas.microsoft.com/office/drawing/2014/main" id="{4B12EA66-8FAA-7876-5362-309CC5B39269}"/>
              </a:ext>
            </a:extLst>
          </p:cNvPr>
          <p:cNvSpPr>
            <a:spLocks noGrp="1"/>
          </p:cNvSpPr>
          <p:nvPr>
            <p:ph type="ftr" sz="quarter" idx="3"/>
          </p:nvPr>
        </p:nvSpPr>
        <p:spPr>
          <a:xfrm rot="16200000">
            <a:off x="9737570" y="2572960"/>
            <a:ext cx="4114800" cy="365125"/>
          </a:xfrm>
          <a:prstGeom prst="rect">
            <a:avLst/>
          </a:prstGeom>
        </p:spPr>
        <p:txBody>
          <a:bodyPr vert="horz" lIns="91440" tIns="45720" rIns="91440" bIns="45720" rtlCol="0" anchor="ctr"/>
          <a:lstStyle>
            <a:lvl1pPr>
              <a:defRPr lang="en-US" sz="728" dirty="0">
                <a:solidFill>
                  <a:schemeClr val="tx1"/>
                </a:solidFill>
                <a:latin typeface="Poppins" pitchFamily="2" charset="77"/>
                <a:cs typeface="Poppins" pitchFamily="2" charset="77"/>
              </a:defRPr>
            </a:lvl1pPr>
          </a:lstStyle>
          <a:p>
            <a:pPr algn="r"/>
            <a:r>
              <a:rPr lang="fr-FR"/>
              <a:t>Architectes des grandes transformations</a:t>
            </a:r>
            <a:endParaRPr lang="fr-US"/>
          </a:p>
        </p:txBody>
      </p:sp>
      <p:sp>
        <p:nvSpPr>
          <p:cNvPr id="13" name="Espace réservé du numéro de diapositive 18">
            <a:extLst>
              <a:ext uri="{FF2B5EF4-FFF2-40B4-BE49-F238E27FC236}">
                <a16:creationId xmlns:a16="http://schemas.microsoft.com/office/drawing/2014/main" id="{956DB131-8A73-7F52-915D-ACB51011DDE3}"/>
              </a:ext>
            </a:extLst>
          </p:cNvPr>
          <p:cNvSpPr>
            <a:spLocks noGrp="1"/>
          </p:cNvSpPr>
          <p:nvPr>
            <p:ph type="sldNum" sz="quarter" idx="4"/>
          </p:nvPr>
        </p:nvSpPr>
        <p:spPr>
          <a:xfrm>
            <a:off x="11588253" y="165403"/>
            <a:ext cx="420073" cy="365125"/>
          </a:xfrm>
          <a:prstGeom prst="rect">
            <a:avLst/>
          </a:prstGeom>
        </p:spPr>
        <p:txBody>
          <a:bodyPr/>
          <a:lstStyle>
            <a:lvl1pPr algn="ctr">
              <a:defRPr lang="en-US" sz="800" b="1" smtClean="0">
                <a:solidFill>
                  <a:schemeClr val="tx1"/>
                </a:solidFill>
                <a:latin typeface="Poppins" pitchFamily="2" charset="77"/>
                <a:cs typeface="Poppins" pitchFamily="2" charset="77"/>
              </a:defRPr>
            </a:lvl1pPr>
          </a:lstStyle>
          <a:p>
            <a:fld id="{8042310B-17DC-C845-9B99-8FE29D3E9696}" type="slidenum">
              <a:rPr lang="fr-FR" smtClean="0"/>
              <a:pPr/>
              <a:t>‹N°›</a:t>
            </a:fld>
            <a:endParaRPr lang="fr-FR" dirty="0"/>
          </a:p>
        </p:txBody>
      </p:sp>
      <p:sp>
        <p:nvSpPr>
          <p:cNvPr id="14" name="Titre 17">
            <a:extLst>
              <a:ext uri="{FF2B5EF4-FFF2-40B4-BE49-F238E27FC236}">
                <a16:creationId xmlns:a16="http://schemas.microsoft.com/office/drawing/2014/main" id="{BF78AE7D-15AB-0B7A-2C6F-EBD8517401CB}"/>
              </a:ext>
            </a:extLst>
          </p:cNvPr>
          <p:cNvSpPr>
            <a:spLocks noGrp="1"/>
          </p:cNvSpPr>
          <p:nvPr>
            <p:ph type="title" hasCustomPrompt="1"/>
          </p:nvPr>
        </p:nvSpPr>
        <p:spPr>
          <a:xfrm>
            <a:off x="1139871" y="1726354"/>
            <a:ext cx="4079829" cy="291618"/>
          </a:xfrm>
          <a:noFill/>
        </p:spPr>
        <p:txBody>
          <a:bodyPr wrap="square" anchor="ctr" anchorCtr="0">
            <a:spAutoFit/>
          </a:bodyPr>
          <a:lstStyle>
            <a:lvl1pPr>
              <a:lnSpc>
                <a:spcPct val="90000"/>
              </a:lnSpc>
              <a:spcAft>
                <a:spcPts val="600"/>
              </a:spcAft>
              <a:defRPr sz="1400">
                <a:solidFill>
                  <a:schemeClr val="bg1"/>
                </a:solidFill>
              </a:defRPr>
            </a:lvl1pPr>
          </a:lstStyle>
          <a:p>
            <a:r>
              <a:rPr lang="fr-FR" dirty="0"/>
              <a:t>Titre ici. Exemple « La nature du projet »</a:t>
            </a:r>
          </a:p>
        </p:txBody>
      </p:sp>
      <p:sp>
        <p:nvSpPr>
          <p:cNvPr id="15" name="Espace réservé du texte 2">
            <a:extLst>
              <a:ext uri="{FF2B5EF4-FFF2-40B4-BE49-F238E27FC236}">
                <a16:creationId xmlns:a16="http://schemas.microsoft.com/office/drawing/2014/main" id="{C8E87E62-4A61-E6F9-5253-E7C61632C765}"/>
              </a:ext>
            </a:extLst>
          </p:cNvPr>
          <p:cNvSpPr>
            <a:spLocks noGrp="1"/>
          </p:cNvSpPr>
          <p:nvPr>
            <p:ph idx="1" hasCustomPrompt="1"/>
          </p:nvPr>
        </p:nvSpPr>
        <p:spPr>
          <a:xfrm>
            <a:off x="1149927" y="2017972"/>
            <a:ext cx="4069773" cy="1912062"/>
          </a:xfrm>
          <a:prstGeom prst="rect">
            <a:avLst/>
          </a:prstGeom>
        </p:spPr>
        <p:txBody>
          <a:bodyPr vert="horz" wrap="square" lIns="91440" tIns="45720" rIns="91440" bIns="45720" rtlCol="0">
            <a:spAutoFit/>
          </a:bodyPr>
          <a:lstStyle>
            <a:lvl1pPr marL="0" indent="0">
              <a:lnSpc>
                <a:spcPct val="120000"/>
              </a:lnSpc>
              <a:spcBef>
                <a:spcPts val="0"/>
              </a:spcBef>
              <a:buClr>
                <a:schemeClr val="tx2"/>
              </a:buClr>
              <a:buNone/>
              <a:defRPr lang="fr-FR" dirty="0">
                <a:solidFill>
                  <a:schemeClr val="bg1"/>
                </a:solidFill>
                <a:latin typeface="Poppins" pitchFamily="2" charset="77"/>
                <a:cs typeface="Poppins" pitchFamily="2" charset="77"/>
              </a:defRPr>
            </a:lvl1pPr>
            <a:lvl2pPr>
              <a:lnSpc>
                <a:spcPct val="120000"/>
              </a:lnSpc>
              <a:spcBef>
                <a:spcPts val="0"/>
              </a:spcBef>
              <a:buClr>
                <a:schemeClr val="tx2"/>
              </a:buClr>
              <a:defRPr lang="fr-FR" dirty="0">
                <a:solidFill>
                  <a:schemeClr val="bg1"/>
                </a:solidFill>
                <a:latin typeface="Poppins" pitchFamily="2" charset="77"/>
                <a:cs typeface="Poppins" pitchFamily="2" charset="77"/>
              </a:defRPr>
            </a:lvl2pPr>
            <a:lvl3pPr>
              <a:lnSpc>
                <a:spcPct val="120000"/>
              </a:lnSpc>
              <a:spcBef>
                <a:spcPts val="0"/>
              </a:spcBef>
              <a:buClr>
                <a:schemeClr val="tx2"/>
              </a:buClr>
              <a:defRPr lang="fr-FR" dirty="0">
                <a:solidFill>
                  <a:schemeClr val="bg1"/>
                </a:solidFill>
                <a:latin typeface="Poppins" pitchFamily="2" charset="77"/>
                <a:cs typeface="Poppins" pitchFamily="2" charset="77"/>
              </a:defRPr>
            </a:lvl3pPr>
            <a:lvl4pPr>
              <a:lnSpc>
                <a:spcPct val="120000"/>
              </a:lnSpc>
              <a:spcBef>
                <a:spcPts val="0"/>
              </a:spcBef>
              <a:buClr>
                <a:schemeClr val="tx2"/>
              </a:buClr>
              <a:defRPr lang="fr-FR" dirty="0">
                <a:solidFill>
                  <a:schemeClr val="bg1"/>
                </a:solidFill>
                <a:latin typeface="Poppins" pitchFamily="2" charset="77"/>
                <a:cs typeface="Poppins" pitchFamily="2" charset="77"/>
              </a:defRPr>
            </a:lvl4pPr>
            <a:lvl5pPr>
              <a:lnSpc>
                <a:spcPct val="120000"/>
              </a:lnSpc>
              <a:spcBef>
                <a:spcPts val="0"/>
              </a:spcBef>
              <a:buClr>
                <a:schemeClr val="tx2"/>
              </a:buClr>
              <a:defRPr lang="fr-FR" dirty="0">
                <a:solidFill>
                  <a:schemeClr val="bg1"/>
                </a:solidFill>
                <a:latin typeface="Poppins" pitchFamily="2" charset="77"/>
                <a:cs typeface="Poppins" pitchFamily="2" charset="77"/>
              </a:defRPr>
            </a:lvl5pPr>
          </a:lstStyle>
          <a:p>
            <a:pPr lvl="0">
              <a:spcAft>
                <a:spcPts val="600"/>
              </a:spcAft>
            </a:pPr>
            <a:r>
              <a:rPr lang="fr-FR" dirty="0"/>
              <a:t>At </a:t>
            </a:r>
            <a:r>
              <a:rPr lang="fr-FR" dirty="0" err="1"/>
              <a:t>vero</a:t>
            </a:r>
            <a:r>
              <a:rPr lang="fr-FR" dirty="0"/>
              <a:t> </a:t>
            </a:r>
            <a:r>
              <a:rPr lang="fr-FR" dirty="0" err="1"/>
              <a:t>eos</a:t>
            </a:r>
            <a:r>
              <a:rPr lang="fr-FR" dirty="0"/>
              <a:t> et </a:t>
            </a:r>
            <a:r>
              <a:rPr lang="fr-FR" dirty="0" err="1"/>
              <a:t>accusamus</a:t>
            </a:r>
            <a:r>
              <a:rPr lang="fr-FR" dirty="0"/>
              <a:t> et </a:t>
            </a:r>
            <a:r>
              <a:rPr lang="fr-FR" dirty="0" err="1"/>
              <a:t>iusto</a:t>
            </a:r>
            <a:r>
              <a:rPr lang="fr-FR" dirty="0"/>
              <a:t> </a:t>
            </a:r>
            <a:r>
              <a:rPr lang="fr-FR" dirty="0" err="1"/>
              <a:t>odio</a:t>
            </a:r>
            <a:r>
              <a:rPr lang="fr-FR" dirty="0"/>
              <a:t> </a:t>
            </a:r>
            <a:r>
              <a:rPr lang="fr-FR" dirty="0" err="1"/>
              <a:t>dignissimos</a:t>
            </a:r>
            <a:r>
              <a:rPr lang="fr-FR" dirty="0"/>
              <a:t> </a:t>
            </a:r>
            <a:r>
              <a:rPr lang="fr-FR" dirty="0" err="1"/>
              <a:t>ducimus</a:t>
            </a:r>
            <a:r>
              <a:rPr lang="fr-FR" dirty="0"/>
              <a:t> qui </a:t>
            </a:r>
            <a:r>
              <a:rPr lang="fr-FR" dirty="0" err="1"/>
              <a:t>blanditiis</a:t>
            </a:r>
            <a:r>
              <a:rPr lang="fr-FR" dirty="0"/>
              <a:t> </a:t>
            </a:r>
            <a:r>
              <a:rPr lang="fr-FR" dirty="0" err="1"/>
              <a:t>praesentium</a:t>
            </a:r>
            <a:r>
              <a:rPr lang="fr-FR" dirty="0"/>
              <a:t> </a:t>
            </a:r>
            <a:r>
              <a:rPr lang="fr-FR" dirty="0" err="1"/>
              <a:t>voluptatum</a:t>
            </a:r>
            <a:r>
              <a:rPr lang="fr-FR" dirty="0"/>
              <a:t> </a:t>
            </a:r>
            <a:r>
              <a:rPr lang="fr-FR" dirty="0" err="1"/>
              <a:t>deleniti</a:t>
            </a:r>
            <a:r>
              <a:rPr lang="fr-FR" dirty="0"/>
              <a:t> </a:t>
            </a:r>
            <a:r>
              <a:rPr lang="fr-FR" dirty="0" err="1"/>
              <a:t>atque</a:t>
            </a:r>
            <a:r>
              <a:rPr lang="fr-FR" dirty="0"/>
              <a:t> </a:t>
            </a:r>
            <a:r>
              <a:rPr lang="fr-FR" dirty="0" err="1"/>
              <a:t>corrupti</a:t>
            </a:r>
            <a:r>
              <a:rPr lang="fr-FR" dirty="0"/>
              <a:t> </a:t>
            </a:r>
            <a:r>
              <a:rPr lang="fr-FR" dirty="0" err="1"/>
              <a:t>quos</a:t>
            </a:r>
            <a:r>
              <a:rPr lang="fr-FR" dirty="0"/>
              <a:t> </a:t>
            </a:r>
            <a:r>
              <a:rPr lang="fr-FR" dirty="0" err="1"/>
              <a:t>dolores</a:t>
            </a:r>
            <a:r>
              <a:rPr lang="fr-FR" dirty="0"/>
              <a:t> et </a:t>
            </a:r>
            <a:r>
              <a:rPr lang="fr-FR" dirty="0" err="1"/>
              <a:t>quas</a:t>
            </a:r>
            <a:r>
              <a:rPr lang="fr-FR" dirty="0"/>
              <a:t> </a:t>
            </a:r>
            <a:r>
              <a:rPr lang="fr-FR" dirty="0" err="1"/>
              <a:t>molestias</a:t>
            </a:r>
            <a:r>
              <a:rPr lang="fr-FR" dirty="0"/>
              <a:t> </a:t>
            </a:r>
            <a:r>
              <a:rPr lang="fr-FR" dirty="0" err="1"/>
              <a:t>excepturi</a:t>
            </a:r>
            <a:r>
              <a:rPr lang="fr-FR" dirty="0"/>
              <a:t> </a:t>
            </a:r>
            <a:r>
              <a:rPr lang="fr-FR" dirty="0" err="1"/>
              <a:t>sint</a:t>
            </a:r>
            <a:r>
              <a:rPr lang="fr-FR" dirty="0"/>
              <a:t> </a:t>
            </a:r>
            <a:r>
              <a:rPr lang="fr-FR" dirty="0" err="1"/>
              <a:t>occaecati</a:t>
            </a:r>
            <a:r>
              <a:rPr lang="fr-FR" dirty="0"/>
              <a:t> </a:t>
            </a:r>
            <a:r>
              <a:rPr lang="fr-FR" dirty="0" err="1"/>
              <a:t>cupiditate</a:t>
            </a:r>
            <a:r>
              <a:rPr lang="fr-FR" dirty="0"/>
              <a:t> non provident, </a:t>
            </a:r>
            <a:r>
              <a:rPr lang="fr-FR" dirty="0" err="1"/>
              <a:t>similique</a:t>
            </a:r>
            <a:r>
              <a:rPr lang="fr-FR" dirty="0"/>
              <a:t> </a:t>
            </a:r>
            <a:r>
              <a:rPr lang="fr-FR" dirty="0" err="1"/>
              <a:t>sunt</a:t>
            </a:r>
            <a:r>
              <a:rPr lang="fr-FR" dirty="0"/>
              <a:t> in culpa qui officia </a:t>
            </a:r>
            <a:r>
              <a:rPr lang="fr-FR" dirty="0" err="1"/>
              <a:t>deserunt</a:t>
            </a:r>
            <a:r>
              <a:rPr lang="fr-FR" dirty="0"/>
              <a:t> </a:t>
            </a:r>
            <a:r>
              <a:rPr lang="fr-FR" dirty="0" err="1"/>
              <a:t>mollitia</a:t>
            </a:r>
            <a:r>
              <a:rPr lang="fr-FR" dirty="0"/>
              <a:t> </a:t>
            </a:r>
            <a:r>
              <a:rPr lang="fr-FR" dirty="0" err="1"/>
              <a:t>animi</a:t>
            </a:r>
            <a:r>
              <a:rPr lang="fr-FR" dirty="0"/>
              <a:t>, id est </a:t>
            </a:r>
            <a:r>
              <a:rPr lang="fr-FR" dirty="0" err="1"/>
              <a:t>laborum</a:t>
            </a:r>
            <a:r>
              <a:rPr lang="fr-FR" dirty="0"/>
              <a:t> et </a:t>
            </a:r>
            <a:r>
              <a:rPr lang="fr-FR" dirty="0" err="1"/>
              <a:t>dolorum</a:t>
            </a:r>
            <a:r>
              <a:rPr lang="fr-FR" dirty="0"/>
              <a:t> </a:t>
            </a:r>
            <a:r>
              <a:rPr lang="fr-FR" dirty="0" err="1"/>
              <a:t>fuga</a:t>
            </a:r>
            <a:r>
              <a:rPr lang="fr-FR" dirty="0"/>
              <a:t>. Et </a:t>
            </a:r>
            <a:r>
              <a:rPr lang="fr-FR" dirty="0" err="1"/>
              <a:t>harum</a:t>
            </a:r>
            <a:r>
              <a:rPr lang="fr-FR" dirty="0"/>
              <a:t> </a:t>
            </a:r>
            <a:r>
              <a:rPr lang="fr-FR" dirty="0" err="1"/>
              <a:t>quidem</a:t>
            </a:r>
            <a:r>
              <a:rPr lang="fr-FR" dirty="0"/>
              <a:t> </a:t>
            </a:r>
            <a:r>
              <a:rPr lang="fr-FR" dirty="0" err="1"/>
              <a:t>rerum</a:t>
            </a:r>
            <a:r>
              <a:rPr lang="fr-FR" dirty="0"/>
              <a:t> </a:t>
            </a:r>
            <a:r>
              <a:rPr lang="fr-FR" dirty="0" err="1"/>
              <a:t>facilis</a:t>
            </a:r>
            <a:r>
              <a:rPr lang="fr-FR" dirty="0"/>
              <a:t> est et </a:t>
            </a:r>
            <a:r>
              <a:rPr lang="fr-FR" dirty="0" err="1"/>
              <a:t>expedita</a:t>
            </a:r>
            <a:r>
              <a:rPr lang="fr-FR" dirty="0"/>
              <a:t> </a:t>
            </a:r>
            <a:r>
              <a:rPr lang="fr-FR" dirty="0" err="1"/>
              <a:t>distinctio</a:t>
            </a:r>
            <a:r>
              <a:rPr lang="fr-FR" dirty="0"/>
              <a:t>. Nam libero </a:t>
            </a:r>
            <a:r>
              <a:rPr lang="fr-FR" dirty="0" err="1"/>
              <a:t>tempore</a:t>
            </a:r>
            <a:r>
              <a:rPr lang="fr-FR" dirty="0"/>
              <a:t>, cum </a:t>
            </a:r>
            <a:r>
              <a:rPr lang="fr-FR" dirty="0" err="1"/>
              <a:t>soluta</a:t>
            </a:r>
            <a:r>
              <a:rPr lang="fr-FR" dirty="0"/>
              <a:t> </a:t>
            </a:r>
            <a:r>
              <a:rPr lang="fr-FR" dirty="0" err="1"/>
              <a:t>nobis</a:t>
            </a:r>
            <a:r>
              <a:rPr lang="fr-FR" dirty="0"/>
              <a:t> est </a:t>
            </a:r>
            <a:r>
              <a:rPr lang="fr-FR" dirty="0" err="1"/>
              <a:t>eligendi</a:t>
            </a:r>
            <a:r>
              <a:rPr lang="fr-FR" dirty="0"/>
              <a:t> </a:t>
            </a:r>
            <a:r>
              <a:rPr lang="fr-FR" dirty="0" err="1"/>
              <a:t>optio</a:t>
            </a:r>
            <a:r>
              <a:rPr lang="fr-FR" dirty="0"/>
              <a:t> </a:t>
            </a:r>
            <a:r>
              <a:rPr lang="fr-FR" dirty="0" err="1"/>
              <a:t>cumque</a:t>
            </a:r>
            <a:r>
              <a:rPr lang="fr-FR" dirty="0"/>
              <a:t> nihil </a:t>
            </a:r>
            <a:r>
              <a:rPr lang="fr-FR" dirty="0" err="1"/>
              <a:t>impedit</a:t>
            </a:r>
            <a:r>
              <a:rPr lang="fr-FR" dirty="0"/>
              <a:t> quo minus id</a:t>
            </a:r>
          </a:p>
        </p:txBody>
      </p:sp>
    </p:spTree>
    <p:extLst>
      <p:ext uri="{BB962C8B-B14F-4D97-AF65-F5344CB8AC3E}">
        <p14:creationId xmlns:p14="http://schemas.microsoft.com/office/powerpoint/2010/main" val="4041371800"/>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p:cSld name="Référence Vibrant 1">
    <p:spTree>
      <p:nvGrpSpPr>
        <p:cNvPr id="1" name=""/>
        <p:cNvGrpSpPr/>
        <p:nvPr/>
      </p:nvGrpSpPr>
      <p:grpSpPr>
        <a:xfrm>
          <a:off x="0" y="0"/>
          <a:ext cx="0" cy="0"/>
          <a:chOff x="0" y="0"/>
          <a:chExt cx="0" cy="0"/>
        </a:xfrm>
      </p:grpSpPr>
      <p:pic>
        <p:nvPicPr>
          <p:cNvPr id="17" name="Image 16">
            <a:extLst>
              <a:ext uri="{FF2B5EF4-FFF2-40B4-BE49-F238E27FC236}">
                <a16:creationId xmlns:a16="http://schemas.microsoft.com/office/drawing/2014/main" id="{E325A0B9-21A3-9A34-FBF7-D6585C2C6E7A}"/>
              </a:ext>
            </a:extLst>
          </p:cNvPr>
          <p:cNvPicPr>
            <a:picLocks noChangeAspect="1"/>
          </p:cNvPicPr>
          <p:nvPr/>
        </p:nvPicPr>
        <p:blipFill>
          <a:blip r:embed="rId2"/>
          <a:srcRect/>
          <a:stretch/>
        </p:blipFill>
        <p:spPr>
          <a:xfrm>
            <a:off x="1" y="1"/>
            <a:ext cx="12180840" cy="6857614"/>
          </a:xfrm>
          <a:prstGeom prst="rect">
            <a:avLst/>
          </a:prstGeom>
        </p:spPr>
      </p:pic>
      <p:sp>
        <p:nvSpPr>
          <p:cNvPr id="20" name="Espace réservé du texte 22">
            <a:extLst>
              <a:ext uri="{FF2B5EF4-FFF2-40B4-BE49-F238E27FC236}">
                <a16:creationId xmlns:a16="http://schemas.microsoft.com/office/drawing/2014/main" id="{8C8EBFD8-2352-3161-FECA-F5229C0183A6}"/>
              </a:ext>
            </a:extLst>
          </p:cNvPr>
          <p:cNvSpPr>
            <a:spLocks noGrp="1"/>
          </p:cNvSpPr>
          <p:nvPr>
            <p:ph type="body" sz="quarter" idx="17" hasCustomPrompt="1"/>
          </p:nvPr>
        </p:nvSpPr>
        <p:spPr>
          <a:xfrm>
            <a:off x="1139871" y="360437"/>
            <a:ext cx="9871029" cy="263149"/>
          </a:xfrm>
          <a:noFill/>
        </p:spPr>
        <p:txBody>
          <a:bodyPr wrap="square" anchor="b">
            <a:noAutofit/>
          </a:bodyPr>
          <a:lstStyle>
            <a:lvl1pPr marL="0" indent="0">
              <a:lnSpc>
                <a:spcPct val="120000"/>
              </a:lnSpc>
              <a:spcBef>
                <a:spcPts val="0"/>
              </a:spcBef>
              <a:spcAft>
                <a:spcPts val="600"/>
              </a:spcAft>
              <a:buNone/>
              <a:defRPr sz="1200" b="0">
                <a:solidFill>
                  <a:schemeClr val="bg1"/>
                </a:solidFill>
              </a:defRPr>
            </a:lvl1pPr>
          </a:lstStyle>
          <a:p>
            <a:pPr lvl="0"/>
            <a:r>
              <a:rPr lang="fr-FR" dirty="0"/>
              <a:t>Titre ici. Par exemple « Références »</a:t>
            </a:r>
          </a:p>
        </p:txBody>
      </p:sp>
      <p:sp>
        <p:nvSpPr>
          <p:cNvPr id="14" name="Titre 17">
            <a:extLst>
              <a:ext uri="{FF2B5EF4-FFF2-40B4-BE49-F238E27FC236}">
                <a16:creationId xmlns:a16="http://schemas.microsoft.com/office/drawing/2014/main" id="{B157DDAD-99E2-D436-0C02-B3819365CB89}"/>
              </a:ext>
            </a:extLst>
          </p:cNvPr>
          <p:cNvSpPr>
            <a:spLocks noGrp="1"/>
          </p:cNvSpPr>
          <p:nvPr>
            <p:ph type="title" hasCustomPrompt="1"/>
          </p:nvPr>
        </p:nvSpPr>
        <p:spPr>
          <a:xfrm>
            <a:off x="1139871" y="1726354"/>
            <a:ext cx="4079829" cy="291618"/>
          </a:xfrm>
          <a:noFill/>
        </p:spPr>
        <p:txBody>
          <a:bodyPr wrap="square" anchor="ctr" anchorCtr="0">
            <a:spAutoFit/>
          </a:bodyPr>
          <a:lstStyle>
            <a:lvl1pPr>
              <a:lnSpc>
                <a:spcPct val="90000"/>
              </a:lnSpc>
              <a:spcAft>
                <a:spcPts val="600"/>
              </a:spcAft>
              <a:defRPr sz="1400">
                <a:solidFill>
                  <a:schemeClr val="tx1"/>
                </a:solidFill>
              </a:defRPr>
            </a:lvl1pPr>
          </a:lstStyle>
          <a:p>
            <a:r>
              <a:rPr lang="fr-FR" dirty="0"/>
              <a:t>Titre ici. Exemple « La nature du projet »</a:t>
            </a:r>
          </a:p>
        </p:txBody>
      </p:sp>
      <p:sp>
        <p:nvSpPr>
          <p:cNvPr id="15" name="Espace réservé du texte 2">
            <a:extLst>
              <a:ext uri="{FF2B5EF4-FFF2-40B4-BE49-F238E27FC236}">
                <a16:creationId xmlns:a16="http://schemas.microsoft.com/office/drawing/2014/main" id="{C99D6727-D92F-555C-23F4-2D158012226C}"/>
              </a:ext>
            </a:extLst>
          </p:cNvPr>
          <p:cNvSpPr>
            <a:spLocks noGrp="1"/>
          </p:cNvSpPr>
          <p:nvPr>
            <p:ph idx="1" hasCustomPrompt="1"/>
          </p:nvPr>
        </p:nvSpPr>
        <p:spPr>
          <a:xfrm>
            <a:off x="1149927" y="2017972"/>
            <a:ext cx="4069773" cy="1912062"/>
          </a:xfrm>
          <a:prstGeom prst="rect">
            <a:avLst/>
          </a:prstGeom>
        </p:spPr>
        <p:txBody>
          <a:bodyPr vert="horz" wrap="square" lIns="91440" tIns="45720" rIns="91440" bIns="45720" rtlCol="0">
            <a:spAutoFit/>
          </a:bodyPr>
          <a:lstStyle>
            <a:lvl1pPr marL="0" indent="0">
              <a:lnSpc>
                <a:spcPct val="120000"/>
              </a:lnSpc>
              <a:spcBef>
                <a:spcPts val="0"/>
              </a:spcBef>
              <a:buClr>
                <a:schemeClr val="tx2"/>
              </a:buClr>
              <a:buNone/>
              <a:defRPr lang="fr-FR" dirty="0">
                <a:solidFill>
                  <a:schemeClr val="tx1"/>
                </a:solidFill>
                <a:latin typeface="Poppins" pitchFamily="2" charset="77"/>
                <a:cs typeface="Poppins" pitchFamily="2" charset="77"/>
              </a:defRPr>
            </a:lvl1pPr>
            <a:lvl2pPr>
              <a:lnSpc>
                <a:spcPct val="120000"/>
              </a:lnSpc>
              <a:spcBef>
                <a:spcPts val="0"/>
              </a:spcBef>
              <a:buClr>
                <a:schemeClr val="tx2"/>
              </a:buClr>
              <a:defRPr lang="fr-FR" dirty="0">
                <a:solidFill>
                  <a:schemeClr val="bg1"/>
                </a:solidFill>
                <a:latin typeface="Poppins" pitchFamily="2" charset="77"/>
                <a:cs typeface="Poppins" pitchFamily="2" charset="77"/>
              </a:defRPr>
            </a:lvl2pPr>
            <a:lvl3pPr>
              <a:lnSpc>
                <a:spcPct val="120000"/>
              </a:lnSpc>
              <a:spcBef>
                <a:spcPts val="0"/>
              </a:spcBef>
              <a:buClr>
                <a:schemeClr val="tx2"/>
              </a:buClr>
              <a:defRPr lang="fr-FR" dirty="0">
                <a:solidFill>
                  <a:schemeClr val="bg1"/>
                </a:solidFill>
                <a:latin typeface="Poppins" pitchFamily="2" charset="77"/>
                <a:cs typeface="Poppins" pitchFamily="2" charset="77"/>
              </a:defRPr>
            </a:lvl3pPr>
            <a:lvl4pPr>
              <a:lnSpc>
                <a:spcPct val="120000"/>
              </a:lnSpc>
              <a:spcBef>
                <a:spcPts val="0"/>
              </a:spcBef>
              <a:buClr>
                <a:schemeClr val="tx2"/>
              </a:buClr>
              <a:defRPr lang="fr-FR" dirty="0">
                <a:solidFill>
                  <a:schemeClr val="bg1"/>
                </a:solidFill>
                <a:latin typeface="Poppins" pitchFamily="2" charset="77"/>
                <a:cs typeface="Poppins" pitchFamily="2" charset="77"/>
              </a:defRPr>
            </a:lvl4pPr>
            <a:lvl5pPr>
              <a:lnSpc>
                <a:spcPct val="120000"/>
              </a:lnSpc>
              <a:spcBef>
                <a:spcPts val="0"/>
              </a:spcBef>
              <a:buClr>
                <a:schemeClr val="tx2"/>
              </a:buClr>
              <a:defRPr lang="fr-FR" dirty="0">
                <a:solidFill>
                  <a:schemeClr val="bg1"/>
                </a:solidFill>
                <a:latin typeface="Poppins" pitchFamily="2" charset="77"/>
                <a:cs typeface="Poppins" pitchFamily="2" charset="77"/>
              </a:defRPr>
            </a:lvl5pPr>
          </a:lstStyle>
          <a:p>
            <a:pPr lvl="0">
              <a:spcAft>
                <a:spcPts val="600"/>
              </a:spcAft>
            </a:pPr>
            <a:r>
              <a:rPr lang="fr-FR" dirty="0"/>
              <a:t>At </a:t>
            </a:r>
            <a:r>
              <a:rPr lang="fr-FR" dirty="0" err="1"/>
              <a:t>vero</a:t>
            </a:r>
            <a:r>
              <a:rPr lang="fr-FR" dirty="0"/>
              <a:t> </a:t>
            </a:r>
            <a:r>
              <a:rPr lang="fr-FR" dirty="0" err="1"/>
              <a:t>eos</a:t>
            </a:r>
            <a:r>
              <a:rPr lang="fr-FR" dirty="0"/>
              <a:t> et </a:t>
            </a:r>
            <a:r>
              <a:rPr lang="fr-FR" dirty="0" err="1"/>
              <a:t>accusamus</a:t>
            </a:r>
            <a:r>
              <a:rPr lang="fr-FR" dirty="0"/>
              <a:t> et </a:t>
            </a:r>
            <a:r>
              <a:rPr lang="fr-FR" dirty="0" err="1"/>
              <a:t>iusto</a:t>
            </a:r>
            <a:r>
              <a:rPr lang="fr-FR" dirty="0"/>
              <a:t> </a:t>
            </a:r>
            <a:r>
              <a:rPr lang="fr-FR" dirty="0" err="1"/>
              <a:t>odio</a:t>
            </a:r>
            <a:r>
              <a:rPr lang="fr-FR" dirty="0"/>
              <a:t> </a:t>
            </a:r>
            <a:r>
              <a:rPr lang="fr-FR" dirty="0" err="1"/>
              <a:t>dignissimos</a:t>
            </a:r>
            <a:r>
              <a:rPr lang="fr-FR" dirty="0"/>
              <a:t> </a:t>
            </a:r>
            <a:r>
              <a:rPr lang="fr-FR" dirty="0" err="1"/>
              <a:t>ducimus</a:t>
            </a:r>
            <a:r>
              <a:rPr lang="fr-FR" dirty="0"/>
              <a:t> qui </a:t>
            </a:r>
            <a:r>
              <a:rPr lang="fr-FR" dirty="0" err="1"/>
              <a:t>blanditiis</a:t>
            </a:r>
            <a:r>
              <a:rPr lang="fr-FR" dirty="0"/>
              <a:t> </a:t>
            </a:r>
            <a:r>
              <a:rPr lang="fr-FR" dirty="0" err="1"/>
              <a:t>praesentium</a:t>
            </a:r>
            <a:r>
              <a:rPr lang="fr-FR" dirty="0"/>
              <a:t> </a:t>
            </a:r>
            <a:r>
              <a:rPr lang="fr-FR" dirty="0" err="1"/>
              <a:t>voluptatum</a:t>
            </a:r>
            <a:r>
              <a:rPr lang="fr-FR" dirty="0"/>
              <a:t> </a:t>
            </a:r>
            <a:r>
              <a:rPr lang="fr-FR" dirty="0" err="1"/>
              <a:t>deleniti</a:t>
            </a:r>
            <a:r>
              <a:rPr lang="fr-FR" dirty="0"/>
              <a:t> </a:t>
            </a:r>
            <a:r>
              <a:rPr lang="fr-FR" dirty="0" err="1"/>
              <a:t>atque</a:t>
            </a:r>
            <a:r>
              <a:rPr lang="fr-FR" dirty="0"/>
              <a:t> </a:t>
            </a:r>
            <a:r>
              <a:rPr lang="fr-FR" dirty="0" err="1"/>
              <a:t>corrupti</a:t>
            </a:r>
            <a:r>
              <a:rPr lang="fr-FR" dirty="0"/>
              <a:t> </a:t>
            </a:r>
            <a:r>
              <a:rPr lang="fr-FR" dirty="0" err="1"/>
              <a:t>quos</a:t>
            </a:r>
            <a:r>
              <a:rPr lang="fr-FR" dirty="0"/>
              <a:t> </a:t>
            </a:r>
            <a:r>
              <a:rPr lang="fr-FR" dirty="0" err="1"/>
              <a:t>dolores</a:t>
            </a:r>
            <a:r>
              <a:rPr lang="fr-FR" dirty="0"/>
              <a:t> et </a:t>
            </a:r>
            <a:r>
              <a:rPr lang="fr-FR" dirty="0" err="1"/>
              <a:t>quas</a:t>
            </a:r>
            <a:r>
              <a:rPr lang="fr-FR" dirty="0"/>
              <a:t> </a:t>
            </a:r>
            <a:r>
              <a:rPr lang="fr-FR" dirty="0" err="1"/>
              <a:t>molestias</a:t>
            </a:r>
            <a:r>
              <a:rPr lang="fr-FR" dirty="0"/>
              <a:t> </a:t>
            </a:r>
            <a:r>
              <a:rPr lang="fr-FR" dirty="0" err="1"/>
              <a:t>excepturi</a:t>
            </a:r>
            <a:r>
              <a:rPr lang="fr-FR" dirty="0"/>
              <a:t> </a:t>
            </a:r>
            <a:r>
              <a:rPr lang="fr-FR" dirty="0" err="1"/>
              <a:t>sint</a:t>
            </a:r>
            <a:r>
              <a:rPr lang="fr-FR" dirty="0"/>
              <a:t> </a:t>
            </a:r>
            <a:r>
              <a:rPr lang="fr-FR" dirty="0" err="1"/>
              <a:t>occaecati</a:t>
            </a:r>
            <a:r>
              <a:rPr lang="fr-FR" dirty="0"/>
              <a:t> </a:t>
            </a:r>
            <a:r>
              <a:rPr lang="fr-FR" dirty="0" err="1"/>
              <a:t>cupiditate</a:t>
            </a:r>
            <a:r>
              <a:rPr lang="fr-FR" dirty="0"/>
              <a:t> non provident, </a:t>
            </a:r>
            <a:r>
              <a:rPr lang="fr-FR" dirty="0" err="1"/>
              <a:t>similique</a:t>
            </a:r>
            <a:r>
              <a:rPr lang="fr-FR" dirty="0"/>
              <a:t> </a:t>
            </a:r>
            <a:r>
              <a:rPr lang="fr-FR" dirty="0" err="1"/>
              <a:t>sunt</a:t>
            </a:r>
            <a:r>
              <a:rPr lang="fr-FR" dirty="0"/>
              <a:t> in culpa qui officia </a:t>
            </a:r>
            <a:r>
              <a:rPr lang="fr-FR" dirty="0" err="1"/>
              <a:t>deserunt</a:t>
            </a:r>
            <a:r>
              <a:rPr lang="fr-FR" dirty="0"/>
              <a:t> </a:t>
            </a:r>
            <a:r>
              <a:rPr lang="fr-FR" dirty="0" err="1"/>
              <a:t>mollitia</a:t>
            </a:r>
            <a:r>
              <a:rPr lang="fr-FR" dirty="0"/>
              <a:t> </a:t>
            </a:r>
            <a:r>
              <a:rPr lang="fr-FR" dirty="0" err="1"/>
              <a:t>animi</a:t>
            </a:r>
            <a:r>
              <a:rPr lang="fr-FR" dirty="0"/>
              <a:t>, id est </a:t>
            </a:r>
            <a:r>
              <a:rPr lang="fr-FR" dirty="0" err="1"/>
              <a:t>laborum</a:t>
            </a:r>
            <a:r>
              <a:rPr lang="fr-FR" dirty="0"/>
              <a:t> et </a:t>
            </a:r>
            <a:r>
              <a:rPr lang="fr-FR" dirty="0" err="1"/>
              <a:t>dolorum</a:t>
            </a:r>
            <a:r>
              <a:rPr lang="fr-FR" dirty="0"/>
              <a:t> </a:t>
            </a:r>
            <a:r>
              <a:rPr lang="fr-FR" dirty="0" err="1"/>
              <a:t>fuga</a:t>
            </a:r>
            <a:r>
              <a:rPr lang="fr-FR" dirty="0"/>
              <a:t>. Et </a:t>
            </a:r>
            <a:r>
              <a:rPr lang="fr-FR" dirty="0" err="1"/>
              <a:t>harum</a:t>
            </a:r>
            <a:r>
              <a:rPr lang="fr-FR" dirty="0"/>
              <a:t> </a:t>
            </a:r>
            <a:r>
              <a:rPr lang="fr-FR" dirty="0" err="1"/>
              <a:t>quidem</a:t>
            </a:r>
            <a:r>
              <a:rPr lang="fr-FR" dirty="0"/>
              <a:t> </a:t>
            </a:r>
            <a:r>
              <a:rPr lang="fr-FR" dirty="0" err="1"/>
              <a:t>rerum</a:t>
            </a:r>
            <a:r>
              <a:rPr lang="fr-FR" dirty="0"/>
              <a:t> </a:t>
            </a:r>
            <a:r>
              <a:rPr lang="fr-FR" dirty="0" err="1"/>
              <a:t>facilis</a:t>
            </a:r>
            <a:r>
              <a:rPr lang="fr-FR" dirty="0"/>
              <a:t> est et </a:t>
            </a:r>
            <a:r>
              <a:rPr lang="fr-FR" dirty="0" err="1"/>
              <a:t>expedita</a:t>
            </a:r>
            <a:r>
              <a:rPr lang="fr-FR" dirty="0"/>
              <a:t> </a:t>
            </a:r>
            <a:r>
              <a:rPr lang="fr-FR" dirty="0" err="1"/>
              <a:t>distinctio</a:t>
            </a:r>
            <a:r>
              <a:rPr lang="fr-FR" dirty="0"/>
              <a:t>. Nam libero </a:t>
            </a:r>
            <a:r>
              <a:rPr lang="fr-FR" dirty="0" err="1"/>
              <a:t>tempore</a:t>
            </a:r>
            <a:r>
              <a:rPr lang="fr-FR" dirty="0"/>
              <a:t>, cum </a:t>
            </a:r>
            <a:r>
              <a:rPr lang="fr-FR" dirty="0" err="1"/>
              <a:t>soluta</a:t>
            </a:r>
            <a:r>
              <a:rPr lang="fr-FR" dirty="0"/>
              <a:t> </a:t>
            </a:r>
            <a:r>
              <a:rPr lang="fr-FR" dirty="0" err="1"/>
              <a:t>nobis</a:t>
            </a:r>
            <a:r>
              <a:rPr lang="fr-FR" dirty="0"/>
              <a:t> est </a:t>
            </a:r>
            <a:r>
              <a:rPr lang="fr-FR" dirty="0" err="1"/>
              <a:t>eligendi</a:t>
            </a:r>
            <a:r>
              <a:rPr lang="fr-FR" dirty="0"/>
              <a:t> </a:t>
            </a:r>
            <a:r>
              <a:rPr lang="fr-FR" dirty="0" err="1"/>
              <a:t>optio</a:t>
            </a:r>
            <a:r>
              <a:rPr lang="fr-FR" dirty="0"/>
              <a:t> </a:t>
            </a:r>
            <a:r>
              <a:rPr lang="fr-FR" dirty="0" err="1"/>
              <a:t>cumque</a:t>
            </a:r>
            <a:r>
              <a:rPr lang="fr-FR" dirty="0"/>
              <a:t> nihil </a:t>
            </a:r>
            <a:r>
              <a:rPr lang="fr-FR" dirty="0" err="1"/>
              <a:t>impedit</a:t>
            </a:r>
            <a:r>
              <a:rPr lang="fr-FR" dirty="0"/>
              <a:t> quo minus id</a:t>
            </a:r>
          </a:p>
        </p:txBody>
      </p:sp>
      <p:sp>
        <p:nvSpPr>
          <p:cNvPr id="9" name="object 11">
            <a:extLst>
              <a:ext uri="{FF2B5EF4-FFF2-40B4-BE49-F238E27FC236}">
                <a16:creationId xmlns:a16="http://schemas.microsoft.com/office/drawing/2014/main" id="{4969E488-075A-C35C-870A-D4AF17A9D1F7}"/>
              </a:ext>
            </a:extLst>
          </p:cNvPr>
          <p:cNvSpPr/>
          <p:nvPr/>
        </p:nvSpPr>
        <p:spPr>
          <a:xfrm>
            <a:off x="11397941" y="0"/>
            <a:ext cx="794059" cy="6858000"/>
          </a:xfrm>
          <a:custGeom>
            <a:avLst/>
            <a:gdLst/>
            <a:ahLst/>
            <a:cxnLst/>
            <a:rect l="l" t="t" r="r" b="b"/>
            <a:pathLst>
              <a:path w="1309369" h="11308715">
                <a:moveTo>
                  <a:pt x="1308860" y="0"/>
                </a:moveTo>
                <a:lnTo>
                  <a:pt x="0" y="0"/>
                </a:lnTo>
                <a:lnTo>
                  <a:pt x="0" y="11308556"/>
                </a:lnTo>
                <a:lnTo>
                  <a:pt x="1308860" y="11308556"/>
                </a:lnTo>
                <a:lnTo>
                  <a:pt x="1308860" y="0"/>
                </a:lnTo>
                <a:close/>
              </a:path>
            </a:pathLst>
          </a:custGeom>
          <a:solidFill>
            <a:schemeClr val="bg1"/>
          </a:solidFill>
          <a:ln>
            <a:noFill/>
          </a:ln>
        </p:spPr>
        <p:txBody>
          <a:bodyPr wrap="square" lIns="0" tIns="0" rIns="0" bIns="0" rtlCol="0"/>
          <a:lstStyle/>
          <a:p>
            <a:endParaRPr sz="1092"/>
          </a:p>
        </p:txBody>
      </p:sp>
      <p:sp>
        <p:nvSpPr>
          <p:cNvPr id="10" name="object 14">
            <a:extLst>
              <a:ext uri="{FF2B5EF4-FFF2-40B4-BE49-F238E27FC236}">
                <a16:creationId xmlns:a16="http://schemas.microsoft.com/office/drawing/2014/main" id="{4F731620-8939-EAA1-F72B-B6FCBB34F189}"/>
              </a:ext>
            </a:extLst>
          </p:cNvPr>
          <p:cNvSpPr/>
          <p:nvPr/>
        </p:nvSpPr>
        <p:spPr>
          <a:xfrm>
            <a:off x="11397456" y="6063824"/>
            <a:ext cx="794059" cy="0"/>
          </a:xfrm>
          <a:custGeom>
            <a:avLst/>
            <a:gdLst/>
            <a:ahLst/>
            <a:cxnLst/>
            <a:rect l="l" t="t" r="r" b="b"/>
            <a:pathLst>
              <a:path w="1309369">
                <a:moveTo>
                  <a:pt x="0" y="0"/>
                </a:moveTo>
                <a:lnTo>
                  <a:pt x="1308860" y="0"/>
                </a:lnTo>
              </a:path>
            </a:pathLst>
          </a:custGeom>
          <a:ln w="7853">
            <a:solidFill>
              <a:schemeClr val="tx1"/>
            </a:solidFill>
          </a:ln>
        </p:spPr>
        <p:txBody>
          <a:bodyPr wrap="square" lIns="0" tIns="0" rIns="0" bIns="0" rtlCol="0"/>
          <a:lstStyle/>
          <a:p>
            <a:endParaRPr sz="1092"/>
          </a:p>
        </p:txBody>
      </p:sp>
      <p:pic>
        <p:nvPicPr>
          <p:cNvPr id="11" name="Graphique 10">
            <a:extLst>
              <a:ext uri="{FF2B5EF4-FFF2-40B4-BE49-F238E27FC236}">
                <a16:creationId xmlns:a16="http://schemas.microsoft.com/office/drawing/2014/main" id="{C34D79BC-2257-1A76-4BDA-9FBAD7B5913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646607" y="6340088"/>
            <a:ext cx="330919" cy="214383"/>
          </a:xfrm>
          <a:prstGeom prst="rect">
            <a:avLst/>
          </a:prstGeom>
        </p:spPr>
      </p:pic>
      <p:sp>
        <p:nvSpPr>
          <p:cNvPr id="12" name="Espace réservé du pied de page 4">
            <a:extLst>
              <a:ext uri="{FF2B5EF4-FFF2-40B4-BE49-F238E27FC236}">
                <a16:creationId xmlns:a16="http://schemas.microsoft.com/office/drawing/2014/main" id="{B217BE21-97D8-5658-DA53-EFD421F98EA7}"/>
              </a:ext>
            </a:extLst>
          </p:cNvPr>
          <p:cNvSpPr>
            <a:spLocks noGrp="1"/>
          </p:cNvSpPr>
          <p:nvPr>
            <p:ph type="ftr" sz="quarter" idx="3"/>
          </p:nvPr>
        </p:nvSpPr>
        <p:spPr>
          <a:xfrm rot="16200000">
            <a:off x="9737570" y="2572960"/>
            <a:ext cx="4114800" cy="365125"/>
          </a:xfrm>
          <a:prstGeom prst="rect">
            <a:avLst/>
          </a:prstGeom>
        </p:spPr>
        <p:txBody>
          <a:bodyPr vert="horz" lIns="91440" tIns="45720" rIns="91440" bIns="45720" rtlCol="0" anchor="ctr"/>
          <a:lstStyle>
            <a:lvl1pPr>
              <a:defRPr lang="en-US" sz="728" dirty="0">
                <a:solidFill>
                  <a:schemeClr val="tx1"/>
                </a:solidFill>
                <a:latin typeface="Poppins" pitchFamily="2" charset="77"/>
                <a:cs typeface="Poppins" pitchFamily="2" charset="77"/>
              </a:defRPr>
            </a:lvl1pPr>
          </a:lstStyle>
          <a:p>
            <a:pPr algn="r"/>
            <a:r>
              <a:rPr lang="fr-FR"/>
              <a:t>Architectes des grandes transformations</a:t>
            </a:r>
            <a:endParaRPr lang="fr-US"/>
          </a:p>
        </p:txBody>
      </p:sp>
      <p:sp>
        <p:nvSpPr>
          <p:cNvPr id="13" name="Espace réservé du numéro de diapositive 18">
            <a:extLst>
              <a:ext uri="{FF2B5EF4-FFF2-40B4-BE49-F238E27FC236}">
                <a16:creationId xmlns:a16="http://schemas.microsoft.com/office/drawing/2014/main" id="{99D56DC2-56C9-40CD-0FAA-6254631ED264}"/>
              </a:ext>
            </a:extLst>
          </p:cNvPr>
          <p:cNvSpPr>
            <a:spLocks noGrp="1"/>
          </p:cNvSpPr>
          <p:nvPr>
            <p:ph type="sldNum" sz="quarter" idx="4"/>
          </p:nvPr>
        </p:nvSpPr>
        <p:spPr>
          <a:xfrm>
            <a:off x="11588253" y="165403"/>
            <a:ext cx="420073" cy="365125"/>
          </a:xfrm>
          <a:prstGeom prst="rect">
            <a:avLst/>
          </a:prstGeom>
        </p:spPr>
        <p:txBody>
          <a:bodyPr/>
          <a:lstStyle>
            <a:lvl1pPr algn="ctr">
              <a:defRPr lang="en-US" sz="800" b="1" smtClean="0">
                <a:solidFill>
                  <a:schemeClr val="tx1"/>
                </a:solidFill>
                <a:latin typeface="Poppins" pitchFamily="2" charset="77"/>
                <a:cs typeface="Poppins" pitchFamily="2" charset="77"/>
              </a:defRPr>
            </a:lvl1pPr>
          </a:lstStyle>
          <a:p>
            <a:fld id="{8042310B-17DC-C845-9B99-8FE29D3E9696}" type="slidenum">
              <a:rPr lang="fr-FR" smtClean="0"/>
              <a:pPr/>
              <a:t>‹N°›</a:t>
            </a:fld>
            <a:endParaRPr lang="fr-FR" dirty="0"/>
          </a:p>
        </p:txBody>
      </p:sp>
    </p:spTree>
    <p:extLst>
      <p:ext uri="{BB962C8B-B14F-4D97-AF65-F5344CB8AC3E}">
        <p14:creationId xmlns:p14="http://schemas.microsoft.com/office/powerpoint/2010/main" val="3250760110"/>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p:cSld name="Référence Vibrant 2">
    <p:spTree>
      <p:nvGrpSpPr>
        <p:cNvPr id="1" name=""/>
        <p:cNvGrpSpPr/>
        <p:nvPr/>
      </p:nvGrpSpPr>
      <p:grpSpPr>
        <a:xfrm>
          <a:off x="0" y="0"/>
          <a:ext cx="0" cy="0"/>
          <a:chOff x="0" y="0"/>
          <a:chExt cx="0" cy="0"/>
        </a:xfrm>
      </p:grpSpPr>
      <p:pic>
        <p:nvPicPr>
          <p:cNvPr id="17" name="Image 16">
            <a:extLst>
              <a:ext uri="{FF2B5EF4-FFF2-40B4-BE49-F238E27FC236}">
                <a16:creationId xmlns:a16="http://schemas.microsoft.com/office/drawing/2014/main" id="{E325A0B9-21A3-9A34-FBF7-D6585C2C6E7A}"/>
              </a:ext>
            </a:extLst>
          </p:cNvPr>
          <p:cNvPicPr>
            <a:picLocks noChangeAspect="1"/>
          </p:cNvPicPr>
          <p:nvPr/>
        </p:nvPicPr>
        <p:blipFill>
          <a:blip r:embed="rId2"/>
          <a:srcRect/>
          <a:stretch/>
        </p:blipFill>
        <p:spPr>
          <a:xfrm>
            <a:off x="0" y="1"/>
            <a:ext cx="12176927" cy="6857614"/>
          </a:xfrm>
          <a:prstGeom prst="rect">
            <a:avLst/>
          </a:prstGeom>
        </p:spPr>
      </p:pic>
      <p:sp>
        <p:nvSpPr>
          <p:cNvPr id="20" name="Espace réservé du texte 22">
            <a:extLst>
              <a:ext uri="{FF2B5EF4-FFF2-40B4-BE49-F238E27FC236}">
                <a16:creationId xmlns:a16="http://schemas.microsoft.com/office/drawing/2014/main" id="{8C8EBFD8-2352-3161-FECA-F5229C0183A6}"/>
              </a:ext>
            </a:extLst>
          </p:cNvPr>
          <p:cNvSpPr>
            <a:spLocks noGrp="1"/>
          </p:cNvSpPr>
          <p:nvPr>
            <p:ph type="body" sz="quarter" idx="17" hasCustomPrompt="1"/>
          </p:nvPr>
        </p:nvSpPr>
        <p:spPr>
          <a:xfrm>
            <a:off x="1139871" y="360437"/>
            <a:ext cx="9871029" cy="263149"/>
          </a:xfrm>
          <a:noFill/>
        </p:spPr>
        <p:txBody>
          <a:bodyPr wrap="square" anchor="b">
            <a:noAutofit/>
          </a:bodyPr>
          <a:lstStyle>
            <a:lvl1pPr marL="0" indent="0">
              <a:lnSpc>
                <a:spcPct val="120000"/>
              </a:lnSpc>
              <a:spcBef>
                <a:spcPts val="0"/>
              </a:spcBef>
              <a:spcAft>
                <a:spcPts val="600"/>
              </a:spcAft>
              <a:buNone/>
              <a:defRPr sz="1200" b="0">
                <a:solidFill>
                  <a:schemeClr val="bg1"/>
                </a:solidFill>
              </a:defRPr>
            </a:lvl1pPr>
          </a:lstStyle>
          <a:p>
            <a:pPr lvl="0"/>
            <a:r>
              <a:rPr lang="fr-FR" dirty="0"/>
              <a:t>Titre ici. Par exemple « Références »</a:t>
            </a:r>
          </a:p>
        </p:txBody>
      </p:sp>
      <p:sp>
        <p:nvSpPr>
          <p:cNvPr id="14" name="Titre 17">
            <a:extLst>
              <a:ext uri="{FF2B5EF4-FFF2-40B4-BE49-F238E27FC236}">
                <a16:creationId xmlns:a16="http://schemas.microsoft.com/office/drawing/2014/main" id="{B157DDAD-99E2-D436-0C02-B3819365CB89}"/>
              </a:ext>
            </a:extLst>
          </p:cNvPr>
          <p:cNvSpPr>
            <a:spLocks noGrp="1"/>
          </p:cNvSpPr>
          <p:nvPr>
            <p:ph type="title" hasCustomPrompt="1"/>
          </p:nvPr>
        </p:nvSpPr>
        <p:spPr>
          <a:xfrm>
            <a:off x="1139871" y="1726354"/>
            <a:ext cx="4079829" cy="291618"/>
          </a:xfrm>
          <a:noFill/>
        </p:spPr>
        <p:txBody>
          <a:bodyPr wrap="square" anchor="ctr" anchorCtr="0">
            <a:spAutoFit/>
          </a:bodyPr>
          <a:lstStyle>
            <a:lvl1pPr>
              <a:lnSpc>
                <a:spcPct val="90000"/>
              </a:lnSpc>
              <a:spcAft>
                <a:spcPts val="600"/>
              </a:spcAft>
              <a:defRPr sz="1400">
                <a:solidFill>
                  <a:schemeClr val="tx1"/>
                </a:solidFill>
              </a:defRPr>
            </a:lvl1pPr>
          </a:lstStyle>
          <a:p>
            <a:r>
              <a:rPr lang="fr-FR" dirty="0"/>
              <a:t>Titre ici. Exemple « La nature du projet »</a:t>
            </a:r>
          </a:p>
        </p:txBody>
      </p:sp>
      <p:sp>
        <p:nvSpPr>
          <p:cNvPr id="15" name="Espace réservé du texte 2">
            <a:extLst>
              <a:ext uri="{FF2B5EF4-FFF2-40B4-BE49-F238E27FC236}">
                <a16:creationId xmlns:a16="http://schemas.microsoft.com/office/drawing/2014/main" id="{C99D6727-D92F-555C-23F4-2D158012226C}"/>
              </a:ext>
            </a:extLst>
          </p:cNvPr>
          <p:cNvSpPr>
            <a:spLocks noGrp="1"/>
          </p:cNvSpPr>
          <p:nvPr>
            <p:ph idx="1" hasCustomPrompt="1"/>
          </p:nvPr>
        </p:nvSpPr>
        <p:spPr>
          <a:xfrm>
            <a:off x="1149927" y="2017972"/>
            <a:ext cx="4069773" cy="1912062"/>
          </a:xfrm>
          <a:prstGeom prst="rect">
            <a:avLst/>
          </a:prstGeom>
        </p:spPr>
        <p:txBody>
          <a:bodyPr vert="horz" wrap="square" lIns="91440" tIns="45720" rIns="91440" bIns="45720" rtlCol="0">
            <a:spAutoFit/>
          </a:bodyPr>
          <a:lstStyle>
            <a:lvl1pPr marL="0" indent="0">
              <a:lnSpc>
                <a:spcPct val="120000"/>
              </a:lnSpc>
              <a:spcBef>
                <a:spcPts val="0"/>
              </a:spcBef>
              <a:buClr>
                <a:schemeClr val="tx2"/>
              </a:buClr>
              <a:buNone/>
              <a:defRPr lang="fr-FR" dirty="0">
                <a:solidFill>
                  <a:schemeClr val="tx1"/>
                </a:solidFill>
                <a:latin typeface="Poppins" pitchFamily="2" charset="77"/>
                <a:cs typeface="Poppins" pitchFamily="2" charset="77"/>
              </a:defRPr>
            </a:lvl1pPr>
            <a:lvl2pPr>
              <a:lnSpc>
                <a:spcPct val="120000"/>
              </a:lnSpc>
              <a:spcBef>
                <a:spcPts val="0"/>
              </a:spcBef>
              <a:buClr>
                <a:schemeClr val="tx2"/>
              </a:buClr>
              <a:defRPr lang="fr-FR" dirty="0">
                <a:solidFill>
                  <a:schemeClr val="bg1"/>
                </a:solidFill>
                <a:latin typeface="Poppins" pitchFamily="2" charset="77"/>
                <a:cs typeface="Poppins" pitchFamily="2" charset="77"/>
              </a:defRPr>
            </a:lvl2pPr>
            <a:lvl3pPr>
              <a:lnSpc>
                <a:spcPct val="120000"/>
              </a:lnSpc>
              <a:spcBef>
                <a:spcPts val="0"/>
              </a:spcBef>
              <a:buClr>
                <a:schemeClr val="tx2"/>
              </a:buClr>
              <a:defRPr lang="fr-FR" dirty="0">
                <a:solidFill>
                  <a:schemeClr val="bg1"/>
                </a:solidFill>
                <a:latin typeface="Poppins" pitchFamily="2" charset="77"/>
                <a:cs typeface="Poppins" pitchFamily="2" charset="77"/>
              </a:defRPr>
            </a:lvl3pPr>
            <a:lvl4pPr>
              <a:lnSpc>
                <a:spcPct val="120000"/>
              </a:lnSpc>
              <a:spcBef>
                <a:spcPts val="0"/>
              </a:spcBef>
              <a:buClr>
                <a:schemeClr val="tx2"/>
              </a:buClr>
              <a:defRPr lang="fr-FR" dirty="0">
                <a:solidFill>
                  <a:schemeClr val="bg1"/>
                </a:solidFill>
                <a:latin typeface="Poppins" pitchFamily="2" charset="77"/>
                <a:cs typeface="Poppins" pitchFamily="2" charset="77"/>
              </a:defRPr>
            </a:lvl4pPr>
            <a:lvl5pPr>
              <a:lnSpc>
                <a:spcPct val="120000"/>
              </a:lnSpc>
              <a:spcBef>
                <a:spcPts val="0"/>
              </a:spcBef>
              <a:buClr>
                <a:schemeClr val="tx2"/>
              </a:buClr>
              <a:defRPr lang="fr-FR" dirty="0">
                <a:solidFill>
                  <a:schemeClr val="bg1"/>
                </a:solidFill>
                <a:latin typeface="Poppins" pitchFamily="2" charset="77"/>
                <a:cs typeface="Poppins" pitchFamily="2" charset="77"/>
              </a:defRPr>
            </a:lvl5pPr>
          </a:lstStyle>
          <a:p>
            <a:pPr lvl="0">
              <a:spcAft>
                <a:spcPts val="600"/>
              </a:spcAft>
            </a:pPr>
            <a:r>
              <a:rPr lang="fr-FR" dirty="0"/>
              <a:t>At </a:t>
            </a:r>
            <a:r>
              <a:rPr lang="fr-FR" dirty="0" err="1"/>
              <a:t>vero</a:t>
            </a:r>
            <a:r>
              <a:rPr lang="fr-FR" dirty="0"/>
              <a:t> </a:t>
            </a:r>
            <a:r>
              <a:rPr lang="fr-FR" dirty="0" err="1"/>
              <a:t>eos</a:t>
            </a:r>
            <a:r>
              <a:rPr lang="fr-FR" dirty="0"/>
              <a:t> et </a:t>
            </a:r>
            <a:r>
              <a:rPr lang="fr-FR" dirty="0" err="1"/>
              <a:t>accusamus</a:t>
            </a:r>
            <a:r>
              <a:rPr lang="fr-FR" dirty="0"/>
              <a:t> et </a:t>
            </a:r>
            <a:r>
              <a:rPr lang="fr-FR" dirty="0" err="1"/>
              <a:t>iusto</a:t>
            </a:r>
            <a:r>
              <a:rPr lang="fr-FR" dirty="0"/>
              <a:t> </a:t>
            </a:r>
            <a:r>
              <a:rPr lang="fr-FR" dirty="0" err="1"/>
              <a:t>odio</a:t>
            </a:r>
            <a:r>
              <a:rPr lang="fr-FR" dirty="0"/>
              <a:t> </a:t>
            </a:r>
            <a:r>
              <a:rPr lang="fr-FR" dirty="0" err="1"/>
              <a:t>dignissimos</a:t>
            </a:r>
            <a:r>
              <a:rPr lang="fr-FR" dirty="0"/>
              <a:t> </a:t>
            </a:r>
            <a:r>
              <a:rPr lang="fr-FR" dirty="0" err="1"/>
              <a:t>ducimus</a:t>
            </a:r>
            <a:r>
              <a:rPr lang="fr-FR" dirty="0"/>
              <a:t> qui </a:t>
            </a:r>
            <a:r>
              <a:rPr lang="fr-FR" dirty="0" err="1"/>
              <a:t>blanditiis</a:t>
            </a:r>
            <a:r>
              <a:rPr lang="fr-FR" dirty="0"/>
              <a:t> </a:t>
            </a:r>
            <a:r>
              <a:rPr lang="fr-FR" dirty="0" err="1"/>
              <a:t>praesentium</a:t>
            </a:r>
            <a:r>
              <a:rPr lang="fr-FR" dirty="0"/>
              <a:t> </a:t>
            </a:r>
            <a:r>
              <a:rPr lang="fr-FR" dirty="0" err="1"/>
              <a:t>voluptatum</a:t>
            </a:r>
            <a:r>
              <a:rPr lang="fr-FR" dirty="0"/>
              <a:t> </a:t>
            </a:r>
            <a:r>
              <a:rPr lang="fr-FR" dirty="0" err="1"/>
              <a:t>deleniti</a:t>
            </a:r>
            <a:r>
              <a:rPr lang="fr-FR" dirty="0"/>
              <a:t> </a:t>
            </a:r>
            <a:r>
              <a:rPr lang="fr-FR" dirty="0" err="1"/>
              <a:t>atque</a:t>
            </a:r>
            <a:r>
              <a:rPr lang="fr-FR" dirty="0"/>
              <a:t> </a:t>
            </a:r>
            <a:r>
              <a:rPr lang="fr-FR" dirty="0" err="1"/>
              <a:t>corrupti</a:t>
            </a:r>
            <a:r>
              <a:rPr lang="fr-FR" dirty="0"/>
              <a:t> </a:t>
            </a:r>
            <a:r>
              <a:rPr lang="fr-FR" dirty="0" err="1"/>
              <a:t>quos</a:t>
            </a:r>
            <a:r>
              <a:rPr lang="fr-FR" dirty="0"/>
              <a:t> </a:t>
            </a:r>
            <a:r>
              <a:rPr lang="fr-FR" dirty="0" err="1"/>
              <a:t>dolores</a:t>
            </a:r>
            <a:r>
              <a:rPr lang="fr-FR" dirty="0"/>
              <a:t> et </a:t>
            </a:r>
            <a:r>
              <a:rPr lang="fr-FR" dirty="0" err="1"/>
              <a:t>quas</a:t>
            </a:r>
            <a:r>
              <a:rPr lang="fr-FR" dirty="0"/>
              <a:t> </a:t>
            </a:r>
            <a:r>
              <a:rPr lang="fr-FR" dirty="0" err="1"/>
              <a:t>molestias</a:t>
            </a:r>
            <a:r>
              <a:rPr lang="fr-FR" dirty="0"/>
              <a:t> </a:t>
            </a:r>
            <a:r>
              <a:rPr lang="fr-FR" dirty="0" err="1"/>
              <a:t>excepturi</a:t>
            </a:r>
            <a:r>
              <a:rPr lang="fr-FR" dirty="0"/>
              <a:t> </a:t>
            </a:r>
            <a:r>
              <a:rPr lang="fr-FR" dirty="0" err="1"/>
              <a:t>sint</a:t>
            </a:r>
            <a:r>
              <a:rPr lang="fr-FR" dirty="0"/>
              <a:t> </a:t>
            </a:r>
            <a:r>
              <a:rPr lang="fr-FR" dirty="0" err="1"/>
              <a:t>occaecati</a:t>
            </a:r>
            <a:r>
              <a:rPr lang="fr-FR" dirty="0"/>
              <a:t> </a:t>
            </a:r>
            <a:r>
              <a:rPr lang="fr-FR" dirty="0" err="1"/>
              <a:t>cupiditate</a:t>
            </a:r>
            <a:r>
              <a:rPr lang="fr-FR" dirty="0"/>
              <a:t> non provident, </a:t>
            </a:r>
            <a:r>
              <a:rPr lang="fr-FR" dirty="0" err="1"/>
              <a:t>similique</a:t>
            </a:r>
            <a:r>
              <a:rPr lang="fr-FR" dirty="0"/>
              <a:t> </a:t>
            </a:r>
            <a:r>
              <a:rPr lang="fr-FR" dirty="0" err="1"/>
              <a:t>sunt</a:t>
            </a:r>
            <a:r>
              <a:rPr lang="fr-FR" dirty="0"/>
              <a:t> in culpa qui officia </a:t>
            </a:r>
            <a:r>
              <a:rPr lang="fr-FR" dirty="0" err="1"/>
              <a:t>deserunt</a:t>
            </a:r>
            <a:r>
              <a:rPr lang="fr-FR" dirty="0"/>
              <a:t> </a:t>
            </a:r>
            <a:r>
              <a:rPr lang="fr-FR" dirty="0" err="1"/>
              <a:t>mollitia</a:t>
            </a:r>
            <a:r>
              <a:rPr lang="fr-FR" dirty="0"/>
              <a:t> </a:t>
            </a:r>
            <a:r>
              <a:rPr lang="fr-FR" dirty="0" err="1"/>
              <a:t>animi</a:t>
            </a:r>
            <a:r>
              <a:rPr lang="fr-FR" dirty="0"/>
              <a:t>, id est </a:t>
            </a:r>
            <a:r>
              <a:rPr lang="fr-FR" dirty="0" err="1"/>
              <a:t>laborum</a:t>
            </a:r>
            <a:r>
              <a:rPr lang="fr-FR" dirty="0"/>
              <a:t> et </a:t>
            </a:r>
            <a:r>
              <a:rPr lang="fr-FR" dirty="0" err="1"/>
              <a:t>dolorum</a:t>
            </a:r>
            <a:r>
              <a:rPr lang="fr-FR" dirty="0"/>
              <a:t> </a:t>
            </a:r>
            <a:r>
              <a:rPr lang="fr-FR" dirty="0" err="1"/>
              <a:t>fuga</a:t>
            </a:r>
            <a:r>
              <a:rPr lang="fr-FR" dirty="0"/>
              <a:t>. Et </a:t>
            </a:r>
            <a:r>
              <a:rPr lang="fr-FR" dirty="0" err="1"/>
              <a:t>harum</a:t>
            </a:r>
            <a:r>
              <a:rPr lang="fr-FR" dirty="0"/>
              <a:t> </a:t>
            </a:r>
            <a:r>
              <a:rPr lang="fr-FR" dirty="0" err="1"/>
              <a:t>quidem</a:t>
            </a:r>
            <a:r>
              <a:rPr lang="fr-FR" dirty="0"/>
              <a:t> </a:t>
            </a:r>
            <a:r>
              <a:rPr lang="fr-FR" dirty="0" err="1"/>
              <a:t>rerum</a:t>
            </a:r>
            <a:r>
              <a:rPr lang="fr-FR" dirty="0"/>
              <a:t> </a:t>
            </a:r>
            <a:r>
              <a:rPr lang="fr-FR" dirty="0" err="1"/>
              <a:t>facilis</a:t>
            </a:r>
            <a:r>
              <a:rPr lang="fr-FR" dirty="0"/>
              <a:t> est et </a:t>
            </a:r>
            <a:r>
              <a:rPr lang="fr-FR" dirty="0" err="1"/>
              <a:t>expedita</a:t>
            </a:r>
            <a:r>
              <a:rPr lang="fr-FR" dirty="0"/>
              <a:t> </a:t>
            </a:r>
            <a:r>
              <a:rPr lang="fr-FR" dirty="0" err="1"/>
              <a:t>distinctio</a:t>
            </a:r>
            <a:r>
              <a:rPr lang="fr-FR" dirty="0"/>
              <a:t>. Nam libero </a:t>
            </a:r>
            <a:r>
              <a:rPr lang="fr-FR" dirty="0" err="1"/>
              <a:t>tempore</a:t>
            </a:r>
            <a:r>
              <a:rPr lang="fr-FR" dirty="0"/>
              <a:t>, cum </a:t>
            </a:r>
            <a:r>
              <a:rPr lang="fr-FR" dirty="0" err="1"/>
              <a:t>soluta</a:t>
            </a:r>
            <a:r>
              <a:rPr lang="fr-FR" dirty="0"/>
              <a:t> </a:t>
            </a:r>
            <a:r>
              <a:rPr lang="fr-FR" dirty="0" err="1"/>
              <a:t>nobis</a:t>
            </a:r>
            <a:r>
              <a:rPr lang="fr-FR" dirty="0"/>
              <a:t> est </a:t>
            </a:r>
            <a:r>
              <a:rPr lang="fr-FR" dirty="0" err="1"/>
              <a:t>eligendi</a:t>
            </a:r>
            <a:r>
              <a:rPr lang="fr-FR" dirty="0"/>
              <a:t> </a:t>
            </a:r>
            <a:r>
              <a:rPr lang="fr-FR" dirty="0" err="1"/>
              <a:t>optio</a:t>
            </a:r>
            <a:r>
              <a:rPr lang="fr-FR" dirty="0"/>
              <a:t> </a:t>
            </a:r>
            <a:r>
              <a:rPr lang="fr-FR" dirty="0" err="1"/>
              <a:t>cumque</a:t>
            </a:r>
            <a:r>
              <a:rPr lang="fr-FR" dirty="0"/>
              <a:t> nihil </a:t>
            </a:r>
            <a:r>
              <a:rPr lang="fr-FR" dirty="0" err="1"/>
              <a:t>impedit</a:t>
            </a:r>
            <a:r>
              <a:rPr lang="fr-FR" dirty="0"/>
              <a:t> quo minus id</a:t>
            </a:r>
          </a:p>
        </p:txBody>
      </p:sp>
      <p:sp>
        <p:nvSpPr>
          <p:cNvPr id="9" name="object 11">
            <a:extLst>
              <a:ext uri="{FF2B5EF4-FFF2-40B4-BE49-F238E27FC236}">
                <a16:creationId xmlns:a16="http://schemas.microsoft.com/office/drawing/2014/main" id="{3369CBF3-6202-8D8A-3F59-12E94B0EA13F}"/>
              </a:ext>
            </a:extLst>
          </p:cNvPr>
          <p:cNvSpPr/>
          <p:nvPr/>
        </p:nvSpPr>
        <p:spPr>
          <a:xfrm>
            <a:off x="11397941" y="0"/>
            <a:ext cx="794059" cy="6858000"/>
          </a:xfrm>
          <a:custGeom>
            <a:avLst/>
            <a:gdLst/>
            <a:ahLst/>
            <a:cxnLst/>
            <a:rect l="l" t="t" r="r" b="b"/>
            <a:pathLst>
              <a:path w="1309369" h="11308715">
                <a:moveTo>
                  <a:pt x="1308860" y="0"/>
                </a:moveTo>
                <a:lnTo>
                  <a:pt x="0" y="0"/>
                </a:lnTo>
                <a:lnTo>
                  <a:pt x="0" y="11308556"/>
                </a:lnTo>
                <a:lnTo>
                  <a:pt x="1308860" y="11308556"/>
                </a:lnTo>
                <a:lnTo>
                  <a:pt x="1308860" y="0"/>
                </a:lnTo>
                <a:close/>
              </a:path>
            </a:pathLst>
          </a:custGeom>
          <a:solidFill>
            <a:schemeClr val="bg1"/>
          </a:solidFill>
          <a:ln>
            <a:noFill/>
          </a:ln>
        </p:spPr>
        <p:txBody>
          <a:bodyPr wrap="square" lIns="0" tIns="0" rIns="0" bIns="0" rtlCol="0"/>
          <a:lstStyle/>
          <a:p>
            <a:endParaRPr sz="1092"/>
          </a:p>
        </p:txBody>
      </p:sp>
      <p:sp>
        <p:nvSpPr>
          <p:cNvPr id="10" name="object 14">
            <a:extLst>
              <a:ext uri="{FF2B5EF4-FFF2-40B4-BE49-F238E27FC236}">
                <a16:creationId xmlns:a16="http://schemas.microsoft.com/office/drawing/2014/main" id="{A7DE796F-28A4-809E-BD19-9F97036F39F0}"/>
              </a:ext>
            </a:extLst>
          </p:cNvPr>
          <p:cNvSpPr/>
          <p:nvPr/>
        </p:nvSpPr>
        <p:spPr>
          <a:xfrm>
            <a:off x="11397456" y="6063824"/>
            <a:ext cx="794059" cy="0"/>
          </a:xfrm>
          <a:custGeom>
            <a:avLst/>
            <a:gdLst/>
            <a:ahLst/>
            <a:cxnLst/>
            <a:rect l="l" t="t" r="r" b="b"/>
            <a:pathLst>
              <a:path w="1309369">
                <a:moveTo>
                  <a:pt x="0" y="0"/>
                </a:moveTo>
                <a:lnTo>
                  <a:pt x="1308860" y="0"/>
                </a:lnTo>
              </a:path>
            </a:pathLst>
          </a:custGeom>
          <a:ln w="7853">
            <a:solidFill>
              <a:schemeClr val="tx1"/>
            </a:solidFill>
          </a:ln>
        </p:spPr>
        <p:txBody>
          <a:bodyPr wrap="square" lIns="0" tIns="0" rIns="0" bIns="0" rtlCol="0"/>
          <a:lstStyle/>
          <a:p>
            <a:endParaRPr sz="1092"/>
          </a:p>
        </p:txBody>
      </p:sp>
      <p:pic>
        <p:nvPicPr>
          <p:cNvPr id="11" name="Graphique 10">
            <a:extLst>
              <a:ext uri="{FF2B5EF4-FFF2-40B4-BE49-F238E27FC236}">
                <a16:creationId xmlns:a16="http://schemas.microsoft.com/office/drawing/2014/main" id="{A20480C8-0D70-D538-B6ED-B05588FB50B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646607" y="6340088"/>
            <a:ext cx="330919" cy="214383"/>
          </a:xfrm>
          <a:prstGeom prst="rect">
            <a:avLst/>
          </a:prstGeom>
        </p:spPr>
      </p:pic>
      <p:sp>
        <p:nvSpPr>
          <p:cNvPr id="12" name="Espace réservé du pied de page 4">
            <a:extLst>
              <a:ext uri="{FF2B5EF4-FFF2-40B4-BE49-F238E27FC236}">
                <a16:creationId xmlns:a16="http://schemas.microsoft.com/office/drawing/2014/main" id="{D57DFBB0-5DF3-3D72-8112-F68F140E7D2C}"/>
              </a:ext>
            </a:extLst>
          </p:cNvPr>
          <p:cNvSpPr>
            <a:spLocks noGrp="1"/>
          </p:cNvSpPr>
          <p:nvPr>
            <p:ph type="ftr" sz="quarter" idx="3"/>
          </p:nvPr>
        </p:nvSpPr>
        <p:spPr>
          <a:xfrm rot="16200000">
            <a:off x="9737570" y="2572960"/>
            <a:ext cx="4114800" cy="365125"/>
          </a:xfrm>
          <a:prstGeom prst="rect">
            <a:avLst/>
          </a:prstGeom>
        </p:spPr>
        <p:txBody>
          <a:bodyPr vert="horz" lIns="91440" tIns="45720" rIns="91440" bIns="45720" rtlCol="0" anchor="ctr"/>
          <a:lstStyle>
            <a:lvl1pPr>
              <a:defRPr lang="en-US" sz="728" dirty="0">
                <a:solidFill>
                  <a:schemeClr val="tx1"/>
                </a:solidFill>
                <a:latin typeface="Poppins" pitchFamily="2" charset="77"/>
                <a:cs typeface="Poppins" pitchFamily="2" charset="77"/>
              </a:defRPr>
            </a:lvl1pPr>
          </a:lstStyle>
          <a:p>
            <a:pPr algn="r"/>
            <a:r>
              <a:rPr lang="fr-FR"/>
              <a:t>Architectes des grandes transformations</a:t>
            </a:r>
            <a:endParaRPr lang="fr-US"/>
          </a:p>
        </p:txBody>
      </p:sp>
      <p:sp>
        <p:nvSpPr>
          <p:cNvPr id="13" name="Espace réservé du numéro de diapositive 18">
            <a:extLst>
              <a:ext uri="{FF2B5EF4-FFF2-40B4-BE49-F238E27FC236}">
                <a16:creationId xmlns:a16="http://schemas.microsoft.com/office/drawing/2014/main" id="{78AE7740-4CAE-501E-C54F-442FEBB39616}"/>
              </a:ext>
            </a:extLst>
          </p:cNvPr>
          <p:cNvSpPr>
            <a:spLocks noGrp="1"/>
          </p:cNvSpPr>
          <p:nvPr>
            <p:ph type="sldNum" sz="quarter" idx="4"/>
          </p:nvPr>
        </p:nvSpPr>
        <p:spPr>
          <a:xfrm>
            <a:off x="11588253" y="165403"/>
            <a:ext cx="420073" cy="365125"/>
          </a:xfrm>
          <a:prstGeom prst="rect">
            <a:avLst/>
          </a:prstGeom>
        </p:spPr>
        <p:txBody>
          <a:bodyPr/>
          <a:lstStyle>
            <a:lvl1pPr algn="ctr">
              <a:defRPr lang="en-US" sz="800" b="1" smtClean="0">
                <a:solidFill>
                  <a:schemeClr val="tx1"/>
                </a:solidFill>
                <a:latin typeface="Poppins" pitchFamily="2" charset="77"/>
                <a:cs typeface="Poppins" pitchFamily="2" charset="77"/>
              </a:defRPr>
            </a:lvl1pPr>
          </a:lstStyle>
          <a:p>
            <a:fld id="{8042310B-17DC-C845-9B99-8FE29D3E9696}" type="slidenum">
              <a:rPr lang="fr-FR" smtClean="0"/>
              <a:pPr/>
              <a:t>‹N°›</a:t>
            </a:fld>
            <a:endParaRPr lang="fr-FR" dirty="0"/>
          </a:p>
        </p:txBody>
      </p:sp>
    </p:spTree>
    <p:extLst>
      <p:ext uri="{BB962C8B-B14F-4D97-AF65-F5344CB8AC3E}">
        <p14:creationId xmlns:p14="http://schemas.microsoft.com/office/powerpoint/2010/main" val="4289317673"/>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p:cSld name="Référence Vibrant 3">
    <p:spTree>
      <p:nvGrpSpPr>
        <p:cNvPr id="1" name=""/>
        <p:cNvGrpSpPr/>
        <p:nvPr/>
      </p:nvGrpSpPr>
      <p:grpSpPr>
        <a:xfrm>
          <a:off x="0" y="0"/>
          <a:ext cx="0" cy="0"/>
          <a:chOff x="0" y="0"/>
          <a:chExt cx="0" cy="0"/>
        </a:xfrm>
      </p:grpSpPr>
      <p:pic>
        <p:nvPicPr>
          <p:cNvPr id="17" name="Image 16">
            <a:extLst>
              <a:ext uri="{FF2B5EF4-FFF2-40B4-BE49-F238E27FC236}">
                <a16:creationId xmlns:a16="http://schemas.microsoft.com/office/drawing/2014/main" id="{E325A0B9-21A3-9A34-FBF7-D6585C2C6E7A}"/>
              </a:ext>
            </a:extLst>
          </p:cNvPr>
          <p:cNvPicPr>
            <a:picLocks noChangeAspect="1"/>
          </p:cNvPicPr>
          <p:nvPr/>
        </p:nvPicPr>
        <p:blipFill>
          <a:blip r:embed="rId2"/>
          <a:srcRect/>
          <a:stretch/>
        </p:blipFill>
        <p:spPr>
          <a:xfrm>
            <a:off x="1957" y="1"/>
            <a:ext cx="12173013" cy="6857614"/>
          </a:xfrm>
          <a:prstGeom prst="rect">
            <a:avLst/>
          </a:prstGeom>
        </p:spPr>
      </p:pic>
      <p:sp>
        <p:nvSpPr>
          <p:cNvPr id="20" name="Espace réservé du texte 22">
            <a:extLst>
              <a:ext uri="{FF2B5EF4-FFF2-40B4-BE49-F238E27FC236}">
                <a16:creationId xmlns:a16="http://schemas.microsoft.com/office/drawing/2014/main" id="{8C8EBFD8-2352-3161-FECA-F5229C0183A6}"/>
              </a:ext>
            </a:extLst>
          </p:cNvPr>
          <p:cNvSpPr>
            <a:spLocks noGrp="1"/>
          </p:cNvSpPr>
          <p:nvPr>
            <p:ph type="body" sz="quarter" idx="17" hasCustomPrompt="1"/>
          </p:nvPr>
        </p:nvSpPr>
        <p:spPr>
          <a:xfrm>
            <a:off x="1139871" y="360437"/>
            <a:ext cx="9871029" cy="263149"/>
          </a:xfrm>
          <a:noFill/>
        </p:spPr>
        <p:txBody>
          <a:bodyPr wrap="square" anchor="b">
            <a:noAutofit/>
          </a:bodyPr>
          <a:lstStyle>
            <a:lvl1pPr marL="0" indent="0">
              <a:lnSpc>
                <a:spcPct val="120000"/>
              </a:lnSpc>
              <a:spcBef>
                <a:spcPts val="0"/>
              </a:spcBef>
              <a:spcAft>
                <a:spcPts val="600"/>
              </a:spcAft>
              <a:buNone/>
              <a:defRPr sz="1200" b="0">
                <a:solidFill>
                  <a:schemeClr val="bg1"/>
                </a:solidFill>
              </a:defRPr>
            </a:lvl1pPr>
          </a:lstStyle>
          <a:p>
            <a:pPr lvl="0"/>
            <a:r>
              <a:rPr lang="fr-FR" dirty="0"/>
              <a:t>Titre ici. Par exemple « Références »</a:t>
            </a:r>
          </a:p>
        </p:txBody>
      </p:sp>
      <p:sp>
        <p:nvSpPr>
          <p:cNvPr id="14" name="Titre 17">
            <a:extLst>
              <a:ext uri="{FF2B5EF4-FFF2-40B4-BE49-F238E27FC236}">
                <a16:creationId xmlns:a16="http://schemas.microsoft.com/office/drawing/2014/main" id="{B157DDAD-99E2-D436-0C02-B3819365CB89}"/>
              </a:ext>
            </a:extLst>
          </p:cNvPr>
          <p:cNvSpPr>
            <a:spLocks noGrp="1"/>
          </p:cNvSpPr>
          <p:nvPr>
            <p:ph type="title" hasCustomPrompt="1"/>
          </p:nvPr>
        </p:nvSpPr>
        <p:spPr>
          <a:xfrm>
            <a:off x="1139871" y="1726354"/>
            <a:ext cx="4079829" cy="291618"/>
          </a:xfrm>
          <a:noFill/>
        </p:spPr>
        <p:txBody>
          <a:bodyPr wrap="square" anchor="ctr" anchorCtr="0">
            <a:spAutoFit/>
          </a:bodyPr>
          <a:lstStyle>
            <a:lvl1pPr>
              <a:lnSpc>
                <a:spcPct val="90000"/>
              </a:lnSpc>
              <a:spcAft>
                <a:spcPts val="600"/>
              </a:spcAft>
              <a:defRPr sz="1400">
                <a:solidFill>
                  <a:schemeClr val="bg1"/>
                </a:solidFill>
              </a:defRPr>
            </a:lvl1pPr>
          </a:lstStyle>
          <a:p>
            <a:r>
              <a:rPr lang="fr-FR" dirty="0"/>
              <a:t>Titre ici. Exemple « La nature du projet »</a:t>
            </a:r>
          </a:p>
        </p:txBody>
      </p:sp>
      <p:sp>
        <p:nvSpPr>
          <p:cNvPr id="15" name="Espace réservé du texte 2">
            <a:extLst>
              <a:ext uri="{FF2B5EF4-FFF2-40B4-BE49-F238E27FC236}">
                <a16:creationId xmlns:a16="http://schemas.microsoft.com/office/drawing/2014/main" id="{C99D6727-D92F-555C-23F4-2D158012226C}"/>
              </a:ext>
            </a:extLst>
          </p:cNvPr>
          <p:cNvSpPr>
            <a:spLocks noGrp="1"/>
          </p:cNvSpPr>
          <p:nvPr>
            <p:ph idx="1" hasCustomPrompt="1"/>
          </p:nvPr>
        </p:nvSpPr>
        <p:spPr>
          <a:xfrm>
            <a:off x="1149927" y="2017972"/>
            <a:ext cx="4069773" cy="1912062"/>
          </a:xfrm>
          <a:prstGeom prst="rect">
            <a:avLst/>
          </a:prstGeom>
        </p:spPr>
        <p:txBody>
          <a:bodyPr vert="horz" wrap="square" lIns="91440" tIns="45720" rIns="91440" bIns="45720" rtlCol="0">
            <a:spAutoFit/>
          </a:bodyPr>
          <a:lstStyle>
            <a:lvl1pPr marL="0" indent="0">
              <a:lnSpc>
                <a:spcPct val="120000"/>
              </a:lnSpc>
              <a:spcBef>
                <a:spcPts val="0"/>
              </a:spcBef>
              <a:buClr>
                <a:schemeClr val="tx2"/>
              </a:buClr>
              <a:buNone/>
              <a:defRPr lang="fr-FR" dirty="0">
                <a:solidFill>
                  <a:schemeClr val="bg1"/>
                </a:solidFill>
                <a:latin typeface="Poppins" pitchFamily="2" charset="77"/>
                <a:cs typeface="Poppins" pitchFamily="2" charset="77"/>
              </a:defRPr>
            </a:lvl1pPr>
            <a:lvl2pPr>
              <a:lnSpc>
                <a:spcPct val="120000"/>
              </a:lnSpc>
              <a:spcBef>
                <a:spcPts val="0"/>
              </a:spcBef>
              <a:buClr>
                <a:schemeClr val="tx2"/>
              </a:buClr>
              <a:defRPr lang="fr-FR" dirty="0">
                <a:solidFill>
                  <a:schemeClr val="bg1"/>
                </a:solidFill>
                <a:latin typeface="Poppins" pitchFamily="2" charset="77"/>
                <a:cs typeface="Poppins" pitchFamily="2" charset="77"/>
              </a:defRPr>
            </a:lvl2pPr>
            <a:lvl3pPr>
              <a:lnSpc>
                <a:spcPct val="120000"/>
              </a:lnSpc>
              <a:spcBef>
                <a:spcPts val="0"/>
              </a:spcBef>
              <a:buClr>
                <a:schemeClr val="tx2"/>
              </a:buClr>
              <a:defRPr lang="fr-FR" dirty="0">
                <a:solidFill>
                  <a:schemeClr val="bg1"/>
                </a:solidFill>
                <a:latin typeface="Poppins" pitchFamily="2" charset="77"/>
                <a:cs typeface="Poppins" pitchFamily="2" charset="77"/>
              </a:defRPr>
            </a:lvl3pPr>
            <a:lvl4pPr>
              <a:lnSpc>
                <a:spcPct val="120000"/>
              </a:lnSpc>
              <a:spcBef>
                <a:spcPts val="0"/>
              </a:spcBef>
              <a:buClr>
                <a:schemeClr val="tx2"/>
              </a:buClr>
              <a:defRPr lang="fr-FR" dirty="0">
                <a:solidFill>
                  <a:schemeClr val="bg1"/>
                </a:solidFill>
                <a:latin typeface="Poppins" pitchFamily="2" charset="77"/>
                <a:cs typeface="Poppins" pitchFamily="2" charset="77"/>
              </a:defRPr>
            </a:lvl4pPr>
            <a:lvl5pPr>
              <a:lnSpc>
                <a:spcPct val="120000"/>
              </a:lnSpc>
              <a:spcBef>
                <a:spcPts val="0"/>
              </a:spcBef>
              <a:buClr>
                <a:schemeClr val="tx2"/>
              </a:buClr>
              <a:defRPr lang="fr-FR" dirty="0">
                <a:solidFill>
                  <a:schemeClr val="bg1"/>
                </a:solidFill>
                <a:latin typeface="Poppins" pitchFamily="2" charset="77"/>
                <a:cs typeface="Poppins" pitchFamily="2" charset="77"/>
              </a:defRPr>
            </a:lvl5pPr>
          </a:lstStyle>
          <a:p>
            <a:pPr lvl="0">
              <a:spcAft>
                <a:spcPts val="600"/>
              </a:spcAft>
            </a:pPr>
            <a:r>
              <a:rPr lang="fr-FR" dirty="0"/>
              <a:t>At </a:t>
            </a:r>
            <a:r>
              <a:rPr lang="fr-FR" dirty="0" err="1"/>
              <a:t>vero</a:t>
            </a:r>
            <a:r>
              <a:rPr lang="fr-FR" dirty="0"/>
              <a:t> </a:t>
            </a:r>
            <a:r>
              <a:rPr lang="fr-FR" dirty="0" err="1"/>
              <a:t>eos</a:t>
            </a:r>
            <a:r>
              <a:rPr lang="fr-FR" dirty="0"/>
              <a:t> et </a:t>
            </a:r>
            <a:r>
              <a:rPr lang="fr-FR" dirty="0" err="1"/>
              <a:t>accusamus</a:t>
            </a:r>
            <a:r>
              <a:rPr lang="fr-FR" dirty="0"/>
              <a:t> et </a:t>
            </a:r>
            <a:r>
              <a:rPr lang="fr-FR" dirty="0" err="1"/>
              <a:t>iusto</a:t>
            </a:r>
            <a:r>
              <a:rPr lang="fr-FR" dirty="0"/>
              <a:t> </a:t>
            </a:r>
            <a:r>
              <a:rPr lang="fr-FR" dirty="0" err="1"/>
              <a:t>odio</a:t>
            </a:r>
            <a:r>
              <a:rPr lang="fr-FR" dirty="0"/>
              <a:t> </a:t>
            </a:r>
            <a:r>
              <a:rPr lang="fr-FR" dirty="0" err="1"/>
              <a:t>dignissimos</a:t>
            </a:r>
            <a:r>
              <a:rPr lang="fr-FR" dirty="0"/>
              <a:t> </a:t>
            </a:r>
            <a:r>
              <a:rPr lang="fr-FR" dirty="0" err="1"/>
              <a:t>ducimus</a:t>
            </a:r>
            <a:r>
              <a:rPr lang="fr-FR" dirty="0"/>
              <a:t> qui </a:t>
            </a:r>
            <a:r>
              <a:rPr lang="fr-FR" dirty="0" err="1"/>
              <a:t>blanditiis</a:t>
            </a:r>
            <a:r>
              <a:rPr lang="fr-FR" dirty="0"/>
              <a:t> </a:t>
            </a:r>
            <a:r>
              <a:rPr lang="fr-FR" dirty="0" err="1"/>
              <a:t>praesentium</a:t>
            </a:r>
            <a:r>
              <a:rPr lang="fr-FR" dirty="0"/>
              <a:t> </a:t>
            </a:r>
            <a:r>
              <a:rPr lang="fr-FR" dirty="0" err="1"/>
              <a:t>voluptatum</a:t>
            </a:r>
            <a:r>
              <a:rPr lang="fr-FR" dirty="0"/>
              <a:t> </a:t>
            </a:r>
            <a:r>
              <a:rPr lang="fr-FR" dirty="0" err="1"/>
              <a:t>deleniti</a:t>
            </a:r>
            <a:r>
              <a:rPr lang="fr-FR" dirty="0"/>
              <a:t> </a:t>
            </a:r>
            <a:r>
              <a:rPr lang="fr-FR" dirty="0" err="1"/>
              <a:t>atque</a:t>
            </a:r>
            <a:r>
              <a:rPr lang="fr-FR" dirty="0"/>
              <a:t> </a:t>
            </a:r>
            <a:r>
              <a:rPr lang="fr-FR" dirty="0" err="1"/>
              <a:t>corrupti</a:t>
            </a:r>
            <a:r>
              <a:rPr lang="fr-FR" dirty="0"/>
              <a:t> </a:t>
            </a:r>
            <a:r>
              <a:rPr lang="fr-FR" dirty="0" err="1"/>
              <a:t>quos</a:t>
            </a:r>
            <a:r>
              <a:rPr lang="fr-FR" dirty="0"/>
              <a:t> </a:t>
            </a:r>
            <a:r>
              <a:rPr lang="fr-FR" dirty="0" err="1"/>
              <a:t>dolores</a:t>
            </a:r>
            <a:r>
              <a:rPr lang="fr-FR" dirty="0"/>
              <a:t> et </a:t>
            </a:r>
            <a:r>
              <a:rPr lang="fr-FR" dirty="0" err="1"/>
              <a:t>quas</a:t>
            </a:r>
            <a:r>
              <a:rPr lang="fr-FR" dirty="0"/>
              <a:t> </a:t>
            </a:r>
            <a:r>
              <a:rPr lang="fr-FR" dirty="0" err="1"/>
              <a:t>molestias</a:t>
            </a:r>
            <a:r>
              <a:rPr lang="fr-FR" dirty="0"/>
              <a:t> </a:t>
            </a:r>
            <a:r>
              <a:rPr lang="fr-FR" dirty="0" err="1"/>
              <a:t>excepturi</a:t>
            </a:r>
            <a:r>
              <a:rPr lang="fr-FR" dirty="0"/>
              <a:t> </a:t>
            </a:r>
            <a:r>
              <a:rPr lang="fr-FR" dirty="0" err="1"/>
              <a:t>sint</a:t>
            </a:r>
            <a:r>
              <a:rPr lang="fr-FR" dirty="0"/>
              <a:t> </a:t>
            </a:r>
            <a:r>
              <a:rPr lang="fr-FR" dirty="0" err="1"/>
              <a:t>occaecati</a:t>
            </a:r>
            <a:r>
              <a:rPr lang="fr-FR" dirty="0"/>
              <a:t> </a:t>
            </a:r>
            <a:r>
              <a:rPr lang="fr-FR" dirty="0" err="1"/>
              <a:t>cupiditate</a:t>
            </a:r>
            <a:r>
              <a:rPr lang="fr-FR" dirty="0"/>
              <a:t> non provident, </a:t>
            </a:r>
            <a:r>
              <a:rPr lang="fr-FR" dirty="0" err="1"/>
              <a:t>similique</a:t>
            </a:r>
            <a:r>
              <a:rPr lang="fr-FR" dirty="0"/>
              <a:t> </a:t>
            </a:r>
            <a:r>
              <a:rPr lang="fr-FR" dirty="0" err="1"/>
              <a:t>sunt</a:t>
            </a:r>
            <a:r>
              <a:rPr lang="fr-FR" dirty="0"/>
              <a:t> in culpa qui officia </a:t>
            </a:r>
            <a:r>
              <a:rPr lang="fr-FR" dirty="0" err="1"/>
              <a:t>deserunt</a:t>
            </a:r>
            <a:r>
              <a:rPr lang="fr-FR" dirty="0"/>
              <a:t> </a:t>
            </a:r>
            <a:r>
              <a:rPr lang="fr-FR" dirty="0" err="1"/>
              <a:t>mollitia</a:t>
            </a:r>
            <a:r>
              <a:rPr lang="fr-FR" dirty="0"/>
              <a:t> </a:t>
            </a:r>
            <a:r>
              <a:rPr lang="fr-FR" dirty="0" err="1"/>
              <a:t>animi</a:t>
            </a:r>
            <a:r>
              <a:rPr lang="fr-FR" dirty="0"/>
              <a:t>, id est </a:t>
            </a:r>
            <a:r>
              <a:rPr lang="fr-FR" dirty="0" err="1"/>
              <a:t>laborum</a:t>
            </a:r>
            <a:r>
              <a:rPr lang="fr-FR" dirty="0"/>
              <a:t> et </a:t>
            </a:r>
            <a:r>
              <a:rPr lang="fr-FR" dirty="0" err="1"/>
              <a:t>dolorum</a:t>
            </a:r>
            <a:r>
              <a:rPr lang="fr-FR" dirty="0"/>
              <a:t> </a:t>
            </a:r>
            <a:r>
              <a:rPr lang="fr-FR" dirty="0" err="1"/>
              <a:t>fuga</a:t>
            </a:r>
            <a:r>
              <a:rPr lang="fr-FR" dirty="0"/>
              <a:t>. Et </a:t>
            </a:r>
            <a:r>
              <a:rPr lang="fr-FR" dirty="0" err="1"/>
              <a:t>harum</a:t>
            </a:r>
            <a:r>
              <a:rPr lang="fr-FR" dirty="0"/>
              <a:t> </a:t>
            </a:r>
            <a:r>
              <a:rPr lang="fr-FR" dirty="0" err="1"/>
              <a:t>quidem</a:t>
            </a:r>
            <a:r>
              <a:rPr lang="fr-FR" dirty="0"/>
              <a:t> </a:t>
            </a:r>
            <a:r>
              <a:rPr lang="fr-FR" dirty="0" err="1"/>
              <a:t>rerum</a:t>
            </a:r>
            <a:r>
              <a:rPr lang="fr-FR" dirty="0"/>
              <a:t> </a:t>
            </a:r>
            <a:r>
              <a:rPr lang="fr-FR" dirty="0" err="1"/>
              <a:t>facilis</a:t>
            </a:r>
            <a:r>
              <a:rPr lang="fr-FR" dirty="0"/>
              <a:t> est et </a:t>
            </a:r>
            <a:r>
              <a:rPr lang="fr-FR" dirty="0" err="1"/>
              <a:t>expedita</a:t>
            </a:r>
            <a:r>
              <a:rPr lang="fr-FR" dirty="0"/>
              <a:t> </a:t>
            </a:r>
            <a:r>
              <a:rPr lang="fr-FR" dirty="0" err="1"/>
              <a:t>distinctio</a:t>
            </a:r>
            <a:r>
              <a:rPr lang="fr-FR" dirty="0"/>
              <a:t>. Nam libero </a:t>
            </a:r>
            <a:r>
              <a:rPr lang="fr-FR" dirty="0" err="1"/>
              <a:t>tempore</a:t>
            </a:r>
            <a:r>
              <a:rPr lang="fr-FR" dirty="0"/>
              <a:t>, cum </a:t>
            </a:r>
            <a:r>
              <a:rPr lang="fr-FR" dirty="0" err="1"/>
              <a:t>soluta</a:t>
            </a:r>
            <a:r>
              <a:rPr lang="fr-FR" dirty="0"/>
              <a:t> </a:t>
            </a:r>
            <a:r>
              <a:rPr lang="fr-FR" dirty="0" err="1"/>
              <a:t>nobis</a:t>
            </a:r>
            <a:r>
              <a:rPr lang="fr-FR" dirty="0"/>
              <a:t> est </a:t>
            </a:r>
            <a:r>
              <a:rPr lang="fr-FR" dirty="0" err="1"/>
              <a:t>eligendi</a:t>
            </a:r>
            <a:r>
              <a:rPr lang="fr-FR" dirty="0"/>
              <a:t> </a:t>
            </a:r>
            <a:r>
              <a:rPr lang="fr-FR" dirty="0" err="1"/>
              <a:t>optio</a:t>
            </a:r>
            <a:r>
              <a:rPr lang="fr-FR" dirty="0"/>
              <a:t> </a:t>
            </a:r>
            <a:r>
              <a:rPr lang="fr-FR" dirty="0" err="1"/>
              <a:t>cumque</a:t>
            </a:r>
            <a:r>
              <a:rPr lang="fr-FR" dirty="0"/>
              <a:t> nihil </a:t>
            </a:r>
            <a:r>
              <a:rPr lang="fr-FR" dirty="0" err="1"/>
              <a:t>impedit</a:t>
            </a:r>
            <a:r>
              <a:rPr lang="fr-FR" dirty="0"/>
              <a:t> quo minus id</a:t>
            </a:r>
          </a:p>
        </p:txBody>
      </p:sp>
      <p:sp>
        <p:nvSpPr>
          <p:cNvPr id="9" name="object 11">
            <a:extLst>
              <a:ext uri="{FF2B5EF4-FFF2-40B4-BE49-F238E27FC236}">
                <a16:creationId xmlns:a16="http://schemas.microsoft.com/office/drawing/2014/main" id="{0841B588-0159-8E27-E225-9F11E8752EA7}"/>
              </a:ext>
            </a:extLst>
          </p:cNvPr>
          <p:cNvSpPr/>
          <p:nvPr/>
        </p:nvSpPr>
        <p:spPr>
          <a:xfrm>
            <a:off x="11397941" y="0"/>
            <a:ext cx="794059" cy="6858000"/>
          </a:xfrm>
          <a:custGeom>
            <a:avLst/>
            <a:gdLst/>
            <a:ahLst/>
            <a:cxnLst/>
            <a:rect l="l" t="t" r="r" b="b"/>
            <a:pathLst>
              <a:path w="1309369" h="11308715">
                <a:moveTo>
                  <a:pt x="1308860" y="0"/>
                </a:moveTo>
                <a:lnTo>
                  <a:pt x="0" y="0"/>
                </a:lnTo>
                <a:lnTo>
                  <a:pt x="0" y="11308556"/>
                </a:lnTo>
                <a:lnTo>
                  <a:pt x="1308860" y="11308556"/>
                </a:lnTo>
                <a:lnTo>
                  <a:pt x="1308860" y="0"/>
                </a:lnTo>
                <a:close/>
              </a:path>
            </a:pathLst>
          </a:custGeom>
          <a:solidFill>
            <a:schemeClr val="bg1"/>
          </a:solidFill>
          <a:ln>
            <a:noFill/>
          </a:ln>
        </p:spPr>
        <p:txBody>
          <a:bodyPr wrap="square" lIns="0" tIns="0" rIns="0" bIns="0" rtlCol="0"/>
          <a:lstStyle/>
          <a:p>
            <a:endParaRPr sz="1092"/>
          </a:p>
        </p:txBody>
      </p:sp>
      <p:sp>
        <p:nvSpPr>
          <p:cNvPr id="10" name="object 14">
            <a:extLst>
              <a:ext uri="{FF2B5EF4-FFF2-40B4-BE49-F238E27FC236}">
                <a16:creationId xmlns:a16="http://schemas.microsoft.com/office/drawing/2014/main" id="{FBB35A7B-0092-7A16-9B8E-1AD59678474E}"/>
              </a:ext>
            </a:extLst>
          </p:cNvPr>
          <p:cNvSpPr/>
          <p:nvPr/>
        </p:nvSpPr>
        <p:spPr>
          <a:xfrm>
            <a:off x="11397456" y="6063824"/>
            <a:ext cx="794059" cy="0"/>
          </a:xfrm>
          <a:custGeom>
            <a:avLst/>
            <a:gdLst/>
            <a:ahLst/>
            <a:cxnLst/>
            <a:rect l="l" t="t" r="r" b="b"/>
            <a:pathLst>
              <a:path w="1309369">
                <a:moveTo>
                  <a:pt x="0" y="0"/>
                </a:moveTo>
                <a:lnTo>
                  <a:pt x="1308860" y="0"/>
                </a:lnTo>
              </a:path>
            </a:pathLst>
          </a:custGeom>
          <a:ln w="7853">
            <a:solidFill>
              <a:schemeClr val="tx1"/>
            </a:solidFill>
          </a:ln>
        </p:spPr>
        <p:txBody>
          <a:bodyPr wrap="square" lIns="0" tIns="0" rIns="0" bIns="0" rtlCol="0"/>
          <a:lstStyle/>
          <a:p>
            <a:endParaRPr sz="1092"/>
          </a:p>
        </p:txBody>
      </p:sp>
      <p:pic>
        <p:nvPicPr>
          <p:cNvPr id="11" name="Graphique 10">
            <a:extLst>
              <a:ext uri="{FF2B5EF4-FFF2-40B4-BE49-F238E27FC236}">
                <a16:creationId xmlns:a16="http://schemas.microsoft.com/office/drawing/2014/main" id="{F9F71216-3D17-4534-30DB-C9D9CE08C2F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646607" y="6340088"/>
            <a:ext cx="330919" cy="214383"/>
          </a:xfrm>
          <a:prstGeom prst="rect">
            <a:avLst/>
          </a:prstGeom>
        </p:spPr>
      </p:pic>
      <p:sp>
        <p:nvSpPr>
          <p:cNvPr id="12" name="Espace réservé du pied de page 4">
            <a:extLst>
              <a:ext uri="{FF2B5EF4-FFF2-40B4-BE49-F238E27FC236}">
                <a16:creationId xmlns:a16="http://schemas.microsoft.com/office/drawing/2014/main" id="{6D1C88F5-A705-8F11-6AE8-D7876DAD6634}"/>
              </a:ext>
            </a:extLst>
          </p:cNvPr>
          <p:cNvSpPr>
            <a:spLocks noGrp="1"/>
          </p:cNvSpPr>
          <p:nvPr>
            <p:ph type="ftr" sz="quarter" idx="3"/>
          </p:nvPr>
        </p:nvSpPr>
        <p:spPr>
          <a:xfrm rot="16200000">
            <a:off x="9737570" y="2572960"/>
            <a:ext cx="4114800" cy="365125"/>
          </a:xfrm>
          <a:prstGeom prst="rect">
            <a:avLst/>
          </a:prstGeom>
        </p:spPr>
        <p:txBody>
          <a:bodyPr vert="horz" lIns="91440" tIns="45720" rIns="91440" bIns="45720" rtlCol="0" anchor="ctr"/>
          <a:lstStyle>
            <a:lvl1pPr>
              <a:defRPr lang="en-US" sz="728" dirty="0">
                <a:solidFill>
                  <a:schemeClr val="tx1"/>
                </a:solidFill>
                <a:latin typeface="Poppins" pitchFamily="2" charset="77"/>
                <a:cs typeface="Poppins" pitchFamily="2" charset="77"/>
              </a:defRPr>
            </a:lvl1pPr>
          </a:lstStyle>
          <a:p>
            <a:pPr algn="r"/>
            <a:r>
              <a:rPr lang="fr-FR"/>
              <a:t>Architectes des grandes transformations</a:t>
            </a:r>
            <a:endParaRPr lang="fr-US"/>
          </a:p>
        </p:txBody>
      </p:sp>
      <p:sp>
        <p:nvSpPr>
          <p:cNvPr id="13" name="Espace réservé du numéro de diapositive 18">
            <a:extLst>
              <a:ext uri="{FF2B5EF4-FFF2-40B4-BE49-F238E27FC236}">
                <a16:creationId xmlns:a16="http://schemas.microsoft.com/office/drawing/2014/main" id="{68560450-3E52-2567-9038-24494FE7414F}"/>
              </a:ext>
            </a:extLst>
          </p:cNvPr>
          <p:cNvSpPr>
            <a:spLocks noGrp="1"/>
          </p:cNvSpPr>
          <p:nvPr>
            <p:ph type="sldNum" sz="quarter" idx="4"/>
          </p:nvPr>
        </p:nvSpPr>
        <p:spPr>
          <a:xfrm>
            <a:off x="11588253" y="165403"/>
            <a:ext cx="420073" cy="365125"/>
          </a:xfrm>
          <a:prstGeom prst="rect">
            <a:avLst/>
          </a:prstGeom>
        </p:spPr>
        <p:txBody>
          <a:bodyPr/>
          <a:lstStyle>
            <a:lvl1pPr algn="ctr">
              <a:defRPr lang="en-US" sz="800" b="1" smtClean="0">
                <a:solidFill>
                  <a:schemeClr val="tx1"/>
                </a:solidFill>
                <a:latin typeface="Poppins" pitchFamily="2" charset="77"/>
                <a:cs typeface="Poppins" pitchFamily="2" charset="77"/>
              </a:defRPr>
            </a:lvl1pPr>
          </a:lstStyle>
          <a:p>
            <a:fld id="{8042310B-17DC-C845-9B99-8FE29D3E9696}" type="slidenum">
              <a:rPr lang="fr-FR" smtClean="0"/>
              <a:pPr/>
              <a:t>‹N°›</a:t>
            </a:fld>
            <a:endParaRPr lang="fr-FR" dirty="0"/>
          </a:p>
        </p:txBody>
      </p:sp>
    </p:spTree>
    <p:extLst>
      <p:ext uri="{BB962C8B-B14F-4D97-AF65-F5344CB8AC3E}">
        <p14:creationId xmlns:p14="http://schemas.microsoft.com/office/powerpoint/2010/main" val="1380497944"/>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p:cSld name="Référence Vibrant 4">
    <p:spTree>
      <p:nvGrpSpPr>
        <p:cNvPr id="1" name=""/>
        <p:cNvGrpSpPr/>
        <p:nvPr/>
      </p:nvGrpSpPr>
      <p:grpSpPr>
        <a:xfrm>
          <a:off x="0" y="0"/>
          <a:ext cx="0" cy="0"/>
          <a:chOff x="0" y="0"/>
          <a:chExt cx="0" cy="0"/>
        </a:xfrm>
      </p:grpSpPr>
      <p:pic>
        <p:nvPicPr>
          <p:cNvPr id="17" name="Image 16">
            <a:extLst>
              <a:ext uri="{FF2B5EF4-FFF2-40B4-BE49-F238E27FC236}">
                <a16:creationId xmlns:a16="http://schemas.microsoft.com/office/drawing/2014/main" id="{E325A0B9-21A3-9A34-FBF7-D6585C2C6E7A}"/>
              </a:ext>
            </a:extLst>
          </p:cNvPr>
          <p:cNvPicPr>
            <a:picLocks noChangeAspect="1"/>
          </p:cNvPicPr>
          <p:nvPr/>
        </p:nvPicPr>
        <p:blipFill>
          <a:blip r:embed="rId2"/>
          <a:srcRect/>
          <a:stretch/>
        </p:blipFill>
        <p:spPr>
          <a:xfrm>
            <a:off x="1957" y="1"/>
            <a:ext cx="12173013" cy="6857613"/>
          </a:xfrm>
          <a:prstGeom prst="rect">
            <a:avLst/>
          </a:prstGeom>
        </p:spPr>
      </p:pic>
      <p:sp>
        <p:nvSpPr>
          <p:cNvPr id="20" name="Espace réservé du texte 22">
            <a:extLst>
              <a:ext uri="{FF2B5EF4-FFF2-40B4-BE49-F238E27FC236}">
                <a16:creationId xmlns:a16="http://schemas.microsoft.com/office/drawing/2014/main" id="{8C8EBFD8-2352-3161-FECA-F5229C0183A6}"/>
              </a:ext>
            </a:extLst>
          </p:cNvPr>
          <p:cNvSpPr>
            <a:spLocks noGrp="1"/>
          </p:cNvSpPr>
          <p:nvPr>
            <p:ph type="body" sz="quarter" idx="17" hasCustomPrompt="1"/>
          </p:nvPr>
        </p:nvSpPr>
        <p:spPr>
          <a:xfrm>
            <a:off x="1139871" y="360437"/>
            <a:ext cx="9871029" cy="263149"/>
          </a:xfrm>
          <a:noFill/>
        </p:spPr>
        <p:txBody>
          <a:bodyPr wrap="square" anchor="b">
            <a:noAutofit/>
          </a:bodyPr>
          <a:lstStyle>
            <a:lvl1pPr marL="0" indent="0">
              <a:lnSpc>
                <a:spcPct val="120000"/>
              </a:lnSpc>
              <a:spcBef>
                <a:spcPts val="0"/>
              </a:spcBef>
              <a:spcAft>
                <a:spcPts val="600"/>
              </a:spcAft>
              <a:buNone/>
              <a:defRPr sz="1200" b="0">
                <a:solidFill>
                  <a:schemeClr val="bg1"/>
                </a:solidFill>
              </a:defRPr>
            </a:lvl1pPr>
          </a:lstStyle>
          <a:p>
            <a:pPr lvl="0"/>
            <a:r>
              <a:rPr lang="fr-FR" dirty="0"/>
              <a:t>Titre ici. Par exemple « Références »</a:t>
            </a:r>
          </a:p>
        </p:txBody>
      </p:sp>
      <p:sp>
        <p:nvSpPr>
          <p:cNvPr id="14" name="Titre 17">
            <a:extLst>
              <a:ext uri="{FF2B5EF4-FFF2-40B4-BE49-F238E27FC236}">
                <a16:creationId xmlns:a16="http://schemas.microsoft.com/office/drawing/2014/main" id="{B157DDAD-99E2-D436-0C02-B3819365CB89}"/>
              </a:ext>
            </a:extLst>
          </p:cNvPr>
          <p:cNvSpPr>
            <a:spLocks noGrp="1"/>
          </p:cNvSpPr>
          <p:nvPr>
            <p:ph type="title" hasCustomPrompt="1"/>
          </p:nvPr>
        </p:nvSpPr>
        <p:spPr>
          <a:xfrm>
            <a:off x="1139871" y="1726354"/>
            <a:ext cx="4079829" cy="291618"/>
          </a:xfrm>
          <a:noFill/>
        </p:spPr>
        <p:txBody>
          <a:bodyPr wrap="square" anchor="ctr" anchorCtr="0">
            <a:spAutoFit/>
          </a:bodyPr>
          <a:lstStyle>
            <a:lvl1pPr>
              <a:lnSpc>
                <a:spcPct val="90000"/>
              </a:lnSpc>
              <a:spcAft>
                <a:spcPts val="600"/>
              </a:spcAft>
              <a:defRPr sz="1400">
                <a:solidFill>
                  <a:schemeClr val="bg1"/>
                </a:solidFill>
              </a:defRPr>
            </a:lvl1pPr>
          </a:lstStyle>
          <a:p>
            <a:r>
              <a:rPr lang="fr-FR" dirty="0"/>
              <a:t>Titre ici. Exemple « La nature du projet »</a:t>
            </a:r>
          </a:p>
        </p:txBody>
      </p:sp>
      <p:sp>
        <p:nvSpPr>
          <p:cNvPr id="15" name="Espace réservé du texte 2">
            <a:extLst>
              <a:ext uri="{FF2B5EF4-FFF2-40B4-BE49-F238E27FC236}">
                <a16:creationId xmlns:a16="http://schemas.microsoft.com/office/drawing/2014/main" id="{C99D6727-D92F-555C-23F4-2D158012226C}"/>
              </a:ext>
            </a:extLst>
          </p:cNvPr>
          <p:cNvSpPr>
            <a:spLocks noGrp="1"/>
          </p:cNvSpPr>
          <p:nvPr>
            <p:ph idx="1" hasCustomPrompt="1"/>
          </p:nvPr>
        </p:nvSpPr>
        <p:spPr>
          <a:xfrm>
            <a:off x="1149927" y="2017972"/>
            <a:ext cx="4069773" cy="1912062"/>
          </a:xfrm>
          <a:prstGeom prst="rect">
            <a:avLst/>
          </a:prstGeom>
        </p:spPr>
        <p:txBody>
          <a:bodyPr vert="horz" wrap="square" lIns="91440" tIns="45720" rIns="91440" bIns="45720" rtlCol="0">
            <a:spAutoFit/>
          </a:bodyPr>
          <a:lstStyle>
            <a:lvl1pPr marL="0" indent="0">
              <a:lnSpc>
                <a:spcPct val="120000"/>
              </a:lnSpc>
              <a:spcBef>
                <a:spcPts val="0"/>
              </a:spcBef>
              <a:buClr>
                <a:schemeClr val="tx2"/>
              </a:buClr>
              <a:buNone/>
              <a:defRPr lang="fr-FR" dirty="0">
                <a:solidFill>
                  <a:schemeClr val="bg1"/>
                </a:solidFill>
                <a:latin typeface="Poppins" pitchFamily="2" charset="77"/>
                <a:cs typeface="Poppins" pitchFamily="2" charset="77"/>
              </a:defRPr>
            </a:lvl1pPr>
            <a:lvl2pPr>
              <a:lnSpc>
                <a:spcPct val="120000"/>
              </a:lnSpc>
              <a:spcBef>
                <a:spcPts val="0"/>
              </a:spcBef>
              <a:buClr>
                <a:schemeClr val="tx2"/>
              </a:buClr>
              <a:defRPr lang="fr-FR" dirty="0">
                <a:solidFill>
                  <a:schemeClr val="bg1"/>
                </a:solidFill>
                <a:latin typeface="Poppins" pitchFamily="2" charset="77"/>
                <a:cs typeface="Poppins" pitchFamily="2" charset="77"/>
              </a:defRPr>
            </a:lvl2pPr>
            <a:lvl3pPr>
              <a:lnSpc>
                <a:spcPct val="120000"/>
              </a:lnSpc>
              <a:spcBef>
                <a:spcPts val="0"/>
              </a:spcBef>
              <a:buClr>
                <a:schemeClr val="tx2"/>
              </a:buClr>
              <a:defRPr lang="fr-FR" dirty="0">
                <a:solidFill>
                  <a:schemeClr val="bg1"/>
                </a:solidFill>
                <a:latin typeface="Poppins" pitchFamily="2" charset="77"/>
                <a:cs typeface="Poppins" pitchFamily="2" charset="77"/>
              </a:defRPr>
            </a:lvl3pPr>
            <a:lvl4pPr>
              <a:lnSpc>
                <a:spcPct val="120000"/>
              </a:lnSpc>
              <a:spcBef>
                <a:spcPts val="0"/>
              </a:spcBef>
              <a:buClr>
                <a:schemeClr val="tx2"/>
              </a:buClr>
              <a:defRPr lang="fr-FR" dirty="0">
                <a:solidFill>
                  <a:schemeClr val="bg1"/>
                </a:solidFill>
                <a:latin typeface="Poppins" pitchFamily="2" charset="77"/>
                <a:cs typeface="Poppins" pitchFamily="2" charset="77"/>
              </a:defRPr>
            </a:lvl4pPr>
            <a:lvl5pPr>
              <a:lnSpc>
                <a:spcPct val="120000"/>
              </a:lnSpc>
              <a:spcBef>
                <a:spcPts val="0"/>
              </a:spcBef>
              <a:buClr>
                <a:schemeClr val="tx2"/>
              </a:buClr>
              <a:defRPr lang="fr-FR" dirty="0">
                <a:solidFill>
                  <a:schemeClr val="bg1"/>
                </a:solidFill>
                <a:latin typeface="Poppins" pitchFamily="2" charset="77"/>
                <a:cs typeface="Poppins" pitchFamily="2" charset="77"/>
              </a:defRPr>
            </a:lvl5pPr>
          </a:lstStyle>
          <a:p>
            <a:pPr lvl="0">
              <a:spcAft>
                <a:spcPts val="600"/>
              </a:spcAft>
            </a:pPr>
            <a:r>
              <a:rPr lang="fr-FR" dirty="0"/>
              <a:t>At </a:t>
            </a:r>
            <a:r>
              <a:rPr lang="fr-FR" dirty="0" err="1"/>
              <a:t>vero</a:t>
            </a:r>
            <a:r>
              <a:rPr lang="fr-FR" dirty="0"/>
              <a:t> </a:t>
            </a:r>
            <a:r>
              <a:rPr lang="fr-FR" dirty="0" err="1"/>
              <a:t>eos</a:t>
            </a:r>
            <a:r>
              <a:rPr lang="fr-FR" dirty="0"/>
              <a:t> et </a:t>
            </a:r>
            <a:r>
              <a:rPr lang="fr-FR" dirty="0" err="1"/>
              <a:t>accusamus</a:t>
            </a:r>
            <a:r>
              <a:rPr lang="fr-FR" dirty="0"/>
              <a:t> et </a:t>
            </a:r>
            <a:r>
              <a:rPr lang="fr-FR" dirty="0" err="1"/>
              <a:t>iusto</a:t>
            </a:r>
            <a:r>
              <a:rPr lang="fr-FR" dirty="0"/>
              <a:t> </a:t>
            </a:r>
            <a:r>
              <a:rPr lang="fr-FR" dirty="0" err="1"/>
              <a:t>odio</a:t>
            </a:r>
            <a:r>
              <a:rPr lang="fr-FR" dirty="0"/>
              <a:t> </a:t>
            </a:r>
            <a:r>
              <a:rPr lang="fr-FR" dirty="0" err="1"/>
              <a:t>dignissimos</a:t>
            </a:r>
            <a:r>
              <a:rPr lang="fr-FR" dirty="0"/>
              <a:t> </a:t>
            </a:r>
            <a:r>
              <a:rPr lang="fr-FR" dirty="0" err="1"/>
              <a:t>ducimus</a:t>
            </a:r>
            <a:r>
              <a:rPr lang="fr-FR" dirty="0"/>
              <a:t> qui </a:t>
            </a:r>
            <a:r>
              <a:rPr lang="fr-FR" dirty="0" err="1"/>
              <a:t>blanditiis</a:t>
            </a:r>
            <a:r>
              <a:rPr lang="fr-FR" dirty="0"/>
              <a:t> </a:t>
            </a:r>
            <a:r>
              <a:rPr lang="fr-FR" dirty="0" err="1"/>
              <a:t>praesentium</a:t>
            </a:r>
            <a:r>
              <a:rPr lang="fr-FR" dirty="0"/>
              <a:t> </a:t>
            </a:r>
            <a:r>
              <a:rPr lang="fr-FR" dirty="0" err="1"/>
              <a:t>voluptatum</a:t>
            </a:r>
            <a:r>
              <a:rPr lang="fr-FR" dirty="0"/>
              <a:t> </a:t>
            </a:r>
            <a:r>
              <a:rPr lang="fr-FR" dirty="0" err="1"/>
              <a:t>deleniti</a:t>
            </a:r>
            <a:r>
              <a:rPr lang="fr-FR" dirty="0"/>
              <a:t> </a:t>
            </a:r>
            <a:r>
              <a:rPr lang="fr-FR" dirty="0" err="1"/>
              <a:t>atque</a:t>
            </a:r>
            <a:r>
              <a:rPr lang="fr-FR" dirty="0"/>
              <a:t> </a:t>
            </a:r>
            <a:r>
              <a:rPr lang="fr-FR" dirty="0" err="1"/>
              <a:t>corrupti</a:t>
            </a:r>
            <a:r>
              <a:rPr lang="fr-FR" dirty="0"/>
              <a:t> </a:t>
            </a:r>
            <a:r>
              <a:rPr lang="fr-FR" dirty="0" err="1"/>
              <a:t>quos</a:t>
            </a:r>
            <a:r>
              <a:rPr lang="fr-FR" dirty="0"/>
              <a:t> </a:t>
            </a:r>
            <a:r>
              <a:rPr lang="fr-FR" dirty="0" err="1"/>
              <a:t>dolores</a:t>
            </a:r>
            <a:r>
              <a:rPr lang="fr-FR" dirty="0"/>
              <a:t> et </a:t>
            </a:r>
            <a:r>
              <a:rPr lang="fr-FR" dirty="0" err="1"/>
              <a:t>quas</a:t>
            </a:r>
            <a:r>
              <a:rPr lang="fr-FR" dirty="0"/>
              <a:t> </a:t>
            </a:r>
            <a:r>
              <a:rPr lang="fr-FR" dirty="0" err="1"/>
              <a:t>molestias</a:t>
            </a:r>
            <a:r>
              <a:rPr lang="fr-FR" dirty="0"/>
              <a:t> </a:t>
            </a:r>
            <a:r>
              <a:rPr lang="fr-FR" dirty="0" err="1"/>
              <a:t>excepturi</a:t>
            </a:r>
            <a:r>
              <a:rPr lang="fr-FR" dirty="0"/>
              <a:t> </a:t>
            </a:r>
            <a:r>
              <a:rPr lang="fr-FR" dirty="0" err="1"/>
              <a:t>sint</a:t>
            </a:r>
            <a:r>
              <a:rPr lang="fr-FR" dirty="0"/>
              <a:t> </a:t>
            </a:r>
            <a:r>
              <a:rPr lang="fr-FR" dirty="0" err="1"/>
              <a:t>occaecati</a:t>
            </a:r>
            <a:r>
              <a:rPr lang="fr-FR" dirty="0"/>
              <a:t> </a:t>
            </a:r>
            <a:r>
              <a:rPr lang="fr-FR" dirty="0" err="1"/>
              <a:t>cupiditate</a:t>
            </a:r>
            <a:r>
              <a:rPr lang="fr-FR" dirty="0"/>
              <a:t> non provident, </a:t>
            </a:r>
            <a:r>
              <a:rPr lang="fr-FR" dirty="0" err="1"/>
              <a:t>similique</a:t>
            </a:r>
            <a:r>
              <a:rPr lang="fr-FR" dirty="0"/>
              <a:t> </a:t>
            </a:r>
            <a:r>
              <a:rPr lang="fr-FR" dirty="0" err="1"/>
              <a:t>sunt</a:t>
            </a:r>
            <a:r>
              <a:rPr lang="fr-FR" dirty="0"/>
              <a:t> in culpa qui officia </a:t>
            </a:r>
            <a:r>
              <a:rPr lang="fr-FR" dirty="0" err="1"/>
              <a:t>deserunt</a:t>
            </a:r>
            <a:r>
              <a:rPr lang="fr-FR" dirty="0"/>
              <a:t> </a:t>
            </a:r>
            <a:r>
              <a:rPr lang="fr-FR" dirty="0" err="1"/>
              <a:t>mollitia</a:t>
            </a:r>
            <a:r>
              <a:rPr lang="fr-FR" dirty="0"/>
              <a:t> </a:t>
            </a:r>
            <a:r>
              <a:rPr lang="fr-FR" dirty="0" err="1"/>
              <a:t>animi</a:t>
            </a:r>
            <a:r>
              <a:rPr lang="fr-FR" dirty="0"/>
              <a:t>, id est </a:t>
            </a:r>
            <a:r>
              <a:rPr lang="fr-FR" dirty="0" err="1"/>
              <a:t>laborum</a:t>
            </a:r>
            <a:r>
              <a:rPr lang="fr-FR" dirty="0"/>
              <a:t> et </a:t>
            </a:r>
            <a:r>
              <a:rPr lang="fr-FR" dirty="0" err="1"/>
              <a:t>dolorum</a:t>
            </a:r>
            <a:r>
              <a:rPr lang="fr-FR" dirty="0"/>
              <a:t> </a:t>
            </a:r>
            <a:r>
              <a:rPr lang="fr-FR" dirty="0" err="1"/>
              <a:t>fuga</a:t>
            </a:r>
            <a:r>
              <a:rPr lang="fr-FR" dirty="0"/>
              <a:t>. Et </a:t>
            </a:r>
            <a:r>
              <a:rPr lang="fr-FR" dirty="0" err="1"/>
              <a:t>harum</a:t>
            </a:r>
            <a:r>
              <a:rPr lang="fr-FR" dirty="0"/>
              <a:t> </a:t>
            </a:r>
            <a:r>
              <a:rPr lang="fr-FR" dirty="0" err="1"/>
              <a:t>quidem</a:t>
            </a:r>
            <a:r>
              <a:rPr lang="fr-FR" dirty="0"/>
              <a:t> </a:t>
            </a:r>
            <a:r>
              <a:rPr lang="fr-FR" dirty="0" err="1"/>
              <a:t>rerum</a:t>
            </a:r>
            <a:r>
              <a:rPr lang="fr-FR" dirty="0"/>
              <a:t> </a:t>
            </a:r>
            <a:r>
              <a:rPr lang="fr-FR" dirty="0" err="1"/>
              <a:t>facilis</a:t>
            </a:r>
            <a:r>
              <a:rPr lang="fr-FR" dirty="0"/>
              <a:t> est et </a:t>
            </a:r>
            <a:r>
              <a:rPr lang="fr-FR" dirty="0" err="1"/>
              <a:t>expedita</a:t>
            </a:r>
            <a:r>
              <a:rPr lang="fr-FR" dirty="0"/>
              <a:t> </a:t>
            </a:r>
            <a:r>
              <a:rPr lang="fr-FR" dirty="0" err="1"/>
              <a:t>distinctio</a:t>
            </a:r>
            <a:r>
              <a:rPr lang="fr-FR" dirty="0"/>
              <a:t>. Nam libero </a:t>
            </a:r>
            <a:r>
              <a:rPr lang="fr-FR" dirty="0" err="1"/>
              <a:t>tempore</a:t>
            </a:r>
            <a:r>
              <a:rPr lang="fr-FR" dirty="0"/>
              <a:t>, cum </a:t>
            </a:r>
            <a:r>
              <a:rPr lang="fr-FR" dirty="0" err="1"/>
              <a:t>soluta</a:t>
            </a:r>
            <a:r>
              <a:rPr lang="fr-FR" dirty="0"/>
              <a:t> </a:t>
            </a:r>
            <a:r>
              <a:rPr lang="fr-FR" dirty="0" err="1"/>
              <a:t>nobis</a:t>
            </a:r>
            <a:r>
              <a:rPr lang="fr-FR" dirty="0"/>
              <a:t> est </a:t>
            </a:r>
            <a:r>
              <a:rPr lang="fr-FR" dirty="0" err="1"/>
              <a:t>eligendi</a:t>
            </a:r>
            <a:r>
              <a:rPr lang="fr-FR" dirty="0"/>
              <a:t> </a:t>
            </a:r>
            <a:r>
              <a:rPr lang="fr-FR" dirty="0" err="1"/>
              <a:t>optio</a:t>
            </a:r>
            <a:r>
              <a:rPr lang="fr-FR" dirty="0"/>
              <a:t> </a:t>
            </a:r>
            <a:r>
              <a:rPr lang="fr-FR" dirty="0" err="1"/>
              <a:t>cumque</a:t>
            </a:r>
            <a:r>
              <a:rPr lang="fr-FR" dirty="0"/>
              <a:t> nihil </a:t>
            </a:r>
            <a:r>
              <a:rPr lang="fr-FR" dirty="0" err="1"/>
              <a:t>impedit</a:t>
            </a:r>
            <a:r>
              <a:rPr lang="fr-FR" dirty="0"/>
              <a:t> quo minus id</a:t>
            </a:r>
          </a:p>
        </p:txBody>
      </p:sp>
      <p:sp>
        <p:nvSpPr>
          <p:cNvPr id="9" name="object 11">
            <a:extLst>
              <a:ext uri="{FF2B5EF4-FFF2-40B4-BE49-F238E27FC236}">
                <a16:creationId xmlns:a16="http://schemas.microsoft.com/office/drawing/2014/main" id="{597AD387-EE17-4BCE-D354-38C8F7F8CB7D}"/>
              </a:ext>
            </a:extLst>
          </p:cNvPr>
          <p:cNvSpPr/>
          <p:nvPr/>
        </p:nvSpPr>
        <p:spPr>
          <a:xfrm>
            <a:off x="11397941" y="0"/>
            <a:ext cx="794059" cy="6858000"/>
          </a:xfrm>
          <a:custGeom>
            <a:avLst/>
            <a:gdLst/>
            <a:ahLst/>
            <a:cxnLst/>
            <a:rect l="l" t="t" r="r" b="b"/>
            <a:pathLst>
              <a:path w="1309369" h="11308715">
                <a:moveTo>
                  <a:pt x="1308860" y="0"/>
                </a:moveTo>
                <a:lnTo>
                  <a:pt x="0" y="0"/>
                </a:lnTo>
                <a:lnTo>
                  <a:pt x="0" y="11308556"/>
                </a:lnTo>
                <a:lnTo>
                  <a:pt x="1308860" y="11308556"/>
                </a:lnTo>
                <a:lnTo>
                  <a:pt x="1308860" y="0"/>
                </a:lnTo>
                <a:close/>
              </a:path>
            </a:pathLst>
          </a:custGeom>
          <a:solidFill>
            <a:schemeClr val="bg1"/>
          </a:solidFill>
          <a:ln>
            <a:noFill/>
          </a:ln>
        </p:spPr>
        <p:txBody>
          <a:bodyPr wrap="square" lIns="0" tIns="0" rIns="0" bIns="0" rtlCol="0"/>
          <a:lstStyle/>
          <a:p>
            <a:endParaRPr sz="1092"/>
          </a:p>
        </p:txBody>
      </p:sp>
      <p:sp>
        <p:nvSpPr>
          <p:cNvPr id="10" name="object 14">
            <a:extLst>
              <a:ext uri="{FF2B5EF4-FFF2-40B4-BE49-F238E27FC236}">
                <a16:creationId xmlns:a16="http://schemas.microsoft.com/office/drawing/2014/main" id="{09ED82E9-049F-2BC2-31FF-6791D2A269F0}"/>
              </a:ext>
            </a:extLst>
          </p:cNvPr>
          <p:cNvSpPr/>
          <p:nvPr/>
        </p:nvSpPr>
        <p:spPr>
          <a:xfrm>
            <a:off x="11397456" y="6063824"/>
            <a:ext cx="794059" cy="0"/>
          </a:xfrm>
          <a:custGeom>
            <a:avLst/>
            <a:gdLst/>
            <a:ahLst/>
            <a:cxnLst/>
            <a:rect l="l" t="t" r="r" b="b"/>
            <a:pathLst>
              <a:path w="1309369">
                <a:moveTo>
                  <a:pt x="0" y="0"/>
                </a:moveTo>
                <a:lnTo>
                  <a:pt x="1308860" y="0"/>
                </a:lnTo>
              </a:path>
            </a:pathLst>
          </a:custGeom>
          <a:ln w="7853">
            <a:solidFill>
              <a:schemeClr val="tx1"/>
            </a:solidFill>
          </a:ln>
        </p:spPr>
        <p:txBody>
          <a:bodyPr wrap="square" lIns="0" tIns="0" rIns="0" bIns="0" rtlCol="0"/>
          <a:lstStyle/>
          <a:p>
            <a:endParaRPr sz="1092"/>
          </a:p>
        </p:txBody>
      </p:sp>
      <p:pic>
        <p:nvPicPr>
          <p:cNvPr id="11" name="Graphique 10">
            <a:extLst>
              <a:ext uri="{FF2B5EF4-FFF2-40B4-BE49-F238E27FC236}">
                <a16:creationId xmlns:a16="http://schemas.microsoft.com/office/drawing/2014/main" id="{BC79B3EE-0EF2-3A6B-F979-0C229703EAC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646607" y="6340088"/>
            <a:ext cx="330919" cy="214383"/>
          </a:xfrm>
          <a:prstGeom prst="rect">
            <a:avLst/>
          </a:prstGeom>
        </p:spPr>
      </p:pic>
      <p:sp>
        <p:nvSpPr>
          <p:cNvPr id="12" name="Espace réservé du pied de page 4">
            <a:extLst>
              <a:ext uri="{FF2B5EF4-FFF2-40B4-BE49-F238E27FC236}">
                <a16:creationId xmlns:a16="http://schemas.microsoft.com/office/drawing/2014/main" id="{1003673D-8999-1FD8-00F4-E8CEE5A01A03}"/>
              </a:ext>
            </a:extLst>
          </p:cNvPr>
          <p:cNvSpPr>
            <a:spLocks noGrp="1"/>
          </p:cNvSpPr>
          <p:nvPr>
            <p:ph type="ftr" sz="quarter" idx="3"/>
          </p:nvPr>
        </p:nvSpPr>
        <p:spPr>
          <a:xfrm rot="16200000">
            <a:off x="9737570" y="2572960"/>
            <a:ext cx="4114800" cy="365125"/>
          </a:xfrm>
          <a:prstGeom prst="rect">
            <a:avLst/>
          </a:prstGeom>
        </p:spPr>
        <p:txBody>
          <a:bodyPr vert="horz" lIns="91440" tIns="45720" rIns="91440" bIns="45720" rtlCol="0" anchor="ctr"/>
          <a:lstStyle>
            <a:lvl1pPr>
              <a:defRPr lang="en-US" sz="728" dirty="0">
                <a:solidFill>
                  <a:schemeClr val="tx1"/>
                </a:solidFill>
                <a:latin typeface="Poppins" pitchFamily="2" charset="77"/>
                <a:cs typeface="Poppins" pitchFamily="2" charset="77"/>
              </a:defRPr>
            </a:lvl1pPr>
          </a:lstStyle>
          <a:p>
            <a:pPr algn="r"/>
            <a:r>
              <a:rPr lang="fr-FR"/>
              <a:t>Architectes des grandes transformations</a:t>
            </a:r>
            <a:endParaRPr lang="fr-US"/>
          </a:p>
        </p:txBody>
      </p:sp>
      <p:sp>
        <p:nvSpPr>
          <p:cNvPr id="13" name="Espace réservé du numéro de diapositive 18">
            <a:extLst>
              <a:ext uri="{FF2B5EF4-FFF2-40B4-BE49-F238E27FC236}">
                <a16:creationId xmlns:a16="http://schemas.microsoft.com/office/drawing/2014/main" id="{B9D2A6EA-F2B4-D145-5785-1B5F60F9180B}"/>
              </a:ext>
            </a:extLst>
          </p:cNvPr>
          <p:cNvSpPr>
            <a:spLocks noGrp="1"/>
          </p:cNvSpPr>
          <p:nvPr>
            <p:ph type="sldNum" sz="quarter" idx="4"/>
          </p:nvPr>
        </p:nvSpPr>
        <p:spPr>
          <a:xfrm>
            <a:off x="11588253" y="165403"/>
            <a:ext cx="420073" cy="365125"/>
          </a:xfrm>
          <a:prstGeom prst="rect">
            <a:avLst/>
          </a:prstGeom>
        </p:spPr>
        <p:txBody>
          <a:bodyPr/>
          <a:lstStyle>
            <a:lvl1pPr algn="ctr">
              <a:defRPr lang="en-US" sz="800" b="1" smtClean="0">
                <a:solidFill>
                  <a:schemeClr val="tx1"/>
                </a:solidFill>
                <a:latin typeface="Poppins" pitchFamily="2" charset="77"/>
                <a:cs typeface="Poppins" pitchFamily="2" charset="77"/>
              </a:defRPr>
            </a:lvl1pPr>
          </a:lstStyle>
          <a:p>
            <a:fld id="{8042310B-17DC-C845-9B99-8FE29D3E9696}" type="slidenum">
              <a:rPr lang="fr-FR" smtClean="0"/>
              <a:pPr/>
              <a:t>‹N°›</a:t>
            </a:fld>
            <a:endParaRPr lang="fr-FR" dirty="0"/>
          </a:p>
        </p:txBody>
      </p:sp>
    </p:spTree>
    <p:extLst>
      <p:ext uri="{BB962C8B-B14F-4D97-AF65-F5344CB8AC3E}">
        <p14:creationId xmlns:p14="http://schemas.microsoft.com/office/powerpoint/2010/main" val="3434538245"/>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p:cSld name="Référence Vibrant 5">
    <p:spTree>
      <p:nvGrpSpPr>
        <p:cNvPr id="1" name=""/>
        <p:cNvGrpSpPr/>
        <p:nvPr/>
      </p:nvGrpSpPr>
      <p:grpSpPr>
        <a:xfrm>
          <a:off x="0" y="0"/>
          <a:ext cx="0" cy="0"/>
          <a:chOff x="0" y="0"/>
          <a:chExt cx="0" cy="0"/>
        </a:xfrm>
      </p:grpSpPr>
      <p:pic>
        <p:nvPicPr>
          <p:cNvPr id="17" name="Image 16">
            <a:extLst>
              <a:ext uri="{FF2B5EF4-FFF2-40B4-BE49-F238E27FC236}">
                <a16:creationId xmlns:a16="http://schemas.microsoft.com/office/drawing/2014/main" id="{E325A0B9-21A3-9A34-FBF7-D6585C2C6E7A}"/>
              </a:ext>
            </a:extLst>
          </p:cNvPr>
          <p:cNvPicPr>
            <a:picLocks noChangeAspect="1"/>
          </p:cNvPicPr>
          <p:nvPr/>
        </p:nvPicPr>
        <p:blipFill>
          <a:blip r:embed="rId2"/>
          <a:srcRect/>
          <a:stretch/>
        </p:blipFill>
        <p:spPr>
          <a:xfrm>
            <a:off x="-14280" y="0"/>
            <a:ext cx="12173689" cy="6857995"/>
          </a:xfrm>
          <a:prstGeom prst="rect">
            <a:avLst/>
          </a:prstGeom>
        </p:spPr>
      </p:pic>
      <p:sp>
        <p:nvSpPr>
          <p:cNvPr id="20" name="Espace réservé du texte 22">
            <a:extLst>
              <a:ext uri="{FF2B5EF4-FFF2-40B4-BE49-F238E27FC236}">
                <a16:creationId xmlns:a16="http://schemas.microsoft.com/office/drawing/2014/main" id="{8C8EBFD8-2352-3161-FECA-F5229C0183A6}"/>
              </a:ext>
            </a:extLst>
          </p:cNvPr>
          <p:cNvSpPr>
            <a:spLocks noGrp="1"/>
          </p:cNvSpPr>
          <p:nvPr>
            <p:ph type="body" sz="quarter" idx="17" hasCustomPrompt="1"/>
          </p:nvPr>
        </p:nvSpPr>
        <p:spPr>
          <a:xfrm>
            <a:off x="1139871" y="360437"/>
            <a:ext cx="9871029" cy="263149"/>
          </a:xfrm>
          <a:noFill/>
        </p:spPr>
        <p:txBody>
          <a:bodyPr wrap="square" anchor="b">
            <a:noAutofit/>
          </a:bodyPr>
          <a:lstStyle>
            <a:lvl1pPr marL="0" indent="0">
              <a:lnSpc>
                <a:spcPct val="120000"/>
              </a:lnSpc>
              <a:spcBef>
                <a:spcPts val="0"/>
              </a:spcBef>
              <a:spcAft>
                <a:spcPts val="600"/>
              </a:spcAft>
              <a:buNone/>
              <a:defRPr sz="1200" b="0">
                <a:solidFill>
                  <a:schemeClr val="tx2"/>
                </a:solidFill>
              </a:defRPr>
            </a:lvl1pPr>
          </a:lstStyle>
          <a:p>
            <a:pPr lvl="0"/>
            <a:r>
              <a:rPr lang="fr-FR" dirty="0"/>
              <a:t>Titre ici. Par exemple « Références »</a:t>
            </a:r>
          </a:p>
        </p:txBody>
      </p:sp>
      <p:sp>
        <p:nvSpPr>
          <p:cNvPr id="9" name="Titre 17">
            <a:extLst>
              <a:ext uri="{FF2B5EF4-FFF2-40B4-BE49-F238E27FC236}">
                <a16:creationId xmlns:a16="http://schemas.microsoft.com/office/drawing/2014/main" id="{34DA0A9F-B736-79AD-A29C-5F1D44AFCF2A}"/>
              </a:ext>
            </a:extLst>
          </p:cNvPr>
          <p:cNvSpPr>
            <a:spLocks noGrp="1"/>
          </p:cNvSpPr>
          <p:nvPr>
            <p:ph type="title" hasCustomPrompt="1"/>
          </p:nvPr>
        </p:nvSpPr>
        <p:spPr>
          <a:xfrm>
            <a:off x="1139871" y="1726354"/>
            <a:ext cx="4079829" cy="291618"/>
          </a:xfrm>
          <a:noFill/>
        </p:spPr>
        <p:txBody>
          <a:bodyPr wrap="square" anchor="ctr" anchorCtr="0">
            <a:spAutoFit/>
          </a:bodyPr>
          <a:lstStyle>
            <a:lvl1pPr>
              <a:lnSpc>
                <a:spcPct val="90000"/>
              </a:lnSpc>
              <a:spcAft>
                <a:spcPts val="600"/>
              </a:spcAft>
              <a:defRPr sz="1400">
                <a:solidFill>
                  <a:schemeClr val="bg1"/>
                </a:solidFill>
              </a:defRPr>
            </a:lvl1pPr>
          </a:lstStyle>
          <a:p>
            <a:r>
              <a:rPr lang="fr-FR" dirty="0"/>
              <a:t>Titre ici. Exemple « La nature du projet »</a:t>
            </a:r>
          </a:p>
        </p:txBody>
      </p:sp>
      <p:sp>
        <p:nvSpPr>
          <p:cNvPr id="10" name="Espace réservé du texte 2">
            <a:extLst>
              <a:ext uri="{FF2B5EF4-FFF2-40B4-BE49-F238E27FC236}">
                <a16:creationId xmlns:a16="http://schemas.microsoft.com/office/drawing/2014/main" id="{C71B4DF6-81D2-09E4-70FD-733F8F2968F2}"/>
              </a:ext>
            </a:extLst>
          </p:cNvPr>
          <p:cNvSpPr>
            <a:spLocks noGrp="1"/>
          </p:cNvSpPr>
          <p:nvPr>
            <p:ph idx="1" hasCustomPrompt="1"/>
          </p:nvPr>
        </p:nvSpPr>
        <p:spPr>
          <a:xfrm>
            <a:off x="1149927" y="2017972"/>
            <a:ext cx="4069773" cy="1912062"/>
          </a:xfrm>
          <a:prstGeom prst="rect">
            <a:avLst/>
          </a:prstGeom>
        </p:spPr>
        <p:txBody>
          <a:bodyPr vert="horz" wrap="square" lIns="91440" tIns="45720" rIns="91440" bIns="45720" rtlCol="0">
            <a:spAutoFit/>
          </a:bodyPr>
          <a:lstStyle>
            <a:lvl1pPr marL="0" indent="0">
              <a:lnSpc>
                <a:spcPct val="120000"/>
              </a:lnSpc>
              <a:spcBef>
                <a:spcPts val="0"/>
              </a:spcBef>
              <a:buClr>
                <a:schemeClr val="tx2"/>
              </a:buClr>
              <a:buNone/>
              <a:defRPr lang="fr-FR" dirty="0">
                <a:solidFill>
                  <a:schemeClr val="bg1"/>
                </a:solidFill>
                <a:latin typeface="Poppins" pitchFamily="2" charset="77"/>
                <a:cs typeface="Poppins" pitchFamily="2" charset="77"/>
              </a:defRPr>
            </a:lvl1pPr>
            <a:lvl2pPr>
              <a:lnSpc>
                <a:spcPct val="120000"/>
              </a:lnSpc>
              <a:spcBef>
                <a:spcPts val="0"/>
              </a:spcBef>
              <a:buClr>
                <a:schemeClr val="tx2"/>
              </a:buClr>
              <a:defRPr lang="fr-FR" dirty="0">
                <a:solidFill>
                  <a:schemeClr val="bg1"/>
                </a:solidFill>
                <a:latin typeface="Poppins" pitchFamily="2" charset="77"/>
                <a:cs typeface="Poppins" pitchFamily="2" charset="77"/>
              </a:defRPr>
            </a:lvl2pPr>
            <a:lvl3pPr>
              <a:lnSpc>
                <a:spcPct val="120000"/>
              </a:lnSpc>
              <a:spcBef>
                <a:spcPts val="0"/>
              </a:spcBef>
              <a:buClr>
                <a:schemeClr val="tx2"/>
              </a:buClr>
              <a:defRPr lang="fr-FR" dirty="0">
                <a:solidFill>
                  <a:schemeClr val="bg1"/>
                </a:solidFill>
                <a:latin typeface="Poppins" pitchFamily="2" charset="77"/>
                <a:cs typeface="Poppins" pitchFamily="2" charset="77"/>
              </a:defRPr>
            </a:lvl3pPr>
            <a:lvl4pPr>
              <a:lnSpc>
                <a:spcPct val="120000"/>
              </a:lnSpc>
              <a:spcBef>
                <a:spcPts val="0"/>
              </a:spcBef>
              <a:buClr>
                <a:schemeClr val="tx2"/>
              </a:buClr>
              <a:defRPr lang="fr-FR" dirty="0">
                <a:solidFill>
                  <a:schemeClr val="bg1"/>
                </a:solidFill>
                <a:latin typeface="Poppins" pitchFamily="2" charset="77"/>
                <a:cs typeface="Poppins" pitchFamily="2" charset="77"/>
              </a:defRPr>
            </a:lvl4pPr>
            <a:lvl5pPr>
              <a:lnSpc>
                <a:spcPct val="120000"/>
              </a:lnSpc>
              <a:spcBef>
                <a:spcPts val="0"/>
              </a:spcBef>
              <a:buClr>
                <a:schemeClr val="tx2"/>
              </a:buClr>
              <a:defRPr lang="fr-FR" dirty="0">
                <a:solidFill>
                  <a:schemeClr val="bg1"/>
                </a:solidFill>
                <a:latin typeface="Poppins" pitchFamily="2" charset="77"/>
                <a:cs typeface="Poppins" pitchFamily="2" charset="77"/>
              </a:defRPr>
            </a:lvl5pPr>
          </a:lstStyle>
          <a:p>
            <a:pPr lvl="0">
              <a:spcAft>
                <a:spcPts val="600"/>
              </a:spcAft>
            </a:pPr>
            <a:r>
              <a:rPr lang="fr-FR" dirty="0"/>
              <a:t>At </a:t>
            </a:r>
            <a:r>
              <a:rPr lang="fr-FR" dirty="0" err="1"/>
              <a:t>vero</a:t>
            </a:r>
            <a:r>
              <a:rPr lang="fr-FR" dirty="0"/>
              <a:t> </a:t>
            </a:r>
            <a:r>
              <a:rPr lang="fr-FR" dirty="0" err="1"/>
              <a:t>eos</a:t>
            </a:r>
            <a:r>
              <a:rPr lang="fr-FR" dirty="0"/>
              <a:t> et </a:t>
            </a:r>
            <a:r>
              <a:rPr lang="fr-FR" dirty="0" err="1"/>
              <a:t>accusamus</a:t>
            </a:r>
            <a:r>
              <a:rPr lang="fr-FR" dirty="0"/>
              <a:t> et </a:t>
            </a:r>
            <a:r>
              <a:rPr lang="fr-FR" dirty="0" err="1"/>
              <a:t>iusto</a:t>
            </a:r>
            <a:r>
              <a:rPr lang="fr-FR" dirty="0"/>
              <a:t> </a:t>
            </a:r>
            <a:r>
              <a:rPr lang="fr-FR" dirty="0" err="1"/>
              <a:t>odio</a:t>
            </a:r>
            <a:r>
              <a:rPr lang="fr-FR" dirty="0"/>
              <a:t> </a:t>
            </a:r>
            <a:r>
              <a:rPr lang="fr-FR" dirty="0" err="1"/>
              <a:t>dignissimos</a:t>
            </a:r>
            <a:r>
              <a:rPr lang="fr-FR" dirty="0"/>
              <a:t> </a:t>
            </a:r>
            <a:r>
              <a:rPr lang="fr-FR" dirty="0" err="1"/>
              <a:t>ducimus</a:t>
            </a:r>
            <a:r>
              <a:rPr lang="fr-FR" dirty="0"/>
              <a:t> qui </a:t>
            </a:r>
            <a:r>
              <a:rPr lang="fr-FR" dirty="0" err="1"/>
              <a:t>blanditiis</a:t>
            </a:r>
            <a:r>
              <a:rPr lang="fr-FR" dirty="0"/>
              <a:t> </a:t>
            </a:r>
            <a:r>
              <a:rPr lang="fr-FR" dirty="0" err="1"/>
              <a:t>praesentium</a:t>
            </a:r>
            <a:r>
              <a:rPr lang="fr-FR" dirty="0"/>
              <a:t> </a:t>
            </a:r>
            <a:r>
              <a:rPr lang="fr-FR" dirty="0" err="1"/>
              <a:t>voluptatum</a:t>
            </a:r>
            <a:r>
              <a:rPr lang="fr-FR" dirty="0"/>
              <a:t> </a:t>
            </a:r>
            <a:r>
              <a:rPr lang="fr-FR" dirty="0" err="1"/>
              <a:t>deleniti</a:t>
            </a:r>
            <a:r>
              <a:rPr lang="fr-FR" dirty="0"/>
              <a:t> </a:t>
            </a:r>
            <a:r>
              <a:rPr lang="fr-FR" dirty="0" err="1"/>
              <a:t>atque</a:t>
            </a:r>
            <a:r>
              <a:rPr lang="fr-FR" dirty="0"/>
              <a:t> </a:t>
            </a:r>
            <a:r>
              <a:rPr lang="fr-FR" dirty="0" err="1"/>
              <a:t>corrupti</a:t>
            </a:r>
            <a:r>
              <a:rPr lang="fr-FR" dirty="0"/>
              <a:t> </a:t>
            </a:r>
            <a:r>
              <a:rPr lang="fr-FR" dirty="0" err="1"/>
              <a:t>quos</a:t>
            </a:r>
            <a:r>
              <a:rPr lang="fr-FR" dirty="0"/>
              <a:t> </a:t>
            </a:r>
            <a:r>
              <a:rPr lang="fr-FR" dirty="0" err="1"/>
              <a:t>dolores</a:t>
            </a:r>
            <a:r>
              <a:rPr lang="fr-FR" dirty="0"/>
              <a:t> et </a:t>
            </a:r>
            <a:r>
              <a:rPr lang="fr-FR" dirty="0" err="1"/>
              <a:t>quas</a:t>
            </a:r>
            <a:r>
              <a:rPr lang="fr-FR" dirty="0"/>
              <a:t> </a:t>
            </a:r>
            <a:r>
              <a:rPr lang="fr-FR" dirty="0" err="1"/>
              <a:t>molestias</a:t>
            </a:r>
            <a:r>
              <a:rPr lang="fr-FR" dirty="0"/>
              <a:t> </a:t>
            </a:r>
            <a:r>
              <a:rPr lang="fr-FR" dirty="0" err="1"/>
              <a:t>excepturi</a:t>
            </a:r>
            <a:r>
              <a:rPr lang="fr-FR" dirty="0"/>
              <a:t> </a:t>
            </a:r>
            <a:r>
              <a:rPr lang="fr-FR" dirty="0" err="1"/>
              <a:t>sint</a:t>
            </a:r>
            <a:r>
              <a:rPr lang="fr-FR" dirty="0"/>
              <a:t> </a:t>
            </a:r>
            <a:r>
              <a:rPr lang="fr-FR" dirty="0" err="1"/>
              <a:t>occaecati</a:t>
            </a:r>
            <a:r>
              <a:rPr lang="fr-FR" dirty="0"/>
              <a:t> </a:t>
            </a:r>
            <a:r>
              <a:rPr lang="fr-FR" dirty="0" err="1"/>
              <a:t>cupiditate</a:t>
            </a:r>
            <a:r>
              <a:rPr lang="fr-FR" dirty="0"/>
              <a:t> non provident, </a:t>
            </a:r>
            <a:r>
              <a:rPr lang="fr-FR" dirty="0" err="1"/>
              <a:t>similique</a:t>
            </a:r>
            <a:r>
              <a:rPr lang="fr-FR" dirty="0"/>
              <a:t> </a:t>
            </a:r>
            <a:r>
              <a:rPr lang="fr-FR" dirty="0" err="1"/>
              <a:t>sunt</a:t>
            </a:r>
            <a:r>
              <a:rPr lang="fr-FR" dirty="0"/>
              <a:t> in culpa qui officia </a:t>
            </a:r>
            <a:r>
              <a:rPr lang="fr-FR" dirty="0" err="1"/>
              <a:t>deserunt</a:t>
            </a:r>
            <a:r>
              <a:rPr lang="fr-FR" dirty="0"/>
              <a:t> </a:t>
            </a:r>
            <a:r>
              <a:rPr lang="fr-FR" dirty="0" err="1"/>
              <a:t>mollitia</a:t>
            </a:r>
            <a:r>
              <a:rPr lang="fr-FR" dirty="0"/>
              <a:t> </a:t>
            </a:r>
            <a:r>
              <a:rPr lang="fr-FR" dirty="0" err="1"/>
              <a:t>animi</a:t>
            </a:r>
            <a:r>
              <a:rPr lang="fr-FR" dirty="0"/>
              <a:t>, id est </a:t>
            </a:r>
            <a:r>
              <a:rPr lang="fr-FR" dirty="0" err="1"/>
              <a:t>laborum</a:t>
            </a:r>
            <a:r>
              <a:rPr lang="fr-FR" dirty="0"/>
              <a:t> et </a:t>
            </a:r>
            <a:r>
              <a:rPr lang="fr-FR" dirty="0" err="1"/>
              <a:t>dolorum</a:t>
            </a:r>
            <a:r>
              <a:rPr lang="fr-FR" dirty="0"/>
              <a:t> </a:t>
            </a:r>
            <a:r>
              <a:rPr lang="fr-FR" dirty="0" err="1"/>
              <a:t>fuga</a:t>
            </a:r>
            <a:r>
              <a:rPr lang="fr-FR" dirty="0"/>
              <a:t>. Et </a:t>
            </a:r>
            <a:r>
              <a:rPr lang="fr-FR" dirty="0" err="1"/>
              <a:t>harum</a:t>
            </a:r>
            <a:r>
              <a:rPr lang="fr-FR" dirty="0"/>
              <a:t> </a:t>
            </a:r>
            <a:r>
              <a:rPr lang="fr-FR" dirty="0" err="1"/>
              <a:t>quidem</a:t>
            </a:r>
            <a:r>
              <a:rPr lang="fr-FR" dirty="0"/>
              <a:t> </a:t>
            </a:r>
            <a:r>
              <a:rPr lang="fr-FR" dirty="0" err="1"/>
              <a:t>rerum</a:t>
            </a:r>
            <a:r>
              <a:rPr lang="fr-FR" dirty="0"/>
              <a:t> </a:t>
            </a:r>
            <a:r>
              <a:rPr lang="fr-FR" dirty="0" err="1"/>
              <a:t>facilis</a:t>
            </a:r>
            <a:r>
              <a:rPr lang="fr-FR" dirty="0"/>
              <a:t> est et </a:t>
            </a:r>
            <a:r>
              <a:rPr lang="fr-FR" dirty="0" err="1"/>
              <a:t>expedita</a:t>
            </a:r>
            <a:r>
              <a:rPr lang="fr-FR" dirty="0"/>
              <a:t> </a:t>
            </a:r>
            <a:r>
              <a:rPr lang="fr-FR" dirty="0" err="1"/>
              <a:t>distinctio</a:t>
            </a:r>
            <a:r>
              <a:rPr lang="fr-FR" dirty="0"/>
              <a:t>. Nam libero </a:t>
            </a:r>
            <a:r>
              <a:rPr lang="fr-FR" dirty="0" err="1"/>
              <a:t>tempore</a:t>
            </a:r>
            <a:r>
              <a:rPr lang="fr-FR" dirty="0"/>
              <a:t>, cum </a:t>
            </a:r>
            <a:r>
              <a:rPr lang="fr-FR" dirty="0" err="1"/>
              <a:t>soluta</a:t>
            </a:r>
            <a:r>
              <a:rPr lang="fr-FR" dirty="0"/>
              <a:t> </a:t>
            </a:r>
            <a:r>
              <a:rPr lang="fr-FR" dirty="0" err="1"/>
              <a:t>nobis</a:t>
            </a:r>
            <a:r>
              <a:rPr lang="fr-FR" dirty="0"/>
              <a:t> est </a:t>
            </a:r>
            <a:r>
              <a:rPr lang="fr-FR" dirty="0" err="1"/>
              <a:t>eligendi</a:t>
            </a:r>
            <a:r>
              <a:rPr lang="fr-FR" dirty="0"/>
              <a:t> </a:t>
            </a:r>
            <a:r>
              <a:rPr lang="fr-FR" dirty="0" err="1"/>
              <a:t>optio</a:t>
            </a:r>
            <a:r>
              <a:rPr lang="fr-FR" dirty="0"/>
              <a:t> </a:t>
            </a:r>
            <a:r>
              <a:rPr lang="fr-FR" dirty="0" err="1"/>
              <a:t>cumque</a:t>
            </a:r>
            <a:r>
              <a:rPr lang="fr-FR" dirty="0"/>
              <a:t> nihil </a:t>
            </a:r>
            <a:r>
              <a:rPr lang="fr-FR" dirty="0" err="1"/>
              <a:t>impedit</a:t>
            </a:r>
            <a:r>
              <a:rPr lang="fr-FR" dirty="0"/>
              <a:t> quo minus id</a:t>
            </a:r>
          </a:p>
        </p:txBody>
      </p:sp>
      <p:sp>
        <p:nvSpPr>
          <p:cNvPr id="11" name="object 11">
            <a:extLst>
              <a:ext uri="{FF2B5EF4-FFF2-40B4-BE49-F238E27FC236}">
                <a16:creationId xmlns:a16="http://schemas.microsoft.com/office/drawing/2014/main" id="{F510D62F-C0A9-5622-07FD-00FB53965408}"/>
              </a:ext>
            </a:extLst>
          </p:cNvPr>
          <p:cNvSpPr/>
          <p:nvPr/>
        </p:nvSpPr>
        <p:spPr>
          <a:xfrm>
            <a:off x="11397941" y="0"/>
            <a:ext cx="794059" cy="6858000"/>
          </a:xfrm>
          <a:custGeom>
            <a:avLst/>
            <a:gdLst/>
            <a:ahLst/>
            <a:cxnLst/>
            <a:rect l="l" t="t" r="r" b="b"/>
            <a:pathLst>
              <a:path w="1309369" h="11308715">
                <a:moveTo>
                  <a:pt x="1308860" y="0"/>
                </a:moveTo>
                <a:lnTo>
                  <a:pt x="0" y="0"/>
                </a:lnTo>
                <a:lnTo>
                  <a:pt x="0" y="11308556"/>
                </a:lnTo>
                <a:lnTo>
                  <a:pt x="1308860" y="11308556"/>
                </a:lnTo>
                <a:lnTo>
                  <a:pt x="1308860" y="0"/>
                </a:lnTo>
                <a:close/>
              </a:path>
            </a:pathLst>
          </a:custGeom>
          <a:solidFill>
            <a:schemeClr val="bg1"/>
          </a:solidFill>
          <a:ln>
            <a:noFill/>
          </a:ln>
        </p:spPr>
        <p:txBody>
          <a:bodyPr wrap="square" lIns="0" tIns="0" rIns="0" bIns="0" rtlCol="0"/>
          <a:lstStyle/>
          <a:p>
            <a:endParaRPr sz="1092"/>
          </a:p>
        </p:txBody>
      </p:sp>
      <p:sp>
        <p:nvSpPr>
          <p:cNvPr id="12" name="object 14">
            <a:extLst>
              <a:ext uri="{FF2B5EF4-FFF2-40B4-BE49-F238E27FC236}">
                <a16:creationId xmlns:a16="http://schemas.microsoft.com/office/drawing/2014/main" id="{DB4067FB-7235-8757-90AF-B99B255EDA9E}"/>
              </a:ext>
            </a:extLst>
          </p:cNvPr>
          <p:cNvSpPr/>
          <p:nvPr/>
        </p:nvSpPr>
        <p:spPr>
          <a:xfrm>
            <a:off x="11397456" y="6063824"/>
            <a:ext cx="794059" cy="0"/>
          </a:xfrm>
          <a:custGeom>
            <a:avLst/>
            <a:gdLst/>
            <a:ahLst/>
            <a:cxnLst/>
            <a:rect l="l" t="t" r="r" b="b"/>
            <a:pathLst>
              <a:path w="1309369">
                <a:moveTo>
                  <a:pt x="0" y="0"/>
                </a:moveTo>
                <a:lnTo>
                  <a:pt x="1308860" y="0"/>
                </a:lnTo>
              </a:path>
            </a:pathLst>
          </a:custGeom>
          <a:ln w="7853">
            <a:solidFill>
              <a:schemeClr val="tx1"/>
            </a:solidFill>
          </a:ln>
        </p:spPr>
        <p:txBody>
          <a:bodyPr wrap="square" lIns="0" tIns="0" rIns="0" bIns="0" rtlCol="0"/>
          <a:lstStyle/>
          <a:p>
            <a:endParaRPr sz="1092"/>
          </a:p>
        </p:txBody>
      </p:sp>
      <p:pic>
        <p:nvPicPr>
          <p:cNvPr id="13" name="Graphique 12">
            <a:extLst>
              <a:ext uri="{FF2B5EF4-FFF2-40B4-BE49-F238E27FC236}">
                <a16:creationId xmlns:a16="http://schemas.microsoft.com/office/drawing/2014/main" id="{A0CC3658-92D5-37D8-D036-2208A0402D1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646607" y="6340088"/>
            <a:ext cx="330919" cy="214383"/>
          </a:xfrm>
          <a:prstGeom prst="rect">
            <a:avLst/>
          </a:prstGeom>
        </p:spPr>
      </p:pic>
      <p:sp>
        <p:nvSpPr>
          <p:cNvPr id="14" name="Espace réservé du pied de page 4">
            <a:extLst>
              <a:ext uri="{FF2B5EF4-FFF2-40B4-BE49-F238E27FC236}">
                <a16:creationId xmlns:a16="http://schemas.microsoft.com/office/drawing/2014/main" id="{119D6A1C-17FC-1617-7216-95D25E3364D7}"/>
              </a:ext>
            </a:extLst>
          </p:cNvPr>
          <p:cNvSpPr>
            <a:spLocks noGrp="1"/>
          </p:cNvSpPr>
          <p:nvPr>
            <p:ph type="ftr" sz="quarter" idx="3"/>
          </p:nvPr>
        </p:nvSpPr>
        <p:spPr>
          <a:xfrm rot="16200000">
            <a:off x="9737570" y="2572960"/>
            <a:ext cx="4114800" cy="365125"/>
          </a:xfrm>
          <a:prstGeom prst="rect">
            <a:avLst/>
          </a:prstGeom>
        </p:spPr>
        <p:txBody>
          <a:bodyPr vert="horz" lIns="91440" tIns="45720" rIns="91440" bIns="45720" rtlCol="0" anchor="ctr"/>
          <a:lstStyle>
            <a:lvl1pPr>
              <a:defRPr lang="en-US" sz="728" dirty="0">
                <a:solidFill>
                  <a:schemeClr val="tx1"/>
                </a:solidFill>
                <a:latin typeface="Poppins" pitchFamily="2" charset="77"/>
                <a:cs typeface="Poppins" pitchFamily="2" charset="77"/>
              </a:defRPr>
            </a:lvl1pPr>
          </a:lstStyle>
          <a:p>
            <a:pPr algn="r"/>
            <a:r>
              <a:rPr lang="fr-FR"/>
              <a:t>Architectes des grandes transformations</a:t>
            </a:r>
            <a:endParaRPr lang="fr-US"/>
          </a:p>
        </p:txBody>
      </p:sp>
      <p:sp>
        <p:nvSpPr>
          <p:cNvPr id="15" name="Espace réservé du numéro de diapositive 18">
            <a:extLst>
              <a:ext uri="{FF2B5EF4-FFF2-40B4-BE49-F238E27FC236}">
                <a16:creationId xmlns:a16="http://schemas.microsoft.com/office/drawing/2014/main" id="{E3014987-92EF-CDA8-78AF-5101FCE06FCC}"/>
              </a:ext>
            </a:extLst>
          </p:cNvPr>
          <p:cNvSpPr>
            <a:spLocks noGrp="1"/>
          </p:cNvSpPr>
          <p:nvPr>
            <p:ph type="sldNum" sz="quarter" idx="4"/>
          </p:nvPr>
        </p:nvSpPr>
        <p:spPr>
          <a:xfrm>
            <a:off x="11588253" y="165403"/>
            <a:ext cx="420073" cy="365125"/>
          </a:xfrm>
          <a:prstGeom prst="rect">
            <a:avLst/>
          </a:prstGeom>
        </p:spPr>
        <p:txBody>
          <a:bodyPr/>
          <a:lstStyle>
            <a:lvl1pPr algn="ctr">
              <a:defRPr lang="en-US" sz="800" b="1" smtClean="0">
                <a:solidFill>
                  <a:schemeClr val="tx1"/>
                </a:solidFill>
                <a:latin typeface="Poppins" pitchFamily="2" charset="77"/>
                <a:cs typeface="Poppins" pitchFamily="2" charset="77"/>
              </a:defRPr>
            </a:lvl1pPr>
          </a:lstStyle>
          <a:p>
            <a:fld id="{8042310B-17DC-C845-9B99-8FE29D3E9696}" type="slidenum">
              <a:rPr lang="fr-FR" smtClean="0"/>
              <a:pPr/>
              <a:t>‹N°›</a:t>
            </a:fld>
            <a:endParaRPr lang="fr-FR" dirty="0"/>
          </a:p>
        </p:txBody>
      </p:sp>
    </p:spTree>
    <p:extLst>
      <p:ext uri="{BB962C8B-B14F-4D97-AF65-F5344CB8AC3E}">
        <p14:creationId xmlns:p14="http://schemas.microsoft.com/office/powerpoint/2010/main" val="4282648154"/>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p:cSld name="Référence Light 13">
    <p:spTree>
      <p:nvGrpSpPr>
        <p:cNvPr id="1" name=""/>
        <p:cNvGrpSpPr/>
        <p:nvPr/>
      </p:nvGrpSpPr>
      <p:grpSpPr>
        <a:xfrm>
          <a:off x="0" y="0"/>
          <a:ext cx="0" cy="0"/>
          <a:chOff x="0" y="0"/>
          <a:chExt cx="0" cy="0"/>
        </a:xfrm>
      </p:grpSpPr>
      <p:pic>
        <p:nvPicPr>
          <p:cNvPr id="17" name="Image 16">
            <a:extLst>
              <a:ext uri="{FF2B5EF4-FFF2-40B4-BE49-F238E27FC236}">
                <a16:creationId xmlns:a16="http://schemas.microsoft.com/office/drawing/2014/main" id="{E325A0B9-21A3-9A34-FBF7-D6585C2C6E7A}"/>
              </a:ext>
            </a:extLst>
          </p:cNvPr>
          <p:cNvPicPr>
            <a:picLocks noChangeAspect="1"/>
          </p:cNvPicPr>
          <p:nvPr/>
        </p:nvPicPr>
        <p:blipFill>
          <a:blip r:embed="rId2"/>
          <a:srcRect/>
          <a:stretch/>
        </p:blipFill>
        <p:spPr>
          <a:xfrm>
            <a:off x="3742" y="0"/>
            <a:ext cx="12173698" cy="6858000"/>
          </a:xfrm>
          <a:prstGeom prst="rect">
            <a:avLst/>
          </a:prstGeom>
        </p:spPr>
      </p:pic>
      <p:sp>
        <p:nvSpPr>
          <p:cNvPr id="4" name="object 11">
            <a:extLst>
              <a:ext uri="{FF2B5EF4-FFF2-40B4-BE49-F238E27FC236}">
                <a16:creationId xmlns:a16="http://schemas.microsoft.com/office/drawing/2014/main" id="{10D34413-DA51-D9D8-29E8-6DE8F8A5EFCE}"/>
              </a:ext>
            </a:extLst>
          </p:cNvPr>
          <p:cNvSpPr/>
          <p:nvPr/>
        </p:nvSpPr>
        <p:spPr>
          <a:xfrm>
            <a:off x="11397941" y="0"/>
            <a:ext cx="794059" cy="6857615"/>
          </a:xfrm>
          <a:custGeom>
            <a:avLst/>
            <a:gdLst/>
            <a:ahLst/>
            <a:cxnLst/>
            <a:rect l="l" t="t" r="r" b="b"/>
            <a:pathLst>
              <a:path w="1309369" h="11308715">
                <a:moveTo>
                  <a:pt x="1308860" y="0"/>
                </a:moveTo>
                <a:lnTo>
                  <a:pt x="0" y="0"/>
                </a:lnTo>
                <a:lnTo>
                  <a:pt x="0" y="11308556"/>
                </a:lnTo>
                <a:lnTo>
                  <a:pt x="1308860" y="11308556"/>
                </a:lnTo>
                <a:lnTo>
                  <a:pt x="1308860" y="0"/>
                </a:lnTo>
                <a:close/>
              </a:path>
            </a:pathLst>
          </a:custGeom>
          <a:solidFill>
            <a:schemeClr val="tx1"/>
          </a:solidFill>
          <a:ln>
            <a:noFill/>
          </a:ln>
        </p:spPr>
        <p:txBody>
          <a:bodyPr wrap="square" lIns="0" tIns="0" rIns="0" bIns="0" rtlCol="0"/>
          <a:lstStyle/>
          <a:p>
            <a:endParaRPr sz="1092"/>
          </a:p>
        </p:txBody>
      </p:sp>
      <p:sp>
        <p:nvSpPr>
          <p:cNvPr id="2" name="Espace réservé du pied de page 4">
            <a:extLst>
              <a:ext uri="{FF2B5EF4-FFF2-40B4-BE49-F238E27FC236}">
                <a16:creationId xmlns:a16="http://schemas.microsoft.com/office/drawing/2014/main" id="{97ADE9E6-DC8A-B79F-0E6A-9D6F3EC57782}"/>
              </a:ext>
            </a:extLst>
          </p:cNvPr>
          <p:cNvSpPr>
            <a:spLocks noGrp="1"/>
          </p:cNvSpPr>
          <p:nvPr>
            <p:ph type="ftr" sz="quarter" idx="3"/>
          </p:nvPr>
        </p:nvSpPr>
        <p:spPr>
          <a:xfrm rot="16200000">
            <a:off x="9737570" y="2572960"/>
            <a:ext cx="4114800" cy="365125"/>
          </a:xfrm>
          <a:prstGeom prst="rect">
            <a:avLst/>
          </a:prstGeom>
        </p:spPr>
        <p:txBody>
          <a:bodyPr vert="horz" lIns="91440" tIns="45720" rIns="91440" bIns="45720" rtlCol="0" anchor="ctr"/>
          <a:lstStyle>
            <a:lvl1pPr>
              <a:defRPr lang="en-US" sz="728" dirty="0">
                <a:solidFill>
                  <a:schemeClr val="bg1"/>
                </a:solidFill>
                <a:latin typeface="Poppins" pitchFamily="2" charset="77"/>
                <a:cs typeface="Poppins" pitchFamily="2" charset="77"/>
              </a:defRPr>
            </a:lvl1pPr>
          </a:lstStyle>
          <a:p>
            <a:pPr algn="r"/>
            <a:r>
              <a:rPr lang="fr-FR"/>
              <a:t>Architectes des grandes transformations</a:t>
            </a:r>
            <a:endParaRPr lang="fr-US"/>
          </a:p>
        </p:txBody>
      </p:sp>
      <p:sp>
        <p:nvSpPr>
          <p:cNvPr id="3" name="Espace réservé du numéro de diapositive 18">
            <a:extLst>
              <a:ext uri="{FF2B5EF4-FFF2-40B4-BE49-F238E27FC236}">
                <a16:creationId xmlns:a16="http://schemas.microsoft.com/office/drawing/2014/main" id="{40599553-1744-B948-F679-B18C359A2A19}"/>
              </a:ext>
            </a:extLst>
          </p:cNvPr>
          <p:cNvSpPr>
            <a:spLocks noGrp="1"/>
          </p:cNvSpPr>
          <p:nvPr>
            <p:ph type="sldNum" sz="quarter" idx="4"/>
          </p:nvPr>
        </p:nvSpPr>
        <p:spPr>
          <a:xfrm>
            <a:off x="11588253" y="165403"/>
            <a:ext cx="420073" cy="365125"/>
          </a:xfrm>
          <a:prstGeom prst="rect">
            <a:avLst/>
          </a:prstGeom>
        </p:spPr>
        <p:txBody>
          <a:bodyPr/>
          <a:lstStyle>
            <a:lvl1pPr algn="ctr">
              <a:defRPr lang="en-US" sz="667" b="1" smtClean="0">
                <a:solidFill>
                  <a:schemeClr val="bg1"/>
                </a:solidFill>
                <a:latin typeface="Poppins" pitchFamily="2" charset="77"/>
                <a:cs typeface="Poppins" pitchFamily="2" charset="77"/>
              </a:defRPr>
            </a:lvl1pPr>
          </a:lstStyle>
          <a:p>
            <a:fld id="{8042310B-17DC-C845-9B99-8FE29D3E9696}" type="slidenum">
              <a:rPr lang="fr-FR" smtClean="0"/>
              <a:pPr/>
              <a:t>‹N°›</a:t>
            </a:fld>
            <a:endParaRPr lang="fr-FR" dirty="0"/>
          </a:p>
        </p:txBody>
      </p:sp>
      <p:sp>
        <p:nvSpPr>
          <p:cNvPr id="5" name="object 14">
            <a:extLst>
              <a:ext uri="{FF2B5EF4-FFF2-40B4-BE49-F238E27FC236}">
                <a16:creationId xmlns:a16="http://schemas.microsoft.com/office/drawing/2014/main" id="{0BEBFB05-8DE3-A267-9D37-864C2BE599F7}"/>
              </a:ext>
            </a:extLst>
          </p:cNvPr>
          <p:cNvSpPr/>
          <p:nvPr/>
        </p:nvSpPr>
        <p:spPr>
          <a:xfrm>
            <a:off x="11397456" y="6063824"/>
            <a:ext cx="794059" cy="0"/>
          </a:xfrm>
          <a:custGeom>
            <a:avLst/>
            <a:gdLst/>
            <a:ahLst/>
            <a:cxnLst/>
            <a:rect l="l" t="t" r="r" b="b"/>
            <a:pathLst>
              <a:path w="1309369">
                <a:moveTo>
                  <a:pt x="0" y="0"/>
                </a:moveTo>
                <a:lnTo>
                  <a:pt x="1308860" y="0"/>
                </a:lnTo>
              </a:path>
            </a:pathLst>
          </a:custGeom>
          <a:ln w="7853">
            <a:solidFill>
              <a:schemeClr val="bg1"/>
            </a:solidFill>
          </a:ln>
        </p:spPr>
        <p:txBody>
          <a:bodyPr wrap="square" lIns="0" tIns="0" rIns="0" bIns="0" rtlCol="0"/>
          <a:lstStyle/>
          <a:p>
            <a:endParaRPr sz="1092"/>
          </a:p>
        </p:txBody>
      </p:sp>
      <p:grpSp>
        <p:nvGrpSpPr>
          <p:cNvPr id="6" name="Graphique 21">
            <a:extLst>
              <a:ext uri="{FF2B5EF4-FFF2-40B4-BE49-F238E27FC236}">
                <a16:creationId xmlns:a16="http://schemas.microsoft.com/office/drawing/2014/main" id="{53708514-84A2-1B09-3C16-DCBB1DDB6761}"/>
              </a:ext>
            </a:extLst>
          </p:cNvPr>
          <p:cNvGrpSpPr/>
          <p:nvPr/>
        </p:nvGrpSpPr>
        <p:grpSpPr>
          <a:xfrm>
            <a:off x="11646607" y="6340088"/>
            <a:ext cx="329427" cy="214383"/>
            <a:chOff x="19204770" y="10455275"/>
            <a:chExt cx="543212" cy="353534"/>
          </a:xfrm>
        </p:grpSpPr>
        <p:sp>
          <p:nvSpPr>
            <p:cNvPr id="7" name="Forme libre : forme 3">
              <a:extLst>
                <a:ext uri="{FF2B5EF4-FFF2-40B4-BE49-F238E27FC236}">
                  <a16:creationId xmlns:a16="http://schemas.microsoft.com/office/drawing/2014/main" id="{31C42F6D-7A13-B8E3-17A5-85FE87D2A64D}"/>
                </a:ext>
              </a:extLst>
            </p:cNvPr>
            <p:cNvSpPr/>
            <p:nvPr/>
          </p:nvSpPr>
          <p:spPr>
            <a:xfrm>
              <a:off x="19204770" y="10455275"/>
              <a:ext cx="373208" cy="353534"/>
            </a:xfrm>
            <a:custGeom>
              <a:avLst/>
              <a:gdLst>
                <a:gd name="connsiteX0" fmla="*/ 187219 w 373208"/>
                <a:gd name="connsiteY0" fmla="*/ 0 h 353534"/>
                <a:gd name="connsiteX1" fmla="*/ 0 w 373208"/>
                <a:gd name="connsiteY1" fmla="*/ 177228 h 353534"/>
                <a:gd name="connsiteX2" fmla="*/ 185990 w 373208"/>
                <a:gd name="connsiteY2" fmla="*/ 353534 h 353534"/>
                <a:gd name="connsiteX3" fmla="*/ 373209 w 373208"/>
                <a:gd name="connsiteY3" fmla="*/ 175998 h 353534"/>
                <a:gd name="connsiteX4" fmla="*/ 187219 w 373208"/>
                <a:gd name="connsiteY4" fmla="*/ 0 h 353534"/>
                <a:gd name="connsiteX5" fmla="*/ 187219 w 373208"/>
                <a:gd name="connsiteY5" fmla="*/ 252777 h 353534"/>
                <a:gd name="connsiteX6" fmla="*/ 115437 w 373208"/>
                <a:gd name="connsiteY6" fmla="*/ 175922 h 353534"/>
                <a:gd name="connsiteX7" fmla="*/ 185990 w 373208"/>
                <a:gd name="connsiteY7" fmla="*/ 100373 h 353534"/>
                <a:gd name="connsiteX8" fmla="*/ 257772 w 373208"/>
                <a:gd name="connsiteY8" fmla="*/ 177228 h 353534"/>
                <a:gd name="connsiteX9" fmla="*/ 187219 w 373208"/>
                <a:gd name="connsiteY9" fmla="*/ 252777 h 353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73208" h="353534">
                  <a:moveTo>
                    <a:pt x="187219" y="0"/>
                  </a:moveTo>
                  <a:cubicBezTo>
                    <a:pt x="78623" y="0"/>
                    <a:pt x="0" y="81159"/>
                    <a:pt x="0" y="177228"/>
                  </a:cubicBezTo>
                  <a:cubicBezTo>
                    <a:pt x="0" y="273297"/>
                    <a:pt x="78008" y="353534"/>
                    <a:pt x="185990" y="353534"/>
                  </a:cubicBezTo>
                  <a:cubicBezTo>
                    <a:pt x="293971" y="353534"/>
                    <a:pt x="373209" y="272144"/>
                    <a:pt x="373209" y="175998"/>
                  </a:cubicBezTo>
                  <a:cubicBezTo>
                    <a:pt x="373209" y="79853"/>
                    <a:pt x="295201" y="0"/>
                    <a:pt x="187219" y="0"/>
                  </a:cubicBezTo>
                  <a:moveTo>
                    <a:pt x="187219" y="252777"/>
                  </a:moveTo>
                  <a:cubicBezTo>
                    <a:pt x="145410" y="252777"/>
                    <a:pt x="115437" y="217193"/>
                    <a:pt x="115437" y="175922"/>
                  </a:cubicBezTo>
                  <a:cubicBezTo>
                    <a:pt x="115437" y="134650"/>
                    <a:pt x="142951" y="100373"/>
                    <a:pt x="185990" y="100373"/>
                  </a:cubicBezTo>
                  <a:cubicBezTo>
                    <a:pt x="227799" y="100373"/>
                    <a:pt x="257772" y="135957"/>
                    <a:pt x="257772" y="177228"/>
                  </a:cubicBezTo>
                  <a:cubicBezTo>
                    <a:pt x="257772" y="218499"/>
                    <a:pt x="230566" y="252777"/>
                    <a:pt x="187219" y="252777"/>
                  </a:cubicBezTo>
                </a:path>
              </a:pathLst>
            </a:custGeom>
            <a:solidFill>
              <a:schemeClr val="bg1"/>
            </a:solidFill>
            <a:ln w="7647" cap="flat">
              <a:noFill/>
              <a:prstDash val="solid"/>
              <a:miter/>
            </a:ln>
          </p:spPr>
          <p:txBody>
            <a:bodyPr rtlCol="0" anchor="ctr"/>
            <a:lstStyle/>
            <a:p>
              <a:endParaRPr lang="fr-FR" sz="1092"/>
            </a:p>
          </p:txBody>
        </p:sp>
        <p:sp>
          <p:nvSpPr>
            <p:cNvPr id="8" name="Forme libre : forme 4">
              <a:extLst>
                <a:ext uri="{FF2B5EF4-FFF2-40B4-BE49-F238E27FC236}">
                  <a16:creationId xmlns:a16="http://schemas.microsoft.com/office/drawing/2014/main" id="{47A73EB0-AB80-9491-022A-C1D2B9AF734E}"/>
                </a:ext>
              </a:extLst>
            </p:cNvPr>
            <p:cNvSpPr/>
            <p:nvPr/>
          </p:nvSpPr>
          <p:spPr>
            <a:xfrm>
              <a:off x="19603033" y="10663629"/>
              <a:ext cx="144948" cy="144948"/>
            </a:xfrm>
            <a:custGeom>
              <a:avLst/>
              <a:gdLst>
                <a:gd name="connsiteX0" fmla="*/ 144949 w 144948"/>
                <a:gd name="connsiteY0" fmla="*/ 72474 h 144948"/>
                <a:gd name="connsiteX1" fmla="*/ 72474 w 144948"/>
                <a:gd name="connsiteY1" fmla="*/ 144949 h 144948"/>
                <a:gd name="connsiteX2" fmla="*/ 0 w 144948"/>
                <a:gd name="connsiteY2" fmla="*/ 72474 h 144948"/>
                <a:gd name="connsiteX3" fmla="*/ 72474 w 144948"/>
                <a:gd name="connsiteY3" fmla="*/ 0 h 144948"/>
                <a:gd name="connsiteX4" fmla="*/ 144949 w 144948"/>
                <a:gd name="connsiteY4" fmla="*/ 72474 h 1449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4948" h="144948">
                  <a:moveTo>
                    <a:pt x="144949" y="72474"/>
                  </a:moveTo>
                  <a:cubicBezTo>
                    <a:pt x="144949" y="112501"/>
                    <a:pt x="112501" y="144949"/>
                    <a:pt x="72474" y="144949"/>
                  </a:cubicBezTo>
                  <a:cubicBezTo>
                    <a:pt x="32448" y="144949"/>
                    <a:pt x="0" y="112501"/>
                    <a:pt x="0" y="72474"/>
                  </a:cubicBezTo>
                  <a:cubicBezTo>
                    <a:pt x="0" y="32448"/>
                    <a:pt x="32448" y="0"/>
                    <a:pt x="72474" y="0"/>
                  </a:cubicBezTo>
                  <a:cubicBezTo>
                    <a:pt x="112501" y="0"/>
                    <a:pt x="144949" y="32448"/>
                    <a:pt x="144949" y="72474"/>
                  </a:cubicBezTo>
                </a:path>
              </a:pathLst>
            </a:custGeom>
            <a:solidFill>
              <a:srgbClr val="0099D9"/>
            </a:solidFill>
            <a:ln w="7647" cap="flat">
              <a:noFill/>
              <a:prstDash val="solid"/>
              <a:miter/>
            </a:ln>
          </p:spPr>
          <p:txBody>
            <a:bodyPr rtlCol="0" anchor="ctr"/>
            <a:lstStyle/>
            <a:p>
              <a:endParaRPr lang="fr-FR" sz="1092"/>
            </a:p>
          </p:txBody>
        </p:sp>
      </p:grpSp>
      <p:sp>
        <p:nvSpPr>
          <p:cNvPr id="20" name="Espace réservé du texte 22">
            <a:extLst>
              <a:ext uri="{FF2B5EF4-FFF2-40B4-BE49-F238E27FC236}">
                <a16:creationId xmlns:a16="http://schemas.microsoft.com/office/drawing/2014/main" id="{8C8EBFD8-2352-3161-FECA-F5229C0183A6}"/>
              </a:ext>
            </a:extLst>
          </p:cNvPr>
          <p:cNvSpPr>
            <a:spLocks noGrp="1"/>
          </p:cNvSpPr>
          <p:nvPr>
            <p:ph type="body" sz="quarter" idx="17" hasCustomPrompt="1"/>
          </p:nvPr>
        </p:nvSpPr>
        <p:spPr>
          <a:xfrm>
            <a:off x="1139871" y="360437"/>
            <a:ext cx="9871029" cy="263149"/>
          </a:xfrm>
          <a:noFill/>
        </p:spPr>
        <p:txBody>
          <a:bodyPr wrap="square" anchor="b">
            <a:noAutofit/>
          </a:bodyPr>
          <a:lstStyle>
            <a:lvl1pPr marL="0" indent="0">
              <a:lnSpc>
                <a:spcPct val="120000"/>
              </a:lnSpc>
              <a:spcBef>
                <a:spcPts val="0"/>
              </a:spcBef>
              <a:spcAft>
                <a:spcPts val="600"/>
              </a:spcAft>
              <a:buNone/>
              <a:defRPr sz="1200" b="0">
                <a:solidFill>
                  <a:schemeClr val="tx2"/>
                </a:solidFill>
              </a:defRPr>
            </a:lvl1pPr>
          </a:lstStyle>
          <a:p>
            <a:pPr lvl="0"/>
            <a:r>
              <a:rPr lang="fr-FR" dirty="0"/>
              <a:t>Titre ici. Par exemple « Références »</a:t>
            </a:r>
          </a:p>
        </p:txBody>
      </p:sp>
      <p:sp>
        <p:nvSpPr>
          <p:cNvPr id="9" name="Titre 17">
            <a:extLst>
              <a:ext uri="{FF2B5EF4-FFF2-40B4-BE49-F238E27FC236}">
                <a16:creationId xmlns:a16="http://schemas.microsoft.com/office/drawing/2014/main" id="{B58FA6E9-5568-B8FD-B9AF-F5E4F6538D88}"/>
              </a:ext>
            </a:extLst>
          </p:cNvPr>
          <p:cNvSpPr>
            <a:spLocks noGrp="1"/>
          </p:cNvSpPr>
          <p:nvPr>
            <p:ph type="title" hasCustomPrompt="1"/>
          </p:nvPr>
        </p:nvSpPr>
        <p:spPr>
          <a:xfrm>
            <a:off x="1139871" y="1726354"/>
            <a:ext cx="4079829" cy="291618"/>
          </a:xfrm>
          <a:noFill/>
        </p:spPr>
        <p:txBody>
          <a:bodyPr wrap="square" anchor="ctr" anchorCtr="0">
            <a:spAutoFit/>
          </a:bodyPr>
          <a:lstStyle>
            <a:lvl1pPr>
              <a:lnSpc>
                <a:spcPct val="90000"/>
              </a:lnSpc>
              <a:spcAft>
                <a:spcPts val="600"/>
              </a:spcAft>
              <a:defRPr sz="1400">
                <a:solidFill>
                  <a:schemeClr val="tx1"/>
                </a:solidFill>
              </a:defRPr>
            </a:lvl1pPr>
          </a:lstStyle>
          <a:p>
            <a:r>
              <a:rPr lang="fr-FR" dirty="0"/>
              <a:t>Titre ici. Exemple « La nature du projet »</a:t>
            </a:r>
          </a:p>
        </p:txBody>
      </p:sp>
      <p:sp>
        <p:nvSpPr>
          <p:cNvPr id="10" name="Espace réservé du texte 2">
            <a:extLst>
              <a:ext uri="{FF2B5EF4-FFF2-40B4-BE49-F238E27FC236}">
                <a16:creationId xmlns:a16="http://schemas.microsoft.com/office/drawing/2014/main" id="{38C2883F-82A9-1392-1DFD-2B9DC5D1B448}"/>
              </a:ext>
            </a:extLst>
          </p:cNvPr>
          <p:cNvSpPr>
            <a:spLocks noGrp="1"/>
          </p:cNvSpPr>
          <p:nvPr>
            <p:ph idx="1" hasCustomPrompt="1"/>
          </p:nvPr>
        </p:nvSpPr>
        <p:spPr>
          <a:xfrm>
            <a:off x="1149927" y="2017972"/>
            <a:ext cx="4069773" cy="1912062"/>
          </a:xfrm>
          <a:prstGeom prst="rect">
            <a:avLst/>
          </a:prstGeom>
        </p:spPr>
        <p:txBody>
          <a:bodyPr vert="horz" wrap="square" lIns="91440" tIns="45720" rIns="91440" bIns="45720" rtlCol="0">
            <a:spAutoFit/>
          </a:bodyPr>
          <a:lstStyle>
            <a:lvl1pPr marL="0" indent="0">
              <a:lnSpc>
                <a:spcPct val="120000"/>
              </a:lnSpc>
              <a:spcBef>
                <a:spcPts val="0"/>
              </a:spcBef>
              <a:buClr>
                <a:schemeClr val="tx2"/>
              </a:buClr>
              <a:buNone/>
              <a:defRPr lang="fr-FR" dirty="0">
                <a:solidFill>
                  <a:schemeClr val="tx1"/>
                </a:solidFill>
                <a:latin typeface="Poppins" pitchFamily="2" charset="77"/>
                <a:cs typeface="Poppins" pitchFamily="2" charset="77"/>
              </a:defRPr>
            </a:lvl1pPr>
            <a:lvl2pPr>
              <a:lnSpc>
                <a:spcPct val="120000"/>
              </a:lnSpc>
              <a:spcBef>
                <a:spcPts val="0"/>
              </a:spcBef>
              <a:buClr>
                <a:schemeClr val="tx2"/>
              </a:buClr>
              <a:defRPr lang="fr-FR" dirty="0">
                <a:solidFill>
                  <a:schemeClr val="bg1"/>
                </a:solidFill>
                <a:latin typeface="Poppins" pitchFamily="2" charset="77"/>
                <a:cs typeface="Poppins" pitchFamily="2" charset="77"/>
              </a:defRPr>
            </a:lvl2pPr>
            <a:lvl3pPr>
              <a:lnSpc>
                <a:spcPct val="120000"/>
              </a:lnSpc>
              <a:spcBef>
                <a:spcPts val="0"/>
              </a:spcBef>
              <a:buClr>
                <a:schemeClr val="tx2"/>
              </a:buClr>
              <a:defRPr lang="fr-FR" dirty="0">
                <a:solidFill>
                  <a:schemeClr val="bg1"/>
                </a:solidFill>
                <a:latin typeface="Poppins" pitchFamily="2" charset="77"/>
                <a:cs typeface="Poppins" pitchFamily="2" charset="77"/>
              </a:defRPr>
            </a:lvl3pPr>
            <a:lvl4pPr>
              <a:lnSpc>
                <a:spcPct val="120000"/>
              </a:lnSpc>
              <a:spcBef>
                <a:spcPts val="0"/>
              </a:spcBef>
              <a:buClr>
                <a:schemeClr val="tx2"/>
              </a:buClr>
              <a:defRPr lang="fr-FR" dirty="0">
                <a:solidFill>
                  <a:schemeClr val="bg1"/>
                </a:solidFill>
                <a:latin typeface="Poppins" pitchFamily="2" charset="77"/>
                <a:cs typeface="Poppins" pitchFamily="2" charset="77"/>
              </a:defRPr>
            </a:lvl4pPr>
            <a:lvl5pPr>
              <a:lnSpc>
                <a:spcPct val="120000"/>
              </a:lnSpc>
              <a:spcBef>
                <a:spcPts val="0"/>
              </a:spcBef>
              <a:buClr>
                <a:schemeClr val="tx2"/>
              </a:buClr>
              <a:defRPr lang="fr-FR" dirty="0">
                <a:solidFill>
                  <a:schemeClr val="bg1"/>
                </a:solidFill>
                <a:latin typeface="Poppins" pitchFamily="2" charset="77"/>
                <a:cs typeface="Poppins" pitchFamily="2" charset="77"/>
              </a:defRPr>
            </a:lvl5pPr>
          </a:lstStyle>
          <a:p>
            <a:pPr lvl="0">
              <a:spcAft>
                <a:spcPts val="600"/>
              </a:spcAft>
            </a:pPr>
            <a:r>
              <a:rPr lang="fr-FR" dirty="0"/>
              <a:t>At </a:t>
            </a:r>
            <a:r>
              <a:rPr lang="fr-FR" dirty="0" err="1"/>
              <a:t>vero</a:t>
            </a:r>
            <a:r>
              <a:rPr lang="fr-FR" dirty="0"/>
              <a:t> </a:t>
            </a:r>
            <a:r>
              <a:rPr lang="fr-FR" dirty="0" err="1"/>
              <a:t>eos</a:t>
            </a:r>
            <a:r>
              <a:rPr lang="fr-FR" dirty="0"/>
              <a:t> et </a:t>
            </a:r>
            <a:r>
              <a:rPr lang="fr-FR" dirty="0" err="1"/>
              <a:t>accusamus</a:t>
            </a:r>
            <a:r>
              <a:rPr lang="fr-FR" dirty="0"/>
              <a:t> et </a:t>
            </a:r>
            <a:r>
              <a:rPr lang="fr-FR" dirty="0" err="1"/>
              <a:t>iusto</a:t>
            </a:r>
            <a:r>
              <a:rPr lang="fr-FR" dirty="0"/>
              <a:t> </a:t>
            </a:r>
            <a:r>
              <a:rPr lang="fr-FR" dirty="0" err="1"/>
              <a:t>odio</a:t>
            </a:r>
            <a:r>
              <a:rPr lang="fr-FR" dirty="0"/>
              <a:t> </a:t>
            </a:r>
            <a:r>
              <a:rPr lang="fr-FR" dirty="0" err="1"/>
              <a:t>dignissimos</a:t>
            </a:r>
            <a:r>
              <a:rPr lang="fr-FR" dirty="0"/>
              <a:t> </a:t>
            </a:r>
            <a:r>
              <a:rPr lang="fr-FR" dirty="0" err="1"/>
              <a:t>ducimus</a:t>
            </a:r>
            <a:r>
              <a:rPr lang="fr-FR" dirty="0"/>
              <a:t> qui </a:t>
            </a:r>
            <a:r>
              <a:rPr lang="fr-FR" dirty="0" err="1"/>
              <a:t>blanditiis</a:t>
            </a:r>
            <a:r>
              <a:rPr lang="fr-FR" dirty="0"/>
              <a:t> </a:t>
            </a:r>
            <a:r>
              <a:rPr lang="fr-FR" dirty="0" err="1"/>
              <a:t>praesentium</a:t>
            </a:r>
            <a:r>
              <a:rPr lang="fr-FR" dirty="0"/>
              <a:t> </a:t>
            </a:r>
            <a:r>
              <a:rPr lang="fr-FR" dirty="0" err="1"/>
              <a:t>voluptatum</a:t>
            </a:r>
            <a:r>
              <a:rPr lang="fr-FR" dirty="0"/>
              <a:t> </a:t>
            </a:r>
            <a:r>
              <a:rPr lang="fr-FR" dirty="0" err="1"/>
              <a:t>deleniti</a:t>
            </a:r>
            <a:r>
              <a:rPr lang="fr-FR" dirty="0"/>
              <a:t> </a:t>
            </a:r>
            <a:r>
              <a:rPr lang="fr-FR" dirty="0" err="1"/>
              <a:t>atque</a:t>
            </a:r>
            <a:r>
              <a:rPr lang="fr-FR" dirty="0"/>
              <a:t> </a:t>
            </a:r>
            <a:r>
              <a:rPr lang="fr-FR" dirty="0" err="1"/>
              <a:t>corrupti</a:t>
            </a:r>
            <a:r>
              <a:rPr lang="fr-FR" dirty="0"/>
              <a:t> </a:t>
            </a:r>
            <a:r>
              <a:rPr lang="fr-FR" dirty="0" err="1"/>
              <a:t>quos</a:t>
            </a:r>
            <a:r>
              <a:rPr lang="fr-FR" dirty="0"/>
              <a:t> </a:t>
            </a:r>
            <a:r>
              <a:rPr lang="fr-FR" dirty="0" err="1"/>
              <a:t>dolores</a:t>
            </a:r>
            <a:r>
              <a:rPr lang="fr-FR" dirty="0"/>
              <a:t> et </a:t>
            </a:r>
            <a:r>
              <a:rPr lang="fr-FR" dirty="0" err="1"/>
              <a:t>quas</a:t>
            </a:r>
            <a:r>
              <a:rPr lang="fr-FR" dirty="0"/>
              <a:t> </a:t>
            </a:r>
            <a:r>
              <a:rPr lang="fr-FR" dirty="0" err="1"/>
              <a:t>molestias</a:t>
            </a:r>
            <a:r>
              <a:rPr lang="fr-FR" dirty="0"/>
              <a:t> </a:t>
            </a:r>
            <a:r>
              <a:rPr lang="fr-FR" dirty="0" err="1"/>
              <a:t>excepturi</a:t>
            </a:r>
            <a:r>
              <a:rPr lang="fr-FR" dirty="0"/>
              <a:t> </a:t>
            </a:r>
            <a:r>
              <a:rPr lang="fr-FR" dirty="0" err="1"/>
              <a:t>sint</a:t>
            </a:r>
            <a:r>
              <a:rPr lang="fr-FR" dirty="0"/>
              <a:t> </a:t>
            </a:r>
            <a:r>
              <a:rPr lang="fr-FR" dirty="0" err="1"/>
              <a:t>occaecati</a:t>
            </a:r>
            <a:r>
              <a:rPr lang="fr-FR" dirty="0"/>
              <a:t> </a:t>
            </a:r>
            <a:r>
              <a:rPr lang="fr-FR" dirty="0" err="1"/>
              <a:t>cupiditate</a:t>
            </a:r>
            <a:r>
              <a:rPr lang="fr-FR" dirty="0"/>
              <a:t> non provident, </a:t>
            </a:r>
            <a:r>
              <a:rPr lang="fr-FR" dirty="0" err="1"/>
              <a:t>similique</a:t>
            </a:r>
            <a:r>
              <a:rPr lang="fr-FR" dirty="0"/>
              <a:t> </a:t>
            </a:r>
            <a:r>
              <a:rPr lang="fr-FR" dirty="0" err="1"/>
              <a:t>sunt</a:t>
            </a:r>
            <a:r>
              <a:rPr lang="fr-FR" dirty="0"/>
              <a:t> in culpa qui officia </a:t>
            </a:r>
            <a:r>
              <a:rPr lang="fr-FR" dirty="0" err="1"/>
              <a:t>deserunt</a:t>
            </a:r>
            <a:r>
              <a:rPr lang="fr-FR" dirty="0"/>
              <a:t> </a:t>
            </a:r>
            <a:r>
              <a:rPr lang="fr-FR" dirty="0" err="1"/>
              <a:t>mollitia</a:t>
            </a:r>
            <a:r>
              <a:rPr lang="fr-FR" dirty="0"/>
              <a:t> </a:t>
            </a:r>
            <a:r>
              <a:rPr lang="fr-FR" dirty="0" err="1"/>
              <a:t>animi</a:t>
            </a:r>
            <a:r>
              <a:rPr lang="fr-FR" dirty="0"/>
              <a:t>, id est </a:t>
            </a:r>
            <a:r>
              <a:rPr lang="fr-FR" dirty="0" err="1"/>
              <a:t>laborum</a:t>
            </a:r>
            <a:r>
              <a:rPr lang="fr-FR" dirty="0"/>
              <a:t> et </a:t>
            </a:r>
            <a:r>
              <a:rPr lang="fr-FR" dirty="0" err="1"/>
              <a:t>dolorum</a:t>
            </a:r>
            <a:r>
              <a:rPr lang="fr-FR" dirty="0"/>
              <a:t> </a:t>
            </a:r>
            <a:r>
              <a:rPr lang="fr-FR" dirty="0" err="1"/>
              <a:t>fuga</a:t>
            </a:r>
            <a:r>
              <a:rPr lang="fr-FR" dirty="0"/>
              <a:t>. Et </a:t>
            </a:r>
            <a:r>
              <a:rPr lang="fr-FR" dirty="0" err="1"/>
              <a:t>harum</a:t>
            </a:r>
            <a:r>
              <a:rPr lang="fr-FR" dirty="0"/>
              <a:t> </a:t>
            </a:r>
            <a:r>
              <a:rPr lang="fr-FR" dirty="0" err="1"/>
              <a:t>quidem</a:t>
            </a:r>
            <a:r>
              <a:rPr lang="fr-FR" dirty="0"/>
              <a:t> </a:t>
            </a:r>
            <a:r>
              <a:rPr lang="fr-FR" dirty="0" err="1"/>
              <a:t>rerum</a:t>
            </a:r>
            <a:r>
              <a:rPr lang="fr-FR" dirty="0"/>
              <a:t> </a:t>
            </a:r>
            <a:r>
              <a:rPr lang="fr-FR" dirty="0" err="1"/>
              <a:t>facilis</a:t>
            </a:r>
            <a:r>
              <a:rPr lang="fr-FR" dirty="0"/>
              <a:t> est et </a:t>
            </a:r>
            <a:r>
              <a:rPr lang="fr-FR" dirty="0" err="1"/>
              <a:t>expedita</a:t>
            </a:r>
            <a:r>
              <a:rPr lang="fr-FR" dirty="0"/>
              <a:t> </a:t>
            </a:r>
            <a:r>
              <a:rPr lang="fr-FR" dirty="0" err="1"/>
              <a:t>distinctio</a:t>
            </a:r>
            <a:r>
              <a:rPr lang="fr-FR" dirty="0"/>
              <a:t>. Nam libero </a:t>
            </a:r>
            <a:r>
              <a:rPr lang="fr-FR" dirty="0" err="1"/>
              <a:t>tempore</a:t>
            </a:r>
            <a:r>
              <a:rPr lang="fr-FR" dirty="0"/>
              <a:t>, cum </a:t>
            </a:r>
            <a:r>
              <a:rPr lang="fr-FR" dirty="0" err="1"/>
              <a:t>soluta</a:t>
            </a:r>
            <a:r>
              <a:rPr lang="fr-FR" dirty="0"/>
              <a:t> </a:t>
            </a:r>
            <a:r>
              <a:rPr lang="fr-FR" dirty="0" err="1"/>
              <a:t>nobis</a:t>
            </a:r>
            <a:r>
              <a:rPr lang="fr-FR" dirty="0"/>
              <a:t> est </a:t>
            </a:r>
            <a:r>
              <a:rPr lang="fr-FR" dirty="0" err="1"/>
              <a:t>eligendi</a:t>
            </a:r>
            <a:r>
              <a:rPr lang="fr-FR" dirty="0"/>
              <a:t> </a:t>
            </a:r>
            <a:r>
              <a:rPr lang="fr-FR" dirty="0" err="1"/>
              <a:t>optio</a:t>
            </a:r>
            <a:r>
              <a:rPr lang="fr-FR" dirty="0"/>
              <a:t> </a:t>
            </a:r>
            <a:r>
              <a:rPr lang="fr-FR" dirty="0" err="1"/>
              <a:t>cumque</a:t>
            </a:r>
            <a:r>
              <a:rPr lang="fr-FR" dirty="0"/>
              <a:t> nihil </a:t>
            </a:r>
            <a:r>
              <a:rPr lang="fr-FR" dirty="0" err="1"/>
              <a:t>impedit</a:t>
            </a:r>
            <a:r>
              <a:rPr lang="fr-FR" dirty="0"/>
              <a:t> quo minus id</a:t>
            </a:r>
          </a:p>
        </p:txBody>
      </p:sp>
    </p:spTree>
    <p:extLst>
      <p:ext uri="{BB962C8B-B14F-4D97-AF65-F5344CB8AC3E}">
        <p14:creationId xmlns:p14="http://schemas.microsoft.com/office/powerpoint/2010/main" val="191641938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p:cSld name="Référence Vibrant 6">
    <p:spTree>
      <p:nvGrpSpPr>
        <p:cNvPr id="1" name=""/>
        <p:cNvGrpSpPr/>
        <p:nvPr/>
      </p:nvGrpSpPr>
      <p:grpSpPr>
        <a:xfrm>
          <a:off x="0" y="0"/>
          <a:ext cx="0" cy="0"/>
          <a:chOff x="0" y="0"/>
          <a:chExt cx="0" cy="0"/>
        </a:xfrm>
      </p:grpSpPr>
      <p:pic>
        <p:nvPicPr>
          <p:cNvPr id="17" name="Image 16">
            <a:extLst>
              <a:ext uri="{FF2B5EF4-FFF2-40B4-BE49-F238E27FC236}">
                <a16:creationId xmlns:a16="http://schemas.microsoft.com/office/drawing/2014/main" id="{E325A0B9-21A3-9A34-FBF7-D6585C2C6E7A}"/>
              </a:ext>
            </a:extLst>
          </p:cNvPr>
          <p:cNvPicPr>
            <a:picLocks noChangeAspect="1"/>
          </p:cNvPicPr>
          <p:nvPr/>
        </p:nvPicPr>
        <p:blipFill>
          <a:blip r:embed="rId2"/>
          <a:srcRect/>
          <a:stretch/>
        </p:blipFill>
        <p:spPr>
          <a:xfrm>
            <a:off x="0" y="0"/>
            <a:ext cx="12181178" cy="6857993"/>
          </a:xfrm>
          <a:prstGeom prst="rect">
            <a:avLst/>
          </a:prstGeom>
        </p:spPr>
      </p:pic>
      <p:sp>
        <p:nvSpPr>
          <p:cNvPr id="20" name="Espace réservé du texte 22">
            <a:extLst>
              <a:ext uri="{FF2B5EF4-FFF2-40B4-BE49-F238E27FC236}">
                <a16:creationId xmlns:a16="http://schemas.microsoft.com/office/drawing/2014/main" id="{8C8EBFD8-2352-3161-FECA-F5229C0183A6}"/>
              </a:ext>
            </a:extLst>
          </p:cNvPr>
          <p:cNvSpPr>
            <a:spLocks noGrp="1"/>
          </p:cNvSpPr>
          <p:nvPr>
            <p:ph type="body" sz="quarter" idx="17" hasCustomPrompt="1"/>
          </p:nvPr>
        </p:nvSpPr>
        <p:spPr>
          <a:xfrm>
            <a:off x="1139871" y="360437"/>
            <a:ext cx="9871029" cy="263149"/>
          </a:xfrm>
          <a:noFill/>
        </p:spPr>
        <p:txBody>
          <a:bodyPr wrap="square" anchor="b">
            <a:noAutofit/>
          </a:bodyPr>
          <a:lstStyle>
            <a:lvl1pPr marL="0" indent="0">
              <a:lnSpc>
                <a:spcPct val="120000"/>
              </a:lnSpc>
              <a:spcBef>
                <a:spcPts val="0"/>
              </a:spcBef>
              <a:spcAft>
                <a:spcPts val="600"/>
              </a:spcAft>
              <a:buNone/>
              <a:defRPr sz="1200" b="0">
                <a:solidFill>
                  <a:schemeClr val="bg1"/>
                </a:solidFill>
              </a:defRPr>
            </a:lvl1pPr>
          </a:lstStyle>
          <a:p>
            <a:pPr lvl="0"/>
            <a:r>
              <a:rPr lang="fr-FR" dirty="0"/>
              <a:t>Titre ici. Par exemple « Références »</a:t>
            </a:r>
          </a:p>
        </p:txBody>
      </p:sp>
      <p:sp>
        <p:nvSpPr>
          <p:cNvPr id="14" name="Titre 17">
            <a:extLst>
              <a:ext uri="{FF2B5EF4-FFF2-40B4-BE49-F238E27FC236}">
                <a16:creationId xmlns:a16="http://schemas.microsoft.com/office/drawing/2014/main" id="{BEE13FEC-64A7-C899-3244-F6B4C4A629A8}"/>
              </a:ext>
            </a:extLst>
          </p:cNvPr>
          <p:cNvSpPr>
            <a:spLocks noGrp="1"/>
          </p:cNvSpPr>
          <p:nvPr>
            <p:ph type="title" hasCustomPrompt="1"/>
          </p:nvPr>
        </p:nvSpPr>
        <p:spPr>
          <a:xfrm>
            <a:off x="1139871" y="1726354"/>
            <a:ext cx="4079829" cy="291618"/>
          </a:xfrm>
          <a:noFill/>
        </p:spPr>
        <p:txBody>
          <a:bodyPr wrap="square" anchor="ctr" anchorCtr="0">
            <a:spAutoFit/>
          </a:bodyPr>
          <a:lstStyle>
            <a:lvl1pPr>
              <a:lnSpc>
                <a:spcPct val="90000"/>
              </a:lnSpc>
              <a:spcAft>
                <a:spcPts val="600"/>
              </a:spcAft>
              <a:defRPr sz="1400">
                <a:solidFill>
                  <a:schemeClr val="bg1"/>
                </a:solidFill>
              </a:defRPr>
            </a:lvl1pPr>
          </a:lstStyle>
          <a:p>
            <a:r>
              <a:rPr lang="fr-FR" dirty="0"/>
              <a:t>Titre ici. Exemple « La nature du projet »</a:t>
            </a:r>
          </a:p>
        </p:txBody>
      </p:sp>
      <p:sp>
        <p:nvSpPr>
          <p:cNvPr id="15" name="Espace réservé du texte 2">
            <a:extLst>
              <a:ext uri="{FF2B5EF4-FFF2-40B4-BE49-F238E27FC236}">
                <a16:creationId xmlns:a16="http://schemas.microsoft.com/office/drawing/2014/main" id="{FE7C8B34-112F-0A6C-3C22-DBEA65119938}"/>
              </a:ext>
            </a:extLst>
          </p:cNvPr>
          <p:cNvSpPr>
            <a:spLocks noGrp="1"/>
          </p:cNvSpPr>
          <p:nvPr>
            <p:ph idx="1" hasCustomPrompt="1"/>
          </p:nvPr>
        </p:nvSpPr>
        <p:spPr>
          <a:xfrm>
            <a:off x="1149927" y="2017972"/>
            <a:ext cx="4069773" cy="1912062"/>
          </a:xfrm>
          <a:prstGeom prst="rect">
            <a:avLst/>
          </a:prstGeom>
        </p:spPr>
        <p:txBody>
          <a:bodyPr vert="horz" wrap="square" lIns="91440" tIns="45720" rIns="91440" bIns="45720" rtlCol="0">
            <a:spAutoFit/>
          </a:bodyPr>
          <a:lstStyle>
            <a:lvl1pPr marL="0" indent="0">
              <a:lnSpc>
                <a:spcPct val="120000"/>
              </a:lnSpc>
              <a:spcBef>
                <a:spcPts val="0"/>
              </a:spcBef>
              <a:buClr>
                <a:schemeClr val="tx2"/>
              </a:buClr>
              <a:buNone/>
              <a:defRPr lang="fr-FR" dirty="0">
                <a:solidFill>
                  <a:schemeClr val="bg1"/>
                </a:solidFill>
                <a:latin typeface="Poppins" pitchFamily="2" charset="77"/>
                <a:cs typeface="Poppins" pitchFamily="2" charset="77"/>
              </a:defRPr>
            </a:lvl1pPr>
            <a:lvl2pPr>
              <a:lnSpc>
                <a:spcPct val="120000"/>
              </a:lnSpc>
              <a:spcBef>
                <a:spcPts val="0"/>
              </a:spcBef>
              <a:buClr>
                <a:schemeClr val="tx2"/>
              </a:buClr>
              <a:defRPr lang="fr-FR" dirty="0">
                <a:solidFill>
                  <a:schemeClr val="bg1"/>
                </a:solidFill>
                <a:latin typeface="Poppins" pitchFamily="2" charset="77"/>
                <a:cs typeface="Poppins" pitchFamily="2" charset="77"/>
              </a:defRPr>
            </a:lvl2pPr>
            <a:lvl3pPr>
              <a:lnSpc>
                <a:spcPct val="120000"/>
              </a:lnSpc>
              <a:spcBef>
                <a:spcPts val="0"/>
              </a:spcBef>
              <a:buClr>
                <a:schemeClr val="tx2"/>
              </a:buClr>
              <a:defRPr lang="fr-FR" dirty="0">
                <a:solidFill>
                  <a:schemeClr val="bg1"/>
                </a:solidFill>
                <a:latin typeface="Poppins" pitchFamily="2" charset="77"/>
                <a:cs typeface="Poppins" pitchFamily="2" charset="77"/>
              </a:defRPr>
            </a:lvl3pPr>
            <a:lvl4pPr>
              <a:lnSpc>
                <a:spcPct val="120000"/>
              </a:lnSpc>
              <a:spcBef>
                <a:spcPts val="0"/>
              </a:spcBef>
              <a:buClr>
                <a:schemeClr val="tx2"/>
              </a:buClr>
              <a:defRPr lang="fr-FR" dirty="0">
                <a:solidFill>
                  <a:schemeClr val="bg1"/>
                </a:solidFill>
                <a:latin typeface="Poppins" pitchFamily="2" charset="77"/>
                <a:cs typeface="Poppins" pitchFamily="2" charset="77"/>
              </a:defRPr>
            </a:lvl4pPr>
            <a:lvl5pPr>
              <a:lnSpc>
                <a:spcPct val="120000"/>
              </a:lnSpc>
              <a:spcBef>
                <a:spcPts val="0"/>
              </a:spcBef>
              <a:buClr>
                <a:schemeClr val="tx2"/>
              </a:buClr>
              <a:defRPr lang="fr-FR" dirty="0">
                <a:solidFill>
                  <a:schemeClr val="bg1"/>
                </a:solidFill>
                <a:latin typeface="Poppins" pitchFamily="2" charset="77"/>
                <a:cs typeface="Poppins" pitchFamily="2" charset="77"/>
              </a:defRPr>
            </a:lvl5pPr>
          </a:lstStyle>
          <a:p>
            <a:pPr lvl="0">
              <a:spcAft>
                <a:spcPts val="600"/>
              </a:spcAft>
            </a:pPr>
            <a:r>
              <a:rPr lang="fr-FR" dirty="0"/>
              <a:t>At </a:t>
            </a:r>
            <a:r>
              <a:rPr lang="fr-FR" dirty="0" err="1"/>
              <a:t>vero</a:t>
            </a:r>
            <a:r>
              <a:rPr lang="fr-FR" dirty="0"/>
              <a:t> </a:t>
            </a:r>
            <a:r>
              <a:rPr lang="fr-FR" dirty="0" err="1"/>
              <a:t>eos</a:t>
            </a:r>
            <a:r>
              <a:rPr lang="fr-FR" dirty="0"/>
              <a:t> et </a:t>
            </a:r>
            <a:r>
              <a:rPr lang="fr-FR" dirty="0" err="1"/>
              <a:t>accusamus</a:t>
            </a:r>
            <a:r>
              <a:rPr lang="fr-FR" dirty="0"/>
              <a:t> et </a:t>
            </a:r>
            <a:r>
              <a:rPr lang="fr-FR" dirty="0" err="1"/>
              <a:t>iusto</a:t>
            </a:r>
            <a:r>
              <a:rPr lang="fr-FR" dirty="0"/>
              <a:t> </a:t>
            </a:r>
            <a:r>
              <a:rPr lang="fr-FR" dirty="0" err="1"/>
              <a:t>odio</a:t>
            </a:r>
            <a:r>
              <a:rPr lang="fr-FR" dirty="0"/>
              <a:t> </a:t>
            </a:r>
            <a:r>
              <a:rPr lang="fr-FR" dirty="0" err="1"/>
              <a:t>dignissimos</a:t>
            </a:r>
            <a:r>
              <a:rPr lang="fr-FR" dirty="0"/>
              <a:t> </a:t>
            </a:r>
            <a:r>
              <a:rPr lang="fr-FR" dirty="0" err="1"/>
              <a:t>ducimus</a:t>
            </a:r>
            <a:r>
              <a:rPr lang="fr-FR" dirty="0"/>
              <a:t> qui </a:t>
            </a:r>
            <a:r>
              <a:rPr lang="fr-FR" dirty="0" err="1"/>
              <a:t>blanditiis</a:t>
            </a:r>
            <a:r>
              <a:rPr lang="fr-FR" dirty="0"/>
              <a:t> </a:t>
            </a:r>
            <a:r>
              <a:rPr lang="fr-FR" dirty="0" err="1"/>
              <a:t>praesentium</a:t>
            </a:r>
            <a:r>
              <a:rPr lang="fr-FR" dirty="0"/>
              <a:t> </a:t>
            </a:r>
            <a:r>
              <a:rPr lang="fr-FR" dirty="0" err="1"/>
              <a:t>voluptatum</a:t>
            </a:r>
            <a:r>
              <a:rPr lang="fr-FR" dirty="0"/>
              <a:t> </a:t>
            </a:r>
            <a:r>
              <a:rPr lang="fr-FR" dirty="0" err="1"/>
              <a:t>deleniti</a:t>
            </a:r>
            <a:r>
              <a:rPr lang="fr-FR" dirty="0"/>
              <a:t> </a:t>
            </a:r>
            <a:r>
              <a:rPr lang="fr-FR" dirty="0" err="1"/>
              <a:t>atque</a:t>
            </a:r>
            <a:r>
              <a:rPr lang="fr-FR" dirty="0"/>
              <a:t> </a:t>
            </a:r>
            <a:r>
              <a:rPr lang="fr-FR" dirty="0" err="1"/>
              <a:t>corrupti</a:t>
            </a:r>
            <a:r>
              <a:rPr lang="fr-FR" dirty="0"/>
              <a:t> </a:t>
            </a:r>
            <a:r>
              <a:rPr lang="fr-FR" dirty="0" err="1"/>
              <a:t>quos</a:t>
            </a:r>
            <a:r>
              <a:rPr lang="fr-FR" dirty="0"/>
              <a:t> </a:t>
            </a:r>
            <a:r>
              <a:rPr lang="fr-FR" dirty="0" err="1"/>
              <a:t>dolores</a:t>
            </a:r>
            <a:r>
              <a:rPr lang="fr-FR" dirty="0"/>
              <a:t> et </a:t>
            </a:r>
            <a:r>
              <a:rPr lang="fr-FR" dirty="0" err="1"/>
              <a:t>quas</a:t>
            </a:r>
            <a:r>
              <a:rPr lang="fr-FR" dirty="0"/>
              <a:t> </a:t>
            </a:r>
            <a:r>
              <a:rPr lang="fr-FR" dirty="0" err="1"/>
              <a:t>molestias</a:t>
            </a:r>
            <a:r>
              <a:rPr lang="fr-FR" dirty="0"/>
              <a:t> </a:t>
            </a:r>
            <a:r>
              <a:rPr lang="fr-FR" dirty="0" err="1"/>
              <a:t>excepturi</a:t>
            </a:r>
            <a:r>
              <a:rPr lang="fr-FR" dirty="0"/>
              <a:t> </a:t>
            </a:r>
            <a:r>
              <a:rPr lang="fr-FR" dirty="0" err="1"/>
              <a:t>sint</a:t>
            </a:r>
            <a:r>
              <a:rPr lang="fr-FR" dirty="0"/>
              <a:t> </a:t>
            </a:r>
            <a:r>
              <a:rPr lang="fr-FR" dirty="0" err="1"/>
              <a:t>occaecati</a:t>
            </a:r>
            <a:r>
              <a:rPr lang="fr-FR" dirty="0"/>
              <a:t> </a:t>
            </a:r>
            <a:r>
              <a:rPr lang="fr-FR" dirty="0" err="1"/>
              <a:t>cupiditate</a:t>
            </a:r>
            <a:r>
              <a:rPr lang="fr-FR" dirty="0"/>
              <a:t> non provident, </a:t>
            </a:r>
            <a:r>
              <a:rPr lang="fr-FR" dirty="0" err="1"/>
              <a:t>similique</a:t>
            </a:r>
            <a:r>
              <a:rPr lang="fr-FR" dirty="0"/>
              <a:t> </a:t>
            </a:r>
            <a:r>
              <a:rPr lang="fr-FR" dirty="0" err="1"/>
              <a:t>sunt</a:t>
            </a:r>
            <a:r>
              <a:rPr lang="fr-FR" dirty="0"/>
              <a:t> in culpa qui officia </a:t>
            </a:r>
            <a:r>
              <a:rPr lang="fr-FR" dirty="0" err="1"/>
              <a:t>deserunt</a:t>
            </a:r>
            <a:r>
              <a:rPr lang="fr-FR" dirty="0"/>
              <a:t> </a:t>
            </a:r>
            <a:r>
              <a:rPr lang="fr-FR" dirty="0" err="1"/>
              <a:t>mollitia</a:t>
            </a:r>
            <a:r>
              <a:rPr lang="fr-FR" dirty="0"/>
              <a:t> </a:t>
            </a:r>
            <a:r>
              <a:rPr lang="fr-FR" dirty="0" err="1"/>
              <a:t>animi</a:t>
            </a:r>
            <a:r>
              <a:rPr lang="fr-FR" dirty="0"/>
              <a:t>, id est </a:t>
            </a:r>
            <a:r>
              <a:rPr lang="fr-FR" dirty="0" err="1"/>
              <a:t>laborum</a:t>
            </a:r>
            <a:r>
              <a:rPr lang="fr-FR" dirty="0"/>
              <a:t> et </a:t>
            </a:r>
            <a:r>
              <a:rPr lang="fr-FR" dirty="0" err="1"/>
              <a:t>dolorum</a:t>
            </a:r>
            <a:r>
              <a:rPr lang="fr-FR" dirty="0"/>
              <a:t> </a:t>
            </a:r>
            <a:r>
              <a:rPr lang="fr-FR" dirty="0" err="1"/>
              <a:t>fuga</a:t>
            </a:r>
            <a:r>
              <a:rPr lang="fr-FR" dirty="0"/>
              <a:t>. Et </a:t>
            </a:r>
            <a:r>
              <a:rPr lang="fr-FR" dirty="0" err="1"/>
              <a:t>harum</a:t>
            </a:r>
            <a:r>
              <a:rPr lang="fr-FR" dirty="0"/>
              <a:t> </a:t>
            </a:r>
            <a:r>
              <a:rPr lang="fr-FR" dirty="0" err="1"/>
              <a:t>quidem</a:t>
            </a:r>
            <a:r>
              <a:rPr lang="fr-FR" dirty="0"/>
              <a:t> </a:t>
            </a:r>
            <a:r>
              <a:rPr lang="fr-FR" dirty="0" err="1"/>
              <a:t>rerum</a:t>
            </a:r>
            <a:r>
              <a:rPr lang="fr-FR" dirty="0"/>
              <a:t> </a:t>
            </a:r>
            <a:r>
              <a:rPr lang="fr-FR" dirty="0" err="1"/>
              <a:t>facilis</a:t>
            </a:r>
            <a:r>
              <a:rPr lang="fr-FR" dirty="0"/>
              <a:t> est et </a:t>
            </a:r>
            <a:r>
              <a:rPr lang="fr-FR" dirty="0" err="1"/>
              <a:t>expedita</a:t>
            </a:r>
            <a:r>
              <a:rPr lang="fr-FR" dirty="0"/>
              <a:t> </a:t>
            </a:r>
            <a:r>
              <a:rPr lang="fr-FR" dirty="0" err="1"/>
              <a:t>distinctio</a:t>
            </a:r>
            <a:r>
              <a:rPr lang="fr-FR" dirty="0"/>
              <a:t>. Nam libero </a:t>
            </a:r>
            <a:r>
              <a:rPr lang="fr-FR" dirty="0" err="1"/>
              <a:t>tempore</a:t>
            </a:r>
            <a:r>
              <a:rPr lang="fr-FR" dirty="0"/>
              <a:t>, cum </a:t>
            </a:r>
            <a:r>
              <a:rPr lang="fr-FR" dirty="0" err="1"/>
              <a:t>soluta</a:t>
            </a:r>
            <a:r>
              <a:rPr lang="fr-FR" dirty="0"/>
              <a:t> </a:t>
            </a:r>
            <a:r>
              <a:rPr lang="fr-FR" dirty="0" err="1"/>
              <a:t>nobis</a:t>
            </a:r>
            <a:r>
              <a:rPr lang="fr-FR" dirty="0"/>
              <a:t> est </a:t>
            </a:r>
            <a:r>
              <a:rPr lang="fr-FR" dirty="0" err="1"/>
              <a:t>eligendi</a:t>
            </a:r>
            <a:r>
              <a:rPr lang="fr-FR" dirty="0"/>
              <a:t> </a:t>
            </a:r>
            <a:r>
              <a:rPr lang="fr-FR" dirty="0" err="1"/>
              <a:t>optio</a:t>
            </a:r>
            <a:r>
              <a:rPr lang="fr-FR" dirty="0"/>
              <a:t> </a:t>
            </a:r>
            <a:r>
              <a:rPr lang="fr-FR" dirty="0" err="1"/>
              <a:t>cumque</a:t>
            </a:r>
            <a:r>
              <a:rPr lang="fr-FR" dirty="0"/>
              <a:t> nihil </a:t>
            </a:r>
            <a:r>
              <a:rPr lang="fr-FR" dirty="0" err="1"/>
              <a:t>impedit</a:t>
            </a:r>
            <a:r>
              <a:rPr lang="fr-FR" dirty="0"/>
              <a:t> quo minus id</a:t>
            </a:r>
          </a:p>
        </p:txBody>
      </p:sp>
      <p:sp>
        <p:nvSpPr>
          <p:cNvPr id="2" name="object 11">
            <a:extLst>
              <a:ext uri="{FF2B5EF4-FFF2-40B4-BE49-F238E27FC236}">
                <a16:creationId xmlns:a16="http://schemas.microsoft.com/office/drawing/2014/main" id="{A2DC623A-AC38-F17C-EE49-23A74DD6B60F}"/>
              </a:ext>
            </a:extLst>
          </p:cNvPr>
          <p:cNvSpPr/>
          <p:nvPr/>
        </p:nvSpPr>
        <p:spPr>
          <a:xfrm>
            <a:off x="11397941" y="0"/>
            <a:ext cx="794059" cy="6858000"/>
          </a:xfrm>
          <a:custGeom>
            <a:avLst/>
            <a:gdLst/>
            <a:ahLst/>
            <a:cxnLst/>
            <a:rect l="l" t="t" r="r" b="b"/>
            <a:pathLst>
              <a:path w="1309369" h="11308715">
                <a:moveTo>
                  <a:pt x="1308860" y="0"/>
                </a:moveTo>
                <a:lnTo>
                  <a:pt x="0" y="0"/>
                </a:lnTo>
                <a:lnTo>
                  <a:pt x="0" y="11308556"/>
                </a:lnTo>
                <a:lnTo>
                  <a:pt x="1308860" y="11308556"/>
                </a:lnTo>
                <a:lnTo>
                  <a:pt x="1308860" y="0"/>
                </a:lnTo>
                <a:close/>
              </a:path>
            </a:pathLst>
          </a:custGeom>
          <a:solidFill>
            <a:schemeClr val="bg1"/>
          </a:solidFill>
          <a:ln>
            <a:noFill/>
          </a:ln>
        </p:spPr>
        <p:txBody>
          <a:bodyPr wrap="square" lIns="0" tIns="0" rIns="0" bIns="0" rtlCol="0"/>
          <a:lstStyle/>
          <a:p>
            <a:endParaRPr sz="1092"/>
          </a:p>
        </p:txBody>
      </p:sp>
      <p:sp>
        <p:nvSpPr>
          <p:cNvPr id="3" name="object 14">
            <a:extLst>
              <a:ext uri="{FF2B5EF4-FFF2-40B4-BE49-F238E27FC236}">
                <a16:creationId xmlns:a16="http://schemas.microsoft.com/office/drawing/2014/main" id="{AF9E21AE-631C-87C2-1693-8B531D1BFDF0}"/>
              </a:ext>
            </a:extLst>
          </p:cNvPr>
          <p:cNvSpPr/>
          <p:nvPr/>
        </p:nvSpPr>
        <p:spPr>
          <a:xfrm>
            <a:off x="11397456" y="6063824"/>
            <a:ext cx="794059" cy="0"/>
          </a:xfrm>
          <a:custGeom>
            <a:avLst/>
            <a:gdLst/>
            <a:ahLst/>
            <a:cxnLst/>
            <a:rect l="l" t="t" r="r" b="b"/>
            <a:pathLst>
              <a:path w="1309369">
                <a:moveTo>
                  <a:pt x="0" y="0"/>
                </a:moveTo>
                <a:lnTo>
                  <a:pt x="1308860" y="0"/>
                </a:lnTo>
              </a:path>
            </a:pathLst>
          </a:custGeom>
          <a:ln w="7853">
            <a:solidFill>
              <a:schemeClr val="tx1"/>
            </a:solidFill>
          </a:ln>
        </p:spPr>
        <p:txBody>
          <a:bodyPr wrap="square" lIns="0" tIns="0" rIns="0" bIns="0" rtlCol="0"/>
          <a:lstStyle/>
          <a:p>
            <a:endParaRPr sz="1092"/>
          </a:p>
        </p:txBody>
      </p:sp>
      <p:pic>
        <p:nvPicPr>
          <p:cNvPr id="4" name="Graphique 3">
            <a:extLst>
              <a:ext uri="{FF2B5EF4-FFF2-40B4-BE49-F238E27FC236}">
                <a16:creationId xmlns:a16="http://schemas.microsoft.com/office/drawing/2014/main" id="{64F3933A-EE67-FBB7-553B-876817E34D9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646607" y="6340088"/>
            <a:ext cx="330919" cy="214383"/>
          </a:xfrm>
          <a:prstGeom prst="rect">
            <a:avLst/>
          </a:prstGeom>
        </p:spPr>
      </p:pic>
      <p:sp>
        <p:nvSpPr>
          <p:cNvPr id="5" name="Espace réservé du pied de page 4">
            <a:extLst>
              <a:ext uri="{FF2B5EF4-FFF2-40B4-BE49-F238E27FC236}">
                <a16:creationId xmlns:a16="http://schemas.microsoft.com/office/drawing/2014/main" id="{95E16D36-9317-9B0D-4A7E-D253AD407F26}"/>
              </a:ext>
            </a:extLst>
          </p:cNvPr>
          <p:cNvSpPr>
            <a:spLocks noGrp="1"/>
          </p:cNvSpPr>
          <p:nvPr>
            <p:ph type="ftr" sz="quarter" idx="3"/>
          </p:nvPr>
        </p:nvSpPr>
        <p:spPr>
          <a:xfrm rot="16200000">
            <a:off x="9737570" y="2572960"/>
            <a:ext cx="4114800" cy="365125"/>
          </a:xfrm>
          <a:prstGeom prst="rect">
            <a:avLst/>
          </a:prstGeom>
        </p:spPr>
        <p:txBody>
          <a:bodyPr vert="horz" lIns="91440" tIns="45720" rIns="91440" bIns="45720" rtlCol="0" anchor="ctr"/>
          <a:lstStyle>
            <a:lvl1pPr>
              <a:defRPr lang="en-US" sz="728" dirty="0">
                <a:solidFill>
                  <a:schemeClr val="tx1"/>
                </a:solidFill>
                <a:latin typeface="Poppins" pitchFamily="2" charset="77"/>
                <a:cs typeface="Poppins" pitchFamily="2" charset="77"/>
              </a:defRPr>
            </a:lvl1pPr>
          </a:lstStyle>
          <a:p>
            <a:pPr algn="r"/>
            <a:r>
              <a:rPr lang="fr-FR"/>
              <a:t>Architectes des grandes transformations</a:t>
            </a:r>
            <a:endParaRPr lang="fr-US"/>
          </a:p>
        </p:txBody>
      </p:sp>
      <p:sp>
        <p:nvSpPr>
          <p:cNvPr id="6" name="Espace réservé du numéro de diapositive 18">
            <a:extLst>
              <a:ext uri="{FF2B5EF4-FFF2-40B4-BE49-F238E27FC236}">
                <a16:creationId xmlns:a16="http://schemas.microsoft.com/office/drawing/2014/main" id="{637E493B-A84D-67AC-C13A-5B6DF5F1FC6A}"/>
              </a:ext>
            </a:extLst>
          </p:cNvPr>
          <p:cNvSpPr>
            <a:spLocks noGrp="1"/>
          </p:cNvSpPr>
          <p:nvPr>
            <p:ph type="sldNum" sz="quarter" idx="4"/>
          </p:nvPr>
        </p:nvSpPr>
        <p:spPr>
          <a:xfrm>
            <a:off x="11588253" y="165403"/>
            <a:ext cx="420073" cy="365125"/>
          </a:xfrm>
          <a:prstGeom prst="rect">
            <a:avLst/>
          </a:prstGeom>
        </p:spPr>
        <p:txBody>
          <a:bodyPr/>
          <a:lstStyle>
            <a:lvl1pPr algn="ctr">
              <a:defRPr lang="en-US" sz="800" b="1" smtClean="0">
                <a:solidFill>
                  <a:schemeClr val="tx1"/>
                </a:solidFill>
                <a:latin typeface="Poppins" pitchFamily="2" charset="77"/>
                <a:cs typeface="Poppins" pitchFamily="2" charset="77"/>
              </a:defRPr>
            </a:lvl1pPr>
          </a:lstStyle>
          <a:p>
            <a:fld id="{8042310B-17DC-C845-9B99-8FE29D3E9696}" type="slidenum">
              <a:rPr lang="fr-FR" smtClean="0"/>
              <a:pPr/>
              <a:t>‹N°›</a:t>
            </a:fld>
            <a:endParaRPr lang="fr-FR" dirty="0"/>
          </a:p>
        </p:txBody>
      </p:sp>
    </p:spTree>
    <p:extLst>
      <p:ext uri="{BB962C8B-B14F-4D97-AF65-F5344CB8AC3E}">
        <p14:creationId xmlns:p14="http://schemas.microsoft.com/office/powerpoint/2010/main" val="1089452971"/>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p:cSld name="Référence Vibrant 7">
    <p:spTree>
      <p:nvGrpSpPr>
        <p:cNvPr id="1" name=""/>
        <p:cNvGrpSpPr/>
        <p:nvPr/>
      </p:nvGrpSpPr>
      <p:grpSpPr>
        <a:xfrm>
          <a:off x="0" y="0"/>
          <a:ext cx="0" cy="0"/>
          <a:chOff x="0" y="0"/>
          <a:chExt cx="0" cy="0"/>
        </a:xfrm>
      </p:grpSpPr>
      <p:pic>
        <p:nvPicPr>
          <p:cNvPr id="17" name="Image 16">
            <a:extLst>
              <a:ext uri="{FF2B5EF4-FFF2-40B4-BE49-F238E27FC236}">
                <a16:creationId xmlns:a16="http://schemas.microsoft.com/office/drawing/2014/main" id="{E325A0B9-21A3-9A34-FBF7-D6585C2C6E7A}"/>
              </a:ext>
            </a:extLst>
          </p:cNvPr>
          <p:cNvPicPr>
            <a:picLocks noChangeAspect="1"/>
          </p:cNvPicPr>
          <p:nvPr/>
        </p:nvPicPr>
        <p:blipFill>
          <a:blip r:embed="rId2"/>
          <a:srcRect/>
          <a:stretch/>
        </p:blipFill>
        <p:spPr>
          <a:xfrm>
            <a:off x="0" y="0"/>
            <a:ext cx="12177432" cy="6857993"/>
          </a:xfrm>
          <a:prstGeom prst="rect">
            <a:avLst/>
          </a:prstGeom>
        </p:spPr>
      </p:pic>
      <p:sp>
        <p:nvSpPr>
          <p:cNvPr id="20" name="Espace réservé du texte 22">
            <a:extLst>
              <a:ext uri="{FF2B5EF4-FFF2-40B4-BE49-F238E27FC236}">
                <a16:creationId xmlns:a16="http://schemas.microsoft.com/office/drawing/2014/main" id="{8C8EBFD8-2352-3161-FECA-F5229C0183A6}"/>
              </a:ext>
            </a:extLst>
          </p:cNvPr>
          <p:cNvSpPr>
            <a:spLocks noGrp="1"/>
          </p:cNvSpPr>
          <p:nvPr>
            <p:ph type="body" sz="quarter" idx="17" hasCustomPrompt="1"/>
          </p:nvPr>
        </p:nvSpPr>
        <p:spPr>
          <a:xfrm>
            <a:off x="1139871" y="360437"/>
            <a:ext cx="9871029" cy="263149"/>
          </a:xfrm>
          <a:noFill/>
        </p:spPr>
        <p:txBody>
          <a:bodyPr wrap="square" anchor="b">
            <a:noAutofit/>
          </a:bodyPr>
          <a:lstStyle>
            <a:lvl1pPr marL="0" indent="0">
              <a:lnSpc>
                <a:spcPct val="120000"/>
              </a:lnSpc>
              <a:spcBef>
                <a:spcPts val="0"/>
              </a:spcBef>
              <a:spcAft>
                <a:spcPts val="600"/>
              </a:spcAft>
              <a:buNone/>
              <a:defRPr sz="1200" b="0">
                <a:solidFill>
                  <a:schemeClr val="bg1"/>
                </a:solidFill>
              </a:defRPr>
            </a:lvl1pPr>
          </a:lstStyle>
          <a:p>
            <a:pPr lvl="0"/>
            <a:r>
              <a:rPr lang="fr-FR" dirty="0"/>
              <a:t>Titre ici. Par exemple « Références »</a:t>
            </a:r>
          </a:p>
        </p:txBody>
      </p:sp>
      <p:sp>
        <p:nvSpPr>
          <p:cNvPr id="9" name="object 11">
            <a:extLst>
              <a:ext uri="{FF2B5EF4-FFF2-40B4-BE49-F238E27FC236}">
                <a16:creationId xmlns:a16="http://schemas.microsoft.com/office/drawing/2014/main" id="{9AC7C1C6-FF68-FEAC-09F0-58858A497286}"/>
              </a:ext>
            </a:extLst>
          </p:cNvPr>
          <p:cNvSpPr/>
          <p:nvPr/>
        </p:nvSpPr>
        <p:spPr>
          <a:xfrm>
            <a:off x="11397941" y="0"/>
            <a:ext cx="794059" cy="6858000"/>
          </a:xfrm>
          <a:custGeom>
            <a:avLst/>
            <a:gdLst/>
            <a:ahLst/>
            <a:cxnLst/>
            <a:rect l="l" t="t" r="r" b="b"/>
            <a:pathLst>
              <a:path w="1309369" h="11308715">
                <a:moveTo>
                  <a:pt x="1308860" y="0"/>
                </a:moveTo>
                <a:lnTo>
                  <a:pt x="0" y="0"/>
                </a:lnTo>
                <a:lnTo>
                  <a:pt x="0" y="11308556"/>
                </a:lnTo>
                <a:lnTo>
                  <a:pt x="1308860" y="11308556"/>
                </a:lnTo>
                <a:lnTo>
                  <a:pt x="1308860" y="0"/>
                </a:lnTo>
                <a:close/>
              </a:path>
            </a:pathLst>
          </a:custGeom>
          <a:solidFill>
            <a:schemeClr val="bg1"/>
          </a:solidFill>
          <a:ln>
            <a:noFill/>
          </a:ln>
        </p:spPr>
        <p:txBody>
          <a:bodyPr wrap="square" lIns="0" tIns="0" rIns="0" bIns="0" rtlCol="0"/>
          <a:lstStyle/>
          <a:p>
            <a:endParaRPr sz="1092"/>
          </a:p>
        </p:txBody>
      </p:sp>
      <p:sp>
        <p:nvSpPr>
          <p:cNvPr id="10" name="object 14">
            <a:extLst>
              <a:ext uri="{FF2B5EF4-FFF2-40B4-BE49-F238E27FC236}">
                <a16:creationId xmlns:a16="http://schemas.microsoft.com/office/drawing/2014/main" id="{A8C382F0-2DFB-C4CA-EA03-D2C10FA4FC34}"/>
              </a:ext>
            </a:extLst>
          </p:cNvPr>
          <p:cNvSpPr/>
          <p:nvPr/>
        </p:nvSpPr>
        <p:spPr>
          <a:xfrm>
            <a:off x="11397456" y="6063824"/>
            <a:ext cx="794059" cy="0"/>
          </a:xfrm>
          <a:custGeom>
            <a:avLst/>
            <a:gdLst/>
            <a:ahLst/>
            <a:cxnLst/>
            <a:rect l="l" t="t" r="r" b="b"/>
            <a:pathLst>
              <a:path w="1309369">
                <a:moveTo>
                  <a:pt x="0" y="0"/>
                </a:moveTo>
                <a:lnTo>
                  <a:pt x="1308860" y="0"/>
                </a:lnTo>
              </a:path>
            </a:pathLst>
          </a:custGeom>
          <a:ln w="7853">
            <a:solidFill>
              <a:schemeClr val="tx1"/>
            </a:solidFill>
          </a:ln>
        </p:spPr>
        <p:txBody>
          <a:bodyPr wrap="square" lIns="0" tIns="0" rIns="0" bIns="0" rtlCol="0"/>
          <a:lstStyle/>
          <a:p>
            <a:endParaRPr sz="1092"/>
          </a:p>
        </p:txBody>
      </p:sp>
      <p:pic>
        <p:nvPicPr>
          <p:cNvPr id="11" name="Graphique 10">
            <a:extLst>
              <a:ext uri="{FF2B5EF4-FFF2-40B4-BE49-F238E27FC236}">
                <a16:creationId xmlns:a16="http://schemas.microsoft.com/office/drawing/2014/main" id="{DDC05D78-B731-7835-A257-8A5D4EBEB04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646607" y="6340088"/>
            <a:ext cx="330919" cy="214383"/>
          </a:xfrm>
          <a:prstGeom prst="rect">
            <a:avLst/>
          </a:prstGeom>
        </p:spPr>
      </p:pic>
      <p:sp>
        <p:nvSpPr>
          <p:cNvPr id="12" name="Espace réservé du pied de page 4">
            <a:extLst>
              <a:ext uri="{FF2B5EF4-FFF2-40B4-BE49-F238E27FC236}">
                <a16:creationId xmlns:a16="http://schemas.microsoft.com/office/drawing/2014/main" id="{93EDB20E-7B67-D5AA-E92C-A2A79645346A}"/>
              </a:ext>
            </a:extLst>
          </p:cNvPr>
          <p:cNvSpPr>
            <a:spLocks noGrp="1"/>
          </p:cNvSpPr>
          <p:nvPr>
            <p:ph type="ftr" sz="quarter" idx="3"/>
          </p:nvPr>
        </p:nvSpPr>
        <p:spPr>
          <a:xfrm rot="16200000">
            <a:off x="9737570" y="2572960"/>
            <a:ext cx="4114800" cy="365125"/>
          </a:xfrm>
          <a:prstGeom prst="rect">
            <a:avLst/>
          </a:prstGeom>
        </p:spPr>
        <p:txBody>
          <a:bodyPr vert="horz" lIns="91440" tIns="45720" rIns="91440" bIns="45720" rtlCol="0" anchor="ctr"/>
          <a:lstStyle>
            <a:lvl1pPr>
              <a:defRPr lang="en-US" sz="728" dirty="0">
                <a:solidFill>
                  <a:schemeClr val="tx1"/>
                </a:solidFill>
                <a:latin typeface="Poppins" pitchFamily="2" charset="77"/>
                <a:cs typeface="Poppins" pitchFamily="2" charset="77"/>
              </a:defRPr>
            </a:lvl1pPr>
          </a:lstStyle>
          <a:p>
            <a:pPr algn="r"/>
            <a:r>
              <a:rPr lang="fr-FR"/>
              <a:t>Architectes des grandes transformations</a:t>
            </a:r>
            <a:endParaRPr lang="fr-US"/>
          </a:p>
        </p:txBody>
      </p:sp>
      <p:sp>
        <p:nvSpPr>
          <p:cNvPr id="13" name="Espace réservé du numéro de diapositive 18">
            <a:extLst>
              <a:ext uri="{FF2B5EF4-FFF2-40B4-BE49-F238E27FC236}">
                <a16:creationId xmlns:a16="http://schemas.microsoft.com/office/drawing/2014/main" id="{10715999-CA17-7D64-3F0B-DCC77D7FDE93}"/>
              </a:ext>
            </a:extLst>
          </p:cNvPr>
          <p:cNvSpPr>
            <a:spLocks noGrp="1"/>
          </p:cNvSpPr>
          <p:nvPr>
            <p:ph type="sldNum" sz="quarter" idx="4"/>
          </p:nvPr>
        </p:nvSpPr>
        <p:spPr>
          <a:xfrm>
            <a:off x="11588253" y="165403"/>
            <a:ext cx="420073" cy="365125"/>
          </a:xfrm>
          <a:prstGeom prst="rect">
            <a:avLst/>
          </a:prstGeom>
        </p:spPr>
        <p:txBody>
          <a:bodyPr/>
          <a:lstStyle>
            <a:lvl1pPr algn="ctr">
              <a:defRPr lang="en-US" sz="800" b="1" smtClean="0">
                <a:solidFill>
                  <a:schemeClr val="tx1"/>
                </a:solidFill>
                <a:latin typeface="Poppins" pitchFamily="2" charset="77"/>
                <a:cs typeface="Poppins" pitchFamily="2" charset="77"/>
              </a:defRPr>
            </a:lvl1pPr>
          </a:lstStyle>
          <a:p>
            <a:fld id="{8042310B-17DC-C845-9B99-8FE29D3E9696}" type="slidenum">
              <a:rPr lang="fr-FR" smtClean="0"/>
              <a:pPr/>
              <a:t>‹N°›</a:t>
            </a:fld>
            <a:endParaRPr lang="fr-FR" dirty="0"/>
          </a:p>
        </p:txBody>
      </p:sp>
      <p:sp>
        <p:nvSpPr>
          <p:cNvPr id="14" name="Titre 17">
            <a:extLst>
              <a:ext uri="{FF2B5EF4-FFF2-40B4-BE49-F238E27FC236}">
                <a16:creationId xmlns:a16="http://schemas.microsoft.com/office/drawing/2014/main" id="{BEE13FEC-64A7-C899-3244-F6B4C4A629A8}"/>
              </a:ext>
            </a:extLst>
          </p:cNvPr>
          <p:cNvSpPr>
            <a:spLocks noGrp="1"/>
          </p:cNvSpPr>
          <p:nvPr>
            <p:ph type="title" hasCustomPrompt="1"/>
          </p:nvPr>
        </p:nvSpPr>
        <p:spPr>
          <a:xfrm>
            <a:off x="1139871" y="1726354"/>
            <a:ext cx="4079829" cy="291618"/>
          </a:xfrm>
          <a:noFill/>
        </p:spPr>
        <p:txBody>
          <a:bodyPr wrap="square" anchor="ctr" anchorCtr="0">
            <a:spAutoFit/>
          </a:bodyPr>
          <a:lstStyle>
            <a:lvl1pPr>
              <a:lnSpc>
                <a:spcPct val="90000"/>
              </a:lnSpc>
              <a:spcAft>
                <a:spcPts val="600"/>
              </a:spcAft>
              <a:defRPr sz="1400">
                <a:solidFill>
                  <a:schemeClr val="tx1"/>
                </a:solidFill>
              </a:defRPr>
            </a:lvl1pPr>
          </a:lstStyle>
          <a:p>
            <a:r>
              <a:rPr lang="fr-FR" dirty="0"/>
              <a:t>Titre ici. Exemple « La nature du projet »</a:t>
            </a:r>
          </a:p>
        </p:txBody>
      </p:sp>
      <p:sp>
        <p:nvSpPr>
          <p:cNvPr id="15" name="Espace réservé du texte 2">
            <a:extLst>
              <a:ext uri="{FF2B5EF4-FFF2-40B4-BE49-F238E27FC236}">
                <a16:creationId xmlns:a16="http://schemas.microsoft.com/office/drawing/2014/main" id="{FE7C8B34-112F-0A6C-3C22-DBEA65119938}"/>
              </a:ext>
            </a:extLst>
          </p:cNvPr>
          <p:cNvSpPr>
            <a:spLocks noGrp="1"/>
          </p:cNvSpPr>
          <p:nvPr>
            <p:ph idx="1" hasCustomPrompt="1"/>
          </p:nvPr>
        </p:nvSpPr>
        <p:spPr>
          <a:xfrm>
            <a:off x="1149927" y="2017972"/>
            <a:ext cx="4069773" cy="1912062"/>
          </a:xfrm>
          <a:prstGeom prst="rect">
            <a:avLst/>
          </a:prstGeom>
        </p:spPr>
        <p:txBody>
          <a:bodyPr vert="horz" wrap="square" lIns="91440" tIns="45720" rIns="91440" bIns="45720" rtlCol="0">
            <a:spAutoFit/>
          </a:bodyPr>
          <a:lstStyle>
            <a:lvl1pPr marL="0" indent="0">
              <a:lnSpc>
                <a:spcPct val="120000"/>
              </a:lnSpc>
              <a:spcBef>
                <a:spcPts val="0"/>
              </a:spcBef>
              <a:buClr>
                <a:schemeClr val="tx2"/>
              </a:buClr>
              <a:buNone/>
              <a:defRPr lang="fr-FR" dirty="0">
                <a:solidFill>
                  <a:schemeClr val="tx1"/>
                </a:solidFill>
                <a:latin typeface="Poppins" pitchFamily="2" charset="77"/>
                <a:cs typeface="Poppins" pitchFamily="2" charset="77"/>
              </a:defRPr>
            </a:lvl1pPr>
            <a:lvl2pPr>
              <a:lnSpc>
                <a:spcPct val="120000"/>
              </a:lnSpc>
              <a:spcBef>
                <a:spcPts val="0"/>
              </a:spcBef>
              <a:buClr>
                <a:schemeClr val="tx2"/>
              </a:buClr>
              <a:defRPr lang="fr-FR" dirty="0">
                <a:solidFill>
                  <a:schemeClr val="bg1"/>
                </a:solidFill>
                <a:latin typeface="Poppins" pitchFamily="2" charset="77"/>
                <a:cs typeface="Poppins" pitchFamily="2" charset="77"/>
              </a:defRPr>
            </a:lvl2pPr>
            <a:lvl3pPr>
              <a:lnSpc>
                <a:spcPct val="120000"/>
              </a:lnSpc>
              <a:spcBef>
                <a:spcPts val="0"/>
              </a:spcBef>
              <a:buClr>
                <a:schemeClr val="tx2"/>
              </a:buClr>
              <a:defRPr lang="fr-FR" dirty="0">
                <a:solidFill>
                  <a:schemeClr val="bg1"/>
                </a:solidFill>
                <a:latin typeface="Poppins" pitchFamily="2" charset="77"/>
                <a:cs typeface="Poppins" pitchFamily="2" charset="77"/>
              </a:defRPr>
            </a:lvl3pPr>
            <a:lvl4pPr>
              <a:lnSpc>
                <a:spcPct val="120000"/>
              </a:lnSpc>
              <a:spcBef>
                <a:spcPts val="0"/>
              </a:spcBef>
              <a:buClr>
                <a:schemeClr val="tx2"/>
              </a:buClr>
              <a:defRPr lang="fr-FR" dirty="0">
                <a:solidFill>
                  <a:schemeClr val="bg1"/>
                </a:solidFill>
                <a:latin typeface="Poppins" pitchFamily="2" charset="77"/>
                <a:cs typeface="Poppins" pitchFamily="2" charset="77"/>
              </a:defRPr>
            </a:lvl4pPr>
            <a:lvl5pPr>
              <a:lnSpc>
                <a:spcPct val="120000"/>
              </a:lnSpc>
              <a:spcBef>
                <a:spcPts val="0"/>
              </a:spcBef>
              <a:buClr>
                <a:schemeClr val="tx2"/>
              </a:buClr>
              <a:defRPr lang="fr-FR" dirty="0">
                <a:solidFill>
                  <a:schemeClr val="bg1"/>
                </a:solidFill>
                <a:latin typeface="Poppins" pitchFamily="2" charset="77"/>
                <a:cs typeface="Poppins" pitchFamily="2" charset="77"/>
              </a:defRPr>
            </a:lvl5pPr>
          </a:lstStyle>
          <a:p>
            <a:pPr lvl="0">
              <a:spcAft>
                <a:spcPts val="600"/>
              </a:spcAft>
            </a:pPr>
            <a:r>
              <a:rPr lang="fr-FR" dirty="0"/>
              <a:t>At </a:t>
            </a:r>
            <a:r>
              <a:rPr lang="fr-FR" dirty="0" err="1"/>
              <a:t>vero</a:t>
            </a:r>
            <a:r>
              <a:rPr lang="fr-FR" dirty="0"/>
              <a:t> </a:t>
            </a:r>
            <a:r>
              <a:rPr lang="fr-FR" dirty="0" err="1"/>
              <a:t>eos</a:t>
            </a:r>
            <a:r>
              <a:rPr lang="fr-FR" dirty="0"/>
              <a:t> et </a:t>
            </a:r>
            <a:r>
              <a:rPr lang="fr-FR" dirty="0" err="1"/>
              <a:t>accusamus</a:t>
            </a:r>
            <a:r>
              <a:rPr lang="fr-FR" dirty="0"/>
              <a:t> et </a:t>
            </a:r>
            <a:r>
              <a:rPr lang="fr-FR" dirty="0" err="1"/>
              <a:t>iusto</a:t>
            </a:r>
            <a:r>
              <a:rPr lang="fr-FR" dirty="0"/>
              <a:t> </a:t>
            </a:r>
            <a:r>
              <a:rPr lang="fr-FR" dirty="0" err="1"/>
              <a:t>odio</a:t>
            </a:r>
            <a:r>
              <a:rPr lang="fr-FR" dirty="0"/>
              <a:t> </a:t>
            </a:r>
            <a:r>
              <a:rPr lang="fr-FR" dirty="0" err="1"/>
              <a:t>dignissimos</a:t>
            </a:r>
            <a:r>
              <a:rPr lang="fr-FR" dirty="0"/>
              <a:t> </a:t>
            </a:r>
            <a:r>
              <a:rPr lang="fr-FR" dirty="0" err="1"/>
              <a:t>ducimus</a:t>
            </a:r>
            <a:r>
              <a:rPr lang="fr-FR" dirty="0"/>
              <a:t> qui </a:t>
            </a:r>
            <a:r>
              <a:rPr lang="fr-FR" dirty="0" err="1"/>
              <a:t>blanditiis</a:t>
            </a:r>
            <a:r>
              <a:rPr lang="fr-FR" dirty="0"/>
              <a:t> </a:t>
            </a:r>
            <a:r>
              <a:rPr lang="fr-FR" dirty="0" err="1"/>
              <a:t>praesentium</a:t>
            </a:r>
            <a:r>
              <a:rPr lang="fr-FR" dirty="0"/>
              <a:t> </a:t>
            </a:r>
            <a:r>
              <a:rPr lang="fr-FR" dirty="0" err="1"/>
              <a:t>voluptatum</a:t>
            </a:r>
            <a:r>
              <a:rPr lang="fr-FR" dirty="0"/>
              <a:t> </a:t>
            </a:r>
            <a:r>
              <a:rPr lang="fr-FR" dirty="0" err="1"/>
              <a:t>deleniti</a:t>
            </a:r>
            <a:r>
              <a:rPr lang="fr-FR" dirty="0"/>
              <a:t> </a:t>
            </a:r>
            <a:r>
              <a:rPr lang="fr-FR" dirty="0" err="1"/>
              <a:t>atque</a:t>
            </a:r>
            <a:r>
              <a:rPr lang="fr-FR" dirty="0"/>
              <a:t> </a:t>
            </a:r>
            <a:r>
              <a:rPr lang="fr-FR" dirty="0" err="1"/>
              <a:t>corrupti</a:t>
            </a:r>
            <a:r>
              <a:rPr lang="fr-FR" dirty="0"/>
              <a:t> </a:t>
            </a:r>
            <a:r>
              <a:rPr lang="fr-FR" dirty="0" err="1"/>
              <a:t>quos</a:t>
            </a:r>
            <a:r>
              <a:rPr lang="fr-FR" dirty="0"/>
              <a:t> </a:t>
            </a:r>
            <a:r>
              <a:rPr lang="fr-FR" dirty="0" err="1"/>
              <a:t>dolores</a:t>
            </a:r>
            <a:r>
              <a:rPr lang="fr-FR" dirty="0"/>
              <a:t> et </a:t>
            </a:r>
            <a:r>
              <a:rPr lang="fr-FR" dirty="0" err="1"/>
              <a:t>quas</a:t>
            </a:r>
            <a:r>
              <a:rPr lang="fr-FR" dirty="0"/>
              <a:t> </a:t>
            </a:r>
            <a:r>
              <a:rPr lang="fr-FR" dirty="0" err="1"/>
              <a:t>molestias</a:t>
            </a:r>
            <a:r>
              <a:rPr lang="fr-FR" dirty="0"/>
              <a:t> </a:t>
            </a:r>
            <a:r>
              <a:rPr lang="fr-FR" dirty="0" err="1"/>
              <a:t>excepturi</a:t>
            </a:r>
            <a:r>
              <a:rPr lang="fr-FR" dirty="0"/>
              <a:t> </a:t>
            </a:r>
            <a:r>
              <a:rPr lang="fr-FR" dirty="0" err="1"/>
              <a:t>sint</a:t>
            </a:r>
            <a:r>
              <a:rPr lang="fr-FR" dirty="0"/>
              <a:t> </a:t>
            </a:r>
            <a:r>
              <a:rPr lang="fr-FR" dirty="0" err="1"/>
              <a:t>occaecati</a:t>
            </a:r>
            <a:r>
              <a:rPr lang="fr-FR" dirty="0"/>
              <a:t> </a:t>
            </a:r>
            <a:r>
              <a:rPr lang="fr-FR" dirty="0" err="1"/>
              <a:t>cupiditate</a:t>
            </a:r>
            <a:r>
              <a:rPr lang="fr-FR" dirty="0"/>
              <a:t> non provident, </a:t>
            </a:r>
            <a:r>
              <a:rPr lang="fr-FR" dirty="0" err="1"/>
              <a:t>similique</a:t>
            </a:r>
            <a:r>
              <a:rPr lang="fr-FR" dirty="0"/>
              <a:t> </a:t>
            </a:r>
            <a:r>
              <a:rPr lang="fr-FR" dirty="0" err="1"/>
              <a:t>sunt</a:t>
            </a:r>
            <a:r>
              <a:rPr lang="fr-FR" dirty="0"/>
              <a:t> in culpa qui officia </a:t>
            </a:r>
            <a:r>
              <a:rPr lang="fr-FR" dirty="0" err="1"/>
              <a:t>deserunt</a:t>
            </a:r>
            <a:r>
              <a:rPr lang="fr-FR" dirty="0"/>
              <a:t> </a:t>
            </a:r>
            <a:r>
              <a:rPr lang="fr-FR" dirty="0" err="1"/>
              <a:t>mollitia</a:t>
            </a:r>
            <a:r>
              <a:rPr lang="fr-FR" dirty="0"/>
              <a:t> </a:t>
            </a:r>
            <a:r>
              <a:rPr lang="fr-FR" dirty="0" err="1"/>
              <a:t>animi</a:t>
            </a:r>
            <a:r>
              <a:rPr lang="fr-FR" dirty="0"/>
              <a:t>, id est </a:t>
            </a:r>
            <a:r>
              <a:rPr lang="fr-FR" dirty="0" err="1"/>
              <a:t>laborum</a:t>
            </a:r>
            <a:r>
              <a:rPr lang="fr-FR" dirty="0"/>
              <a:t> et </a:t>
            </a:r>
            <a:r>
              <a:rPr lang="fr-FR" dirty="0" err="1"/>
              <a:t>dolorum</a:t>
            </a:r>
            <a:r>
              <a:rPr lang="fr-FR" dirty="0"/>
              <a:t> </a:t>
            </a:r>
            <a:r>
              <a:rPr lang="fr-FR" dirty="0" err="1"/>
              <a:t>fuga</a:t>
            </a:r>
            <a:r>
              <a:rPr lang="fr-FR" dirty="0"/>
              <a:t>. Et </a:t>
            </a:r>
            <a:r>
              <a:rPr lang="fr-FR" dirty="0" err="1"/>
              <a:t>harum</a:t>
            </a:r>
            <a:r>
              <a:rPr lang="fr-FR" dirty="0"/>
              <a:t> </a:t>
            </a:r>
            <a:r>
              <a:rPr lang="fr-FR" dirty="0" err="1"/>
              <a:t>quidem</a:t>
            </a:r>
            <a:r>
              <a:rPr lang="fr-FR" dirty="0"/>
              <a:t> </a:t>
            </a:r>
            <a:r>
              <a:rPr lang="fr-FR" dirty="0" err="1"/>
              <a:t>rerum</a:t>
            </a:r>
            <a:r>
              <a:rPr lang="fr-FR" dirty="0"/>
              <a:t> </a:t>
            </a:r>
            <a:r>
              <a:rPr lang="fr-FR" dirty="0" err="1"/>
              <a:t>facilis</a:t>
            </a:r>
            <a:r>
              <a:rPr lang="fr-FR" dirty="0"/>
              <a:t> est et </a:t>
            </a:r>
            <a:r>
              <a:rPr lang="fr-FR" dirty="0" err="1"/>
              <a:t>expedita</a:t>
            </a:r>
            <a:r>
              <a:rPr lang="fr-FR" dirty="0"/>
              <a:t> </a:t>
            </a:r>
            <a:r>
              <a:rPr lang="fr-FR" dirty="0" err="1"/>
              <a:t>distinctio</a:t>
            </a:r>
            <a:r>
              <a:rPr lang="fr-FR" dirty="0"/>
              <a:t>. Nam libero </a:t>
            </a:r>
            <a:r>
              <a:rPr lang="fr-FR" dirty="0" err="1"/>
              <a:t>tempore</a:t>
            </a:r>
            <a:r>
              <a:rPr lang="fr-FR" dirty="0"/>
              <a:t>, cum </a:t>
            </a:r>
            <a:r>
              <a:rPr lang="fr-FR" dirty="0" err="1"/>
              <a:t>soluta</a:t>
            </a:r>
            <a:r>
              <a:rPr lang="fr-FR" dirty="0"/>
              <a:t> </a:t>
            </a:r>
            <a:r>
              <a:rPr lang="fr-FR" dirty="0" err="1"/>
              <a:t>nobis</a:t>
            </a:r>
            <a:r>
              <a:rPr lang="fr-FR" dirty="0"/>
              <a:t> est </a:t>
            </a:r>
            <a:r>
              <a:rPr lang="fr-FR" dirty="0" err="1"/>
              <a:t>eligendi</a:t>
            </a:r>
            <a:r>
              <a:rPr lang="fr-FR" dirty="0"/>
              <a:t> </a:t>
            </a:r>
            <a:r>
              <a:rPr lang="fr-FR" dirty="0" err="1"/>
              <a:t>optio</a:t>
            </a:r>
            <a:r>
              <a:rPr lang="fr-FR" dirty="0"/>
              <a:t> </a:t>
            </a:r>
            <a:r>
              <a:rPr lang="fr-FR" dirty="0" err="1"/>
              <a:t>cumque</a:t>
            </a:r>
            <a:r>
              <a:rPr lang="fr-FR" dirty="0"/>
              <a:t> nihil </a:t>
            </a:r>
            <a:r>
              <a:rPr lang="fr-FR" dirty="0" err="1"/>
              <a:t>impedit</a:t>
            </a:r>
            <a:r>
              <a:rPr lang="fr-FR" dirty="0"/>
              <a:t> quo minus id</a:t>
            </a:r>
          </a:p>
        </p:txBody>
      </p:sp>
    </p:spTree>
    <p:extLst>
      <p:ext uri="{BB962C8B-B14F-4D97-AF65-F5344CB8AC3E}">
        <p14:creationId xmlns:p14="http://schemas.microsoft.com/office/powerpoint/2010/main" val="1073943342"/>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p:cSld name="1_Référence Vibrant 8">
    <p:spTree>
      <p:nvGrpSpPr>
        <p:cNvPr id="1" name=""/>
        <p:cNvGrpSpPr/>
        <p:nvPr/>
      </p:nvGrpSpPr>
      <p:grpSpPr>
        <a:xfrm>
          <a:off x="0" y="0"/>
          <a:ext cx="0" cy="0"/>
          <a:chOff x="0" y="0"/>
          <a:chExt cx="0" cy="0"/>
        </a:xfrm>
      </p:grpSpPr>
      <p:pic>
        <p:nvPicPr>
          <p:cNvPr id="3" name="Image 2" descr="Une image contenant Marron, rouge&#10;&#10;Description générée automatiquement">
            <a:extLst>
              <a:ext uri="{FF2B5EF4-FFF2-40B4-BE49-F238E27FC236}">
                <a16:creationId xmlns:a16="http://schemas.microsoft.com/office/drawing/2014/main" id="{B99B91FF-2AE1-7098-4FA5-EA217D01F21E}"/>
              </a:ext>
            </a:extLst>
          </p:cNvPr>
          <p:cNvPicPr>
            <a:picLocks noChangeAspect="1"/>
          </p:cNvPicPr>
          <p:nvPr/>
        </p:nvPicPr>
        <p:blipFill>
          <a:blip r:embed="rId2"/>
          <a:stretch>
            <a:fillRect/>
          </a:stretch>
        </p:blipFill>
        <p:spPr>
          <a:xfrm>
            <a:off x="-1" y="0"/>
            <a:ext cx="12191515" cy="6868036"/>
          </a:xfrm>
          <a:prstGeom prst="rect">
            <a:avLst/>
          </a:prstGeom>
        </p:spPr>
      </p:pic>
      <p:sp>
        <p:nvSpPr>
          <p:cNvPr id="20" name="Espace réservé du texte 22">
            <a:extLst>
              <a:ext uri="{FF2B5EF4-FFF2-40B4-BE49-F238E27FC236}">
                <a16:creationId xmlns:a16="http://schemas.microsoft.com/office/drawing/2014/main" id="{8C8EBFD8-2352-3161-FECA-F5229C0183A6}"/>
              </a:ext>
            </a:extLst>
          </p:cNvPr>
          <p:cNvSpPr>
            <a:spLocks noGrp="1"/>
          </p:cNvSpPr>
          <p:nvPr>
            <p:ph type="body" sz="quarter" idx="17" hasCustomPrompt="1"/>
          </p:nvPr>
        </p:nvSpPr>
        <p:spPr>
          <a:xfrm>
            <a:off x="1139871" y="360437"/>
            <a:ext cx="9871029" cy="263149"/>
          </a:xfrm>
          <a:noFill/>
        </p:spPr>
        <p:txBody>
          <a:bodyPr wrap="square" anchor="b">
            <a:noAutofit/>
          </a:bodyPr>
          <a:lstStyle>
            <a:lvl1pPr marL="0" indent="0">
              <a:lnSpc>
                <a:spcPct val="120000"/>
              </a:lnSpc>
              <a:spcBef>
                <a:spcPts val="0"/>
              </a:spcBef>
              <a:spcAft>
                <a:spcPts val="600"/>
              </a:spcAft>
              <a:buNone/>
              <a:defRPr sz="1200" b="0">
                <a:solidFill>
                  <a:schemeClr val="bg1"/>
                </a:solidFill>
              </a:defRPr>
            </a:lvl1pPr>
          </a:lstStyle>
          <a:p>
            <a:pPr lvl="0"/>
            <a:r>
              <a:rPr lang="fr-FR" dirty="0"/>
              <a:t>Titre ici. Par exemple « Références »</a:t>
            </a:r>
          </a:p>
        </p:txBody>
      </p:sp>
      <p:sp>
        <p:nvSpPr>
          <p:cNvPr id="9" name="object 11">
            <a:extLst>
              <a:ext uri="{FF2B5EF4-FFF2-40B4-BE49-F238E27FC236}">
                <a16:creationId xmlns:a16="http://schemas.microsoft.com/office/drawing/2014/main" id="{722654F0-44D0-11AF-0A51-7A598EDEB641}"/>
              </a:ext>
            </a:extLst>
          </p:cNvPr>
          <p:cNvSpPr/>
          <p:nvPr/>
        </p:nvSpPr>
        <p:spPr>
          <a:xfrm>
            <a:off x="11397941" y="0"/>
            <a:ext cx="794059" cy="6858000"/>
          </a:xfrm>
          <a:custGeom>
            <a:avLst/>
            <a:gdLst/>
            <a:ahLst/>
            <a:cxnLst/>
            <a:rect l="l" t="t" r="r" b="b"/>
            <a:pathLst>
              <a:path w="1309369" h="11308715">
                <a:moveTo>
                  <a:pt x="1308860" y="0"/>
                </a:moveTo>
                <a:lnTo>
                  <a:pt x="0" y="0"/>
                </a:lnTo>
                <a:lnTo>
                  <a:pt x="0" y="11308556"/>
                </a:lnTo>
                <a:lnTo>
                  <a:pt x="1308860" y="11308556"/>
                </a:lnTo>
                <a:lnTo>
                  <a:pt x="1308860" y="0"/>
                </a:lnTo>
                <a:close/>
              </a:path>
            </a:pathLst>
          </a:custGeom>
          <a:solidFill>
            <a:schemeClr val="bg1"/>
          </a:solidFill>
          <a:ln>
            <a:noFill/>
          </a:ln>
        </p:spPr>
        <p:txBody>
          <a:bodyPr wrap="square" lIns="0" tIns="0" rIns="0" bIns="0" rtlCol="0"/>
          <a:lstStyle/>
          <a:p>
            <a:endParaRPr sz="1092"/>
          </a:p>
        </p:txBody>
      </p:sp>
      <p:sp>
        <p:nvSpPr>
          <p:cNvPr id="10" name="object 14">
            <a:extLst>
              <a:ext uri="{FF2B5EF4-FFF2-40B4-BE49-F238E27FC236}">
                <a16:creationId xmlns:a16="http://schemas.microsoft.com/office/drawing/2014/main" id="{552E3099-B2F2-FC08-211F-644FD8578FFF}"/>
              </a:ext>
            </a:extLst>
          </p:cNvPr>
          <p:cNvSpPr/>
          <p:nvPr/>
        </p:nvSpPr>
        <p:spPr>
          <a:xfrm>
            <a:off x="11397456" y="6063824"/>
            <a:ext cx="794059" cy="0"/>
          </a:xfrm>
          <a:custGeom>
            <a:avLst/>
            <a:gdLst/>
            <a:ahLst/>
            <a:cxnLst/>
            <a:rect l="l" t="t" r="r" b="b"/>
            <a:pathLst>
              <a:path w="1309369">
                <a:moveTo>
                  <a:pt x="0" y="0"/>
                </a:moveTo>
                <a:lnTo>
                  <a:pt x="1308860" y="0"/>
                </a:lnTo>
              </a:path>
            </a:pathLst>
          </a:custGeom>
          <a:ln w="7853">
            <a:solidFill>
              <a:schemeClr val="tx1"/>
            </a:solidFill>
          </a:ln>
        </p:spPr>
        <p:txBody>
          <a:bodyPr wrap="square" lIns="0" tIns="0" rIns="0" bIns="0" rtlCol="0"/>
          <a:lstStyle/>
          <a:p>
            <a:endParaRPr sz="1092"/>
          </a:p>
        </p:txBody>
      </p:sp>
      <p:pic>
        <p:nvPicPr>
          <p:cNvPr id="11" name="Graphique 10">
            <a:extLst>
              <a:ext uri="{FF2B5EF4-FFF2-40B4-BE49-F238E27FC236}">
                <a16:creationId xmlns:a16="http://schemas.microsoft.com/office/drawing/2014/main" id="{4FDF7DB0-B229-D222-8019-BC4165C0AD1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646607" y="6340088"/>
            <a:ext cx="330919" cy="214383"/>
          </a:xfrm>
          <a:prstGeom prst="rect">
            <a:avLst/>
          </a:prstGeom>
        </p:spPr>
      </p:pic>
      <p:sp>
        <p:nvSpPr>
          <p:cNvPr id="12" name="Espace réservé du pied de page 4">
            <a:extLst>
              <a:ext uri="{FF2B5EF4-FFF2-40B4-BE49-F238E27FC236}">
                <a16:creationId xmlns:a16="http://schemas.microsoft.com/office/drawing/2014/main" id="{C0C2F224-A744-185E-7EA9-6DE953C6E3F5}"/>
              </a:ext>
            </a:extLst>
          </p:cNvPr>
          <p:cNvSpPr>
            <a:spLocks noGrp="1"/>
          </p:cNvSpPr>
          <p:nvPr>
            <p:ph type="ftr" sz="quarter" idx="3"/>
          </p:nvPr>
        </p:nvSpPr>
        <p:spPr>
          <a:xfrm rot="16200000">
            <a:off x="9737570" y="2572960"/>
            <a:ext cx="4114800" cy="365125"/>
          </a:xfrm>
          <a:prstGeom prst="rect">
            <a:avLst/>
          </a:prstGeom>
        </p:spPr>
        <p:txBody>
          <a:bodyPr vert="horz" lIns="91440" tIns="45720" rIns="91440" bIns="45720" rtlCol="0" anchor="ctr"/>
          <a:lstStyle>
            <a:lvl1pPr>
              <a:defRPr lang="en-US" sz="728" dirty="0">
                <a:solidFill>
                  <a:schemeClr val="tx1"/>
                </a:solidFill>
                <a:latin typeface="Poppins" pitchFamily="2" charset="77"/>
                <a:cs typeface="Poppins" pitchFamily="2" charset="77"/>
              </a:defRPr>
            </a:lvl1pPr>
          </a:lstStyle>
          <a:p>
            <a:pPr algn="r"/>
            <a:r>
              <a:rPr lang="fr-FR"/>
              <a:t>Architectes des grandes transformations</a:t>
            </a:r>
            <a:endParaRPr lang="fr-US"/>
          </a:p>
        </p:txBody>
      </p:sp>
      <p:sp>
        <p:nvSpPr>
          <p:cNvPr id="13" name="Espace réservé du numéro de diapositive 18">
            <a:extLst>
              <a:ext uri="{FF2B5EF4-FFF2-40B4-BE49-F238E27FC236}">
                <a16:creationId xmlns:a16="http://schemas.microsoft.com/office/drawing/2014/main" id="{9BB2F42E-59FD-380A-B6B7-F6353CAE5FF7}"/>
              </a:ext>
            </a:extLst>
          </p:cNvPr>
          <p:cNvSpPr>
            <a:spLocks noGrp="1"/>
          </p:cNvSpPr>
          <p:nvPr>
            <p:ph type="sldNum" sz="quarter" idx="4"/>
          </p:nvPr>
        </p:nvSpPr>
        <p:spPr>
          <a:xfrm>
            <a:off x="11588253" y="165403"/>
            <a:ext cx="420073" cy="365125"/>
          </a:xfrm>
          <a:prstGeom prst="rect">
            <a:avLst/>
          </a:prstGeom>
        </p:spPr>
        <p:txBody>
          <a:bodyPr/>
          <a:lstStyle>
            <a:lvl1pPr algn="ctr">
              <a:defRPr lang="en-US" sz="800" b="1" smtClean="0">
                <a:solidFill>
                  <a:schemeClr val="tx1"/>
                </a:solidFill>
                <a:latin typeface="Poppins" pitchFamily="2" charset="77"/>
                <a:cs typeface="Poppins" pitchFamily="2" charset="77"/>
              </a:defRPr>
            </a:lvl1pPr>
          </a:lstStyle>
          <a:p>
            <a:fld id="{8042310B-17DC-C845-9B99-8FE29D3E9696}" type="slidenum">
              <a:rPr lang="fr-FR" smtClean="0"/>
              <a:pPr/>
              <a:t>‹N°›</a:t>
            </a:fld>
            <a:endParaRPr lang="fr-FR" dirty="0"/>
          </a:p>
        </p:txBody>
      </p:sp>
      <p:sp>
        <p:nvSpPr>
          <p:cNvPr id="14" name="Titre 17">
            <a:extLst>
              <a:ext uri="{FF2B5EF4-FFF2-40B4-BE49-F238E27FC236}">
                <a16:creationId xmlns:a16="http://schemas.microsoft.com/office/drawing/2014/main" id="{01267795-997C-C963-DD2B-4A31E47B18BB}"/>
              </a:ext>
            </a:extLst>
          </p:cNvPr>
          <p:cNvSpPr>
            <a:spLocks noGrp="1"/>
          </p:cNvSpPr>
          <p:nvPr>
            <p:ph type="title" hasCustomPrompt="1"/>
          </p:nvPr>
        </p:nvSpPr>
        <p:spPr>
          <a:xfrm>
            <a:off x="1139871" y="1726354"/>
            <a:ext cx="4079829" cy="291618"/>
          </a:xfrm>
          <a:noFill/>
        </p:spPr>
        <p:txBody>
          <a:bodyPr wrap="square" anchor="ctr" anchorCtr="0">
            <a:spAutoFit/>
          </a:bodyPr>
          <a:lstStyle>
            <a:lvl1pPr>
              <a:lnSpc>
                <a:spcPct val="90000"/>
              </a:lnSpc>
              <a:spcAft>
                <a:spcPts val="600"/>
              </a:spcAft>
              <a:defRPr sz="1400">
                <a:solidFill>
                  <a:schemeClr val="bg1"/>
                </a:solidFill>
              </a:defRPr>
            </a:lvl1pPr>
          </a:lstStyle>
          <a:p>
            <a:r>
              <a:rPr lang="fr-FR" dirty="0"/>
              <a:t>Titre ici. Exemple « La nature du projet »</a:t>
            </a:r>
          </a:p>
        </p:txBody>
      </p:sp>
      <p:sp>
        <p:nvSpPr>
          <p:cNvPr id="15" name="Espace réservé du texte 2">
            <a:extLst>
              <a:ext uri="{FF2B5EF4-FFF2-40B4-BE49-F238E27FC236}">
                <a16:creationId xmlns:a16="http://schemas.microsoft.com/office/drawing/2014/main" id="{710A00FD-F9A7-16E6-C241-82593DE503D1}"/>
              </a:ext>
            </a:extLst>
          </p:cNvPr>
          <p:cNvSpPr>
            <a:spLocks noGrp="1"/>
          </p:cNvSpPr>
          <p:nvPr>
            <p:ph idx="1" hasCustomPrompt="1"/>
          </p:nvPr>
        </p:nvSpPr>
        <p:spPr>
          <a:xfrm>
            <a:off x="1149927" y="2017972"/>
            <a:ext cx="4069773" cy="1912062"/>
          </a:xfrm>
          <a:prstGeom prst="rect">
            <a:avLst/>
          </a:prstGeom>
        </p:spPr>
        <p:txBody>
          <a:bodyPr vert="horz" wrap="square" lIns="91440" tIns="45720" rIns="91440" bIns="45720" rtlCol="0">
            <a:spAutoFit/>
          </a:bodyPr>
          <a:lstStyle>
            <a:lvl1pPr marL="0" indent="0">
              <a:lnSpc>
                <a:spcPct val="120000"/>
              </a:lnSpc>
              <a:spcBef>
                <a:spcPts val="0"/>
              </a:spcBef>
              <a:buClr>
                <a:schemeClr val="tx2"/>
              </a:buClr>
              <a:buNone/>
              <a:defRPr lang="fr-FR" dirty="0">
                <a:solidFill>
                  <a:schemeClr val="bg1"/>
                </a:solidFill>
                <a:latin typeface="Poppins" pitchFamily="2" charset="77"/>
                <a:cs typeface="Poppins" pitchFamily="2" charset="77"/>
              </a:defRPr>
            </a:lvl1pPr>
            <a:lvl2pPr>
              <a:lnSpc>
                <a:spcPct val="120000"/>
              </a:lnSpc>
              <a:spcBef>
                <a:spcPts val="0"/>
              </a:spcBef>
              <a:buClr>
                <a:schemeClr val="tx2"/>
              </a:buClr>
              <a:defRPr lang="fr-FR" dirty="0">
                <a:solidFill>
                  <a:schemeClr val="bg1"/>
                </a:solidFill>
                <a:latin typeface="Poppins" pitchFamily="2" charset="77"/>
                <a:cs typeface="Poppins" pitchFamily="2" charset="77"/>
              </a:defRPr>
            </a:lvl2pPr>
            <a:lvl3pPr>
              <a:lnSpc>
                <a:spcPct val="120000"/>
              </a:lnSpc>
              <a:spcBef>
                <a:spcPts val="0"/>
              </a:spcBef>
              <a:buClr>
                <a:schemeClr val="tx2"/>
              </a:buClr>
              <a:defRPr lang="fr-FR" dirty="0">
                <a:solidFill>
                  <a:schemeClr val="bg1"/>
                </a:solidFill>
                <a:latin typeface="Poppins" pitchFamily="2" charset="77"/>
                <a:cs typeface="Poppins" pitchFamily="2" charset="77"/>
              </a:defRPr>
            </a:lvl3pPr>
            <a:lvl4pPr>
              <a:lnSpc>
                <a:spcPct val="120000"/>
              </a:lnSpc>
              <a:spcBef>
                <a:spcPts val="0"/>
              </a:spcBef>
              <a:buClr>
                <a:schemeClr val="tx2"/>
              </a:buClr>
              <a:defRPr lang="fr-FR" dirty="0">
                <a:solidFill>
                  <a:schemeClr val="bg1"/>
                </a:solidFill>
                <a:latin typeface="Poppins" pitchFamily="2" charset="77"/>
                <a:cs typeface="Poppins" pitchFamily="2" charset="77"/>
              </a:defRPr>
            </a:lvl4pPr>
            <a:lvl5pPr>
              <a:lnSpc>
                <a:spcPct val="120000"/>
              </a:lnSpc>
              <a:spcBef>
                <a:spcPts val="0"/>
              </a:spcBef>
              <a:buClr>
                <a:schemeClr val="tx2"/>
              </a:buClr>
              <a:defRPr lang="fr-FR" dirty="0">
                <a:solidFill>
                  <a:schemeClr val="bg1"/>
                </a:solidFill>
                <a:latin typeface="Poppins" pitchFamily="2" charset="77"/>
                <a:cs typeface="Poppins" pitchFamily="2" charset="77"/>
              </a:defRPr>
            </a:lvl5pPr>
          </a:lstStyle>
          <a:p>
            <a:pPr lvl="0">
              <a:spcAft>
                <a:spcPts val="600"/>
              </a:spcAft>
            </a:pPr>
            <a:r>
              <a:rPr lang="fr-FR" dirty="0"/>
              <a:t>At </a:t>
            </a:r>
            <a:r>
              <a:rPr lang="fr-FR" dirty="0" err="1"/>
              <a:t>vero</a:t>
            </a:r>
            <a:r>
              <a:rPr lang="fr-FR" dirty="0"/>
              <a:t> </a:t>
            </a:r>
            <a:r>
              <a:rPr lang="fr-FR" dirty="0" err="1"/>
              <a:t>eos</a:t>
            </a:r>
            <a:r>
              <a:rPr lang="fr-FR" dirty="0"/>
              <a:t> et </a:t>
            </a:r>
            <a:r>
              <a:rPr lang="fr-FR" dirty="0" err="1"/>
              <a:t>accusamus</a:t>
            </a:r>
            <a:r>
              <a:rPr lang="fr-FR" dirty="0"/>
              <a:t> et </a:t>
            </a:r>
            <a:r>
              <a:rPr lang="fr-FR" dirty="0" err="1"/>
              <a:t>iusto</a:t>
            </a:r>
            <a:r>
              <a:rPr lang="fr-FR" dirty="0"/>
              <a:t> </a:t>
            </a:r>
            <a:r>
              <a:rPr lang="fr-FR" dirty="0" err="1"/>
              <a:t>odio</a:t>
            </a:r>
            <a:r>
              <a:rPr lang="fr-FR" dirty="0"/>
              <a:t> </a:t>
            </a:r>
            <a:r>
              <a:rPr lang="fr-FR" dirty="0" err="1"/>
              <a:t>dignissimos</a:t>
            </a:r>
            <a:r>
              <a:rPr lang="fr-FR" dirty="0"/>
              <a:t> </a:t>
            </a:r>
            <a:r>
              <a:rPr lang="fr-FR" dirty="0" err="1"/>
              <a:t>ducimus</a:t>
            </a:r>
            <a:r>
              <a:rPr lang="fr-FR" dirty="0"/>
              <a:t> qui </a:t>
            </a:r>
            <a:r>
              <a:rPr lang="fr-FR" dirty="0" err="1"/>
              <a:t>blanditiis</a:t>
            </a:r>
            <a:r>
              <a:rPr lang="fr-FR" dirty="0"/>
              <a:t> </a:t>
            </a:r>
            <a:r>
              <a:rPr lang="fr-FR" dirty="0" err="1"/>
              <a:t>praesentium</a:t>
            </a:r>
            <a:r>
              <a:rPr lang="fr-FR" dirty="0"/>
              <a:t> </a:t>
            </a:r>
            <a:r>
              <a:rPr lang="fr-FR" dirty="0" err="1"/>
              <a:t>voluptatum</a:t>
            </a:r>
            <a:r>
              <a:rPr lang="fr-FR" dirty="0"/>
              <a:t> </a:t>
            </a:r>
            <a:r>
              <a:rPr lang="fr-FR" dirty="0" err="1"/>
              <a:t>deleniti</a:t>
            </a:r>
            <a:r>
              <a:rPr lang="fr-FR" dirty="0"/>
              <a:t> </a:t>
            </a:r>
            <a:r>
              <a:rPr lang="fr-FR" dirty="0" err="1"/>
              <a:t>atque</a:t>
            </a:r>
            <a:r>
              <a:rPr lang="fr-FR" dirty="0"/>
              <a:t> </a:t>
            </a:r>
            <a:r>
              <a:rPr lang="fr-FR" dirty="0" err="1"/>
              <a:t>corrupti</a:t>
            </a:r>
            <a:r>
              <a:rPr lang="fr-FR" dirty="0"/>
              <a:t> </a:t>
            </a:r>
            <a:r>
              <a:rPr lang="fr-FR" dirty="0" err="1"/>
              <a:t>quos</a:t>
            </a:r>
            <a:r>
              <a:rPr lang="fr-FR" dirty="0"/>
              <a:t> </a:t>
            </a:r>
            <a:r>
              <a:rPr lang="fr-FR" dirty="0" err="1"/>
              <a:t>dolores</a:t>
            </a:r>
            <a:r>
              <a:rPr lang="fr-FR" dirty="0"/>
              <a:t> et </a:t>
            </a:r>
            <a:r>
              <a:rPr lang="fr-FR" dirty="0" err="1"/>
              <a:t>quas</a:t>
            </a:r>
            <a:r>
              <a:rPr lang="fr-FR" dirty="0"/>
              <a:t> </a:t>
            </a:r>
            <a:r>
              <a:rPr lang="fr-FR" dirty="0" err="1"/>
              <a:t>molestias</a:t>
            </a:r>
            <a:r>
              <a:rPr lang="fr-FR" dirty="0"/>
              <a:t> </a:t>
            </a:r>
            <a:r>
              <a:rPr lang="fr-FR" dirty="0" err="1"/>
              <a:t>excepturi</a:t>
            </a:r>
            <a:r>
              <a:rPr lang="fr-FR" dirty="0"/>
              <a:t> </a:t>
            </a:r>
            <a:r>
              <a:rPr lang="fr-FR" dirty="0" err="1"/>
              <a:t>sint</a:t>
            </a:r>
            <a:r>
              <a:rPr lang="fr-FR" dirty="0"/>
              <a:t> </a:t>
            </a:r>
            <a:r>
              <a:rPr lang="fr-FR" dirty="0" err="1"/>
              <a:t>occaecati</a:t>
            </a:r>
            <a:r>
              <a:rPr lang="fr-FR" dirty="0"/>
              <a:t> </a:t>
            </a:r>
            <a:r>
              <a:rPr lang="fr-FR" dirty="0" err="1"/>
              <a:t>cupiditate</a:t>
            </a:r>
            <a:r>
              <a:rPr lang="fr-FR" dirty="0"/>
              <a:t> non provident, </a:t>
            </a:r>
            <a:r>
              <a:rPr lang="fr-FR" dirty="0" err="1"/>
              <a:t>similique</a:t>
            </a:r>
            <a:r>
              <a:rPr lang="fr-FR" dirty="0"/>
              <a:t> </a:t>
            </a:r>
            <a:r>
              <a:rPr lang="fr-FR" dirty="0" err="1"/>
              <a:t>sunt</a:t>
            </a:r>
            <a:r>
              <a:rPr lang="fr-FR" dirty="0"/>
              <a:t> in culpa qui officia </a:t>
            </a:r>
            <a:r>
              <a:rPr lang="fr-FR" dirty="0" err="1"/>
              <a:t>deserunt</a:t>
            </a:r>
            <a:r>
              <a:rPr lang="fr-FR" dirty="0"/>
              <a:t> </a:t>
            </a:r>
            <a:r>
              <a:rPr lang="fr-FR" dirty="0" err="1"/>
              <a:t>mollitia</a:t>
            </a:r>
            <a:r>
              <a:rPr lang="fr-FR" dirty="0"/>
              <a:t> </a:t>
            </a:r>
            <a:r>
              <a:rPr lang="fr-FR" dirty="0" err="1"/>
              <a:t>animi</a:t>
            </a:r>
            <a:r>
              <a:rPr lang="fr-FR" dirty="0"/>
              <a:t>, id est </a:t>
            </a:r>
            <a:r>
              <a:rPr lang="fr-FR" dirty="0" err="1"/>
              <a:t>laborum</a:t>
            </a:r>
            <a:r>
              <a:rPr lang="fr-FR" dirty="0"/>
              <a:t> et </a:t>
            </a:r>
            <a:r>
              <a:rPr lang="fr-FR" dirty="0" err="1"/>
              <a:t>dolorum</a:t>
            </a:r>
            <a:r>
              <a:rPr lang="fr-FR" dirty="0"/>
              <a:t> </a:t>
            </a:r>
            <a:r>
              <a:rPr lang="fr-FR" dirty="0" err="1"/>
              <a:t>fuga</a:t>
            </a:r>
            <a:r>
              <a:rPr lang="fr-FR" dirty="0"/>
              <a:t>. Et </a:t>
            </a:r>
            <a:r>
              <a:rPr lang="fr-FR" dirty="0" err="1"/>
              <a:t>harum</a:t>
            </a:r>
            <a:r>
              <a:rPr lang="fr-FR" dirty="0"/>
              <a:t> </a:t>
            </a:r>
            <a:r>
              <a:rPr lang="fr-FR" dirty="0" err="1"/>
              <a:t>quidem</a:t>
            </a:r>
            <a:r>
              <a:rPr lang="fr-FR" dirty="0"/>
              <a:t> </a:t>
            </a:r>
            <a:r>
              <a:rPr lang="fr-FR" dirty="0" err="1"/>
              <a:t>rerum</a:t>
            </a:r>
            <a:r>
              <a:rPr lang="fr-FR" dirty="0"/>
              <a:t> </a:t>
            </a:r>
            <a:r>
              <a:rPr lang="fr-FR" dirty="0" err="1"/>
              <a:t>facilis</a:t>
            </a:r>
            <a:r>
              <a:rPr lang="fr-FR" dirty="0"/>
              <a:t> est et </a:t>
            </a:r>
            <a:r>
              <a:rPr lang="fr-FR" dirty="0" err="1"/>
              <a:t>expedita</a:t>
            </a:r>
            <a:r>
              <a:rPr lang="fr-FR" dirty="0"/>
              <a:t> </a:t>
            </a:r>
            <a:r>
              <a:rPr lang="fr-FR" dirty="0" err="1"/>
              <a:t>distinctio</a:t>
            </a:r>
            <a:r>
              <a:rPr lang="fr-FR" dirty="0"/>
              <a:t>. Nam libero </a:t>
            </a:r>
            <a:r>
              <a:rPr lang="fr-FR" dirty="0" err="1"/>
              <a:t>tempore</a:t>
            </a:r>
            <a:r>
              <a:rPr lang="fr-FR" dirty="0"/>
              <a:t>, cum </a:t>
            </a:r>
            <a:r>
              <a:rPr lang="fr-FR" dirty="0" err="1"/>
              <a:t>soluta</a:t>
            </a:r>
            <a:r>
              <a:rPr lang="fr-FR" dirty="0"/>
              <a:t> </a:t>
            </a:r>
            <a:r>
              <a:rPr lang="fr-FR" dirty="0" err="1"/>
              <a:t>nobis</a:t>
            </a:r>
            <a:r>
              <a:rPr lang="fr-FR" dirty="0"/>
              <a:t> est </a:t>
            </a:r>
            <a:r>
              <a:rPr lang="fr-FR" dirty="0" err="1"/>
              <a:t>eligendi</a:t>
            </a:r>
            <a:r>
              <a:rPr lang="fr-FR" dirty="0"/>
              <a:t> </a:t>
            </a:r>
            <a:r>
              <a:rPr lang="fr-FR" dirty="0" err="1"/>
              <a:t>optio</a:t>
            </a:r>
            <a:r>
              <a:rPr lang="fr-FR" dirty="0"/>
              <a:t> </a:t>
            </a:r>
            <a:r>
              <a:rPr lang="fr-FR" dirty="0" err="1"/>
              <a:t>cumque</a:t>
            </a:r>
            <a:r>
              <a:rPr lang="fr-FR" dirty="0"/>
              <a:t> nihil </a:t>
            </a:r>
            <a:r>
              <a:rPr lang="fr-FR" dirty="0" err="1"/>
              <a:t>impedit</a:t>
            </a:r>
            <a:r>
              <a:rPr lang="fr-FR" dirty="0"/>
              <a:t> quo minus id</a:t>
            </a:r>
          </a:p>
        </p:txBody>
      </p:sp>
    </p:spTree>
    <p:extLst>
      <p:ext uri="{BB962C8B-B14F-4D97-AF65-F5344CB8AC3E}">
        <p14:creationId xmlns:p14="http://schemas.microsoft.com/office/powerpoint/2010/main" val="1867333098"/>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p:cSld name="Référence Vibrant 8">
    <p:spTree>
      <p:nvGrpSpPr>
        <p:cNvPr id="1" name=""/>
        <p:cNvGrpSpPr/>
        <p:nvPr/>
      </p:nvGrpSpPr>
      <p:grpSpPr>
        <a:xfrm>
          <a:off x="0" y="0"/>
          <a:ext cx="0" cy="0"/>
          <a:chOff x="0" y="0"/>
          <a:chExt cx="0" cy="0"/>
        </a:xfrm>
      </p:grpSpPr>
      <p:pic>
        <p:nvPicPr>
          <p:cNvPr id="17" name="Image 16">
            <a:extLst>
              <a:ext uri="{FF2B5EF4-FFF2-40B4-BE49-F238E27FC236}">
                <a16:creationId xmlns:a16="http://schemas.microsoft.com/office/drawing/2014/main" id="{E325A0B9-21A3-9A34-FBF7-D6585C2C6E7A}"/>
              </a:ext>
            </a:extLst>
          </p:cNvPr>
          <p:cNvPicPr>
            <a:picLocks noChangeAspect="1"/>
          </p:cNvPicPr>
          <p:nvPr/>
        </p:nvPicPr>
        <p:blipFill>
          <a:blip r:embed="rId2"/>
          <a:srcRect/>
          <a:stretch/>
        </p:blipFill>
        <p:spPr>
          <a:xfrm>
            <a:off x="0" y="0"/>
            <a:ext cx="12181178" cy="6857993"/>
          </a:xfrm>
          <a:prstGeom prst="rect">
            <a:avLst/>
          </a:prstGeom>
        </p:spPr>
      </p:pic>
      <p:sp>
        <p:nvSpPr>
          <p:cNvPr id="20" name="Espace réservé du texte 22">
            <a:extLst>
              <a:ext uri="{FF2B5EF4-FFF2-40B4-BE49-F238E27FC236}">
                <a16:creationId xmlns:a16="http://schemas.microsoft.com/office/drawing/2014/main" id="{8C8EBFD8-2352-3161-FECA-F5229C0183A6}"/>
              </a:ext>
            </a:extLst>
          </p:cNvPr>
          <p:cNvSpPr>
            <a:spLocks noGrp="1"/>
          </p:cNvSpPr>
          <p:nvPr>
            <p:ph type="body" sz="quarter" idx="17" hasCustomPrompt="1"/>
          </p:nvPr>
        </p:nvSpPr>
        <p:spPr>
          <a:xfrm>
            <a:off x="1139871" y="360437"/>
            <a:ext cx="9871029" cy="263149"/>
          </a:xfrm>
          <a:noFill/>
        </p:spPr>
        <p:txBody>
          <a:bodyPr wrap="square" anchor="b">
            <a:noAutofit/>
          </a:bodyPr>
          <a:lstStyle>
            <a:lvl1pPr marL="0" indent="0">
              <a:lnSpc>
                <a:spcPct val="120000"/>
              </a:lnSpc>
              <a:spcBef>
                <a:spcPts val="0"/>
              </a:spcBef>
              <a:spcAft>
                <a:spcPts val="600"/>
              </a:spcAft>
              <a:buNone/>
              <a:defRPr sz="1200" b="0">
                <a:solidFill>
                  <a:schemeClr val="bg1"/>
                </a:solidFill>
              </a:defRPr>
            </a:lvl1pPr>
          </a:lstStyle>
          <a:p>
            <a:pPr lvl="0"/>
            <a:r>
              <a:rPr lang="fr-FR" dirty="0"/>
              <a:t>Titre ici. Par exemple « Références »</a:t>
            </a:r>
          </a:p>
        </p:txBody>
      </p:sp>
      <p:sp>
        <p:nvSpPr>
          <p:cNvPr id="9" name="object 11">
            <a:extLst>
              <a:ext uri="{FF2B5EF4-FFF2-40B4-BE49-F238E27FC236}">
                <a16:creationId xmlns:a16="http://schemas.microsoft.com/office/drawing/2014/main" id="{722654F0-44D0-11AF-0A51-7A598EDEB641}"/>
              </a:ext>
            </a:extLst>
          </p:cNvPr>
          <p:cNvSpPr/>
          <p:nvPr/>
        </p:nvSpPr>
        <p:spPr>
          <a:xfrm>
            <a:off x="11397941" y="0"/>
            <a:ext cx="794059" cy="6858000"/>
          </a:xfrm>
          <a:custGeom>
            <a:avLst/>
            <a:gdLst/>
            <a:ahLst/>
            <a:cxnLst/>
            <a:rect l="l" t="t" r="r" b="b"/>
            <a:pathLst>
              <a:path w="1309369" h="11308715">
                <a:moveTo>
                  <a:pt x="1308860" y="0"/>
                </a:moveTo>
                <a:lnTo>
                  <a:pt x="0" y="0"/>
                </a:lnTo>
                <a:lnTo>
                  <a:pt x="0" y="11308556"/>
                </a:lnTo>
                <a:lnTo>
                  <a:pt x="1308860" y="11308556"/>
                </a:lnTo>
                <a:lnTo>
                  <a:pt x="1308860" y="0"/>
                </a:lnTo>
                <a:close/>
              </a:path>
            </a:pathLst>
          </a:custGeom>
          <a:solidFill>
            <a:schemeClr val="bg1"/>
          </a:solidFill>
          <a:ln>
            <a:noFill/>
          </a:ln>
        </p:spPr>
        <p:txBody>
          <a:bodyPr wrap="square" lIns="0" tIns="0" rIns="0" bIns="0" rtlCol="0"/>
          <a:lstStyle/>
          <a:p>
            <a:endParaRPr sz="1092"/>
          </a:p>
        </p:txBody>
      </p:sp>
      <p:sp>
        <p:nvSpPr>
          <p:cNvPr id="10" name="object 14">
            <a:extLst>
              <a:ext uri="{FF2B5EF4-FFF2-40B4-BE49-F238E27FC236}">
                <a16:creationId xmlns:a16="http://schemas.microsoft.com/office/drawing/2014/main" id="{552E3099-B2F2-FC08-211F-644FD8578FFF}"/>
              </a:ext>
            </a:extLst>
          </p:cNvPr>
          <p:cNvSpPr/>
          <p:nvPr/>
        </p:nvSpPr>
        <p:spPr>
          <a:xfrm>
            <a:off x="11397456" y="6063824"/>
            <a:ext cx="794059" cy="0"/>
          </a:xfrm>
          <a:custGeom>
            <a:avLst/>
            <a:gdLst/>
            <a:ahLst/>
            <a:cxnLst/>
            <a:rect l="l" t="t" r="r" b="b"/>
            <a:pathLst>
              <a:path w="1309369">
                <a:moveTo>
                  <a:pt x="0" y="0"/>
                </a:moveTo>
                <a:lnTo>
                  <a:pt x="1308860" y="0"/>
                </a:lnTo>
              </a:path>
            </a:pathLst>
          </a:custGeom>
          <a:ln w="7853">
            <a:solidFill>
              <a:schemeClr val="tx1"/>
            </a:solidFill>
          </a:ln>
        </p:spPr>
        <p:txBody>
          <a:bodyPr wrap="square" lIns="0" tIns="0" rIns="0" bIns="0" rtlCol="0"/>
          <a:lstStyle/>
          <a:p>
            <a:endParaRPr sz="1092"/>
          </a:p>
        </p:txBody>
      </p:sp>
      <p:pic>
        <p:nvPicPr>
          <p:cNvPr id="11" name="Graphique 10">
            <a:extLst>
              <a:ext uri="{FF2B5EF4-FFF2-40B4-BE49-F238E27FC236}">
                <a16:creationId xmlns:a16="http://schemas.microsoft.com/office/drawing/2014/main" id="{4FDF7DB0-B229-D222-8019-BC4165C0AD1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646607" y="6340088"/>
            <a:ext cx="330919" cy="214383"/>
          </a:xfrm>
          <a:prstGeom prst="rect">
            <a:avLst/>
          </a:prstGeom>
        </p:spPr>
      </p:pic>
      <p:sp>
        <p:nvSpPr>
          <p:cNvPr id="12" name="Espace réservé du pied de page 4">
            <a:extLst>
              <a:ext uri="{FF2B5EF4-FFF2-40B4-BE49-F238E27FC236}">
                <a16:creationId xmlns:a16="http://schemas.microsoft.com/office/drawing/2014/main" id="{C0C2F224-A744-185E-7EA9-6DE953C6E3F5}"/>
              </a:ext>
            </a:extLst>
          </p:cNvPr>
          <p:cNvSpPr>
            <a:spLocks noGrp="1"/>
          </p:cNvSpPr>
          <p:nvPr>
            <p:ph type="ftr" sz="quarter" idx="3"/>
          </p:nvPr>
        </p:nvSpPr>
        <p:spPr>
          <a:xfrm rot="16200000">
            <a:off x="9737570" y="2572960"/>
            <a:ext cx="4114800" cy="365125"/>
          </a:xfrm>
          <a:prstGeom prst="rect">
            <a:avLst/>
          </a:prstGeom>
        </p:spPr>
        <p:txBody>
          <a:bodyPr vert="horz" lIns="91440" tIns="45720" rIns="91440" bIns="45720" rtlCol="0" anchor="ctr"/>
          <a:lstStyle>
            <a:lvl1pPr>
              <a:defRPr lang="en-US" sz="728" dirty="0">
                <a:solidFill>
                  <a:schemeClr val="tx1"/>
                </a:solidFill>
                <a:latin typeface="Poppins" pitchFamily="2" charset="77"/>
                <a:cs typeface="Poppins" pitchFamily="2" charset="77"/>
              </a:defRPr>
            </a:lvl1pPr>
          </a:lstStyle>
          <a:p>
            <a:pPr algn="r"/>
            <a:r>
              <a:rPr lang="fr-FR"/>
              <a:t>Architectes des grandes transformations</a:t>
            </a:r>
            <a:endParaRPr lang="fr-US"/>
          </a:p>
        </p:txBody>
      </p:sp>
      <p:sp>
        <p:nvSpPr>
          <p:cNvPr id="13" name="Espace réservé du numéro de diapositive 18">
            <a:extLst>
              <a:ext uri="{FF2B5EF4-FFF2-40B4-BE49-F238E27FC236}">
                <a16:creationId xmlns:a16="http://schemas.microsoft.com/office/drawing/2014/main" id="{9BB2F42E-59FD-380A-B6B7-F6353CAE5FF7}"/>
              </a:ext>
            </a:extLst>
          </p:cNvPr>
          <p:cNvSpPr>
            <a:spLocks noGrp="1"/>
          </p:cNvSpPr>
          <p:nvPr>
            <p:ph type="sldNum" sz="quarter" idx="4"/>
          </p:nvPr>
        </p:nvSpPr>
        <p:spPr>
          <a:xfrm>
            <a:off x="11588253" y="165403"/>
            <a:ext cx="420073" cy="365125"/>
          </a:xfrm>
          <a:prstGeom prst="rect">
            <a:avLst/>
          </a:prstGeom>
        </p:spPr>
        <p:txBody>
          <a:bodyPr/>
          <a:lstStyle>
            <a:lvl1pPr algn="ctr">
              <a:defRPr lang="en-US" sz="800" b="1" smtClean="0">
                <a:solidFill>
                  <a:schemeClr val="tx1"/>
                </a:solidFill>
                <a:latin typeface="Poppins" pitchFamily="2" charset="77"/>
                <a:cs typeface="Poppins" pitchFamily="2" charset="77"/>
              </a:defRPr>
            </a:lvl1pPr>
          </a:lstStyle>
          <a:p>
            <a:fld id="{8042310B-17DC-C845-9B99-8FE29D3E9696}" type="slidenum">
              <a:rPr lang="fr-FR" smtClean="0"/>
              <a:pPr/>
              <a:t>‹N°›</a:t>
            </a:fld>
            <a:endParaRPr lang="fr-FR" dirty="0"/>
          </a:p>
        </p:txBody>
      </p:sp>
      <p:sp>
        <p:nvSpPr>
          <p:cNvPr id="14" name="Titre 17">
            <a:extLst>
              <a:ext uri="{FF2B5EF4-FFF2-40B4-BE49-F238E27FC236}">
                <a16:creationId xmlns:a16="http://schemas.microsoft.com/office/drawing/2014/main" id="{01267795-997C-C963-DD2B-4A31E47B18BB}"/>
              </a:ext>
            </a:extLst>
          </p:cNvPr>
          <p:cNvSpPr>
            <a:spLocks noGrp="1"/>
          </p:cNvSpPr>
          <p:nvPr>
            <p:ph type="title" hasCustomPrompt="1"/>
          </p:nvPr>
        </p:nvSpPr>
        <p:spPr>
          <a:xfrm>
            <a:off x="1139871" y="1726354"/>
            <a:ext cx="4079829" cy="291618"/>
          </a:xfrm>
          <a:noFill/>
        </p:spPr>
        <p:txBody>
          <a:bodyPr wrap="square" anchor="ctr" anchorCtr="0">
            <a:spAutoFit/>
          </a:bodyPr>
          <a:lstStyle>
            <a:lvl1pPr>
              <a:lnSpc>
                <a:spcPct val="90000"/>
              </a:lnSpc>
              <a:spcAft>
                <a:spcPts val="600"/>
              </a:spcAft>
              <a:defRPr sz="1400">
                <a:solidFill>
                  <a:schemeClr val="tx1"/>
                </a:solidFill>
              </a:defRPr>
            </a:lvl1pPr>
          </a:lstStyle>
          <a:p>
            <a:r>
              <a:rPr lang="fr-FR" dirty="0"/>
              <a:t>Titre ici. Exemple « La nature du projet »</a:t>
            </a:r>
          </a:p>
        </p:txBody>
      </p:sp>
      <p:sp>
        <p:nvSpPr>
          <p:cNvPr id="15" name="Espace réservé du texte 2">
            <a:extLst>
              <a:ext uri="{FF2B5EF4-FFF2-40B4-BE49-F238E27FC236}">
                <a16:creationId xmlns:a16="http://schemas.microsoft.com/office/drawing/2014/main" id="{710A00FD-F9A7-16E6-C241-82593DE503D1}"/>
              </a:ext>
            </a:extLst>
          </p:cNvPr>
          <p:cNvSpPr>
            <a:spLocks noGrp="1"/>
          </p:cNvSpPr>
          <p:nvPr>
            <p:ph idx="1" hasCustomPrompt="1"/>
          </p:nvPr>
        </p:nvSpPr>
        <p:spPr>
          <a:xfrm>
            <a:off x="1149927" y="2017972"/>
            <a:ext cx="4069773" cy="1912062"/>
          </a:xfrm>
          <a:prstGeom prst="rect">
            <a:avLst/>
          </a:prstGeom>
        </p:spPr>
        <p:txBody>
          <a:bodyPr vert="horz" wrap="square" lIns="91440" tIns="45720" rIns="91440" bIns="45720" rtlCol="0">
            <a:spAutoFit/>
          </a:bodyPr>
          <a:lstStyle>
            <a:lvl1pPr marL="0" indent="0">
              <a:lnSpc>
                <a:spcPct val="120000"/>
              </a:lnSpc>
              <a:spcBef>
                <a:spcPts val="0"/>
              </a:spcBef>
              <a:buClr>
                <a:schemeClr val="tx2"/>
              </a:buClr>
              <a:buNone/>
              <a:defRPr lang="fr-FR" dirty="0">
                <a:solidFill>
                  <a:schemeClr val="tx1"/>
                </a:solidFill>
                <a:latin typeface="Poppins" pitchFamily="2" charset="77"/>
                <a:cs typeface="Poppins" pitchFamily="2" charset="77"/>
              </a:defRPr>
            </a:lvl1pPr>
            <a:lvl2pPr>
              <a:lnSpc>
                <a:spcPct val="120000"/>
              </a:lnSpc>
              <a:spcBef>
                <a:spcPts val="0"/>
              </a:spcBef>
              <a:buClr>
                <a:schemeClr val="tx2"/>
              </a:buClr>
              <a:defRPr lang="fr-FR" dirty="0">
                <a:solidFill>
                  <a:schemeClr val="bg1"/>
                </a:solidFill>
                <a:latin typeface="Poppins" pitchFamily="2" charset="77"/>
                <a:cs typeface="Poppins" pitchFamily="2" charset="77"/>
              </a:defRPr>
            </a:lvl2pPr>
            <a:lvl3pPr>
              <a:lnSpc>
                <a:spcPct val="120000"/>
              </a:lnSpc>
              <a:spcBef>
                <a:spcPts val="0"/>
              </a:spcBef>
              <a:buClr>
                <a:schemeClr val="tx2"/>
              </a:buClr>
              <a:defRPr lang="fr-FR" dirty="0">
                <a:solidFill>
                  <a:schemeClr val="bg1"/>
                </a:solidFill>
                <a:latin typeface="Poppins" pitchFamily="2" charset="77"/>
                <a:cs typeface="Poppins" pitchFamily="2" charset="77"/>
              </a:defRPr>
            </a:lvl3pPr>
            <a:lvl4pPr>
              <a:lnSpc>
                <a:spcPct val="120000"/>
              </a:lnSpc>
              <a:spcBef>
                <a:spcPts val="0"/>
              </a:spcBef>
              <a:buClr>
                <a:schemeClr val="tx2"/>
              </a:buClr>
              <a:defRPr lang="fr-FR" dirty="0">
                <a:solidFill>
                  <a:schemeClr val="bg1"/>
                </a:solidFill>
                <a:latin typeface="Poppins" pitchFamily="2" charset="77"/>
                <a:cs typeface="Poppins" pitchFamily="2" charset="77"/>
              </a:defRPr>
            </a:lvl4pPr>
            <a:lvl5pPr>
              <a:lnSpc>
                <a:spcPct val="120000"/>
              </a:lnSpc>
              <a:spcBef>
                <a:spcPts val="0"/>
              </a:spcBef>
              <a:buClr>
                <a:schemeClr val="tx2"/>
              </a:buClr>
              <a:defRPr lang="fr-FR" dirty="0">
                <a:solidFill>
                  <a:schemeClr val="bg1"/>
                </a:solidFill>
                <a:latin typeface="Poppins" pitchFamily="2" charset="77"/>
                <a:cs typeface="Poppins" pitchFamily="2" charset="77"/>
              </a:defRPr>
            </a:lvl5pPr>
          </a:lstStyle>
          <a:p>
            <a:pPr lvl="0">
              <a:spcAft>
                <a:spcPts val="600"/>
              </a:spcAft>
            </a:pPr>
            <a:r>
              <a:rPr lang="fr-FR" dirty="0"/>
              <a:t>At </a:t>
            </a:r>
            <a:r>
              <a:rPr lang="fr-FR" dirty="0" err="1"/>
              <a:t>vero</a:t>
            </a:r>
            <a:r>
              <a:rPr lang="fr-FR" dirty="0"/>
              <a:t> </a:t>
            </a:r>
            <a:r>
              <a:rPr lang="fr-FR" dirty="0" err="1"/>
              <a:t>eos</a:t>
            </a:r>
            <a:r>
              <a:rPr lang="fr-FR" dirty="0"/>
              <a:t> et </a:t>
            </a:r>
            <a:r>
              <a:rPr lang="fr-FR" dirty="0" err="1"/>
              <a:t>accusamus</a:t>
            </a:r>
            <a:r>
              <a:rPr lang="fr-FR" dirty="0"/>
              <a:t> et </a:t>
            </a:r>
            <a:r>
              <a:rPr lang="fr-FR" dirty="0" err="1"/>
              <a:t>iusto</a:t>
            </a:r>
            <a:r>
              <a:rPr lang="fr-FR" dirty="0"/>
              <a:t> </a:t>
            </a:r>
            <a:r>
              <a:rPr lang="fr-FR" dirty="0" err="1"/>
              <a:t>odio</a:t>
            </a:r>
            <a:r>
              <a:rPr lang="fr-FR" dirty="0"/>
              <a:t> </a:t>
            </a:r>
            <a:r>
              <a:rPr lang="fr-FR" dirty="0" err="1"/>
              <a:t>dignissimos</a:t>
            </a:r>
            <a:r>
              <a:rPr lang="fr-FR" dirty="0"/>
              <a:t> </a:t>
            </a:r>
            <a:r>
              <a:rPr lang="fr-FR" dirty="0" err="1"/>
              <a:t>ducimus</a:t>
            </a:r>
            <a:r>
              <a:rPr lang="fr-FR" dirty="0"/>
              <a:t> qui </a:t>
            </a:r>
            <a:r>
              <a:rPr lang="fr-FR" dirty="0" err="1"/>
              <a:t>blanditiis</a:t>
            </a:r>
            <a:r>
              <a:rPr lang="fr-FR" dirty="0"/>
              <a:t> </a:t>
            </a:r>
            <a:r>
              <a:rPr lang="fr-FR" dirty="0" err="1"/>
              <a:t>praesentium</a:t>
            </a:r>
            <a:r>
              <a:rPr lang="fr-FR" dirty="0"/>
              <a:t> </a:t>
            </a:r>
            <a:r>
              <a:rPr lang="fr-FR" dirty="0" err="1"/>
              <a:t>voluptatum</a:t>
            </a:r>
            <a:r>
              <a:rPr lang="fr-FR" dirty="0"/>
              <a:t> </a:t>
            </a:r>
            <a:r>
              <a:rPr lang="fr-FR" dirty="0" err="1"/>
              <a:t>deleniti</a:t>
            </a:r>
            <a:r>
              <a:rPr lang="fr-FR" dirty="0"/>
              <a:t> </a:t>
            </a:r>
            <a:r>
              <a:rPr lang="fr-FR" dirty="0" err="1"/>
              <a:t>atque</a:t>
            </a:r>
            <a:r>
              <a:rPr lang="fr-FR" dirty="0"/>
              <a:t> </a:t>
            </a:r>
            <a:r>
              <a:rPr lang="fr-FR" dirty="0" err="1"/>
              <a:t>corrupti</a:t>
            </a:r>
            <a:r>
              <a:rPr lang="fr-FR" dirty="0"/>
              <a:t> </a:t>
            </a:r>
            <a:r>
              <a:rPr lang="fr-FR" dirty="0" err="1"/>
              <a:t>quos</a:t>
            </a:r>
            <a:r>
              <a:rPr lang="fr-FR" dirty="0"/>
              <a:t> </a:t>
            </a:r>
            <a:r>
              <a:rPr lang="fr-FR" dirty="0" err="1"/>
              <a:t>dolores</a:t>
            </a:r>
            <a:r>
              <a:rPr lang="fr-FR" dirty="0"/>
              <a:t> et </a:t>
            </a:r>
            <a:r>
              <a:rPr lang="fr-FR" dirty="0" err="1"/>
              <a:t>quas</a:t>
            </a:r>
            <a:r>
              <a:rPr lang="fr-FR" dirty="0"/>
              <a:t> </a:t>
            </a:r>
            <a:r>
              <a:rPr lang="fr-FR" dirty="0" err="1"/>
              <a:t>molestias</a:t>
            </a:r>
            <a:r>
              <a:rPr lang="fr-FR" dirty="0"/>
              <a:t> </a:t>
            </a:r>
            <a:r>
              <a:rPr lang="fr-FR" dirty="0" err="1"/>
              <a:t>excepturi</a:t>
            </a:r>
            <a:r>
              <a:rPr lang="fr-FR" dirty="0"/>
              <a:t> </a:t>
            </a:r>
            <a:r>
              <a:rPr lang="fr-FR" dirty="0" err="1"/>
              <a:t>sint</a:t>
            </a:r>
            <a:r>
              <a:rPr lang="fr-FR" dirty="0"/>
              <a:t> </a:t>
            </a:r>
            <a:r>
              <a:rPr lang="fr-FR" dirty="0" err="1"/>
              <a:t>occaecati</a:t>
            </a:r>
            <a:r>
              <a:rPr lang="fr-FR" dirty="0"/>
              <a:t> </a:t>
            </a:r>
            <a:r>
              <a:rPr lang="fr-FR" dirty="0" err="1"/>
              <a:t>cupiditate</a:t>
            </a:r>
            <a:r>
              <a:rPr lang="fr-FR" dirty="0"/>
              <a:t> non provident, </a:t>
            </a:r>
            <a:r>
              <a:rPr lang="fr-FR" dirty="0" err="1"/>
              <a:t>similique</a:t>
            </a:r>
            <a:r>
              <a:rPr lang="fr-FR" dirty="0"/>
              <a:t> </a:t>
            </a:r>
            <a:r>
              <a:rPr lang="fr-FR" dirty="0" err="1"/>
              <a:t>sunt</a:t>
            </a:r>
            <a:r>
              <a:rPr lang="fr-FR" dirty="0"/>
              <a:t> in culpa qui officia </a:t>
            </a:r>
            <a:r>
              <a:rPr lang="fr-FR" dirty="0" err="1"/>
              <a:t>deserunt</a:t>
            </a:r>
            <a:r>
              <a:rPr lang="fr-FR" dirty="0"/>
              <a:t> </a:t>
            </a:r>
            <a:r>
              <a:rPr lang="fr-FR" dirty="0" err="1"/>
              <a:t>mollitia</a:t>
            </a:r>
            <a:r>
              <a:rPr lang="fr-FR" dirty="0"/>
              <a:t> </a:t>
            </a:r>
            <a:r>
              <a:rPr lang="fr-FR" dirty="0" err="1"/>
              <a:t>animi</a:t>
            </a:r>
            <a:r>
              <a:rPr lang="fr-FR" dirty="0"/>
              <a:t>, id est </a:t>
            </a:r>
            <a:r>
              <a:rPr lang="fr-FR" dirty="0" err="1"/>
              <a:t>laborum</a:t>
            </a:r>
            <a:r>
              <a:rPr lang="fr-FR" dirty="0"/>
              <a:t> et </a:t>
            </a:r>
            <a:r>
              <a:rPr lang="fr-FR" dirty="0" err="1"/>
              <a:t>dolorum</a:t>
            </a:r>
            <a:r>
              <a:rPr lang="fr-FR" dirty="0"/>
              <a:t> </a:t>
            </a:r>
            <a:r>
              <a:rPr lang="fr-FR" dirty="0" err="1"/>
              <a:t>fuga</a:t>
            </a:r>
            <a:r>
              <a:rPr lang="fr-FR" dirty="0"/>
              <a:t>. Et </a:t>
            </a:r>
            <a:r>
              <a:rPr lang="fr-FR" dirty="0" err="1"/>
              <a:t>harum</a:t>
            </a:r>
            <a:r>
              <a:rPr lang="fr-FR" dirty="0"/>
              <a:t> </a:t>
            </a:r>
            <a:r>
              <a:rPr lang="fr-FR" dirty="0" err="1"/>
              <a:t>quidem</a:t>
            </a:r>
            <a:r>
              <a:rPr lang="fr-FR" dirty="0"/>
              <a:t> </a:t>
            </a:r>
            <a:r>
              <a:rPr lang="fr-FR" dirty="0" err="1"/>
              <a:t>rerum</a:t>
            </a:r>
            <a:r>
              <a:rPr lang="fr-FR" dirty="0"/>
              <a:t> </a:t>
            </a:r>
            <a:r>
              <a:rPr lang="fr-FR" dirty="0" err="1"/>
              <a:t>facilis</a:t>
            </a:r>
            <a:r>
              <a:rPr lang="fr-FR" dirty="0"/>
              <a:t> est et </a:t>
            </a:r>
            <a:r>
              <a:rPr lang="fr-FR" dirty="0" err="1"/>
              <a:t>expedita</a:t>
            </a:r>
            <a:r>
              <a:rPr lang="fr-FR" dirty="0"/>
              <a:t> </a:t>
            </a:r>
            <a:r>
              <a:rPr lang="fr-FR" dirty="0" err="1"/>
              <a:t>distinctio</a:t>
            </a:r>
            <a:r>
              <a:rPr lang="fr-FR" dirty="0"/>
              <a:t>. Nam libero </a:t>
            </a:r>
            <a:r>
              <a:rPr lang="fr-FR" dirty="0" err="1"/>
              <a:t>tempore</a:t>
            </a:r>
            <a:r>
              <a:rPr lang="fr-FR" dirty="0"/>
              <a:t>, cum </a:t>
            </a:r>
            <a:r>
              <a:rPr lang="fr-FR" dirty="0" err="1"/>
              <a:t>soluta</a:t>
            </a:r>
            <a:r>
              <a:rPr lang="fr-FR" dirty="0"/>
              <a:t> </a:t>
            </a:r>
            <a:r>
              <a:rPr lang="fr-FR" dirty="0" err="1"/>
              <a:t>nobis</a:t>
            </a:r>
            <a:r>
              <a:rPr lang="fr-FR" dirty="0"/>
              <a:t> est </a:t>
            </a:r>
            <a:r>
              <a:rPr lang="fr-FR" dirty="0" err="1"/>
              <a:t>eligendi</a:t>
            </a:r>
            <a:r>
              <a:rPr lang="fr-FR" dirty="0"/>
              <a:t> </a:t>
            </a:r>
            <a:r>
              <a:rPr lang="fr-FR" dirty="0" err="1"/>
              <a:t>optio</a:t>
            </a:r>
            <a:r>
              <a:rPr lang="fr-FR" dirty="0"/>
              <a:t> </a:t>
            </a:r>
            <a:r>
              <a:rPr lang="fr-FR" dirty="0" err="1"/>
              <a:t>cumque</a:t>
            </a:r>
            <a:r>
              <a:rPr lang="fr-FR" dirty="0"/>
              <a:t> nihil </a:t>
            </a:r>
            <a:r>
              <a:rPr lang="fr-FR" dirty="0" err="1"/>
              <a:t>impedit</a:t>
            </a:r>
            <a:r>
              <a:rPr lang="fr-FR" dirty="0"/>
              <a:t> quo minus id</a:t>
            </a:r>
          </a:p>
        </p:txBody>
      </p:sp>
    </p:spTree>
    <p:extLst>
      <p:ext uri="{BB962C8B-B14F-4D97-AF65-F5344CB8AC3E}">
        <p14:creationId xmlns:p14="http://schemas.microsoft.com/office/powerpoint/2010/main" val="150669893"/>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p:cSld name="Référence Vibrant 9">
    <p:spTree>
      <p:nvGrpSpPr>
        <p:cNvPr id="1" name=""/>
        <p:cNvGrpSpPr/>
        <p:nvPr/>
      </p:nvGrpSpPr>
      <p:grpSpPr>
        <a:xfrm>
          <a:off x="0" y="0"/>
          <a:ext cx="0" cy="0"/>
          <a:chOff x="0" y="0"/>
          <a:chExt cx="0" cy="0"/>
        </a:xfrm>
      </p:grpSpPr>
      <p:pic>
        <p:nvPicPr>
          <p:cNvPr id="17" name="Image 16">
            <a:extLst>
              <a:ext uri="{FF2B5EF4-FFF2-40B4-BE49-F238E27FC236}">
                <a16:creationId xmlns:a16="http://schemas.microsoft.com/office/drawing/2014/main" id="{E325A0B9-21A3-9A34-FBF7-D6585C2C6E7A}"/>
              </a:ext>
            </a:extLst>
          </p:cNvPr>
          <p:cNvPicPr>
            <a:picLocks noChangeAspect="1"/>
          </p:cNvPicPr>
          <p:nvPr/>
        </p:nvPicPr>
        <p:blipFill>
          <a:blip r:embed="rId2"/>
          <a:srcRect/>
          <a:stretch/>
        </p:blipFill>
        <p:spPr>
          <a:xfrm>
            <a:off x="0" y="0"/>
            <a:ext cx="12181178" cy="6857993"/>
          </a:xfrm>
          <a:prstGeom prst="rect">
            <a:avLst/>
          </a:prstGeom>
        </p:spPr>
      </p:pic>
      <p:sp>
        <p:nvSpPr>
          <p:cNvPr id="20" name="Espace réservé du texte 22">
            <a:extLst>
              <a:ext uri="{FF2B5EF4-FFF2-40B4-BE49-F238E27FC236}">
                <a16:creationId xmlns:a16="http://schemas.microsoft.com/office/drawing/2014/main" id="{8C8EBFD8-2352-3161-FECA-F5229C0183A6}"/>
              </a:ext>
            </a:extLst>
          </p:cNvPr>
          <p:cNvSpPr>
            <a:spLocks noGrp="1"/>
          </p:cNvSpPr>
          <p:nvPr>
            <p:ph type="body" sz="quarter" idx="17" hasCustomPrompt="1"/>
          </p:nvPr>
        </p:nvSpPr>
        <p:spPr>
          <a:xfrm>
            <a:off x="1139871" y="360437"/>
            <a:ext cx="9871029" cy="263149"/>
          </a:xfrm>
          <a:noFill/>
        </p:spPr>
        <p:txBody>
          <a:bodyPr wrap="square" anchor="b">
            <a:noAutofit/>
          </a:bodyPr>
          <a:lstStyle>
            <a:lvl1pPr marL="0" indent="0">
              <a:lnSpc>
                <a:spcPct val="120000"/>
              </a:lnSpc>
              <a:spcBef>
                <a:spcPts val="0"/>
              </a:spcBef>
              <a:spcAft>
                <a:spcPts val="600"/>
              </a:spcAft>
              <a:buNone/>
              <a:defRPr sz="1200" b="0">
                <a:solidFill>
                  <a:schemeClr val="bg1"/>
                </a:solidFill>
              </a:defRPr>
            </a:lvl1pPr>
          </a:lstStyle>
          <a:p>
            <a:pPr lvl="0"/>
            <a:r>
              <a:rPr lang="fr-FR" dirty="0"/>
              <a:t>Titre ici. Par exemple « Références »</a:t>
            </a:r>
          </a:p>
        </p:txBody>
      </p:sp>
      <p:sp>
        <p:nvSpPr>
          <p:cNvPr id="9" name="object 11">
            <a:extLst>
              <a:ext uri="{FF2B5EF4-FFF2-40B4-BE49-F238E27FC236}">
                <a16:creationId xmlns:a16="http://schemas.microsoft.com/office/drawing/2014/main" id="{EEF568E9-C1BD-7C6F-9150-A9D3191301A7}"/>
              </a:ext>
            </a:extLst>
          </p:cNvPr>
          <p:cNvSpPr/>
          <p:nvPr/>
        </p:nvSpPr>
        <p:spPr>
          <a:xfrm>
            <a:off x="11397941" y="0"/>
            <a:ext cx="794059" cy="6858000"/>
          </a:xfrm>
          <a:custGeom>
            <a:avLst/>
            <a:gdLst/>
            <a:ahLst/>
            <a:cxnLst/>
            <a:rect l="l" t="t" r="r" b="b"/>
            <a:pathLst>
              <a:path w="1309369" h="11308715">
                <a:moveTo>
                  <a:pt x="1308860" y="0"/>
                </a:moveTo>
                <a:lnTo>
                  <a:pt x="0" y="0"/>
                </a:lnTo>
                <a:lnTo>
                  <a:pt x="0" y="11308556"/>
                </a:lnTo>
                <a:lnTo>
                  <a:pt x="1308860" y="11308556"/>
                </a:lnTo>
                <a:lnTo>
                  <a:pt x="1308860" y="0"/>
                </a:lnTo>
                <a:close/>
              </a:path>
            </a:pathLst>
          </a:custGeom>
          <a:solidFill>
            <a:schemeClr val="bg1"/>
          </a:solidFill>
          <a:ln>
            <a:noFill/>
          </a:ln>
        </p:spPr>
        <p:txBody>
          <a:bodyPr wrap="square" lIns="0" tIns="0" rIns="0" bIns="0" rtlCol="0"/>
          <a:lstStyle/>
          <a:p>
            <a:endParaRPr sz="1092"/>
          </a:p>
        </p:txBody>
      </p:sp>
      <p:sp>
        <p:nvSpPr>
          <p:cNvPr id="10" name="object 14">
            <a:extLst>
              <a:ext uri="{FF2B5EF4-FFF2-40B4-BE49-F238E27FC236}">
                <a16:creationId xmlns:a16="http://schemas.microsoft.com/office/drawing/2014/main" id="{CC43295E-51AB-3B0F-9E59-2F436F3DCBC5}"/>
              </a:ext>
            </a:extLst>
          </p:cNvPr>
          <p:cNvSpPr/>
          <p:nvPr/>
        </p:nvSpPr>
        <p:spPr>
          <a:xfrm>
            <a:off x="11397456" y="6063824"/>
            <a:ext cx="794059" cy="0"/>
          </a:xfrm>
          <a:custGeom>
            <a:avLst/>
            <a:gdLst/>
            <a:ahLst/>
            <a:cxnLst/>
            <a:rect l="l" t="t" r="r" b="b"/>
            <a:pathLst>
              <a:path w="1309369">
                <a:moveTo>
                  <a:pt x="0" y="0"/>
                </a:moveTo>
                <a:lnTo>
                  <a:pt x="1308860" y="0"/>
                </a:lnTo>
              </a:path>
            </a:pathLst>
          </a:custGeom>
          <a:ln w="7853">
            <a:solidFill>
              <a:schemeClr val="tx1"/>
            </a:solidFill>
          </a:ln>
        </p:spPr>
        <p:txBody>
          <a:bodyPr wrap="square" lIns="0" tIns="0" rIns="0" bIns="0" rtlCol="0"/>
          <a:lstStyle/>
          <a:p>
            <a:endParaRPr sz="1092"/>
          </a:p>
        </p:txBody>
      </p:sp>
      <p:pic>
        <p:nvPicPr>
          <p:cNvPr id="11" name="Graphique 10">
            <a:extLst>
              <a:ext uri="{FF2B5EF4-FFF2-40B4-BE49-F238E27FC236}">
                <a16:creationId xmlns:a16="http://schemas.microsoft.com/office/drawing/2014/main" id="{F22960AE-5B7C-63CF-D9CC-8721A21BEE2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646607" y="6340088"/>
            <a:ext cx="330919" cy="214383"/>
          </a:xfrm>
          <a:prstGeom prst="rect">
            <a:avLst/>
          </a:prstGeom>
        </p:spPr>
      </p:pic>
      <p:sp>
        <p:nvSpPr>
          <p:cNvPr id="12" name="Espace réservé du pied de page 4">
            <a:extLst>
              <a:ext uri="{FF2B5EF4-FFF2-40B4-BE49-F238E27FC236}">
                <a16:creationId xmlns:a16="http://schemas.microsoft.com/office/drawing/2014/main" id="{1F6F0B61-8952-2162-BB37-2EFDEA62C8D7}"/>
              </a:ext>
            </a:extLst>
          </p:cNvPr>
          <p:cNvSpPr>
            <a:spLocks noGrp="1"/>
          </p:cNvSpPr>
          <p:nvPr>
            <p:ph type="ftr" sz="quarter" idx="3"/>
          </p:nvPr>
        </p:nvSpPr>
        <p:spPr>
          <a:xfrm rot="16200000">
            <a:off x="9737570" y="2572960"/>
            <a:ext cx="4114800" cy="365125"/>
          </a:xfrm>
          <a:prstGeom prst="rect">
            <a:avLst/>
          </a:prstGeom>
        </p:spPr>
        <p:txBody>
          <a:bodyPr vert="horz" lIns="91440" tIns="45720" rIns="91440" bIns="45720" rtlCol="0" anchor="ctr"/>
          <a:lstStyle>
            <a:lvl1pPr>
              <a:defRPr lang="en-US" sz="728" dirty="0">
                <a:solidFill>
                  <a:schemeClr val="tx1"/>
                </a:solidFill>
                <a:latin typeface="Poppins" pitchFamily="2" charset="77"/>
                <a:cs typeface="Poppins" pitchFamily="2" charset="77"/>
              </a:defRPr>
            </a:lvl1pPr>
          </a:lstStyle>
          <a:p>
            <a:pPr algn="r"/>
            <a:r>
              <a:rPr lang="fr-FR"/>
              <a:t>Architectes des grandes transformations</a:t>
            </a:r>
            <a:endParaRPr lang="fr-US"/>
          </a:p>
        </p:txBody>
      </p:sp>
      <p:sp>
        <p:nvSpPr>
          <p:cNvPr id="13" name="Espace réservé du numéro de diapositive 18">
            <a:extLst>
              <a:ext uri="{FF2B5EF4-FFF2-40B4-BE49-F238E27FC236}">
                <a16:creationId xmlns:a16="http://schemas.microsoft.com/office/drawing/2014/main" id="{B85122E4-CC18-4E1F-F200-F876F49FB2FC}"/>
              </a:ext>
            </a:extLst>
          </p:cNvPr>
          <p:cNvSpPr>
            <a:spLocks noGrp="1"/>
          </p:cNvSpPr>
          <p:nvPr>
            <p:ph type="sldNum" sz="quarter" idx="4"/>
          </p:nvPr>
        </p:nvSpPr>
        <p:spPr>
          <a:xfrm>
            <a:off x="11588253" y="165403"/>
            <a:ext cx="420073" cy="365125"/>
          </a:xfrm>
          <a:prstGeom prst="rect">
            <a:avLst/>
          </a:prstGeom>
        </p:spPr>
        <p:txBody>
          <a:bodyPr/>
          <a:lstStyle>
            <a:lvl1pPr algn="ctr">
              <a:defRPr lang="en-US" sz="800" b="1" smtClean="0">
                <a:solidFill>
                  <a:schemeClr val="tx1"/>
                </a:solidFill>
                <a:latin typeface="Poppins" pitchFamily="2" charset="77"/>
                <a:cs typeface="Poppins" pitchFamily="2" charset="77"/>
              </a:defRPr>
            </a:lvl1pPr>
          </a:lstStyle>
          <a:p>
            <a:fld id="{8042310B-17DC-C845-9B99-8FE29D3E9696}" type="slidenum">
              <a:rPr lang="fr-FR" smtClean="0"/>
              <a:pPr/>
              <a:t>‹N°›</a:t>
            </a:fld>
            <a:endParaRPr lang="fr-FR" dirty="0"/>
          </a:p>
        </p:txBody>
      </p:sp>
      <p:sp>
        <p:nvSpPr>
          <p:cNvPr id="14" name="Titre 17">
            <a:extLst>
              <a:ext uri="{FF2B5EF4-FFF2-40B4-BE49-F238E27FC236}">
                <a16:creationId xmlns:a16="http://schemas.microsoft.com/office/drawing/2014/main" id="{E8B5E8F1-653A-C11E-4352-721169E47723}"/>
              </a:ext>
            </a:extLst>
          </p:cNvPr>
          <p:cNvSpPr>
            <a:spLocks noGrp="1"/>
          </p:cNvSpPr>
          <p:nvPr>
            <p:ph type="title" hasCustomPrompt="1"/>
          </p:nvPr>
        </p:nvSpPr>
        <p:spPr>
          <a:xfrm>
            <a:off x="1139871" y="1726354"/>
            <a:ext cx="4079829" cy="291618"/>
          </a:xfrm>
          <a:noFill/>
        </p:spPr>
        <p:txBody>
          <a:bodyPr wrap="square" anchor="ctr" anchorCtr="0">
            <a:spAutoFit/>
          </a:bodyPr>
          <a:lstStyle>
            <a:lvl1pPr>
              <a:lnSpc>
                <a:spcPct val="90000"/>
              </a:lnSpc>
              <a:spcAft>
                <a:spcPts val="600"/>
              </a:spcAft>
              <a:defRPr sz="1400">
                <a:solidFill>
                  <a:schemeClr val="tx1"/>
                </a:solidFill>
              </a:defRPr>
            </a:lvl1pPr>
          </a:lstStyle>
          <a:p>
            <a:r>
              <a:rPr lang="fr-FR" dirty="0"/>
              <a:t>Titre ici. Exemple « La nature du projet »</a:t>
            </a:r>
          </a:p>
        </p:txBody>
      </p:sp>
      <p:sp>
        <p:nvSpPr>
          <p:cNvPr id="15" name="Espace réservé du texte 2">
            <a:extLst>
              <a:ext uri="{FF2B5EF4-FFF2-40B4-BE49-F238E27FC236}">
                <a16:creationId xmlns:a16="http://schemas.microsoft.com/office/drawing/2014/main" id="{F6E95644-E29E-0B3E-BB8F-5343EC6661AF}"/>
              </a:ext>
            </a:extLst>
          </p:cNvPr>
          <p:cNvSpPr>
            <a:spLocks noGrp="1"/>
          </p:cNvSpPr>
          <p:nvPr>
            <p:ph idx="1" hasCustomPrompt="1"/>
          </p:nvPr>
        </p:nvSpPr>
        <p:spPr>
          <a:xfrm>
            <a:off x="1149927" y="2017972"/>
            <a:ext cx="4069773" cy="1912062"/>
          </a:xfrm>
          <a:prstGeom prst="rect">
            <a:avLst/>
          </a:prstGeom>
        </p:spPr>
        <p:txBody>
          <a:bodyPr vert="horz" wrap="square" lIns="91440" tIns="45720" rIns="91440" bIns="45720" rtlCol="0">
            <a:spAutoFit/>
          </a:bodyPr>
          <a:lstStyle>
            <a:lvl1pPr marL="0" indent="0">
              <a:lnSpc>
                <a:spcPct val="120000"/>
              </a:lnSpc>
              <a:spcBef>
                <a:spcPts val="0"/>
              </a:spcBef>
              <a:buClr>
                <a:schemeClr val="tx2"/>
              </a:buClr>
              <a:buNone/>
              <a:defRPr lang="fr-FR" dirty="0">
                <a:solidFill>
                  <a:schemeClr val="tx1"/>
                </a:solidFill>
                <a:latin typeface="Poppins" pitchFamily="2" charset="77"/>
                <a:cs typeface="Poppins" pitchFamily="2" charset="77"/>
              </a:defRPr>
            </a:lvl1pPr>
            <a:lvl2pPr>
              <a:lnSpc>
                <a:spcPct val="120000"/>
              </a:lnSpc>
              <a:spcBef>
                <a:spcPts val="0"/>
              </a:spcBef>
              <a:buClr>
                <a:schemeClr val="tx2"/>
              </a:buClr>
              <a:defRPr lang="fr-FR" dirty="0">
                <a:solidFill>
                  <a:schemeClr val="bg1"/>
                </a:solidFill>
                <a:latin typeface="Poppins" pitchFamily="2" charset="77"/>
                <a:cs typeface="Poppins" pitchFamily="2" charset="77"/>
              </a:defRPr>
            </a:lvl2pPr>
            <a:lvl3pPr>
              <a:lnSpc>
                <a:spcPct val="120000"/>
              </a:lnSpc>
              <a:spcBef>
                <a:spcPts val="0"/>
              </a:spcBef>
              <a:buClr>
                <a:schemeClr val="tx2"/>
              </a:buClr>
              <a:defRPr lang="fr-FR" dirty="0">
                <a:solidFill>
                  <a:schemeClr val="bg1"/>
                </a:solidFill>
                <a:latin typeface="Poppins" pitchFamily="2" charset="77"/>
                <a:cs typeface="Poppins" pitchFamily="2" charset="77"/>
              </a:defRPr>
            </a:lvl3pPr>
            <a:lvl4pPr>
              <a:lnSpc>
                <a:spcPct val="120000"/>
              </a:lnSpc>
              <a:spcBef>
                <a:spcPts val="0"/>
              </a:spcBef>
              <a:buClr>
                <a:schemeClr val="tx2"/>
              </a:buClr>
              <a:defRPr lang="fr-FR" dirty="0">
                <a:solidFill>
                  <a:schemeClr val="bg1"/>
                </a:solidFill>
                <a:latin typeface="Poppins" pitchFamily="2" charset="77"/>
                <a:cs typeface="Poppins" pitchFamily="2" charset="77"/>
              </a:defRPr>
            </a:lvl4pPr>
            <a:lvl5pPr>
              <a:lnSpc>
                <a:spcPct val="120000"/>
              </a:lnSpc>
              <a:spcBef>
                <a:spcPts val="0"/>
              </a:spcBef>
              <a:buClr>
                <a:schemeClr val="tx2"/>
              </a:buClr>
              <a:defRPr lang="fr-FR" dirty="0">
                <a:solidFill>
                  <a:schemeClr val="bg1"/>
                </a:solidFill>
                <a:latin typeface="Poppins" pitchFamily="2" charset="77"/>
                <a:cs typeface="Poppins" pitchFamily="2" charset="77"/>
              </a:defRPr>
            </a:lvl5pPr>
          </a:lstStyle>
          <a:p>
            <a:pPr lvl="0">
              <a:spcAft>
                <a:spcPts val="600"/>
              </a:spcAft>
            </a:pPr>
            <a:r>
              <a:rPr lang="fr-FR" dirty="0"/>
              <a:t>At </a:t>
            </a:r>
            <a:r>
              <a:rPr lang="fr-FR" dirty="0" err="1"/>
              <a:t>vero</a:t>
            </a:r>
            <a:r>
              <a:rPr lang="fr-FR" dirty="0"/>
              <a:t> </a:t>
            </a:r>
            <a:r>
              <a:rPr lang="fr-FR" dirty="0" err="1"/>
              <a:t>eos</a:t>
            </a:r>
            <a:r>
              <a:rPr lang="fr-FR" dirty="0"/>
              <a:t> et </a:t>
            </a:r>
            <a:r>
              <a:rPr lang="fr-FR" dirty="0" err="1"/>
              <a:t>accusamus</a:t>
            </a:r>
            <a:r>
              <a:rPr lang="fr-FR" dirty="0"/>
              <a:t> et </a:t>
            </a:r>
            <a:r>
              <a:rPr lang="fr-FR" dirty="0" err="1"/>
              <a:t>iusto</a:t>
            </a:r>
            <a:r>
              <a:rPr lang="fr-FR" dirty="0"/>
              <a:t> </a:t>
            </a:r>
            <a:r>
              <a:rPr lang="fr-FR" dirty="0" err="1"/>
              <a:t>odio</a:t>
            </a:r>
            <a:r>
              <a:rPr lang="fr-FR" dirty="0"/>
              <a:t> </a:t>
            </a:r>
            <a:r>
              <a:rPr lang="fr-FR" dirty="0" err="1"/>
              <a:t>dignissimos</a:t>
            </a:r>
            <a:r>
              <a:rPr lang="fr-FR" dirty="0"/>
              <a:t> </a:t>
            </a:r>
            <a:r>
              <a:rPr lang="fr-FR" dirty="0" err="1"/>
              <a:t>ducimus</a:t>
            </a:r>
            <a:r>
              <a:rPr lang="fr-FR" dirty="0"/>
              <a:t> qui </a:t>
            </a:r>
            <a:r>
              <a:rPr lang="fr-FR" dirty="0" err="1"/>
              <a:t>blanditiis</a:t>
            </a:r>
            <a:r>
              <a:rPr lang="fr-FR" dirty="0"/>
              <a:t> </a:t>
            </a:r>
            <a:r>
              <a:rPr lang="fr-FR" dirty="0" err="1"/>
              <a:t>praesentium</a:t>
            </a:r>
            <a:r>
              <a:rPr lang="fr-FR" dirty="0"/>
              <a:t> </a:t>
            </a:r>
            <a:r>
              <a:rPr lang="fr-FR" dirty="0" err="1"/>
              <a:t>voluptatum</a:t>
            </a:r>
            <a:r>
              <a:rPr lang="fr-FR" dirty="0"/>
              <a:t> </a:t>
            </a:r>
            <a:r>
              <a:rPr lang="fr-FR" dirty="0" err="1"/>
              <a:t>deleniti</a:t>
            </a:r>
            <a:r>
              <a:rPr lang="fr-FR" dirty="0"/>
              <a:t> </a:t>
            </a:r>
            <a:r>
              <a:rPr lang="fr-FR" dirty="0" err="1"/>
              <a:t>atque</a:t>
            </a:r>
            <a:r>
              <a:rPr lang="fr-FR" dirty="0"/>
              <a:t> </a:t>
            </a:r>
            <a:r>
              <a:rPr lang="fr-FR" dirty="0" err="1"/>
              <a:t>corrupti</a:t>
            </a:r>
            <a:r>
              <a:rPr lang="fr-FR" dirty="0"/>
              <a:t> </a:t>
            </a:r>
            <a:r>
              <a:rPr lang="fr-FR" dirty="0" err="1"/>
              <a:t>quos</a:t>
            </a:r>
            <a:r>
              <a:rPr lang="fr-FR" dirty="0"/>
              <a:t> </a:t>
            </a:r>
            <a:r>
              <a:rPr lang="fr-FR" dirty="0" err="1"/>
              <a:t>dolores</a:t>
            </a:r>
            <a:r>
              <a:rPr lang="fr-FR" dirty="0"/>
              <a:t> et </a:t>
            </a:r>
            <a:r>
              <a:rPr lang="fr-FR" dirty="0" err="1"/>
              <a:t>quas</a:t>
            </a:r>
            <a:r>
              <a:rPr lang="fr-FR" dirty="0"/>
              <a:t> </a:t>
            </a:r>
            <a:r>
              <a:rPr lang="fr-FR" dirty="0" err="1"/>
              <a:t>molestias</a:t>
            </a:r>
            <a:r>
              <a:rPr lang="fr-FR" dirty="0"/>
              <a:t> </a:t>
            </a:r>
            <a:r>
              <a:rPr lang="fr-FR" dirty="0" err="1"/>
              <a:t>excepturi</a:t>
            </a:r>
            <a:r>
              <a:rPr lang="fr-FR" dirty="0"/>
              <a:t> </a:t>
            </a:r>
            <a:r>
              <a:rPr lang="fr-FR" dirty="0" err="1"/>
              <a:t>sint</a:t>
            </a:r>
            <a:r>
              <a:rPr lang="fr-FR" dirty="0"/>
              <a:t> </a:t>
            </a:r>
            <a:r>
              <a:rPr lang="fr-FR" dirty="0" err="1"/>
              <a:t>occaecati</a:t>
            </a:r>
            <a:r>
              <a:rPr lang="fr-FR" dirty="0"/>
              <a:t> </a:t>
            </a:r>
            <a:r>
              <a:rPr lang="fr-FR" dirty="0" err="1"/>
              <a:t>cupiditate</a:t>
            </a:r>
            <a:r>
              <a:rPr lang="fr-FR" dirty="0"/>
              <a:t> non provident, </a:t>
            </a:r>
            <a:r>
              <a:rPr lang="fr-FR" dirty="0" err="1"/>
              <a:t>similique</a:t>
            </a:r>
            <a:r>
              <a:rPr lang="fr-FR" dirty="0"/>
              <a:t> </a:t>
            </a:r>
            <a:r>
              <a:rPr lang="fr-FR" dirty="0" err="1"/>
              <a:t>sunt</a:t>
            </a:r>
            <a:r>
              <a:rPr lang="fr-FR" dirty="0"/>
              <a:t> in culpa qui officia </a:t>
            </a:r>
            <a:r>
              <a:rPr lang="fr-FR" dirty="0" err="1"/>
              <a:t>deserunt</a:t>
            </a:r>
            <a:r>
              <a:rPr lang="fr-FR" dirty="0"/>
              <a:t> </a:t>
            </a:r>
            <a:r>
              <a:rPr lang="fr-FR" dirty="0" err="1"/>
              <a:t>mollitia</a:t>
            </a:r>
            <a:r>
              <a:rPr lang="fr-FR" dirty="0"/>
              <a:t> </a:t>
            </a:r>
            <a:r>
              <a:rPr lang="fr-FR" dirty="0" err="1"/>
              <a:t>animi</a:t>
            </a:r>
            <a:r>
              <a:rPr lang="fr-FR" dirty="0"/>
              <a:t>, id est </a:t>
            </a:r>
            <a:r>
              <a:rPr lang="fr-FR" dirty="0" err="1"/>
              <a:t>laborum</a:t>
            </a:r>
            <a:r>
              <a:rPr lang="fr-FR" dirty="0"/>
              <a:t> et </a:t>
            </a:r>
            <a:r>
              <a:rPr lang="fr-FR" dirty="0" err="1"/>
              <a:t>dolorum</a:t>
            </a:r>
            <a:r>
              <a:rPr lang="fr-FR" dirty="0"/>
              <a:t> </a:t>
            </a:r>
            <a:r>
              <a:rPr lang="fr-FR" dirty="0" err="1"/>
              <a:t>fuga</a:t>
            </a:r>
            <a:r>
              <a:rPr lang="fr-FR" dirty="0"/>
              <a:t>. Et </a:t>
            </a:r>
            <a:r>
              <a:rPr lang="fr-FR" dirty="0" err="1"/>
              <a:t>harum</a:t>
            </a:r>
            <a:r>
              <a:rPr lang="fr-FR" dirty="0"/>
              <a:t> </a:t>
            </a:r>
            <a:r>
              <a:rPr lang="fr-FR" dirty="0" err="1"/>
              <a:t>quidem</a:t>
            </a:r>
            <a:r>
              <a:rPr lang="fr-FR" dirty="0"/>
              <a:t> </a:t>
            </a:r>
            <a:r>
              <a:rPr lang="fr-FR" dirty="0" err="1"/>
              <a:t>rerum</a:t>
            </a:r>
            <a:r>
              <a:rPr lang="fr-FR" dirty="0"/>
              <a:t> </a:t>
            </a:r>
            <a:r>
              <a:rPr lang="fr-FR" dirty="0" err="1"/>
              <a:t>facilis</a:t>
            </a:r>
            <a:r>
              <a:rPr lang="fr-FR" dirty="0"/>
              <a:t> est et </a:t>
            </a:r>
            <a:r>
              <a:rPr lang="fr-FR" dirty="0" err="1"/>
              <a:t>expedita</a:t>
            </a:r>
            <a:r>
              <a:rPr lang="fr-FR" dirty="0"/>
              <a:t> </a:t>
            </a:r>
            <a:r>
              <a:rPr lang="fr-FR" dirty="0" err="1"/>
              <a:t>distinctio</a:t>
            </a:r>
            <a:r>
              <a:rPr lang="fr-FR" dirty="0"/>
              <a:t>. Nam libero </a:t>
            </a:r>
            <a:r>
              <a:rPr lang="fr-FR" dirty="0" err="1"/>
              <a:t>tempore</a:t>
            </a:r>
            <a:r>
              <a:rPr lang="fr-FR" dirty="0"/>
              <a:t>, cum </a:t>
            </a:r>
            <a:r>
              <a:rPr lang="fr-FR" dirty="0" err="1"/>
              <a:t>soluta</a:t>
            </a:r>
            <a:r>
              <a:rPr lang="fr-FR" dirty="0"/>
              <a:t> </a:t>
            </a:r>
            <a:r>
              <a:rPr lang="fr-FR" dirty="0" err="1"/>
              <a:t>nobis</a:t>
            </a:r>
            <a:r>
              <a:rPr lang="fr-FR" dirty="0"/>
              <a:t> est </a:t>
            </a:r>
            <a:r>
              <a:rPr lang="fr-FR" dirty="0" err="1"/>
              <a:t>eligendi</a:t>
            </a:r>
            <a:r>
              <a:rPr lang="fr-FR" dirty="0"/>
              <a:t> </a:t>
            </a:r>
            <a:r>
              <a:rPr lang="fr-FR" dirty="0" err="1"/>
              <a:t>optio</a:t>
            </a:r>
            <a:r>
              <a:rPr lang="fr-FR" dirty="0"/>
              <a:t> </a:t>
            </a:r>
            <a:r>
              <a:rPr lang="fr-FR" dirty="0" err="1"/>
              <a:t>cumque</a:t>
            </a:r>
            <a:r>
              <a:rPr lang="fr-FR" dirty="0"/>
              <a:t> nihil </a:t>
            </a:r>
            <a:r>
              <a:rPr lang="fr-FR" dirty="0" err="1"/>
              <a:t>impedit</a:t>
            </a:r>
            <a:r>
              <a:rPr lang="fr-FR" dirty="0"/>
              <a:t> quo minus id</a:t>
            </a:r>
          </a:p>
        </p:txBody>
      </p:sp>
    </p:spTree>
    <p:extLst>
      <p:ext uri="{BB962C8B-B14F-4D97-AF65-F5344CB8AC3E}">
        <p14:creationId xmlns:p14="http://schemas.microsoft.com/office/powerpoint/2010/main" val="2725139683"/>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p:cSld name="Référence Vibrant 10">
    <p:spTree>
      <p:nvGrpSpPr>
        <p:cNvPr id="1" name=""/>
        <p:cNvGrpSpPr/>
        <p:nvPr/>
      </p:nvGrpSpPr>
      <p:grpSpPr>
        <a:xfrm>
          <a:off x="0" y="0"/>
          <a:ext cx="0" cy="0"/>
          <a:chOff x="0" y="0"/>
          <a:chExt cx="0" cy="0"/>
        </a:xfrm>
      </p:grpSpPr>
      <p:pic>
        <p:nvPicPr>
          <p:cNvPr id="17" name="Image 16">
            <a:extLst>
              <a:ext uri="{FF2B5EF4-FFF2-40B4-BE49-F238E27FC236}">
                <a16:creationId xmlns:a16="http://schemas.microsoft.com/office/drawing/2014/main" id="{E325A0B9-21A3-9A34-FBF7-D6585C2C6E7A}"/>
              </a:ext>
            </a:extLst>
          </p:cNvPr>
          <p:cNvPicPr>
            <a:picLocks noChangeAspect="1"/>
          </p:cNvPicPr>
          <p:nvPr/>
        </p:nvPicPr>
        <p:blipFill>
          <a:blip r:embed="rId2"/>
          <a:srcRect/>
          <a:stretch/>
        </p:blipFill>
        <p:spPr>
          <a:xfrm>
            <a:off x="0" y="0"/>
            <a:ext cx="12181179" cy="6857994"/>
          </a:xfrm>
          <a:prstGeom prst="rect">
            <a:avLst/>
          </a:prstGeom>
        </p:spPr>
      </p:pic>
      <p:sp>
        <p:nvSpPr>
          <p:cNvPr id="20" name="Espace réservé du texte 22">
            <a:extLst>
              <a:ext uri="{FF2B5EF4-FFF2-40B4-BE49-F238E27FC236}">
                <a16:creationId xmlns:a16="http://schemas.microsoft.com/office/drawing/2014/main" id="{8C8EBFD8-2352-3161-FECA-F5229C0183A6}"/>
              </a:ext>
            </a:extLst>
          </p:cNvPr>
          <p:cNvSpPr>
            <a:spLocks noGrp="1"/>
          </p:cNvSpPr>
          <p:nvPr>
            <p:ph type="body" sz="quarter" idx="17" hasCustomPrompt="1"/>
          </p:nvPr>
        </p:nvSpPr>
        <p:spPr>
          <a:xfrm>
            <a:off x="1139871" y="360437"/>
            <a:ext cx="9871029" cy="263149"/>
          </a:xfrm>
          <a:noFill/>
        </p:spPr>
        <p:txBody>
          <a:bodyPr wrap="square" anchor="b">
            <a:noAutofit/>
          </a:bodyPr>
          <a:lstStyle>
            <a:lvl1pPr marL="0" indent="0">
              <a:lnSpc>
                <a:spcPct val="120000"/>
              </a:lnSpc>
              <a:spcBef>
                <a:spcPts val="0"/>
              </a:spcBef>
              <a:spcAft>
                <a:spcPts val="600"/>
              </a:spcAft>
              <a:buNone/>
              <a:defRPr sz="1200" b="0">
                <a:solidFill>
                  <a:schemeClr val="bg1"/>
                </a:solidFill>
              </a:defRPr>
            </a:lvl1pPr>
          </a:lstStyle>
          <a:p>
            <a:pPr lvl="0"/>
            <a:r>
              <a:rPr lang="fr-FR" dirty="0"/>
              <a:t>Titre ici. Par exemple « Références »</a:t>
            </a:r>
          </a:p>
        </p:txBody>
      </p:sp>
      <p:sp>
        <p:nvSpPr>
          <p:cNvPr id="9" name="object 11">
            <a:extLst>
              <a:ext uri="{FF2B5EF4-FFF2-40B4-BE49-F238E27FC236}">
                <a16:creationId xmlns:a16="http://schemas.microsoft.com/office/drawing/2014/main" id="{E525BC6E-2964-D332-1C62-45EBEB8E3993}"/>
              </a:ext>
            </a:extLst>
          </p:cNvPr>
          <p:cNvSpPr/>
          <p:nvPr/>
        </p:nvSpPr>
        <p:spPr>
          <a:xfrm>
            <a:off x="11397941" y="0"/>
            <a:ext cx="794059" cy="6858000"/>
          </a:xfrm>
          <a:custGeom>
            <a:avLst/>
            <a:gdLst/>
            <a:ahLst/>
            <a:cxnLst/>
            <a:rect l="l" t="t" r="r" b="b"/>
            <a:pathLst>
              <a:path w="1309369" h="11308715">
                <a:moveTo>
                  <a:pt x="1308860" y="0"/>
                </a:moveTo>
                <a:lnTo>
                  <a:pt x="0" y="0"/>
                </a:lnTo>
                <a:lnTo>
                  <a:pt x="0" y="11308556"/>
                </a:lnTo>
                <a:lnTo>
                  <a:pt x="1308860" y="11308556"/>
                </a:lnTo>
                <a:lnTo>
                  <a:pt x="1308860" y="0"/>
                </a:lnTo>
                <a:close/>
              </a:path>
            </a:pathLst>
          </a:custGeom>
          <a:solidFill>
            <a:schemeClr val="bg1"/>
          </a:solidFill>
          <a:ln>
            <a:noFill/>
          </a:ln>
        </p:spPr>
        <p:txBody>
          <a:bodyPr wrap="square" lIns="0" tIns="0" rIns="0" bIns="0" rtlCol="0"/>
          <a:lstStyle/>
          <a:p>
            <a:endParaRPr sz="1092"/>
          </a:p>
        </p:txBody>
      </p:sp>
      <p:sp>
        <p:nvSpPr>
          <p:cNvPr id="10" name="object 14">
            <a:extLst>
              <a:ext uri="{FF2B5EF4-FFF2-40B4-BE49-F238E27FC236}">
                <a16:creationId xmlns:a16="http://schemas.microsoft.com/office/drawing/2014/main" id="{8BA12326-230F-9D3F-82FF-CE53BDE6EBB0}"/>
              </a:ext>
            </a:extLst>
          </p:cNvPr>
          <p:cNvSpPr/>
          <p:nvPr/>
        </p:nvSpPr>
        <p:spPr>
          <a:xfrm>
            <a:off x="11397456" y="6063824"/>
            <a:ext cx="794059" cy="0"/>
          </a:xfrm>
          <a:custGeom>
            <a:avLst/>
            <a:gdLst/>
            <a:ahLst/>
            <a:cxnLst/>
            <a:rect l="l" t="t" r="r" b="b"/>
            <a:pathLst>
              <a:path w="1309369">
                <a:moveTo>
                  <a:pt x="0" y="0"/>
                </a:moveTo>
                <a:lnTo>
                  <a:pt x="1308860" y="0"/>
                </a:lnTo>
              </a:path>
            </a:pathLst>
          </a:custGeom>
          <a:ln w="7853">
            <a:solidFill>
              <a:schemeClr val="tx1"/>
            </a:solidFill>
          </a:ln>
        </p:spPr>
        <p:txBody>
          <a:bodyPr wrap="square" lIns="0" tIns="0" rIns="0" bIns="0" rtlCol="0"/>
          <a:lstStyle/>
          <a:p>
            <a:endParaRPr sz="1092"/>
          </a:p>
        </p:txBody>
      </p:sp>
      <p:pic>
        <p:nvPicPr>
          <p:cNvPr id="11" name="Graphique 10">
            <a:extLst>
              <a:ext uri="{FF2B5EF4-FFF2-40B4-BE49-F238E27FC236}">
                <a16:creationId xmlns:a16="http://schemas.microsoft.com/office/drawing/2014/main" id="{43227A06-CA95-6957-2CB0-52D85AF0600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646607" y="6340088"/>
            <a:ext cx="330919" cy="214383"/>
          </a:xfrm>
          <a:prstGeom prst="rect">
            <a:avLst/>
          </a:prstGeom>
        </p:spPr>
      </p:pic>
      <p:sp>
        <p:nvSpPr>
          <p:cNvPr id="12" name="Espace réservé du pied de page 4">
            <a:extLst>
              <a:ext uri="{FF2B5EF4-FFF2-40B4-BE49-F238E27FC236}">
                <a16:creationId xmlns:a16="http://schemas.microsoft.com/office/drawing/2014/main" id="{4FCA31FA-9CE2-8C32-9888-B19F1690B386}"/>
              </a:ext>
            </a:extLst>
          </p:cNvPr>
          <p:cNvSpPr>
            <a:spLocks noGrp="1"/>
          </p:cNvSpPr>
          <p:nvPr>
            <p:ph type="ftr" sz="quarter" idx="3"/>
          </p:nvPr>
        </p:nvSpPr>
        <p:spPr>
          <a:xfrm rot="16200000">
            <a:off x="9737570" y="2572960"/>
            <a:ext cx="4114800" cy="365125"/>
          </a:xfrm>
          <a:prstGeom prst="rect">
            <a:avLst/>
          </a:prstGeom>
        </p:spPr>
        <p:txBody>
          <a:bodyPr vert="horz" lIns="91440" tIns="45720" rIns="91440" bIns="45720" rtlCol="0" anchor="ctr"/>
          <a:lstStyle>
            <a:lvl1pPr>
              <a:defRPr lang="en-US" sz="728" dirty="0">
                <a:solidFill>
                  <a:schemeClr val="tx1"/>
                </a:solidFill>
                <a:latin typeface="Poppins" pitchFamily="2" charset="77"/>
                <a:cs typeface="Poppins" pitchFamily="2" charset="77"/>
              </a:defRPr>
            </a:lvl1pPr>
          </a:lstStyle>
          <a:p>
            <a:pPr algn="r"/>
            <a:r>
              <a:rPr lang="fr-FR"/>
              <a:t>Architectes des grandes transformations</a:t>
            </a:r>
            <a:endParaRPr lang="fr-US"/>
          </a:p>
        </p:txBody>
      </p:sp>
      <p:sp>
        <p:nvSpPr>
          <p:cNvPr id="13" name="Espace réservé du numéro de diapositive 18">
            <a:extLst>
              <a:ext uri="{FF2B5EF4-FFF2-40B4-BE49-F238E27FC236}">
                <a16:creationId xmlns:a16="http://schemas.microsoft.com/office/drawing/2014/main" id="{5B03BE07-9B8C-BE2D-5BFB-A7E222709A10}"/>
              </a:ext>
            </a:extLst>
          </p:cNvPr>
          <p:cNvSpPr>
            <a:spLocks noGrp="1"/>
          </p:cNvSpPr>
          <p:nvPr>
            <p:ph type="sldNum" sz="quarter" idx="4"/>
          </p:nvPr>
        </p:nvSpPr>
        <p:spPr>
          <a:xfrm>
            <a:off x="11588253" y="165403"/>
            <a:ext cx="420073" cy="365125"/>
          </a:xfrm>
          <a:prstGeom prst="rect">
            <a:avLst/>
          </a:prstGeom>
        </p:spPr>
        <p:txBody>
          <a:bodyPr/>
          <a:lstStyle>
            <a:lvl1pPr algn="ctr">
              <a:defRPr lang="en-US" sz="800" b="1" smtClean="0">
                <a:solidFill>
                  <a:schemeClr val="tx1"/>
                </a:solidFill>
                <a:latin typeface="Poppins" pitchFamily="2" charset="77"/>
                <a:cs typeface="Poppins" pitchFamily="2" charset="77"/>
              </a:defRPr>
            </a:lvl1pPr>
          </a:lstStyle>
          <a:p>
            <a:fld id="{8042310B-17DC-C845-9B99-8FE29D3E9696}" type="slidenum">
              <a:rPr lang="fr-FR" smtClean="0"/>
              <a:pPr/>
              <a:t>‹N°›</a:t>
            </a:fld>
            <a:endParaRPr lang="fr-FR" dirty="0"/>
          </a:p>
        </p:txBody>
      </p:sp>
      <p:sp>
        <p:nvSpPr>
          <p:cNvPr id="14" name="Titre 17">
            <a:extLst>
              <a:ext uri="{FF2B5EF4-FFF2-40B4-BE49-F238E27FC236}">
                <a16:creationId xmlns:a16="http://schemas.microsoft.com/office/drawing/2014/main" id="{C6E97956-5CB5-059F-8A13-0729F8E85970}"/>
              </a:ext>
            </a:extLst>
          </p:cNvPr>
          <p:cNvSpPr>
            <a:spLocks noGrp="1"/>
          </p:cNvSpPr>
          <p:nvPr>
            <p:ph type="title" hasCustomPrompt="1"/>
          </p:nvPr>
        </p:nvSpPr>
        <p:spPr>
          <a:xfrm>
            <a:off x="1139871" y="1726354"/>
            <a:ext cx="4079829" cy="291618"/>
          </a:xfrm>
          <a:noFill/>
        </p:spPr>
        <p:txBody>
          <a:bodyPr wrap="square" anchor="ctr" anchorCtr="0">
            <a:spAutoFit/>
          </a:bodyPr>
          <a:lstStyle>
            <a:lvl1pPr>
              <a:lnSpc>
                <a:spcPct val="90000"/>
              </a:lnSpc>
              <a:spcAft>
                <a:spcPts val="600"/>
              </a:spcAft>
              <a:defRPr sz="1400">
                <a:solidFill>
                  <a:schemeClr val="tx1"/>
                </a:solidFill>
              </a:defRPr>
            </a:lvl1pPr>
          </a:lstStyle>
          <a:p>
            <a:r>
              <a:rPr lang="fr-FR" dirty="0"/>
              <a:t>Titre ici. Exemple « La nature du projet »</a:t>
            </a:r>
          </a:p>
        </p:txBody>
      </p:sp>
      <p:sp>
        <p:nvSpPr>
          <p:cNvPr id="15" name="Espace réservé du texte 2">
            <a:extLst>
              <a:ext uri="{FF2B5EF4-FFF2-40B4-BE49-F238E27FC236}">
                <a16:creationId xmlns:a16="http://schemas.microsoft.com/office/drawing/2014/main" id="{39E1A152-B321-C6A4-2795-E7078D5EB395}"/>
              </a:ext>
            </a:extLst>
          </p:cNvPr>
          <p:cNvSpPr>
            <a:spLocks noGrp="1"/>
          </p:cNvSpPr>
          <p:nvPr>
            <p:ph idx="1" hasCustomPrompt="1"/>
          </p:nvPr>
        </p:nvSpPr>
        <p:spPr>
          <a:xfrm>
            <a:off x="1149927" y="2017972"/>
            <a:ext cx="4069773" cy="1912062"/>
          </a:xfrm>
          <a:prstGeom prst="rect">
            <a:avLst/>
          </a:prstGeom>
        </p:spPr>
        <p:txBody>
          <a:bodyPr vert="horz" wrap="square" lIns="91440" tIns="45720" rIns="91440" bIns="45720" rtlCol="0">
            <a:spAutoFit/>
          </a:bodyPr>
          <a:lstStyle>
            <a:lvl1pPr marL="0" indent="0">
              <a:lnSpc>
                <a:spcPct val="120000"/>
              </a:lnSpc>
              <a:spcBef>
                <a:spcPts val="0"/>
              </a:spcBef>
              <a:buClr>
                <a:schemeClr val="tx2"/>
              </a:buClr>
              <a:buNone/>
              <a:defRPr lang="fr-FR" dirty="0">
                <a:solidFill>
                  <a:schemeClr val="tx1"/>
                </a:solidFill>
                <a:latin typeface="Poppins" pitchFamily="2" charset="77"/>
                <a:cs typeface="Poppins" pitchFamily="2" charset="77"/>
              </a:defRPr>
            </a:lvl1pPr>
            <a:lvl2pPr>
              <a:lnSpc>
                <a:spcPct val="120000"/>
              </a:lnSpc>
              <a:spcBef>
                <a:spcPts val="0"/>
              </a:spcBef>
              <a:buClr>
                <a:schemeClr val="tx2"/>
              </a:buClr>
              <a:defRPr lang="fr-FR" dirty="0">
                <a:solidFill>
                  <a:schemeClr val="bg1"/>
                </a:solidFill>
                <a:latin typeface="Poppins" pitchFamily="2" charset="77"/>
                <a:cs typeface="Poppins" pitchFamily="2" charset="77"/>
              </a:defRPr>
            </a:lvl2pPr>
            <a:lvl3pPr>
              <a:lnSpc>
                <a:spcPct val="120000"/>
              </a:lnSpc>
              <a:spcBef>
                <a:spcPts val="0"/>
              </a:spcBef>
              <a:buClr>
                <a:schemeClr val="tx2"/>
              </a:buClr>
              <a:defRPr lang="fr-FR" dirty="0">
                <a:solidFill>
                  <a:schemeClr val="bg1"/>
                </a:solidFill>
                <a:latin typeface="Poppins" pitchFamily="2" charset="77"/>
                <a:cs typeface="Poppins" pitchFamily="2" charset="77"/>
              </a:defRPr>
            </a:lvl3pPr>
            <a:lvl4pPr>
              <a:lnSpc>
                <a:spcPct val="120000"/>
              </a:lnSpc>
              <a:spcBef>
                <a:spcPts val="0"/>
              </a:spcBef>
              <a:buClr>
                <a:schemeClr val="tx2"/>
              </a:buClr>
              <a:defRPr lang="fr-FR" dirty="0">
                <a:solidFill>
                  <a:schemeClr val="bg1"/>
                </a:solidFill>
                <a:latin typeface="Poppins" pitchFamily="2" charset="77"/>
                <a:cs typeface="Poppins" pitchFamily="2" charset="77"/>
              </a:defRPr>
            </a:lvl4pPr>
            <a:lvl5pPr>
              <a:lnSpc>
                <a:spcPct val="120000"/>
              </a:lnSpc>
              <a:spcBef>
                <a:spcPts val="0"/>
              </a:spcBef>
              <a:buClr>
                <a:schemeClr val="tx2"/>
              </a:buClr>
              <a:defRPr lang="fr-FR" dirty="0">
                <a:solidFill>
                  <a:schemeClr val="bg1"/>
                </a:solidFill>
                <a:latin typeface="Poppins" pitchFamily="2" charset="77"/>
                <a:cs typeface="Poppins" pitchFamily="2" charset="77"/>
              </a:defRPr>
            </a:lvl5pPr>
          </a:lstStyle>
          <a:p>
            <a:pPr lvl="0">
              <a:spcAft>
                <a:spcPts val="600"/>
              </a:spcAft>
            </a:pPr>
            <a:r>
              <a:rPr lang="fr-FR" dirty="0"/>
              <a:t>At </a:t>
            </a:r>
            <a:r>
              <a:rPr lang="fr-FR" dirty="0" err="1"/>
              <a:t>vero</a:t>
            </a:r>
            <a:r>
              <a:rPr lang="fr-FR" dirty="0"/>
              <a:t> </a:t>
            </a:r>
            <a:r>
              <a:rPr lang="fr-FR" dirty="0" err="1"/>
              <a:t>eos</a:t>
            </a:r>
            <a:r>
              <a:rPr lang="fr-FR" dirty="0"/>
              <a:t> et </a:t>
            </a:r>
            <a:r>
              <a:rPr lang="fr-FR" dirty="0" err="1"/>
              <a:t>accusamus</a:t>
            </a:r>
            <a:r>
              <a:rPr lang="fr-FR" dirty="0"/>
              <a:t> et </a:t>
            </a:r>
            <a:r>
              <a:rPr lang="fr-FR" dirty="0" err="1"/>
              <a:t>iusto</a:t>
            </a:r>
            <a:r>
              <a:rPr lang="fr-FR" dirty="0"/>
              <a:t> </a:t>
            </a:r>
            <a:r>
              <a:rPr lang="fr-FR" dirty="0" err="1"/>
              <a:t>odio</a:t>
            </a:r>
            <a:r>
              <a:rPr lang="fr-FR" dirty="0"/>
              <a:t> </a:t>
            </a:r>
            <a:r>
              <a:rPr lang="fr-FR" dirty="0" err="1"/>
              <a:t>dignissimos</a:t>
            </a:r>
            <a:r>
              <a:rPr lang="fr-FR" dirty="0"/>
              <a:t> </a:t>
            </a:r>
            <a:r>
              <a:rPr lang="fr-FR" dirty="0" err="1"/>
              <a:t>ducimus</a:t>
            </a:r>
            <a:r>
              <a:rPr lang="fr-FR" dirty="0"/>
              <a:t> qui </a:t>
            </a:r>
            <a:r>
              <a:rPr lang="fr-FR" dirty="0" err="1"/>
              <a:t>blanditiis</a:t>
            </a:r>
            <a:r>
              <a:rPr lang="fr-FR" dirty="0"/>
              <a:t> </a:t>
            </a:r>
            <a:r>
              <a:rPr lang="fr-FR" dirty="0" err="1"/>
              <a:t>praesentium</a:t>
            </a:r>
            <a:r>
              <a:rPr lang="fr-FR" dirty="0"/>
              <a:t> </a:t>
            </a:r>
            <a:r>
              <a:rPr lang="fr-FR" dirty="0" err="1"/>
              <a:t>voluptatum</a:t>
            </a:r>
            <a:r>
              <a:rPr lang="fr-FR" dirty="0"/>
              <a:t> </a:t>
            </a:r>
            <a:r>
              <a:rPr lang="fr-FR" dirty="0" err="1"/>
              <a:t>deleniti</a:t>
            </a:r>
            <a:r>
              <a:rPr lang="fr-FR" dirty="0"/>
              <a:t> </a:t>
            </a:r>
            <a:r>
              <a:rPr lang="fr-FR" dirty="0" err="1"/>
              <a:t>atque</a:t>
            </a:r>
            <a:r>
              <a:rPr lang="fr-FR" dirty="0"/>
              <a:t> </a:t>
            </a:r>
            <a:r>
              <a:rPr lang="fr-FR" dirty="0" err="1"/>
              <a:t>corrupti</a:t>
            </a:r>
            <a:r>
              <a:rPr lang="fr-FR" dirty="0"/>
              <a:t> </a:t>
            </a:r>
            <a:r>
              <a:rPr lang="fr-FR" dirty="0" err="1"/>
              <a:t>quos</a:t>
            </a:r>
            <a:r>
              <a:rPr lang="fr-FR" dirty="0"/>
              <a:t> </a:t>
            </a:r>
            <a:r>
              <a:rPr lang="fr-FR" dirty="0" err="1"/>
              <a:t>dolores</a:t>
            </a:r>
            <a:r>
              <a:rPr lang="fr-FR" dirty="0"/>
              <a:t> et </a:t>
            </a:r>
            <a:r>
              <a:rPr lang="fr-FR" dirty="0" err="1"/>
              <a:t>quas</a:t>
            </a:r>
            <a:r>
              <a:rPr lang="fr-FR" dirty="0"/>
              <a:t> </a:t>
            </a:r>
            <a:r>
              <a:rPr lang="fr-FR" dirty="0" err="1"/>
              <a:t>molestias</a:t>
            </a:r>
            <a:r>
              <a:rPr lang="fr-FR" dirty="0"/>
              <a:t> </a:t>
            </a:r>
            <a:r>
              <a:rPr lang="fr-FR" dirty="0" err="1"/>
              <a:t>excepturi</a:t>
            </a:r>
            <a:r>
              <a:rPr lang="fr-FR" dirty="0"/>
              <a:t> </a:t>
            </a:r>
            <a:r>
              <a:rPr lang="fr-FR" dirty="0" err="1"/>
              <a:t>sint</a:t>
            </a:r>
            <a:r>
              <a:rPr lang="fr-FR" dirty="0"/>
              <a:t> </a:t>
            </a:r>
            <a:r>
              <a:rPr lang="fr-FR" dirty="0" err="1"/>
              <a:t>occaecati</a:t>
            </a:r>
            <a:r>
              <a:rPr lang="fr-FR" dirty="0"/>
              <a:t> </a:t>
            </a:r>
            <a:r>
              <a:rPr lang="fr-FR" dirty="0" err="1"/>
              <a:t>cupiditate</a:t>
            </a:r>
            <a:r>
              <a:rPr lang="fr-FR" dirty="0"/>
              <a:t> non provident, </a:t>
            </a:r>
            <a:r>
              <a:rPr lang="fr-FR" dirty="0" err="1"/>
              <a:t>similique</a:t>
            </a:r>
            <a:r>
              <a:rPr lang="fr-FR" dirty="0"/>
              <a:t> </a:t>
            </a:r>
            <a:r>
              <a:rPr lang="fr-FR" dirty="0" err="1"/>
              <a:t>sunt</a:t>
            </a:r>
            <a:r>
              <a:rPr lang="fr-FR" dirty="0"/>
              <a:t> in culpa qui officia </a:t>
            </a:r>
            <a:r>
              <a:rPr lang="fr-FR" dirty="0" err="1"/>
              <a:t>deserunt</a:t>
            </a:r>
            <a:r>
              <a:rPr lang="fr-FR" dirty="0"/>
              <a:t> </a:t>
            </a:r>
            <a:r>
              <a:rPr lang="fr-FR" dirty="0" err="1"/>
              <a:t>mollitia</a:t>
            </a:r>
            <a:r>
              <a:rPr lang="fr-FR" dirty="0"/>
              <a:t> </a:t>
            </a:r>
            <a:r>
              <a:rPr lang="fr-FR" dirty="0" err="1"/>
              <a:t>animi</a:t>
            </a:r>
            <a:r>
              <a:rPr lang="fr-FR" dirty="0"/>
              <a:t>, id est </a:t>
            </a:r>
            <a:r>
              <a:rPr lang="fr-FR" dirty="0" err="1"/>
              <a:t>laborum</a:t>
            </a:r>
            <a:r>
              <a:rPr lang="fr-FR" dirty="0"/>
              <a:t> et </a:t>
            </a:r>
            <a:r>
              <a:rPr lang="fr-FR" dirty="0" err="1"/>
              <a:t>dolorum</a:t>
            </a:r>
            <a:r>
              <a:rPr lang="fr-FR" dirty="0"/>
              <a:t> </a:t>
            </a:r>
            <a:r>
              <a:rPr lang="fr-FR" dirty="0" err="1"/>
              <a:t>fuga</a:t>
            </a:r>
            <a:r>
              <a:rPr lang="fr-FR" dirty="0"/>
              <a:t>. Et </a:t>
            </a:r>
            <a:r>
              <a:rPr lang="fr-FR" dirty="0" err="1"/>
              <a:t>harum</a:t>
            </a:r>
            <a:r>
              <a:rPr lang="fr-FR" dirty="0"/>
              <a:t> </a:t>
            </a:r>
            <a:r>
              <a:rPr lang="fr-FR" dirty="0" err="1"/>
              <a:t>quidem</a:t>
            </a:r>
            <a:r>
              <a:rPr lang="fr-FR" dirty="0"/>
              <a:t> </a:t>
            </a:r>
            <a:r>
              <a:rPr lang="fr-FR" dirty="0" err="1"/>
              <a:t>rerum</a:t>
            </a:r>
            <a:r>
              <a:rPr lang="fr-FR" dirty="0"/>
              <a:t> </a:t>
            </a:r>
            <a:r>
              <a:rPr lang="fr-FR" dirty="0" err="1"/>
              <a:t>facilis</a:t>
            </a:r>
            <a:r>
              <a:rPr lang="fr-FR" dirty="0"/>
              <a:t> est et </a:t>
            </a:r>
            <a:r>
              <a:rPr lang="fr-FR" dirty="0" err="1"/>
              <a:t>expedita</a:t>
            </a:r>
            <a:r>
              <a:rPr lang="fr-FR" dirty="0"/>
              <a:t> </a:t>
            </a:r>
            <a:r>
              <a:rPr lang="fr-FR" dirty="0" err="1"/>
              <a:t>distinctio</a:t>
            </a:r>
            <a:r>
              <a:rPr lang="fr-FR" dirty="0"/>
              <a:t>. Nam libero </a:t>
            </a:r>
            <a:r>
              <a:rPr lang="fr-FR" dirty="0" err="1"/>
              <a:t>tempore</a:t>
            </a:r>
            <a:r>
              <a:rPr lang="fr-FR" dirty="0"/>
              <a:t>, cum </a:t>
            </a:r>
            <a:r>
              <a:rPr lang="fr-FR" dirty="0" err="1"/>
              <a:t>soluta</a:t>
            </a:r>
            <a:r>
              <a:rPr lang="fr-FR" dirty="0"/>
              <a:t> </a:t>
            </a:r>
            <a:r>
              <a:rPr lang="fr-FR" dirty="0" err="1"/>
              <a:t>nobis</a:t>
            </a:r>
            <a:r>
              <a:rPr lang="fr-FR" dirty="0"/>
              <a:t> est </a:t>
            </a:r>
            <a:r>
              <a:rPr lang="fr-FR" dirty="0" err="1"/>
              <a:t>eligendi</a:t>
            </a:r>
            <a:r>
              <a:rPr lang="fr-FR" dirty="0"/>
              <a:t> </a:t>
            </a:r>
            <a:r>
              <a:rPr lang="fr-FR" dirty="0" err="1"/>
              <a:t>optio</a:t>
            </a:r>
            <a:r>
              <a:rPr lang="fr-FR" dirty="0"/>
              <a:t> </a:t>
            </a:r>
            <a:r>
              <a:rPr lang="fr-FR" dirty="0" err="1"/>
              <a:t>cumque</a:t>
            </a:r>
            <a:r>
              <a:rPr lang="fr-FR" dirty="0"/>
              <a:t> nihil </a:t>
            </a:r>
            <a:r>
              <a:rPr lang="fr-FR" dirty="0" err="1"/>
              <a:t>impedit</a:t>
            </a:r>
            <a:r>
              <a:rPr lang="fr-FR" dirty="0"/>
              <a:t> quo minus id</a:t>
            </a:r>
          </a:p>
        </p:txBody>
      </p:sp>
    </p:spTree>
    <p:extLst>
      <p:ext uri="{BB962C8B-B14F-4D97-AF65-F5344CB8AC3E}">
        <p14:creationId xmlns:p14="http://schemas.microsoft.com/office/powerpoint/2010/main" val="2251101246"/>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p:cSld name="Référence Vibrant 11">
    <p:spTree>
      <p:nvGrpSpPr>
        <p:cNvPr id="1" name=""/>
        <p:cNvGrpSpPr/>
        <p:nvPr/>
      </p:nvGrpSpPr>
      <p:grpSpPr>
        <a:xfrm>
          <a:off x="0" y="0"/>
          <a:ext cx="0" cy="0"/>
          <a:chOff x="0" y="0"/>
          <a:chExt cx="0" cy="0"/>
        </a:xfrm>
      </p:grpSpPr>
      <p:pic>
        <p:nvPicPr>
          <p:cNvPr id="17" name="Image 16">
            <a:extLst>
              <a:ext uri="{FF2B5EF4-FFF2-40B4-BE49-F238E27FC236}">
                <a16:creationId xmlns:a16="http://schemas.microsoft.com/office/drawing/2014/main" id="{E325A0B9-21A3-9A34-FBF7-D6585C2C6E7A}"/>
              </a:ext>
            </a:extLst>
          </p:cNvPr>
          <p:cNvPicPr>
            <a:picLocks noChangeAspect="1"/>
          </p:cNvPicPr>
          <p:nvPr/>
        </p:nvPicPr>
        <p:blipFill>
          <a:blip r:embed="rId2"/>
          <a:srcRect/>
          <a:stretch/>
        </p:blipFill>
        <p:spPr>
          <a:xfrm>
            <a:off x="0" y="0"/>
            <a:ext cx="12177433" cy="6857994"/>
          </a:xfrm>
          <a:prstGeom prst="rect">
            <a:avLst/>
          </a:prstGeom>
        </p:spPr>
      </p:pic>
      <p:sp>
        <p:nvSpPr>
          <p:cNvPr id="20" name="Espace réservé du texte 22">
            <a:extLst>
              <a:ext uri="{FF2B5EF4-FFF2-40B4-BE49-F238E27FC236}">
                <a16:creationId xmlns:a16="http://schemas.microsoft.com/office/drawing/2014/main" id="{8C8EBFD8-2352-3161-FECA-F5229C0183A6}"/>
              </a:ext>
            </a:extLst>
          </p:cNvPr>
          <p:cNvSpPr>
            <a:spLocks noGrp="1"/>
          </p:cNvSpPr>
          <p:nvPr>
            <p:ph type="body" sz="quarter" idx="17" hasCustomPrompt="1"/>
          </p:nvPr>
        </p:nvSpPr>
        <p:spPr>
          <a:xfrm>
            <a:off x="1139871" y="360437"/>
            <a:ext cx="9871029" cy="263149"/>
          </a:xfrm>
          <a:noFill/>
        </p:spPr>
        <p:txBody>
          <a:bodyPr wrap="square" anchor="b">
            <a:noAutofit/>
          </a:bodyPr>
          <a:lstStyle>
            <a:lvl1pPr marL="0" indent="0">
              <a:lnSpc>
                <a:spcPct val="120000"/>
              </a:lnSpc>
              <a:spcBef>
                <a:spcPts val="0"/>
              </a:spcBef>
              <a:spcAft>
                <a:spcPts val="600"/>
              </a:spcAft>
              <a:buNone/>
              <a:defRPr sz="1200" b="0">
                <a:solidFill>
                  <a:schemeClr val="tx2"/>
                </a:solidFill>
              </a:defRPr>
            </a:lvl1pPr>
          </a:lstStyle>
          <a:p>
            <a:pPr lvl="0"/>
            <a:r>
              <a:rPr lang="fr-FR" dirty="0"/>
              <a:t>Titre ici. Par exemple « Références »</a:t>
            </a:r>
          </a:p>
        </p:txBody>
      </p:sp>
      <p:sp>
        <p:nvSpPr>
          <p:cNvPr id="9" name="object 11">
            <a:extLst>
              <a:ext uri="{FF2B5EF4-FFF2-40B4-BE49-F238E27FC236}">
                <a16:creationId xmlns:a16="http://schemas.microsoft.com/office/drawing/2014/main" id="{E525BC6E-2964-D332-1C62-45EBEB8E3993}"/>
              </a:ext>
            </a:extLst>
          </p:cNvPr>
          <p:cNvSpPr/>
          <p:nvPr/>
        </p:nvSpPr>
        <p:spPr>
          <a:xfrm>
            <a:off x="11397941" y="0"/>
            <a:ext cx="794059" cy="6858000"/>
          </a:xfrm>
          <a:custGeom>
            <a:avLst/>
            <a:gdLst/>
            <a:ahLst/>
            <a:cxnLst/>
            <a:rect l="l" t="t" r="r" b="b"/>
            <a:pathLst>
              <a:path w="1309369" h="11308715">
                <a:moveTo>
                  <a:pt x="1308860" y="0"/>
                </a:moveTo>
                <a:lnTo>
                  <a:pt x="0" y="0"/>
                </a:lnTo>
                <a:lnTo>
                  <a:pt x="0" y="11308556"/>
                </a:lnTo>
                <a:lnTo>
                  <a:pt x="1308860" y="11308556"/>
                </a:lnTo>
                <a:lnTo>
                  <a:pt x="1308860" y="0"/>
                </a:lnTo>
                <a:close/>
              </a:path>
            </a:pathLst>
          </a:custGeom>
          <a:solidFill>
            <a:schemeClr val="bg1"/>
          </a:solidFill>
          <a:ln>
            <a:noFill/>
          </a:ln>
        </p:spPr>
        <p:txBody>
          <a:bodyPr wrap="square" lIns="0" tIns="0" rIns="0" bIns="0" rtlCol="0"/>
          <a:lstStyle/>
          <a:p>
            <a:endParaRPr sz="1092"/>
          </a:p>
        </p:txBody>
      </p:sp>
      <p:sp>
        <p:nvSpPr>
          <p:cNvPr id="10" name="object 14">
            <a:extLst>
              <a:ext uri="{FF2B5EF4-FFF2-40B4-BE49-F238E27FC236}">
                <a16:creationId xmlns:a16="http://schemas.microsoft.com/office/drawing/2014/main" id="{8BA12326-230F-9D3F-82FF-CE53BDE6EBB0}"/>
              </a:ext>
            </a:extLst>
          </p:cNvPr>
          <p:cNvSpPr/>
          <p:nvPr/>
        </p:nvSpPr>
        <p:spPr>
          <a:xfrm>
            <a:off x="11397456" y="6063824"/>
            <a:ext cx="794059" cy="0"/>
          </a:xfrm>
          <a:custGeom>
            <a:avLst/>
            <a:gdLst/>
            <a:ahLst/>
            <a:cxnLst/>
            <a:rect l="l" t="t" r="r" b="b"/>
            <a:pathLst>
              <a:path w="1309369">
                <a:moveTo>
                  <a:pt x="0" y="0"/>
                </a:moveTo>
                <a:lnTo>
                  <a:pt x="1308860" y="0"/>
                </a:lnTo>
              </a:path>
            </a:pathLst>
          </a:custGeom>
          <a:ln w="7853">
            <a:solidFill>
              <a:schemeClr val="tx1"/>
            </a:solidFill>
          </a:ln>
        </p:spPr>
        <p:txBody>
          <a:bodyPr wrap="square" lIns="0" tIns="0" rIns="0" bIns="0" rtlCol="0"/>
          <a:lstStyle/>
          <a:p>
            <a:endParaRPr sz="1092"/>
          </a:p>
        </p:txBody>
      </p:sp>
      <p:pic>
        <p:nvPicPr>
          <p:cNvPr id="11" name="Graphique 10">
            <a:extLst>
              <a:ext uri="{FF2B5EF4-FFF2-40B4-BE49-F238E27FC236}">
                <a16:creationId xmlns:a16="http://schemas.microsoft.com/office/drawing/2014/main" id="{43227A06-CA95-6957-2CB0-52D85AF0600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646607" y="6340088"/>
            <a:ext cx="330919" cy="214383"/>
          </a:xfrm>
          <a:prstGeom prst="rect">
            <a:avLst/>
          </a:prstGeom>
        </p:spPr>
      </p:pic>
      <p:sp>
        <p:nvSpPr>
          <p:cNvPr id="12" name="Espace réservé du pied de page 4">
            <a:extLst>
              <a:ext uri="{FF2B5EF4-FFF2-40B4-BE49-F238E27FC236}">
                <a16:creationId xmlns:a16="http://schemas.microsoft.com/office/drawing/2014/main" id="{4FCA31FA-9CE2-8C32-9888-B19F1690B386}"/>
              </a:ext>
            </a:extLst>
          </p:cNvPr>
          <p:cNvSpPr>
            <a:spLocks noGrp="1"/>
          </p:cNvSpPr>
          <p:nvPr>
            <p:ph type="ftr" sz="quarter" idx="3"/>
          </p:nvPr>
        </p:nvSpPr>
        <p:spPr>
          <a:xfrm rot="16200000">
            <a:off x="9737570" y="2572960"/>
            <a:ext cx="4114800" cy="365125"/>
          </a:xfrm>
          <a:prstGeom prst="rect">
            <a:avLst/>
          </a:prstGeom>
        </p:spPr>
        <p:txBody>
          <a:bodyPr vert="horz" lIns="91440" tIns="45720" rIns="91440" bIns="45720" rtlCol="0" anchor="ctr"/>
          <a:lstStyle>
            <a:lvl1pPr>
              <a:defRPr lang="en-US" sz="728" dirty="0">
                <a:solidFill>
                  <a:schemeClr val="tx1"/>
                </a:solidFill>
                <a:latin typeface="Poppins" pitchFamily="2" charset="77"/>
                <a:cs typeface="Poppins" pitchFamily="2" charset="77"/>
              </a:defRPr>
            </a:lvl1pPr>
          </a:lstStyle>
          <a:p>
            <a:pPr algn="r"/>
            <a:r>
              <a:rPr lang="fr-FR"/>
              <a:t>Architectes des grandes transformations</a:t>
            </a:r>
            <a:endParaRPr lang="fr-US"/>
          </a:p>
        </p:txBody>
      </p:sp>
      <p:sp>
        <p:nvSpPr>
          <p:cNvPr id="13" name="Espace réservé du numéro de diapositive 18">
            <a:extLst>
              <a:ext uri="{FF2B5EF4-FFF2-40B4-BE49-F238E27FC236}">
                <a16:creationId xmlns:a16="http://schemas.microsoft.com/office/drawing/2014/main" id="{5B03BE07-9B8C-BE2D-5BFB-A7E222709A10}"/>
              </a:ext>
            </a:extLst>
          </p:cNvPr>
          <p:cNvSpPr>
            <a:spLocks noGrp="1"/>
          </p:cNvSpPr>
          <p:nvPr>
            <p:ph type="sldNum" sz="quarter" idx="4"/>
          </p:nvPr>
        </p:nvSpPr>
        <p:spPr>
          <a:xfrm>
            <a:off x="11588253" y="165403"/>
            <a:ext cx="420073" cy="365125"/>
          </a:xfrm>
          <a:prstGeom prst="rect">
            <a:avLst/>
          </a:prstGeom>
        </p:spPr>
        <p:txBody>
          <a:bodyPr/>
          <a:lstStyle>
            <a:lvl1pPr algn="ctr">
              <a:defRPr lang="en-US" sz="800" b="1" smtClean="0">
                <a:solidFill>
                  <a:schemeClr val="tx1"/>
                </a:solidFill>
                <a:latin typeface="Poppins" pitchFamily="2" charset="77"/>
                <a:cs typeface="Poppins" pitchFamily="2" charset="77"/>
              </a:defRPr>
            </a:lvl1pPr>
          </a:lstStyle>
          <a:p>
            <a:fld id="{8042310B-17DC-C845-9B99-8FE29D3E9696}" type="slidenum">
              <a:rPr lang="fr-FR" smtClean="0"/>
              <a:pPr/>
              <a:t>‹N°›</a:t>
            </a:fld>
            <a:endParaRPr lang="fr-FR" dirty="0"/>
          </a:p>
        </p:txBody>
      </p:sp>
      <p:sp>
        <p:nvSpPr>
          <p:cNvPr id="14" name="Titre 17">
            <a:extLst>
              <a:ext uri="{FF2B5EF4-FFF2-40B4-BE49-F238E27FC236}">
                <a16:creationId xmlns:a16="http://schemas.microsoft.com/office/drawing/2014/main" id="{C6E97956-5CB5-059F-8A13-0729F8E85970}"/>
              </a:ext>
            </a:extLst>
          </p:cNvPr>
          <p:cNvSpPr>
            <a:spLocks noGrp="1"/>
          </p:cNvSpPr>
          <p:nvPr>
            <p:ph type="title" hasCustomPrompt="1"/>
          </p:nvPr>
        </p:nvSpPr>
        <p:spPr>
          <a:xfrm>
            <a:off x="1139871" y="1726354"/>
            <a:ext cx="4079829" cy="291618"/>
          </a:xfrm>
          <a:noFill/>
        </p:spPr>
        <p:txBody>
          <a:bodyPr wrap="square" anchor="ctr" anchorCtr="0">
            <a:spAutoFit/>
          </a:bodyPr>
          <a:lstStyle>
            <a:lvl1pPr>
              <a:lnSpc>
                <a:spcPct val="90000"/>
              </a:lnSpc>
              <a:spcAft>
                <a:spcPts val="600"/>
              </a:spcAft>
              <a:defRPr sz="1400">
                <a:solidFill>
                  <a:schemeClr val="tx1"/>
                </a:solidFill>
              </a:defRPr>
            </a:lvl1pPr>
          </a:lstStyle>
          <a:p>
            <a:r>
              <a:rPr lang="fr-FR" dirty="0"/>
              <a:t>Titre ici. Exemple « La nature du projet »</a:t>
            </a:r>
          </a:p>
        </p:txBody>
      </p:sp>
      <p:sp>
        <p:nvSpPr>
          <p:cNvPr id="15" name="Espace réservé du texte 2">
            <a:extLst>
              <a:ext uri="{FF2B5EF4-FFF2-40B4-BE49-F238E27FC236}">
                <a16:creationId xmlns:a16="http://schemas.microsoft.com/office/drawing/2014/main" id="{39E1A152-B321-C6A4-2795-E7078D5EB395}"/>
              </a:ext>
            </a:extLst>
          </p:cNvPr>
          <p:cNvSpPr>
            <a:spLocks noGrp="1"/>
          </p:cNvSpPr>
          <p:nvPr>
            <p:ph idx="1" hasCustomPrompt="1"/>
          </p:nvPr>
        </p:nvSpPr>
        <p:spPr>
          <a:xfrm>
            <a:off x="1149927" y="2017972"/>
            <a:ext cx="4069773" cy="1912062"/>
          </a:xfrm>
          <a:prstGeom prst="rect">
            <a:avLst/>
          </a:prstGeom>
        </p:spPr>
        <p:txBody>
          <a:bodyPr vert="horz" wrap="square" lIns="91440" tIns="45720" rIns="91440" bIns="45720" rtlCol="0">
            <a:spAutoFit/>
          </a:bodyPr>
          <a:lstStyle>
            <a:lvl1pPr marL="0" indent="0">
              <a:lnSpc>
                <a:spcPct val="120000"/>
              </a:lnSpc>
              <a:spcBef>
                <a:spcPts val="0"/>
              </a:spcBef>
              <a:buClr>
                <a:schemeClr val="tx2"/>
              </a:buClr>
              <a:buNone/>
              <a:defRPr lang="fr-FR" dirty="0">
                <a:solidFill>
                  <a:schemeClr val="tx1"/>
                </a:solidFill>
                <a:latin typeface="Poppins" pitchFamily="2" charset="77"/>
                <a:cs typeface="Poppins" pitchFamily="2" charset="77"/>
              </a:defRPr>
            </a:lvl1pPr>
            <a:lvl2pPr>
              <a:lnSpc>
                <a:spcPct val="120000"/>
              </a:lnSpc>
              <a:spcBef>
                <a:spcPts val="0"/>
              </a:spcBef>
              <a:buClr>
                <a:schemeClr val="tx2"/>
              </a:buClr>
              <a:defRPr lang="fr-FR" dirty="0">
                <a:solidFill>
                  <a:schemeClr val="bg1"/>
                </a:solidFill>
                <a:latin typeface="Poppins" pitchFamily="2" charset="77"/>
                <a:cs typeface="Poppins" pitchFamily="2" charset="77"/>
              </a:defRPr>
            </a:lvl2pPr>
            <a:lvl3pPr>
              <a:lnSpc>
                <a:spcPct val="120000"/>
              </a:lnSpc>
              <a:spcBef>
                <a:spcPts val="0"/>
              </a:spcBef>
              <a:buClr>
                <a:schemeClr val="tx2"/>
              </a:buClr>
              <a:defRPr lang="fr-FR" dirty="0">
                <a:solidFill>
                  <a:schemeClr val="bg1"/>
                </a:solidFill>
                <a:latin typeface="Poppins" pitchFamily="2" charset="77"/>
                <a:cs typeface="Poppins" pitchFamily="2" charset="77"/>
              </a:defRPr>
            </a:lvl3pPr>
            <a:lvl4pPr>
              <a:lnSpc>
                <a:spcPct val="120000"/>
              </a:lnSpc>
              <a:spcBef>
                <a:spcPts val="0"/>
              </a:spcBef>
              <a:buClr>
                <a:schemeClr val="tx2"/>
              </a:buClr>
              <a:defRPr lang="fr-FR" dirty="0">
                <a:solidFill>
                  <a:schemeClr val="bg1"/>
                </a:solidFill>
                <a:latin typeface="Poppins" pitchFamily="2" charset="77"/>
                <a:cs typeface="Poppins" pitchFamily="2" charset="77"/>
              </a:defRPr>
            </a:lvl4pPr>
            <a:lvl5pPr>
              <a:lnSpc>
                <a:spcPct val="120000"/>
              </a:lnSpc>
              <a:spcBef>
                <a:spcPts val="0"/>
              </a:spcBef>
              <a:buClr>
                <a:schemeClr val="tx2"/>
              </a:buClr>
              <a:defRPr lang="fr-FR" dirty="0">
                <a:solidFill>
                  <a:schemeClr val="bg1"/>
                </a:solidFill>
                <a:latin typeface="Poppins" pitchFamily="2" charset="77"/>
                <a:cs typeface="Poppins" pitchFamily="2" charset="77"/>
              </a:defRPr>
            </a:lvl5pPr>
          </a:lstStyle>
          <a:p>
            <a:pPr lvl="0">
              <a:spcAft>
                <a:spcPts val="600"/>
              </a:spcAft>
            </a:pPr>
            <a:r>
              <a:rPr lang="fr-FR" dirty="0"/>
              <a:t>At </a:t>
            </a:r>
            <a:r>
              <a:rPr lang="fr-FR" dirty="0" err="1"/>
              <a:t>vero</a:t>
            </a:r>
            <a:r>
              <a:rPr lang="fr-FR" dirty="0"/>
              <a:t> </a:t>
            </a:r>
            <a:r>
              <a:rPr lang="fr-FR" dirty="0" err="1"/>
              <a:t>eos</a:t>
            </a:r>
            <a:r>
              <a:rPr lang="fr-FR" dirty="0"/>
              <a:t> et </a:t>
            </a:r>
            <a:r>
              <a:rPr lang="fr-FR" dirty="0" err="1"/>
              <a:t>accusamus</a:t>
            </a:r>
            <a:r>
              <a:rPr lang="fr-FR" dirty="0"/>
              <a:t> et </a:t>
            </a:r>
            <a:r>
              <a:rPr lang="fr-FR" dirty="0" err="1"/>
              <a:t>iusto</a:t>
            </a:r>
            <a:r>
              <a:rPr lang="fr-FR" dirty="0"/>
              <a:t> </a:t>
            </a:r>
            <a:r>
              <a:rPr lang="fr-FR" dirty="0" err="1"/>
              <a:t>odio</a:t>
            </a:r>
            <a:r>
              <a:rPr lang="fr-FR" dirty="0"/>
              <a:t> </a:t>
            </a:r>
            <a:r>
              <a:rPr lang="fr-FR" dirty="0" err="1"/>
              <a:t>dignissimos</a:t>
            </a:r>
            <a:r>
              <a:rPr lang="fr-FR" dirty="0"/>
              <a:t> </a:t>
            </a:r>
            <a:r>
              <a:rPr lang="fr-FR" dirty="0" err="1"/>
              <a:t>ducimus</a:t>
            </a:r>
            <a:r>
              <a:rPr lang="fr-FR" dirty="0"/>
              <a:t> qui </a:t>
            </a:r>
            <a:r>
              <a:rPr lang="fr-FR" dirty="0" err="1"/>
              <a:t>blanditiis</a:t>
            </a:r>
            <a:r>
              <a:rPr lang="fr-FR" dirty="0"/>
              <a:t> </a:t>
            </a:r>
            <a:r>
              <a:rPr lang="fr-FR" dirty="0" err="1"/>
              <a:t>praesentium</a:t>
            </a:r>
            <a:r>
              <a:rPr lang="fr-FR" dirty="0"/>
              <a:t> </a:t>
            </a:r>
            <a:r>
              <a:rPr lang="fr-FR" dirty="0" err="1"/>
              <a:t>voluptatum</a:t>
            </a:r>
            <a:r>
              <a:rPr lang="fr-FR" dirty="0"/>
              <a:t> </a:t>
            </a:r>
            <a:r>
              <a:rPr lang="fr-FR" dirty="0" err="1"/>
              <a:t>deleniti</a:t>
            </a:r>
            <a:r>
              <a:rPr lang="fr-FR" dirty="0"/>
              <a:t> </a:t>
            </a:r>
            <a:r>
              <a:rPr lang="fr-FR" dirty="0" err="1"/>
              <a:t>atque</a:t>
            </a:r>
            <a:r>
              <a:rPr lang="fr-FR" dirty="0"/>
              <a:t> </a:t>
            </a:r>
            <a:r>
              <a:rPr lang="fr-FR" dirty="0" err="1"/>
              <a:t>corrupti</a:t>
            </a:r>
            <a:r>
              <a:rPr lang="fr-FR" dirty="0"/>
              <a:t> </a:t>
            </a:r>
            <a:r>
              <a:rPr lang="fr-FR" dirty="0" err="1"/>
              <a:t>quos</a:t>
            </a:r>
            <a:r>
              <a:rPr lang="fr-FR" dirty="0"/>
              <a:t> </a:t>
            </a:r>
            <a:r>
              <a:rPr lang="fr-FR" dirty="0" err="1"/>
              <a:t>dolores</a:t>
            </a:r>
            <a:r>
              <a:rPr lang="fr-FR" dirty="0"/>
              <a:t> et </a:t>
            </a:r>
            <a:r>
              <a:rPr lang="fr-FR" dirty="0" err="1"/>
              <a:t>quas</a:t>
            </a:r>
            <a:r>
              <a:rPr lang="fr-FR" dirty="0"/>
              <a:t> </a:t>
            </a:r>
            <a:r>
              <a:rPr lang="fr-FR" dirty="0" err="1"/>
              <a:t>molestias</a:t>
            </a:r>
            <a:r>
              <a:rPr lang="fr-FR" dirty="0"/>
              <a:t> </a:t>
            </a:r>
            <a:r>
              <a:rPr lang="fr-FR" dirty="0" err="1"/>
              <a:t>excepturi</a:t>
            </a:r>
            <a:r>
              <a:rPr lang="fr-FR" dirty="0"/>
              <a:t> </a:t>
            </a:r>
            <a:r>
              <a:rPr lang="fr-FR" dirty="0" err="1"/>
              <a:t>sint</a:t>
            </a:r>
            <a:r>
              <a:rPr lang="fr-FR" dirty="0"/>
              <a:t> </a:t>
            </a:r>
            <a:r>
              <a:rPr lang="fr-FR" dirty="0" err="1"/>
              <a:t>occaecati</a:t>
            </a:r>
            <a:r>
              <a:rPr lang="fr-FR" dirty="0"/>
              <a:t> </a:t>
            </a:r>
            <a:r>
              <a:rPr lang="fr-FR" dirty="0" err="1"/>
              <a:t>cupiditate</a:t>
            </a:r>
            <a:r>
              <a:rPr lang="fr-FR" dirty="0"/>
              <a:t> non provident, </a:t>
            </a:r>
            <a:r>
              <a:rPr lang="fr-FR" dirty="0" err="1"/>
              <a:t>similique</a:t>
            </a:r>
            <a:r>
              <a:rPr lang="fr-FR" dirty="0"/>
              <a:t> </a:t>
            </a:r>
            <a:r>
              <a:rPr lang="fr-FR" dirty="0" err="1"/>
              <a:t>sunt</a:t>
            </a:r>
            <a:r>
              <a:rPr lang="fr-FR" dirty="0"/>
              <a:t> in culpa qui officia </a:t>
            </a:r>
            <a:r>
              <a:rPr lang="fr-FR" dirty="0" err="1"/>
              <a:t>deserunt</a:t>
            </a:r>
            <a:r>
              <a:rPr lang="fr-FR" dirty="0"/>
              <a:t> </a:t>
            </a:r>
            <a:r>
              <a:rPr lang="fr-FR" dirty="0" err="1"/>
              <a:t>mollitia</a:t>
            </a:r>
            <a:r>
              <a:rPr lang="fr-FR" dirty="0"/>
              <a:t> </a:t>
            </a:r>
            <a:r>
              <a:rPr lang="fr-FR" dirty="0" err="1"/>
              <a:t>animi</a:t>
            </a:r>
            <a:r>
              <a:rPr lang="fr-FR" dirty="0"/>
              <a:t>, id est </a:t>
            </a:r>
            <a:r>
              <a:rPr lang="fr-FR" dirty="0" err="1"/>
              <a:t>laborum</a:t>
            </a:r>
            <a:r>
              <a:rPr lang="fr-FR" dirty="0"/>
              <a:t> et </a:t>
            </a:r>
            <a:r>
              <a:rPr lang="fr-FR" dirty="0" err="1"/>
              <a:t>dolorum</a:t>
            </a:r>
            <a:r>
              <a:rPr lang="fr-FR" dirty="0"/>
              <a:t> </a:t>
            </a:r>
            <a:r>
              <a:rPr lang="fr-FR" dirty="0" err="1"/>
              <a:t>fuga</a:t>
            </a:r>
            <a:r>
              <a:rPr lang="fr-FR" dirty="0"/>
              <a:t>. Et </a:t>
            </a:r>
            <a:r>
              <a:rPr lang="fr-FR" dirty="0" err="1"/>
              <a:t>harum</a:t>
            </a:r>
            <a:r>
              <a:rPr lang="fr-FR" dirty="0"/>
              <a:t> </a:t>
            </a:r>
            <a:r>
              <a:rPr lang="fr-FR" dirty="0" err="1"/>
              <a:t>quidem</a:t>
            </a:r>
            <a:r>
              <a:rPr lang="fr-FR" dirty="0"/>
              <a:t> </a:t>
            </a:r>
            <a:r>
              <a:rPr lang="fr-FR" dirty="0" err="1"/>
              <a:t>rerum</a:t>
            </a:r>
            <a:r>
              <a:rPr lang="fr-FR" dirty="0"/>
              <a:t> </a:t>
            </a:r>
            <a:r>
              <a:rPr lang="fr-FR" dirty="0" err="1"/>
              <a:t>facilis</a:t>
            </a:r>
            <a:r>
              <a:rPr lang="fr-FR" dirty="0"/>
              <a:t> est et </a:t>
            </a:r>
            <a:r>
              <a:rPr lang="fr-FR" dirty="0" err="1"/>
              <a:t>expedita</a:t>
            </a:r>
            <a:r>
              <a:rPr lang="fr-FR" dirty="0"/>
              <a:t> </a:t>
            </a:r>
            <a:r>
              <a:rPr lang="fr-FR" dirty="0" err="1"/>
              <a:t>distinctio</a:t>
            </a:r>
            <a:r>
              <a:rPr lang="fr-FR" dirty="0"/>
              <a:t>. Nam libero </a:t>
            </a:r>
            <a:r>
              <a:rPr lang="fr-FR" dirty="0" err="1"/>
              <a:t>tempore</a:t>
            </a:r>
            <a:r>
              <a:rPr lang="fr-FR" dirty="0"/>
              <a:t>, cum </a:t>
            </a:r>
            <a:r>
              <a:rPr lang="fr-FR" dirty="0" err="1"/>
              <a:t>soluta</a:t>
            </a:r>
            <a:r>
              <a:rPr lang="fr-FR" dirty="0"/>
              <a:t> </a:t>
            </a:r>
            <a:r>
              <a:rPr lang="fr-FR" dirty="0" err="1"/>
              <a:t>nobis</a:t>
            </a:r>
            <a:r>
              <a:rPr lang="fr-FR" dirty="0"/>
              <a:t> est </a:t>
            </a:r>
            <a:r>
              <a:rPr lang="fr-FR" dirty="0" err="1"/>
              <a:t>eligendi</a:t>
            </a:r>
            <a:r>
              <a:rPr lang="fr-FR" dirty="0"/>
              <a:t> </a:t>
            </a:r>
            <a:r>
              <a:rPr lang="fr-FR" dirty="0" err="1"/>
              <a:t>optio</a:t>
            </a:r>
            <a:r>
              <a:rPr lang="fr-FR" dirty="0"/>
              <a:t> </a:t>
            </a:r>
            <a:r>
              <a:rPr lang="fr-FR" dirty="0" err="1"/>
              <a:t>cumque</a:t>
            </a:r>
            <a:r>
              <a:rPr lang="fr-FR" dirty="0"/>
              <a:t> nihil </a:t>
            </a:r>
            <a:r>
              <a:rPr lang="fr-FR" dirty="0" err="1"/>
              <a:t>impedit</a:t>
            </a:r>
            <a:r>
              <a:rPr lang="fr-FR" dirty="0"/>
              <a:t> quo minus id</a:t>
            </a:r>
          </a:p>
        </p:txBody>
      </p:sp>
    </p:spTree>
    <p:extLst>
      <p:ext uri="{BB962C8B-B14F-4D97-AF65-F5344CB8AC3E}">
        <p14:creationId xmlns:p14="http://schemas.microsoft.com/office/powerpoint/2010/main" val="2134972545"/>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p:cSld name="Référence Vibrant 12">
    <p:spTree>
      <p:nvGrpSpPr>
        <p:cNvPr id="1" name=""/>
        <p:cNvGrpSpPr/>
        <p:nvPr/>
      </p:nvGrpSpPr>
      <p:grpSpPr>
        <a:xfrm>
          <a:off x="0" y="0"/>
          <a:ext cx="0" cy="0"/>
          <a:chOff x="0" y="0"/>
          <a:chExt cx="0" cy="0"/>
        </a:xfrm>
      </p:grpSpPr>
      <p:pic>
        <p:nvPicPr>
          <p:cNvPr id="17" name="Image 16">
            <a:extLst>
              <a:ext uri="{FF2B5EF4-FFF2-40B4-BE49-F238E27FC236}">
                <a16:creationId xmlns:a16="http://schemas.microsoft.com/office/drawing/2014/main" id="{E325A0B9-21A3-9A34-FBF7-D6585C2C6E7A}"/>
              </a:ext>
            </a:extLst>
          </p:cNvPr>
          <p:cNvPicPr>
            <a:picLocks noChangeAspect="1"/>
          </p:cNvPicPr>
          <p:nvPr/>
        </p:nvPicPr>
        <p:blipFill>
          <a:blip r:embed="rId2"/>
          <a:srcRect/>
          <a:stretch/>
        </p:blipFill>
        <p:spPr>
          <a:xfrm>
            <a:off x="0" y="0"/>
            <a:ext cx="12177433" cy="6857994"/>
          </a:xfrm>
          <a:prstGeom prst="rect">
            <a:avLst/>
          </a:prstGeom>
        </p:spPr>
      </p:pic>
      <p:sp>
        <p:nvSpPr>
          <p:cNvPr id="20" name="Espace réservé du texte 22">
            <a:extLst>
              <a:ext uri="{FF2B5EF4-FFF2-40B4-BE49-F238E27FC236}">
                <a16:creationId xmlns:a16="http://schemas.microsoft.com/office/drawing/2014/main" id="{8C8EBFD8-2352-3161-FECA-F5229C0183A6}"/>
              </a:ext>
            </a:extLst>
          </p:cNvPr>
          <p:cNvSpPr>
            <a:spLocks noGrp="1"/>
          </p:cNvSpPr>
          <p:nvPr>
            <p:ph type="body" sz="quarter" idx="17" hasCustomPrompt="1"/>
          </p:nvPr>
        </p:nvSpPr>
        <p:spPr>
          <a:xfrm>
            <a:off x="1139871" y="360437"/>
            <a:ext cx="9871029" cy="263149"/>
          </a:xfrm>
          <a:noFill/>
        </p:spPr>
        <p:txBody>
          <a:bodyPr wrap="square" anchor="b">
            <a:noAutofit/>
          </a:bodyPr>
          <a:lstStyle>
            <a:lvl1pPr marL="0" indent="0">
              <a:lnSpc>
                <a:spcPct val="120000"/>
              </a:lnSpc>
              <a:spcBef>
                <a:spcPts val="0"/>
              </a:spcBef>
              <a:spcAft>
                <a:spcPts val="600"/>
              </a:spcAft>
              <a:buNone/>
              <a:defRPr sz="1200" b="0">
                <a:solidFill>
                  <a:schemeClr val="tx2"/>
                </a:solidFill>
              </a:defRPr>
            </a:lvl1pPr>
          </a:lstStyle>
          <a:p>
            <a:pPr lvl="0"/>
            <a:r>
              <a:rPr lang="fr-FR" dirty="0"/>
              <a:t>Titre ici. Par exemple « Références »</a:t>
            </a:r>
          </a:p>
        </p:txBody>
      </p:sp>
      <p:sp>
        <p:nvSpPr>
          <p:cNvPr id="9" name="object 11">
            <a:extLst>
              <a:ext uri="{FF2B5EF4-FFF2-40B4-BE49-F238E27FC236}">
                <a16:creationId xmlns:a16="http://schemas.microsoft.com/office/drawing/2014/main" id="{E525BC6E-2964-D332-1C62-45EBEB8E3993}"/>
              </a:ext>
            </a:extLst>
          </p:cNvPr>
          <p:cNvSpPr/>
          <p:nvPr/>
        </p:nvSpPr>
        <p:spPr>
          <a:xfrm>
            <a:off x="11397941" y="0"/>
            <a:ext cx="794059" cy="6858000"/>
          </a:xfrm>
          <a:custGeom>
            <a:avLst/>
            <a:gdLst/>
            <a:ahLst/>
            <a:cxnLst/>
            <a:rect l="l" t="t" r="r" b="b"/>
            <a:pathLst>
              <a:path w="1309369" h="11308715">
                <a:moveTo>
                  <a:pt x="1308860" y="0"/>
                </a:moveTo>
                <a:lnTo>
                  <a:pt x="0" y="0"/>
                </a:lnTo>
                <a:lnTo>
                  <a:pt x="0" y="11308556"/>
                </a:lnTo>
                <a:lnTo>
                  <a:pt x="1308860" y="11308556"/>
                </a:lnTo>
                <a:lnTo>
                  <a:pt x="1308860" y="0"/>
                </a:lnTo>
                <a:close/>
              </a:path>
            </a:pathLst>
          </a:custGeom>
          <a:solidFill>
            <a:schemeClr val="bg1"/>
          </a:solidFill>
          <a:ln>
            <a:noFill/>
          </a:ln>
        </p:spPr>
        <p:txBody>
          <a:bodyPr wrap="square" lIns="0" tIns="0" rIns="0" bIns="0" rtlCol="0"/>
          <a:lstStyle/>
          <a:p>
            <a:endParaRPr sz="1092"/>
          </a:p>
        </p:txBody>
      </p:sp>
      <p:sp>
        <p:nvSpPr>
          <p:cNvPr id="10" name="object 14">
            <a:extLst>
              <a:ext uri="{FF2B5EF4-FFF2-40B4-BE49-F238E27FC236}">
                <a16:creationId xmlns:a16="http://schemas.microsoft.com/office/drawing/2014/main" id="{8BA12326-230F-9D3F-82FF-CE53BDE6EBB0}"/>
              </a:ext>
            </a:extLst>
          </p:cNvPr>
          <p:cNvSpPr/>
          <p:nvPr/>
        </p:nvSpPr>
        <p:spPr>
          <a:xfrm>
            <a:off x="11397456" y="6063824"/>
            <a:ext cx="794059" cy="0"/>
          </a:xfrm>
          <a:custGeom>
            <a:avLst/>
            <a:gdLst/>
            <a:ahLst/>
            <a:cxnLst/>
            <a:rect l="l" t="t" r="r" b="b"/>
            <a:pathLst>
              <a:path w="1309369">
                <a:moveTo>
                  <a:pt x="0" y="0"/>
                </a:moveTo>
                <a:lnTo>
                  <a:pt x="1308860" y="0"/>
                </a:lnTo>
              </a:path>
            </a:pathLst>
          </a:custGeom>
          <a:ln w="7853">
            <a:solidFill>
              <a:schemeClr val="tx1"/>
            </a:solidFill>
          </a:ln>
        </p:spPr>
        <p:txBody>
          <a:bodyPr wrap="square" lIns="0" tIns="0" rIns="0" bIns="0" rtlCol="0"/>
          <a:lstStyle/>
          <a:p>
            <a:endParaRPr sz="1092"/>
          </a:p>
        </p:txBody>
      </p:sp>
      <p:pic>
        <p:nvPicPr>
          <p:cNvPr id="11" name="Graphique 10">
            <a:extLst>
              <a:ext uri="{FF2B5EF4-FFF2-40B4-BE49-F238E27FC236}">
                <a16:creationId xmlns:a16="http://schemas.microsoft.com/office/drawing/2014/main" id="{43227A06-CA95-6957-2CB0-52D85AF0600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646607" y="6340088"/>
            <a:ext cx="330919" cy="214383"/>
          </a:xfrm>
          <a:prstGeom prst="rect">
            <a:avLst/>
          </a:prstGeom>
        </p:spPr>
      </p:pic>
      <p:sp>
        <p:nvSpPr>
          <p:cNvPr id="12" name="Espace réservé du pied de page 4">
            <a:extLst>
              <a:ext uri="{FF2B5EF4-FFF2-40B4-BE49-F238E27FC236}">
                <a16:creationId xmlns:a16="http://schemas.microsoft.com/office/drawing/2014/main" id="{4FCA31FA-9CE2-8C32-9888-B19F1690B386}"/>
              </a:ext>
            </a:extLst>
          </p:cNvPr>
          <p:cNvSpPr>
            <a:spLocks noGrp="1"/>
          </p:cNvSpPr>
          <p:nvPr>
            <p:ph type="ftr" sz="quarter" idx="3"/>
          </p:nvPr>
        </p:nvSpPr>
        <p:spPr>
          <a:xfrm rot="16200000">
            <a:off x="9737570" y="2572960"/>
            <a:ext cx="4114800" cy="365125"/>
          </a:xfrm>
          <a:prstGeom prst="rect">
            <a:avLst/>
          </a:prstGeom>
        </p:spPr>
        <p:txBody>
          <a:bodyPr vert="horz" lIns="91440" tIns="45720" rIns="91440" bIns="45720" rtlCol="0" anchor="ctr"/>
          <a:lstStyle>
            <a:lvl1pPr>
              <a:defRPr lang="en-US" sz="728" dirty="0">
                <a:solidFill>
                  <a:schemeClr val="tx1"/>
                </a:solidFill>
                <a:latin typeface="Poppins" pitchFamily="2" charset="77"/>
                <a:cs typeface="Poppins" pitchFamily="2" charset="77"/>
              </a:defRPr>
            </a:lvl1pPr>
          </a:lstStyle>
          <a:p>
            <a:pPr algn="r"/>
            <a:r>
              <a:rPr lang="fr-FR"/>
              <a:t>Architectes des grandes transformations</a:t>
            </a:r>
            <a:endParaRPr lang="fr-US"/>
          </a:p>
        </p:txBody>
      </p:sp>
      <p:sp>
        <p:nvSpPr>
          <p:cNvPr id="13" name="Espace réservé du numéro de diapositive 18">
            <a:extLst>
              <a:ext uri="{FF2B5EF4-FFF2-40B4-BE49-F238E27FC236}">
                <a16:creationId xmlns:a16="http://schemas.microsoft.com/office/drawing/2014/main" id="{5B03BE07-9B8C-BE2D-5BFB-A7E222709A10}"/>
              </a:ext>
            </a:extLst>
          </p:cNvPr>
          <p:cNvSpPr>
            <a:spLocks noGrp="1"/>
          </p:cNvSpPr>
          <p:nvPr>
            <p:ph type="sldNum" sz="quarter" idx="4"/>
          </p:nvPr>
        </p:nvSpPr>
        <p:spPr>
          <a:xfrm>
            <a:off x="11588253" y="165403"/>
            <a:ext cx="420073" cy="365125"/>
          </a:xfrm>
          <a:prstGeom prst="rect">
            <a:avLst/>
          </a:prstGeom>
        </p:spPr>
        <p:txBody>
          <a:bodyPr/>
          <a:lstStyle>
            <a:lvl1pPr algn="ctr">
              <a:defRPr lang="en-US" sz="800" b="1" smtClean="0">
                <a:solidFill>
                  <a:schemeClr val="tx1"/>
                </a:solidFill>
                <a:latin typeface="Poppins" pitchFamily="2" charset="77"/>
                <a:cs typeface="Poppins" pitchFamily="2" charset="77"/>
              </a:defRPr>
            </a:lvl1pPr>
          </a:lstStyle>
          <a:p>
            <a:fld id="{8042310B-17DC-C845-9B99-8FE29D3E9696}" type="slidenum">
              <a:rPr lang="fr-FR" smtClean="0"/>
              <a:pPr/>
              <a:t>‹N°›</a:t>
            </a:fld>
            <a:endParaRPr lang="fr-FR" dirty="0"/>
          </a:p>
        </p:txBody>
      </p:sp>
      <p:sp>
        <p:nvSpPr>
          <p:cNvPr id="14" name="Titre 17">
            <a:extLst>
              <a:ext uri="{FF2B5EF4-FFF2-40B4-BE49-F238E27FC236}">
                <a16:creationId xmlns:a16="http://schemas.microsoft.com/office/drawing/2014/main" id="{C6E97956-5CB5-059F-8A13-0729F8E85970}"/>
              </a:ext>
            </a:extLst>
          </p:cNvPr>
          <p:cNvSpPr>
            <a:spLocks noGrp="1"/>
          </p:cNvSpPr>
          <p:nvPr>
            <p:ph type="title" hasCustomPrompt="1"/>
          </p:nvPr>
        </p:nvSpPr>
        <p:spPr>
          <a:xfrm>
            <a:off x="1139871" y="1726354"/>
            <a:ext cx="4079829" cy="291618"/>
          </a:xfrm>
          <a:noFill/>
        </p:spPr>
        <p:txBody>
          <a:bodyPr wrap="square" anchor="ctr" anchorCtr="0">
            <a:spAutoFit/>
          </a:bodyPr>
          <a:lstStyle>
            <a:lvl1pPr>
              <a:lnSpc>
                <a:spcPct val="90000"/>
              </a:lnSpc>
              <a:spcAft>
                <a:spcPts val="600"/>
              </a:spcAft>
              <a:defRPr sz="1400">
                <a:solidFill>
                  <a:schemeClr val="tx1"/>
                </a:solidFill>
              </a:defRPr>
            </a:lvl1pPr>
          </a:lstStyle>
          <a:p>
            <a:r>
              <a:rPr lang="fr-FR" dirty="0"/>
              <a:t>Titre ici. Exemple « La nature du projet »</a:t>
            </a:r>
          </a:p>
        </p:txBody>
      </p:sp>
      <p:sp>
        <p:nvSpPr>
          <p:cNvPr id="15" name="Espace réservé du texte 2">
            <a:extLst>
              <a:ext uri="{FF2B5EF4-FFF2-40B4-BE49-F238E27FC236}">
                <a16:creationId xmlns:a16="http://schemas.microsoft.com/office/drawing/2014/main" id="{39E1A152-B321-C6A4-2795-E7078D5EB395}"/>
              </a:ext>
            </a:extLst>
          </p:cNvPr>
          <p:cNvSpPr>
            <a:spLocks noGrp="1"/>
          </p:cNvSpPr>
          <p:nvPr>
            <p:ph idx="1" hasCustomPrompt="1"/>
          </p:nvPr>
        </p:nvSpPr>
        <p:spPr>
          <a:xfrm>
            <a:off x="1149927" y="2017972"/>
            <a:ext cx="4069773" cy="1912062"/>
          </a:xfrm>
          <a:prstGeom prst="rect">
            <a:avLst/>
          </a:prstGeom>
        </p:spPr>
        <p:txBody>
          <a:bodyPr vert="horz" wrap="square" lIns="91440" tIns="45720" rIns="91440" bIns="45720" rtlCol="0">
            <a:spAutoFit/>
          </a:bodyPr>
          <a:lstStyle>
            <a:lvl1pPr marL="0" indent="0">
              <a:lnSpc>
                <a:spcPct val="120000"/>
              </a:lnSpc>
              <a:spcBef>
                <a:spcPts val="0"/>
              </a:spcBef>
              <a:buClr>
                <a:schemeClr val="tx2"/>
              </a:buClr>
              <a:buNone/>
              <a:defRPr lang="fr-FR" dirty="0">
                <a:solidFill>
                  <a:schemeClr val="tx1"/>
                </a:solidFill>
                <a:latin typeface="Poppins" pitchFamily="2" charset="77"/>
                <a:cs typeface="Poppins" pitchFamily="2" charset="77"/>
              </a:defRPr>
            </a:lvl1pPr>
            <a:lvl2pPr>
              <a:lnSpc>
                <a:spcPct val="120000"/>
              </a:lnSpc>
              <a:spcBef>
                <a:spcPts val="0"/>
              </a:spcBef>
              <a:buClr>
                <a:schemeClr val="tx2"/>
              </a:buClr>
              <a:defRPr lang="fr-FR" dirty="0">
                <a:solidFill>
                  <a:schemeClr val="bg1"/>
                </a:solidFill>
                <a:latin typeface="Poppins" pitchFamily="2" charset="77"/>
                <a:cs typeface="Poppins" pitchFamily="2" charset="77"/>
              </a:defRPr>
            </a:lvl2pPr>
            <a:lvl3pPr>
              <a:lnSpc>
                <a:spcPct val="120000"/>
              </a:lnSpc>
              <a:spcBef>
                <a:spcPts val="0"/>
              </a:spcBef>
              <a:buClr>
                <a:schemeClr val="tx2"/>
              </a:buClr>
              <a:defRPr lang="fr-FR" dirty="0">
                <a:solidFill>
                  <a:schemeClr val="bg1"/>
                </a:solidFill>
                <a:latin typeface="Poppins" pitchFamily="2" charset="77"/>
                <a:cs typeface="Poppins" pitchFamily="2" charset="77"/>
              </a:defRPr>
            </a:lvl3pPr>
            <a:lvl4pPr>
              <a:lnSpc>
                <a:spcPct val="120000"/>
              </a:lnSpc>
              <a:spcBef>
                <a:spcPts val="0"/>
              </a:spcBef>
              <a:buClr>
                <a:schemeClr val="tx2"/>
              </a:buClr>
              <a:defRPr lang="fr-FR" dirty="0">
                <a:solidFill>
                  <a:schemeClr val="bg1"/>
                </a:solidFill>
                <a:latin typeface="Poppins" pitchFamily="2" charset="77"/>
                <a:cs typeface="Poppins" pitchFamily="2" charset="77"/>
              </a:defRPr>
            </a:lvl4pPr>
            <a:lvl5pPr>
              <a:lnSpc>
                <a:spcPct val="120000"/>
              </a:lnSpc>
              <a:spcBef>
                <a:spcPts val="0"/>
              </a:spcBef>
              <a:buClr>
                <a:schemeClr val="tx2"/>
              </a:buClr>
              <a:defRPr lang="fr-FR" dirty="0">
                <a:solidFill>
                  <a:schemeClr val="bg1"/>
                </a:solidFill>
                <a:latin typeface="Poppins" pitchFamily="2" charset="77"/>
                <a:cs typeface="Poppins" pitchFamily="2" charset="77"/>
              </a:defRPr>
            </a:lvl5pPr>
          </a:lstStyle>
          <a:p>
            <a:pPr lvl="0">
              <a:spcAft>
                <a:spcPts val="600"/>
              </a:spcAft>
            </a:pPr>
            <a:r>
              <a:rPr lang="fr-FR" dirty="0"/>
              <a:t>At </a:t>
            </a:r>
            <a:r>
              <a:rPr lang="fr-FR" dirty="0" err="1"/>
              <a:t>vero</a:t>
            </a:r>
            <a:r>
              <a:rPr lang="fr-FR" dirty="0"/>
              <a:t> </a:t>
            </a:r>
            <a:r>
              <a:rPr lang="fr-FR" dirty="0" err="1"/>
              <a:t>eos</a:t>
            </a:r>
            <a:r>
              <a:rPr lang="fr-FR" dirty="0"/>
              <a:t> et </a:t>
            </a:r>
            <a:r>
              <a:rPr lang="fr-FR" dirty="0" err="1"/>
              <a:t>accusamus</a:t>
            </a:r>
            <a:r>
              <a:rPr lang="fr-FR" dirty="0"/>
              <a:t> et </a:t>
            </a:r>
            <a:r>
              <a:rPr lang="fr-FR" dirty="0" err="1"/>
              <a:t>iusto</a:t>
            </a:r>
            <a:r>
              <a:rPr lang="fr-FR" dirty="0"/>
              <a:t> </a:t>
            </a:r>
            <a:r>
              <a:rPr lang="fr-FR" dirty="0" err="1"/>
              <a:t>odio</a:t>
            </a:r>
            <a:r>
              <a:rPr lang="fr-FR" dirty="0"/>
              <a:t> </a:t>
            </a:r>
            <a:r>
              <a:rPr lang="fr-FR" dirty="0" err="1"/>
              <a:t>dignissimos</a:t>
            </a:r>
            <a:r>
              <a:rPr lang="fr-FR" dirty="0"/>
              <a:t> </a:t>
            </a:r>
            <a:r>
              <a:rPr lang="fr-FR" dirty="0" err="1"/>
              <a:t>ducimus</a:t>
            </a:r>
            <a:r>
              <a:rPr lang="fr-FR" dirty="0"/>
              <a:t> qui </a:t>
            </a:r>
            <a:r>
              <a:rPr lang="fr-FR" dirty="0" err="1"/>
              <a:t>blanditiis</a:t>
            </a:r>
            <a:r>
              <a:rPr lang="fr-FR" dirty="0"/>
              <a:t> </a:t>
            </a:r>
            <a:r>
              <a:rPr lang="fr-FR" dirty="0" err="1"/>
              <a:t>praesentium</a:t>
            </a:r>
            <a:r>
              <a:rPr lang="fr-FR" dirty="0"/>
              <a:t> </a:t>
            </a:r>
            <a:r>
              <a:rPr lang="fr-FR" dirty="0" err="1"/>
              <a:t>voluptatum</a:t>
            </a:r>
            <a:r>
              <a:rPr lang="fr-FR" dirty="0"/>
              <a:t> </a:t>
            </a:r>
            <a:r>
              <a:rPr lang="fr-FR" dirty="0" err="1"/>
              <a:t>deleniti</a:t>
            </a:r>
            <a:r>
              <a:rPr lang="fr-FR" dirty="0"/>
              <a:t> </a:t>
            </a:r>
            <a:r>
              <a:rPr lang="fr-FR" dirty="0" err="1"/>
              <a:t>atque</a:t>
            </a:r>
            <a:r>
              <a:rPr lang="fr-FR" dirty="0"/>
              <a:t> </a:t>
            </a:r>
            <a:r>
              <a:rPr lang="fr-FR" dirty="0" err="1"/>
              <a:t>corrupti</a:t>
            </a:r>
            <a:r>
              <a:rPr lang="fr-FR" dirty="0"/>
              <a:t> </a:t>
            </a:r>
            <a:r>
              <a:rPr lang="fr-FR" dirty="0" err="1"/>
              <a:t>quos</a:t>
            </a:r>
            <a:r>
              <a:rPr lang="fr-FR" dirty="0"/>
              <a:t> </a:t>
            </a:r>
            <a:r>
              <a:rPr lang="fr-FR" dirty="0" err="1"/>
              <a:t>dolores</a:t>
            </a:r>
            <a:r>
              <a:rPr lang="fr-FR" dirty="0"/>
              <a:t> et </a:t>
            </a:r>
            <a:r>
              <a:rPr lang="fr-FR" dirty="0" err="1"/>
              <a:t>quas</a:t>
            </a:r>
            <a:r>
              <a:rPr lang="fr-FR" dirty="0"/>
              <a:t> </a:t>
            </a:r>
            <a:r>
              <a:rPr lang="fr-FR" dirty="0" err="1"/>
              <a:t>molestias</a:t>
            </a:r>
            <a:r>
              <a:rPr lang="fr-FR" dirty="0"/>
              <a:t> </a:t>
            </a:r>
            <a:r>
              <a:rPr lang="fr-FR" dirty="0" err="1"/>
              <a:t>excepturi</a:t>
            </a:r>
            <a:r>
              <a:rPr lang="fr-FR" dirty="0"/>
              <a:t> </a:t>
            </a:r>
            <a:r>
              <a:rPr lang="fr-FR" dirty="0" err="1"/>
              <a:t>sint</a:t>
            </a:r>
            <a:r>
              <a:rPr lang="fr-FR" dirty="0"/>
              <a:t> </a:t>
            </a:r>
            <a:r>
              <a:rPr lang="fr-FR" dirty="0" err="1"/>
              <a:t>occaecati</a:t>
            </a:r>
            <a:r>
              <a:rPr lang="fr-FR" dirty="0"/>
              <a:t> </a:t>
            </a:r>
            <a:r>
              <a:rPr lang="fr-FR" dirty="0" err="1"/>
              <a:t>cupiditate</a:t>
            </a:r>
            <a:r>
              <a:rPr lang="fr-FR" dirty="0"/>
              <a:t> non provident, </a:t>
            </a:r>
            <a:r>
              <a:rPr lang="fr-FR" dirty="0" err="1"/>
              <a:t>similique</a:t>
            </a:r>
            <a:r>
              <a:rPr lang="fr-FR" dirty="0"/>
              <a:t> </a:t>
            </a:r>
            <a:r>
              <a:rPr lang="fr-FR" dirty="0" err="1"/>
              <a:t>sunt</a:t>
            </a:r>
            <a:r>
              <a:rPr lang="fr-FR" dirty="0"/>
              <a:t> in culpa qui officia </a:t>
            </a:r>
            <a:r>
              <a:rPr lang="fr-FR" dirty="0" err="1"/>
              <a:t>deserunt</a:t>
            </a:r>
            <a:r>
              <a:rPr lang="fr-FR" dirty="0"/>
              <a:t> </a:t>
            </a:r>
            <a:r>
              <a:rPr lang="fr-FR" dirty="0" err="1"/>
              <a:t>mollitia</a:t>
            </a:r>
            <a:r>
              <a:rPr lang="fr-FR" dirty="0"/>
              <a:t> </a:t>
            </a:r>
            <a:r>
              <a:rPr lang="fr-FR" dirty="0" err="1"/>
              <a:t>animi</a:t>
            </a:r>
            <a:r>
              <a:rPr lang="fr-FR" dirty="0"/>
              <a:t>, id est </a:t>
            </a:r>
            <a:r>
              <a:rPr lang="fr-FR" dirty="0" err="1"/>
              <a:t>laborum</a:t>
            </a:r>
            <a:r>
              <a:rPr lang="fr-FR" dirty="0"/>
              <a:t> et </a:t>
            </a:r>
            <a:r>
              <a:rPr lang="fr-FR" dirty="0" err="1"/>
              <a:t>dolorum</a:t>
            </a:r>
            <a:r>
              <a:rPr lang="fr-FR" dirty="0"/>
              <a:t> </a:t>
            </a:r>
            <a:r>
              <a:rPr lang="fr-FR" dirty="0" err="1"/>
              <a:t>fuga</a:t>
            </a:r>
            <a:r>
              <a:rPr lang="fr-FR" dirty="0"/>
              <a:t>. Et </a:t>
            </a:r>
            <a:r>
              <a:rPr lang="fr-FR" dirty="0" err="1"/>
              <a:t>harum</a:t>
            </a:r>
            <a:r>
              <a:rPr lang="fr-FR" dirty="0"/>
              <a:t> </a:t>
            </a:r>
            <a:r>
              <a:rPr lang="fr-FR" dirty="0" err="1"/>
              <a:t>quidem</a:t>
            </a:r>
            <a:r>
              <a:rPr lang="fr-FR" dirty="0"/>
              <a:t> </a:t>
            </a:r>
            <a:r>
              <a:rPr lang="fr-FR" dirty="0" err="1"/>
              <a:t>rerum</a:t>
            </a:r>
            <a:r>
              <a:rPr lang="fr-FR" dirty="0"/>
              <a:t> </a:t>
            </a:r>
            <a:r>
              <a:rPr lang="fr-FR" dirty="0" err="1"/>
              <a:t>facilis</a:t>
            </a:r>
            <a:r>
              <a:rPr lang="fr-FR" dirty="0"/>
              <a:t> est et </a:t>
            </a:r>
            <a:r>
              <a:rPr lang="fr-FR" dirty="0" err="1"/>
              <a:t>expedita</a:t>
            </a:r>
            <a:r>
              <a:rPr lang="fr-FR" dirty="0"/>
              <a:t> </a:t>
            </a:r>
            <a:r>
              <a:rPr lang="fr-FR" dirty="0" err="1"/>
              <a:t>distinctio</a:t>
            </a:r>
            <a:r>
              <a:rPr lang="fr-FR" dirty="0"/>
              <a:t>. Nam libero </a:t>
            </a:r>
            <a:r>
              <a:rPr lang="fr-FR" dirty="0" err="1"/>
              <a:t>tempore</a:t>
            </a:r>
            <a:r>
              <a:rPr lang="fr-FR" dirty="0"/>
              <a:t>, cum </a:t>
            </a:r>
            <a:r>
              <a:rPr lang="fr-FR" dirty="0" err="1"/>
              <a:t>soluta</a:t>
            </a:r>
            <a:r>
              <a:rPr lang="fr-FR" dirty="0"/>
              <a:t> </a:t>
            </a:r>
            <a:r>
              <a:rPr lang="fr-FR" dirty="0" err="1"/>
              <a:t>nobis</a:t>
            </a:r>
            <a:r>
              <a:rPr lang="fr-FR" dirty="0"/>
              <a:t> est </a:t>
            </a:r>
            <a:r>
              <a:rPr lang="fr-FR" dirty="0" err="1"/>
              <a:t>eligendi</a:t>
            </a:r>
            <a:r>
              <a:rPr lang="fr-FR" dirty="0"/>
              <a:t> </a:t>
            </a:r>
            <a:r>
              <a:rPr lang="fr-FR" dirty="0" err="1"/>
              <a:t>optio</a:t>
            </a:r>
            <a:r>
              <a:rPr lang="fr-FR" dirty="0"/>
              <a:t> </a:t>
            </a:r>
            <a:r>
              <a:rPr lang="fr-FR" dirty="0" err="1"/>
              <a:t>cumque</a:t>
            </a:r>
            <a:r>
              <a:rPr lang="fr-FR" dirty="0"/>
              <a:t> nihil </a:t>
            </a:r>
            <a:r>
              <a:rPr lang="fr-FR" dirty="0" err="1"/>
              <a:t>impedit</a:t>
            </a:r>
            <a:r>
              <a:rPr lang="fr-FR" dirty="0"/>
              <a:t> quo minus id</a:t>
            </a:r>
          </a:p>
        </p:txBody>
      </p:sp>
    </p:spTree>
    <p:extLst>
      <p:ext uri="{BB962C8B-B14F-4D97-AF65-F5344CB8AC3E}">
        <p14:creationId xmlns:p14="http://schemas.microsoft.com/office/powerpoint/2010/main" val="844189279"/>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p:cSld name="Référence Vibrant 13">
    <p:spTree>
      <p:nvGrpSpPr>
        <p:cNvPr id="1" name=""/>
        <p:cNvGrpSpPr/>
        <p:nvPr/>
      </p:nvGrpSpPr>
      <p:grpSpPr>
        <a:xfrm>
          <a:off x="0" y="0"/>
          <a:ext cx="0" cy="0"/>
          <a:chOff x="0" y="0"/>
          <a:chExt cx="0" cy="0"/>
        </a:xfrm>
      </p:grpSpPr>
      <p:pic>
        <p:nvPicPr>
          <p:cNvPr id="17" name="Image 16">
            <a:extLst>
              <a:ext uri="{FF2B5EF4-FFF2-40B4-BE49-F238E27FC236}">
                <a16:creationId xmlns:a16="http://schemas.microsoft.com/office/drawing/2014/main" id="{E325A0B9-21A3-9A34-FBF7-D6585C2C6E7A}"/>
              </a:ext>
            </a:extLst>
          </p:cNvPr>
          <p:cNvPicPr>
            <a:picLocks noChangeAspect="1"/>
          </p:cNvPicPr>
          <p:nvPr/>
        </p:nvPicPr>
        <p:blipFill>
          <a:blip r:embed="rId2"/>
          <a:srcRect/>
          <a:stretch/>
        </p:blipFill>
        <p:spPr>
          <a:xfrm>
            <a:off x="0" y="-1"/>
            <a:ext cx="12177433" cy="6857997"/>
          </a:xfrm>
          <a:prstGeom prst="rect">
            <a:avLst/>
          </a:prstGeom>
        </p:spPr>
      </p:pic>
      <p:sp>
        <p:nvSpPr>
          <p:cNvPr id="20" name="Espace réservé du texte 22">
            <a:extLst>
              <a:ext uri="{FF2B5EF4-FFF2-40B4-BE49-F238E27FC236}">
                <a16:creationId xmlns:a16="http://schemas.microsoft.com/office/drawing/2014/main" id="{8C8EBFD8-2352-3161-FECA-F5229C0183A6}"/>
              </a:ext>
            </a:extLst>
          </p:cNvPr>
          <p:cNvSpPr>
            <a:spLocks noGrp="1"/>
          </p:cNvSpPr>
          <p:nvPr>
            <p:ph type="body" sz="quarter" idx="17" hasCustomPrompt="1"/>
          </p:nvPr>
        </p:nvSpPr>
        <p:spPr>
          <a:xfrm>
            <a:off x="1139871" y="360437"/>
            <a:ext cx="9871029" cy="263149"/>
          </a:xfrm>
          <a:noFill/>
        </p:spPr>
        <p:txBody>
          <a:bodyPr wrap="square" anchor="b">
            <a:noAutofit/>
          </a:bodyPr>
          <a:lstStyle>
            <a:lvl1pPr marL="0" indent="0">
              <a:lnSpc>
                <a:spcPct val="120000"/>
              </a:lnSpc>
              <a:spcBef>
                <a:spcPts val="0"/>
              </a:spcBef>
              <a:spcAft>
                <a:spcPts val="600"/>
              </a:spcAft>
              <a:buNone/>
              <a:defRPr sz="1200" b="0">
                <a:solidFill>
                  <a:schemeClr val="bg1"/>
                </a:solidFill>
              </a:defRPr>
            </a:lvl1pPr>
          </a:lstStyle>
          <a:p>
            <a:pPr lvl="0"/>
            <a:r>
              <a:rPr lang="fr-FR" dirty="0"/>
              <a:t>Titre ici. Par exemple « Références »</a:t>
            </a:r>
          </a:p>
        </p:txBody>
      </p:sp>
      <p:sp>
        <p:nvSpPr>
          <p:cNvPr id="9" name="object 11">
            <a:extLst>
              <a:ext uri="{FF2B5EF4-FFF2-40B4-BE49-F238E27FC236}">
                <a16:creationId xmlns:a16="http://schemas.microsoft.com/office/drawing/2014/main" id="{E525BC6E-2964-D332-1C62-45EBEB8E3993}"/>
              </a:ext>
            </a:extLst>
          </p:cNvPr>
          <p:cNvSpPr/>
          <p:nvPr/>
        </p:nvSpPr>
        <p:spPr>
          <a:xfrm>
            <a:off x="11397941" y="0"/>
            <a:ext cx="794059" cy="6858000"/>
          </a:xfrm>
          <a:custGeom>
            <a:avLst/>
            <a:gdLst/>
            <a:ahLst/>
            <a:cxnLst/>
            <a:rect l="l" t="t" r="r" b="b"/>
            <a:pathLst>
              <a:path w="1309369" h="11308715">
                <a:moveTo>
                  <a:pt x="1308860" y="0"/>
                </a:moveTo>
                <a:lnTo>
                  <a:pt x="0" y="0"/>
                </a:lnTo>
                <a:lnTo>
                  <a:pt x="0" y="11308556"/>
                </a:lnTo>
                <a:lnTo>
                  <a:pt x="1308860" y="11308556"/>
                </a:lnTo>
                <a:lnTo>
                  <a:pt x="1308860" y="0"/>
                </a:lnTo>
                <a:close/>
              </a:path>
            </a:pathLst>
          </a:custGeom>
          <a:solidFill>
            <a:schemeClr val="bg1"/>
          </a:solidFill>
          <a:ln>
            <a:noFill/>
          </a:ln>
        </p:spPr>
        <p:txBody>
          <a:bodyPr wrap="square" lIns="0" tIns="0" rIns="0" bIns="0" rtlCol="0"/>
          <a:lstStyle/>
          <a:p>
            <a:endParaRPr sz="1092"/>
          </a:p>
        </p:txBody>
      </p:sp>
      <p:sp>
        <p:nvSpPr>
          <p:cNvPr id="10" name="object 14">
            <a:extLst>
              <a:ext uri="{FF2B5EF4-FFF2-40B4-BE49-F238E27FC236}">
                <a16:creationId xmlns:a16="http://schemas.microsoft.com/office/drawing/2014/main" id="{8BA12326-230F-9D3F-82FF-CE53BDE6EBB0}"/>
              </a:ext>
            </a:extLst>
          </p:cNvPr>
          <p:cNvSpPr/>
          <p:nvPr/>
        </p:nvSpPr>
        <p:spPr>
          <a:xfrm>
            <a:off x="11397456" y="6063824"/>
            <a:ext cx="794059" cy="0"/>
          </a:xfrm>
          <a:custGeom>
            <a:avLst/>
            <a:gdLst/>
            <a:ahLst/>
            <a:cxnLst/>
            <a:rect l="l" t="t" r="r" b="b"/>
            <a:pathLst>
              <a:path w="1309369">
                <a:moveTo>
                  <a:pt x="0" y="0"/>
                </a:moveTo>
                <a:lnTo>
                  <a:pt x="1308860" y="0"/>
                </a:lnTo>
              </a:path>
            </a:pathLst>
          </a:custGeom>
          <a:ln w="7853">
            <a:solidFill>
              <a:schemeClr val="tx1"/>
            </a:solidFill>
          </a:ln>
        </p:spPr>
        <p:txBody>
          <a:bodyPr wrap="square" lIns="0" tIns="0" rIns="0" bIns="0" rtlCol="0"/>
          <a:lstStyle/>
          <a:p>
            <a:endParaRPr sz="1092"/>
          </a:p>
        </p:txBody>
      </p:sp>
      <p:pic>
        <p:nvPicPr>
          <p:cNvPr id="11" name="Graphique 10">
            <a:extLst>
              <a:ext uri="{FF2B5EF4-FFF2-40B4-BE49-F238E27FC236}">
                <a16:creationId xmlns:a16="http://schemas.microsoft.com/office/drawing/2014/main" id="{43227A06-CA95-6957-2CB0-52D85AF0600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646607" y="6340088"/>
            <a:ext cx="330919" cy="214383"/>
          </a:xfrm>
          <a:prstGeom prst="rect">
            <a:avLst/>
          </a:prstGeom>
        </p:spPr>
      </p:pic>
      <p:sp>
        <p:nvSpPr>
          <p:cNvPr id="12" name="Espace réservé du pied de page 4">
            <a:extLst>
              <a:ext uri="{FF2B5EF4-FFF2-40B4-BE49-F238E27FC236}">
                <a16:creationId xmlns:a16="http://schemas.microsoft.com/office/drawing/2014/main" id="{4FCA31FA-9CE2-8C32-9888-B19F1690B386}"/>
              </a:ext>
            </a:extLst>
          </p:cNvPr>
          <p:cNvSpPr>
            <a:spLocks noGrp="1"/>
          </p:cNvSpPr>
          <p:nvPr>
            <p:ph type="ftr" sz="quarter" idx="3"/>
          </p:nvPr>
        </p:nvSpPr>
        <p:spPr>
          <a:xfrm rot="16200000">
            <a:off x="9737570" y="2572960"/>
            <a:ext cx="4114800" cy="365125"/>
          </a:xfrm>
          <a:prstGeom prst="rect">
            <a:avLst/>
          </a:prstGeom>
        </p:spPr>
        <p:txBody>
          <a:bodyPr vert="horz" lIns="91440" tIns="45720" rIns="91440" bIns="45720" rtlCol="0" anchor="ctr"/>
          <a:lstStyle>
            <a:lvl1pPr>
              <a:defRPr lang="en-US" sz="728" dirty="0">
                <a:solidFill>
                  <a:schemeClr val="tx1"/>
                </a:solidFill>
                <a:latin typeface="Poppins" pitchFamily="2" charset="77"/>
                <a:cs typeface="Poppins" pitchFamily="2" charset="77"/>
              </a:defRPr>
            </a:lvl1pPr>
          </a:lstStyle>
          <a:p>
            <a:pPr algn="r"/>
            <a:r>
              <a:rPr lang="fr-FR"/>
              <a:t>Architectes des grandes transformations</a:t>
            </a:r>
            <a:endParaRPr lang="fr-US"/>
          </a:p>
        </p:txBody>
      </p:sp>
      <p:sp>
        <p:nvSpPr>
          <p:cNvPr id="13" name="Espace réservé du numéro de diapositive 18">
            <a:extLst>
              <a:ext uri="{FF2B5EF4-FFF2-40B4-BE49-F238E27FC236}">
                <a16:creationId xmlns:a16="http://schemas.microsoft.com/office/drawing/2014/main" id="{5B03BE07-9B8C-BE2D-5BFB-A7E222709A10}"/>
              </a:ext>
            </a:extLst>
          </p:cNvPr>
          <p:cNvSpPr>
            <a:spLocks noGrp="1"/>
          </p:cNvSpPr>
          <p:nvPr>
            <p:ph type="sldNum" sz="quarter" idx="4"/>
          </p:nvPr>
        </p:nvSpPr>
        <p:spPr>
          <a:xfrm>
            <a:off x="11588253" y="165403"/>
            <a:ext cx="420073" cy="365125"/>
          </a:xfrm>
          <a:prstGeom prst="rect">
            <a:avLst/>
          </a:prstGeom>
        </p:spPr>
        <p:txBody>
          <a:bodyPr/>
          <a:lstStyle>
            <a:lvl1pPr algn="ctr">
              <a:defRPr lang="en-US" sz="800" b="1" smtClean="0">
                <a:solidFill>
                  <a:schemeClr val="tx1"/>
                </a:solidFill>
                <a:latin typeface="Poppins" pitchFamily="2" charset="77"/>
                <a:cs typeface="Poppins" pitchFamily="2" charset="77"/>
              </a:defRPr>
            </a:lvl1pPr>
          </a:lstStyle>
          <a:p>
            <a:fld id="{8042310B-17DC-C845-9B99-8FE29D3E9696}" type="slidenum">
              <a:rPr lang="fr-FR" smtClean="0"/>
              <a:pPr/>
              <a:t>‹N°›</a:t>
            </a:fld>
            <a:endParaRPr lang="fr-FR" dirty="0"/>
          </a:p>
        </p:txBody>
      </p:sp>
      <p:sp>
        <p:nvSpPr>
          <p:cNvPr id="14" name="Titre 17">
            <a:extLst>
              <a:ext uri="{FF2B5EF4-FFF2-40B4-BE49-F238E27FC236}">
                <a16:creationId xmlns:a16="http://schemas.microsoft.com/office/drawing/2014/main" id="{C6E97956-5CB5-059F-8A13-0729F8E85970}"/>
              </a:ext>
            </a:extLst>
          </p:cNvPr>
          <p:cNvSpPr>
            <a:spLocks noGrp="1"/>
          </p:cNvSpPr>
          <p:nvPr>
            <p:ph type="title" hasCustomPrompt="1"/>
          </p:nvPr>
        </p:nvSpPr>
        <p:spPr>
          <a:xfrm>
            <a:off x="1139871" y="1726354"/>
            <a:ext cx="4079829" cy="291618"/>
          </a:xfrm>
          <a:noFill/>
        </p:spPr>
        <p:txBody>
          <a:bodyPr wrap="square" anchor="ctr" anchorCtr="0">
            <a:spAutoFit/>
          </a:bodyPr>
          <a:lstStyle>
            <a:lvl1pPr>
              <a:lnSpc>
                <a:spcPct val="90000"/>
              </a:lnSpc>
              <a:spcAft>
                <a:spcPts val="600"/>
              </a:spcAft>
              <a:defRPr sz="1400">
                <a:solidFill>
                  <a:schemeClr val="tx1"/>
                </a:solidFill>
              </a:defRPr>
            </a:lvl1pPr>
          </a:lstStyle>
          <a:p>
            <a:r>
              <a:rPr lang="fr-FR" dirty="0"/>
              <a:t>Titre ici. Exemple « La nature du projet »</a:t>
            </a:r>
          </a:p>
        </p:txBody>
      </p:sp>
      <p:sp>
        <p:nvSpPr>
          <p:cNvPr id="15" name="Espace réservé du texte 2">
            <a:extLst>
              <a:ext uri="{FF2B5EF4-FFF2-40B4-BE49-F238E27FC236}">
                <a16:creationId xmlns:a16="http://schemas.microsoft.com/office/drawing/2014/main" id="{39E1A152-B321-C6A4-2795-E7078D5EB395}"/>
              </a:ext>
            </a:extLst>
          </p:cNvPr>
          <p:cNvSpPr>
            <a:spLocks noGrp="1"/>
          </p:cNvSpPr>
          <p:nvPr>
            <p:ph idx="1" hasCustomPrompt="1"/>
          </p:nvPr>
        </p:nvSpPr>
        <p:spPr>
          <a:xfrm>
            <a:off x="1149927" y="2017972"/>
            <a:ext cx="4069773" cy="1912062"/>
          </a:xfrm>
          <a:prstGeom prst="rect">
            <a:avLst/>
          </a:prstGeom>
        </p:spPr>
        <p:txBody>
          <a:bodyPr vert="horz" wrap="square" lIns="91440" tIns="45720" rIns="91440" bIns="45720" rtlCol="0">
            <a:spAutoFit/>
          </a:bodyPr>
          <a:lstStyle>
            <a:lvl1pPr marL="0" indent="0">
              <a:lnSpc>
                <a:spcPct val="120000"/>
              </a:lnSpc>
              <a:spcBef>
                <a:spcPts val="0"/>
              </a:spcBef>
              <a:buClr>
                <a:schemeClr val="tx2"/>
              </a:buClr>
              <a:buNone/>
              <a:defRPr lang="fr-FR" dirty="0">
                <a:solidFill>
                  <a:schemeClr val="tx1"/>
                </a:solidFill>
                <a:latin typeface="Poppins" pitchFamily="2" charset="77"/>
                <a:cs typeface="Poppins" pitchFamily="2" charset="77"/>
              </a:defRPr>
            </a:lvl1pPr>
            <a:lvl2pPr>
              <a:lnSpc>
                <a:spcPct val="120000"/>
              </a:lnSpc>
              <a:spcBef>
                <a:spcPts val="0"/>
              </a:spcBef>
              <a:buClr>
                <a:schemeClr val="tx2"/>
              </a:buClr>
              <a:defRPr lang="fr-FR" dirty="0">
                <a:solidFill>
                  <a:schemeClr val="bg1"/>
                </a:solidFill>
                <a:latin typeface="Poppins" pitchFamily="2" charset="77"/>
                <a:cs typeface="Poppins" pitchFamily="2" charset="77"/>
              </a:defRPr>
            </a:lvl2pPr>
            <a:lvl3pPr>
              <a:lnSpc>
                <a:spcPct val="120000"/>
              </a:lnSpc>
              <a:spcBef>
                <a:spcPts val="0"/>
              </a:spcBef>
              <a:buClr>
                <a:schemeClr val="tx2"/>
              </a:buClr>
              <a:defRPr lang="fr-FR" dirty="0">
                <a:solidFill>
                  <a:schemeClr val="bg1"/>
                </a:solidFill>
                <a:latin typeface="Poppins" pitchFamily="2" charset="77"/>
                <a:cs typeface="Poppins" pitchFamily="2" charset="77"/>
              </a:defRPr>
            </a:lvl3pPr>
            <a:lvl4pPr>
              <a:lnSpc>
                <a:spcPct val="120000"/>
              </a:lnSpc>
              <a:spcBef>
                <a:spcPts val="0"/>
              </a:spcBef>
              <a:buClr>
                <a:schemeClr val="tx2"/>
              </a:buClr>
              <a:defRPr lang="fr-FR" dirty="0">
                <a:solidFill>
                  <a:schemeClr val="bg1"/>
                </a:solidFill>
                <a:latin typeface="Poppins" pitchFamily="2" charset="77"/>
                <a:cs typeface="Poppins" pitchFamily="2" charset="77"/>
              </a:defRPr>
            </a:lvl4pPr>
            <a:lvl5pPr>
              <a:lnSpc>
                <a:spcPct val="120000"/>
              </a:lnSpc>
              <a:spcBef>
                <a:spcPts val="0"/>
              </a:spcBef>
              <a:buClr>
                <a:schemeClr val="tx2"/>
              </a:buClr>
              <a:defRPr lang="fr-FR" dirty="0">
                <a:solidFill>
                  <a:schemeClr val="bg1"/>
                </a:solidFill>
                <a:latin typeface="Poppins" pitchFamily="2" charset="77"/>
                <a:cs typeface="Poppins" pitchFamily="2" charset="77"/>
              </a:defRPr>
            </a:lvl5pPr>
          </a:lstStyle>
          <a:p>
            <a:pPr lvl="0">
              <a:spcAft>
                <a:spcPts val="600"/>
              </a:spcAft>
            </a:pPr>
            <a:r>
              <a:rPr lang="fr-FR" dirty="0"/>
              <a:t>At </a:t>
            </a:r>
            <a:r>
              <a:rPr lang="fr-FR" dirty="0" err="1"/>
              <a:t>vero</a:t>
            </a:r>
            <a:r>
              <a:rPr lang="fr-FR" dirty="0"/>
              <a:t> </a:t>
            </a:r>
            <a:r>
              <a:rPr lang="fr-FR" dirty="0" err="1"/>
              <a:t>eos</a:t>
            </a:r>
            <a:r>
              <a:rPr lang="fr-FR" dirty="0"/>
              <a:t> et </a:t>
            </a:r>
            <a:r>
              <a:rPr lang="fr-FR" dirty="0" err="1"/>
              <a:t>accusamus</a:t>
            </a:r>
            <a:r>
              <a:rPr lang="fr-FR" dirty="0"/>
              <a:t> et </a:t>
            </a:r>
            <a:r>
              <a:rPr lang="fr-FR" dirty="0" err="1"/>
              <a:t>iusto</a:t>
            </a:r>
            <a:r>
              <a:rPr lang="fr-FR" dirty="0"/>
              <a:t> </a:t>
            </a:r>
            <a:r>
              <a:rPr lang="fr-FR" dirty="0" err="1"/>
              <a:t>odio</a:t>
            </a:r>
            <a:r>
              <a:rPr lang="fr-FR" dirty="0"/>
              <a:t> </a:t>
            </a:r>
            <a:r>
              <a:rPr lang="fr-FR" dirty="0" err="1"/>
              <a:t>dignissimos</a:t>
            </a:r>
            <a:r>
              <a:rPr lang="fr-FR" dirty="0"/>
              <a:t> </a:t>
            </a:r>
            <a:r>
              <a:rPr lang="fr-FR" dirty="0" err="1"/>
              <a:t>ducimus</a:t>
            </a:r>
            <a:r>
              <a:rPr lang="fr-FR" dirty="0"/>
              <a:t> qui </a:t>
            </a:r>
            <a:r>
              <a:rPr lang="fr-FR" dirty="0" err="1"/>
              <a:t>blanditiis</a:t>
            </a:r>
            <a:r>
              <a:rPr lang="fr-FR" dirty="0"/>
              <a:t> </a:t>
            </a:r>
            <a:r>
              <a:rPr lang="fr-FR" dirty="0" err="1"/>
              <a:t>praesentium</a:t>
            </a:r>
            <a:r>
              <a:rPr lang="fr-FR" dirty="0"/>
              <a:t> </a:t>
            </a:r>
            <a:r>
              <a:rPr lang="fr-FR" dirty="0" err="1"/>
              <a:t>voluptatum</a:t>
            </a:r>
            <a:r>
              <a:rPr lang="fr-FR" dirty="0"/>
              <a:t> </a:t>
            </a:r>
            <a:r>
              <a:rPr lang="fr-FR" dirty="0" err="1"/>
              <a:t>deleniti</a:t>
            </a:r>
            <a:r>
              <a:rPr lang="fr-FR" dirty="0"/>
              <a:t> </a:t>
            </a:r>
            <a:r>
              <a:rPr lang="fr-FR" dirty="0" err="1"/>
              <a:t>atque</a:t>
            </a:r>
            <a:r>
              <a:rPr lang="fr-FR" dirty="0"/>
              <a:t> </a:t>
            </a:r>
            <a:r>
              <a:rPr lang="fr-FR" dirty="0" err="1"/>
              <a:t>corrupti</a:t>
            </a:r>
            <a:r>
              <a:rPr lang="fr-FR" dirty="0"/>
              <a:t> </a:t>
            </a:r>
            <a:r>
              <a:rPr lang="fr-FR" dirty="0" err="1"/>
              <a:t>quos</a:t>
            </a:r>
            <a:r>
              <a:rPr lang="fr-FR" dirty="0"/>
              <a:t> </a:t>
            </a:r>
            <a:r>
              <a:rPr lang="fr-FR" dirty="0" err="1"/>
              <a:t>dolores</a:t>
            </a:r>
            <a:r>
              <a:rPr lang="fr-FR" dirty="0"/>
              <a:t> et </a:t>
            </a:r>
            <a:r>
              <a:rPr lang="fr-FR" dirty="0" err="1"/>
              <a:t>quas</a:t>
            </a:r>
            <a:r>
              <a:rPr lang="fr-FR" dirty="0"/>
              <a:t> </a:t>
            </a:r>
            <a:r>
              <a:rPr lang="fr-FR" dirty="0" err="1"/>
              <a:t>molestias</a:t>
            </a:r>
            <a:r>
              <a:rPr lang="fr-FR" dirty="0"/>
              <a:t> </a:t>
            </a:r>
            <a:r>
              <a:rPr lang="fr-FR" dirty="0" err="1"/>
              <a:t>excepturi</a:t>
            </a:r>
            <a:r>
              <a:rPr lang="fr-FR" dirty="0"/>
              <a:t> </a:t>
            </a:r>
            <a:r>
              <a:rPr lang="fr-FR" dirty="0" err="1"/>
              <a:t>sint</a:t>
            </a:r>
            <a:r>
              <a:rPr lang="fr-FR" dirty="0"/>
              <a:t> </a:t>
            </a:r>
            <a:r>
              <a:rPr lang="fr-FR" dirty="0" err="1"/>
              <a:t>occaecati</a:t>
            </a:r>
            <a:r>
              <a:rPr lang="fr-FR" dirty="0"/>
              <a:t> </a:t>
            </a:r>
            <a:r>
              <a:rPr lang="fr-FR" dirty="0" err="1"/>
              <a:t>cupiditate</a:t>
            </a:r>
            <a:r>
              <a:rPr lang="fr-FR" dirty="0"/>
              <a:t> non provident, </a:t>
            </a:r>
            <a:r>
              <a:rPr lang="fr-FR" dirty="0" err="1"/>
              <a:t>similique</a:t>
            </a:r>
            <a:r>
              <a:rPr lang="fr-FR" dirty="0"/>
              <a:t> </a:t>
            </a:r>
            <a:r>
              <a:rPr lang="fr-FR" dirty="0" err="1"/>
              <a:t>sunt</a:t>
            </a:r>
            <a:r>
              <a:rPr lang="fr-FR" dirty="0"/>
              <a:t> in culpa qui officia </a:t>
            </a:r>
            <a:r>
              <a:rPr lang="fr-FR" dirty="0" err="1"/>
              <a:t>deserunt</a:t>
            </a:r>
            <a:r>
              <a:rPr lang="fr-FR" dirty="0"/>
              <a:t> </a:t>
            </a:r>
            <a:r>
              <a:rPr lang="fr-FR" dirty="0" err="1"/>
              <a:t>mollitia</a:t>
            </a:r>
            <a:r>
              <a:rPr lang="fr-FR" dirty="0"/>
              <a:t> </a:t>
            </a:r>
            <a:r>
              <a:rPr lang="fr-FR" dirty="0" err="1"/>
              <a:t>animi</a:t>
            </a:r>
            <a:r>
              <a:rPr lang="fr-FR" dirty="0"/>
              <a:t>, id est </a:t>
            </a:r>
            <a:r>
              <a:rPr lang="fr-FR" dirty="0" err="1"/>
              <a:t>laborum</a:t>
            </a:r>
            <a:r>
              <a:rPr lang="fr-FR" dirty="0"/>
              <a:t> et </a:t>
            </a:r>
            <a:r>
              <a:rPr lang="fr-FR" dirty="0" err="1"/>
              <a:t>dolorum</a:t>
            </a:r>
            <a:r>
              <a:rPr lang="fr-FR" dirty="0"/>
              <a:t> </a:t>
            </a:r>
            <a:r>
              <a:rPr lang="fr-FR" dirty="0" err="1"/>
              <a:t>fuga</a:t>
            </a:r>
            <a:r>
              <a:rPr lang="fr-FR" dirty="0"/>
              <a:t>. Et </a:t>
            </a:r>
            <a:r>
              <a:rPr lang="fr-FR" dirty="0" err="1"/>
              <a:t>harum</a:t>
            </a:r>
            <a:r>
              <a:rPr lang="fr-FR" dirty="0"/>
              <a:t> </a:t>
            </a:r>
            <a:r>
              <a:rPr lang="fr-FR" dirty="0" err="1"/>
              <a:t>quidem</a:t>
            </a:r>
            <a:r>
              <a:rPr lang="fr-FR" dirty="0"/>
              <a:t> </a:t>
            </a:r>
            <a:r>
              <a:rPr lang="fr-FR" dirty="0" err="1"/>
              <a:t>rerum</a:t>
            </a:r>
            <a:r>
              <a:rPr lang="fr-FR" dirty="0"/>
              <a:t> </a:t>
            </a:r>
            <a:r>
              <a:rPr lang="fr-FR" dirty="0" err="1"/>
              <a:t>facilis</a:t>
            </a:r>
            <a:r>
              <a:rPr lang="fr-FR" dirty="0"/>
              <a:t> est et </a:t>
            </a:r>
            <a:r>
              <a:rPr lang="fr-FR" dirty="0" err="1"/>
              <a:t>expedita</a:t>
            </a:r>
            <a:r>
              <a:rPr lang="fr-FR" dirty="0"/>
              <a:t> </a:t>
            </a:r>
            <a:r>
              <a:rPr lang="fr-FR" dirty="0" err="1"/>
              <a:t>distinctio</a:t>
            </a:r>
            <a:r>
              <a:rPr lang="fr-FR" dirty="0"/>
              <a:t>. Nam libero </a:t>
            </a:r>
            <a:r>
              <a:rPr lang="fr-FR" dirty="0" err="1"/>
              <a:t>tempore</a:t>
            </a:r>
            <a:r>
              <a:rPr lang="fr-FR" dirty="0"/>
              <a:t>, cum </a:t>
            </a:r>
            <a:r>
              <a:rPr lang="fr-FR" dirty="0" err="1"/>
              <a:t>soluta</a:t>
            </a:r>
            <a:r>
              <a:rPr lang="fr-FR" dirty="0"/>
              <a:t> </a:t>
            </a:r>
            <a:r>
              <a:rPr lang="fr-FR" dirty="0" err="1"/>
              <a:t>nobis</a:t>
            </a:r>
            <a:r>
              <a:rPr lang="fr-FR" dirty="0"/>
              <a:t> est </a:t>
            </a:r>
            <a:r>
              <a:rPr lang="fr-FR" dirty="0" err="1"/>
              <a:t>eligendi</a:t>
            </a:r>
            <a:r>
              <a:rPr lang="fr-FR" dirty="0"/>
              <a:t> </a:t>
            </a:r>
            <a:r>
              <a:rPr lang="fr-FR" dirty="0" err="1"/>
              <a:t>optio</a:t>
            </a:r>
            <a:r>
              <a:rPr lang="fr-FR" dirty="0"/>
              <a:t> </a:t>
            </a:r>
            <a:r>
              <a:rPr lang="fr-FR" dirty="0" err="1"/>
              <a:t>cumque</a:t>
            </a:r>
            <a:r>
              <a:rPr lang="fr-FR" dirty="0"/>
              <a:t> nihil </a:t>
            </a:r>
            <a:r>
              <a:rPr lang="fr-FR" dirty="0" err="1"/>
              <a:t>impedit</a:t>
            </a:r>
            <a:r>
              <a:rPr lang="fr-FR" dirty="0"/>
              <a:t> quo minus id</a:t>
            </a:r>
          </a:p>
        </p:txBody>
      </p:sp>
    </p:spTree>
    <p:extLst>
      <p:ext uri="{BB962C8B-B14F-4D97-AF65-F5344CB8AC3E}">
        <p14:creationId xmlns:p14="http://schemas.microsoft.com/office/powerpoint/2010/main" val="1371612788"/>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p:cSld name="Référence Vibrant 14">
    <p:spTree>
      <p:nvGrpSpPr>
        <p:cNvPr id="1" name=""/>
        <p:cNvGrpSpPr/>
        <p:nvPr/>
      </p:nvGrpSpPr>
      <p:grpSpPr>
        <a:xfrm>
          <a:off x="0" y="0"/>
          <a:ext cx="0" cy="0"/>
          <a:chOff x="0" y="0"/>
          <a:chExt cx="0" cy="0"/>
        </a:xfrm>
      </p:grpSpPr>
      <p:pic>
        <p:nvPicPr>
          <p:cNvPr id="17" name="Image 16">
            <a:extLst>
              <a:ext uri="{FF2B5EF4-FFF2-40B4-BE49-F238E27FC236}">
                <a16:creationId xmlns:a16="http://schemas.microsoft.com/office/drawing/2014/main" id="{E325A0B9-21A3-9A34-FBF7-D6585C2C6E7A}"/>
              </a:ext>
            </a:extLst>
          </p:cNvPr>
          <p:cNvPicPr>
            <a:picLocks noChangeAspect="1"/>
          </p:cNvPicPr>
          <p:nvPr/>
        </p:nvPicPr>
        <p:blipFill>
          <a:blip r:embed="rId2"/>
          <a:srcRect/>
          <a:stretch/>
        </p:blipFill>
        <p:spPr>
          <a:xfrm>
            <a:off x="0" y="0"/>
            <a:ext cx="12177433" cy="6858000"/>
          </a:xfrm>
          <a:prstGeom prst="rect">
            <a:avLst/>
          </a:prstGeom>
        </p:spPr>
      </p:pic>
      <p:sp>
        <p:nvSpPr>
          <p:cNvPr id="20" name="Espace réservé du texte 22">
            <a:extLst>
              <a:ext uri="{FF2B5EF4-FFF2-40B4-BE49-F238E27FC236}">
                <a16:creationId xmlns:a16="http://schemas.microsoft.com/office/drawing/2014/main" id="{8C8EBFD8-2352-3161-FECA-F5229C0183A6}"/>
              </a:ext>
            </a:extLst>
          </p:cNvPr>
          <p:cNvSpPr>
            <a:spLocks noGrp="1"/>
          </p:cNvSpPr>
          <p:nvPr>
            <p:ph type="body" sz="quarter" idx="17" hasCustomPrompt="1"/>
          </p:nvPr>
        </p:nvSpPr>
        <p:spPr>
          <a:xfrm>
            <a:off x="1139871" y="360437"/>
            <a:ext cx="9871029" cy="263149"/>
          </a:xfrm>
          <a:noFill/>
        </p:spPr>
        <p:txBody>
          <a:bodyPr wrap="square" anchor="b">
            <a:noAutofit/>
          </a:bodyPr>
          <a:lstStyle>
            <a:lvl1pPr marL="0" indent="0">
              <a:lnSpc>
                <a:spcPct val="120000"/>
              </a:lnSpc>
              <a:spcBef>
                <a:spcPts val="0"/>
              </a:spcBef>
              <a:spcAft>
                <a:spcPts val="600"/>
              </a:spcAft>
              <a:buNone/>
              <a:defRPr sz="1200" b="0">
                <a:solidFill>
                  <a:schemeClr val="bg1"/>
                </a:solidFill>
              </a:defRPr>
            </a:lvl1pPr>
          </a:lstStyle>
          <a:p>
            <a:pPr lvl="0"/>
            <a:r>
              <a:rPr lang="fr-FR" dirty="0"/>
              <a:t>Titre ici. Par exemple « Références »</a:t>
            </a:r>
          </a:p>
        </p:txBody>
      </p:sp>
      <p:sp>
        <p:nvSpPr>
          <p:cNvPr id="9" name="object 11">
            <a:extLst>
              <a:ext uri="{FF2B5EF4-FFF2-40B4-BE49-F238E27FC236}">
                <a16:creationId xmlns:a16="http://schemas.microsoft.com/office/drawing/2014/main" id="{E525BC6E-2964-D332-1C62-45EBEB8E3993}"/>
              </a:ext>
            </a:extLst>
          </p:cNvPr>
          <p:cNvSpPr/>
          <p:nvPr/>
        </p:nvSpPr>
        <p:spPr>
          <a:xfrm>
            <a:off x="11397941" y="0"/>
            <a:ext cx="794059" cy="6858000"/>
          </a:xfrm>
          <a:custGeom>
            <a:avLst/>
            <a:gdLst/>
            <a:ahLst/>
            <a:cxnLst/>
            <a:rect l="l" t="t" r="r" b="b"/>
            <a:pathLst>
              <a:path w="1309369" h="11308715">
                <a:moveTo>
                  <a:pt x="1308860" y="0"/>
                </a:moveTo>
                <a:lnTo>
                  <a:pt x="0" y="0"/>
                </a:lnTo>
                <a:lnTo>
                  <a:pt x="0" y="11308556"/>
                </a:lnTo>
                <a:lnTo>
                  <a:pt x="1308860" y="11308556"/>
                </a:lnTo>
                <a:lnTo>
                  <a:pt x="1308860" y="0"/>
                </a:lnTo>
                <a:close/>
              </a:path>
            </a:pathLst>
          </a:custGeom>
          <a:solidFill>
            <a:schemeClr val="bg1"/>
          </a:solidFill>
          <a:ln>
            <a:noFill/>
          </a:ln>
        </p:spPr>
        <p:txBody>
          <a:bodyPr wrap="square" lIns="0" tIns="0" rIns="0" bIns="0" rtlCol="0"/>
          <a:lstStyle/>
          <a:p>
            <a:endParaRPr sz="1092"/>
          </a:p>
        </p:txBody>
      </p:sp>
      <p:sp>
        <p:nvSpPr>
          <p:cNvPr id="10" name="object 14">
            <a:extLst>
              <a:ext uri="{FF2B5EF4-FFF2-40B4-BE49-F238E27FC236}">
                <a16:creationId xmlns:a16="http://schemas.microsoft.com/office/drawing/2014/main" id="{8BA12326-230F-9D3F-82FF-CE53BDE6EBB0}"/>
              </a:ext>
            </a:extLst>
          </p:cNvPr>
          <p:cNvSpPr/>
          <p:nvPr/>
        </p:nvSpPr>
        <p:spPr>
          <a:xfrm>
            <a:off x="11397456" y="6063824"/>
            <a:ext cx="794059" cy="0"/>
          </a:xfrm>
          <a:custGeom>
            <a:avLst/>
            <a:gdLst/>
            <a:ahLst/>
            <a:cxnLst/>
            <a:rect l="l" t="t" r="r" b="b"/>
            <a:pathLst>
              <a:path w="1309369">
                <a:moveTo>
                  <a:pt x="0" y="0"/>
                </a:moveTo>
                <a:lnTo>
                  <a:pt x="1308860" y="0"/>
                </a:lnTo>
              </a:path>
            </a:pathLst>
          </a:custGeom>
          <a:ln w="7853">
            <a:solidFill>
              <a:schemeClr val="tx1"/>
            </a:solidFill>
          </a:ln>
        </p:spPr>
        <p:txBody>
          <a:bodyPr wrap="square" lIns="0" tIns="0" rIns="0" bIns="0" rtlCol="0"/>
          <a:lstStyle/>
          <a:p>
            <a:endParaRPr sz="1092"/>
          </a:p>
        </p:txBody>
      </p:sp>
      <p:pic>
        <p:nvPicPr>
          <p:cNvPr id="11" name="Graphique 10">
            <a:extLst>
              <a:ext uri="{FF2B5EF4-FFF2-40B4-BE49-F238E27FC236}">
                <a16:creationId xmlns:a16="http://schemas.microsoft.com/office/drawing/2014/main" id="{43227A06-CA95-6957-2CB0-52D85AF0600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646607" y="6340088"/>
            <a:ext cx="330919" cy="214383"/>
          </a:xfrm>
          <a:prstGeom prst="rect">
            <a:avLst/>
          </a:prstGeom>
        </p:spPr>
      </p:pic>
      <p:sp>
        <p:nvSpPr>
          <p:cNvPr id="12" name="Espace réservé du pied de page 4">
            <a:extLst>
              <a:ext uri="{FF2B5EF4-FFF2-40B4-BE49-F238E27FC236}">
                <a16:creationId xmlns:a16="http://schemas.microsoft.com/office/drawing/2014/main" id="{4FCA31FA-9CE2-8C32-9888-B19F1690B386}"/>
              </a:ext>
            </a:extLst>
          </p:cNvPr>
          <p:cNvSpPr>
            <a:spLocks noGrp="1"/>
          </p:cNvSpPr>
          <p:nvPr>
            <p:ph type="ftr" sz="quarter" idx="3"/>
          </p:nvPr>
        </p:nvSpPr>
        <p:spPr>
          <a:xfrm rot="16200000">
            <a:off x="9737570" y="2572960"/>
            <a:ext cx="4114800" cy="365125"/>
          </a:xfrm>
          <a:prstGeom prst="rect">
            <a:avLst/>
          </a:prstGeom>
        </p:spPr>
        <p:txBody>
          <a:bodyPr vert="horz" lIns="91440" tIns="45720" rIns="91440" bIns="45720" rtlCol="0" anchor="ctr"/>
          <a:lstStyle>
            <a:lvl1pPr>
              <a:defRPr lang="en-US" sz="728" dirty="0">
                <a:solidFill>
                  <a:schemeClr val="tx1"/>
                </a:solidFill>
                <a:latin typeface="Poppins" pitchFamily="2" charset="77"/>
                <a:cs typeface="Poppins" pitchFamily="2" charset="77"/>
              </a:defRPr>
            </a:lvl1pPr>
          </a:lstStyle>
          <a:p>
            <a:pPr algn="r"/>
            <a:r>
              <a:rPr lang="fr-FR"/>
              <a:t>Architectes des grandes transformations</a:t>
            </a:r>
            <a:endParaRPr lang="fr-US"/>
          </a:p>
        </p:txBody>
      </p:sp>
      <p:sp>
        <p:nvSpPr>
          <p:cNvPr id="13" name="Espace réservé du numéro de diapositive 18">
            <a:extLst>
              <a:ext uri="{FF2B5EF4-FFF2-40B4-BE49-F238E27FC236}">
                <a16:creationId xmlns:a16="http://schemas.microsoft.com/office/drawing/2014/main" id="{5B03BE07-9B8C-BE2D-5BFB-A7E222709A10}"/>
              </a:ext>
            </a:extLst>
          </p:cNvPr>
          <p:cNvSpPr>
            <a:spLocks noGrp="1"/>
          </p:cNvSpPr>
          <p:nvPr>
            <p:ph type="sldNum" sz="quarter" idx="4"/>
          </p:nvPr>
        </p:nvSpPr>
        <p:spPr>
          <a:xfrm>
            <a:off x="11588253" y="165403"/>
            <a:ext cx="420073" cy="365125"/>
          </a:xfrm>
          <a:prstGeom prst="rect">
            <a:avLst/>
          </a:prstGeom>
        </p:spPr>
        <p:txBody>
          <a:bodyPr/>
          <a:lstStyle>
            <a:lvl1pPr algn="ctr">
              <a:defRPr lang="en-US" sz="800" b="1" smtClean="0">
                <a:solidFill>
                  <a:schemeClr val="tx1"/>
                </a:solidFill>
                <a:latin typeface="Poppins" pitchFamily="2" charset="77"/>
                <a:cs typeface="Poppins" pitchFamily="2" charset="77"/>
              </a:defRPr>
            </a:lvl1pPr>
          </a:lstStyle>
          <a:p>
            <a:fld id="{8042310B-17DC-C845-9B99-8FE29D3E9696}" type="slidenum">
              <a:rPr lang="fr-FR" smtClean="0"/>
              <a:pPr/>
              <a:t>‹N°›</a:t>
            </a:fld>
            <a:endParaRPr lang="fr-FR" dirty="0"/>
          </a:p>
        </p:txBody>
      </p:sp>
      <p:sp>
        <p:nvSpPr>
          <p:cNvPr id="14" name="Titre 17">
            <a:extLst>
              <a:ext uri="{FF2B5EF4-FFF2-40B4-BE49-F238E27FC236}">
                <a16:creationId xmlns:a16="http://schemas.microsoft.com/office/drawing/2014/main" id="{C6E97956-5CB5-059F-8A13-0729F8E85970}"/>
              </a:ext>
            </a:extLst>
          </p:cNvPr>
          <p:cNvSpPr>
            <a:spLocks noGrp="1"/>
          </p:cNvSpPr>
          <p:nvPr>
            <p:ph type="title" hasCustomPrompt="1"/>
          </p:nvPr>
        </p:nvSpPr>
        <p:spPr>
          <a:xfrm>
            <a:off x="1139871" y="1726354"/>
            <a:ext cx="4079829" cy="291618"/>
          </a:xfrm>
          <a:noFill/>
        </p:spPr>
        <p:txBody>
          <a:bodyPr wrap="square" anchor="ctr" anchorCtr="0">
            <a:spAutoFit/>
          </a:bodyPr>
          <a:lstStyle>
            <a:lvl1pPr>
              <a:lnSpc>
                <a:spcPct val="90000"/>
              </a:lnSpc>
              <a:spcAft>
                <a:spcPts val="600"/>
              </a:spcAft>
              <a:defRPr sz="1400">
                <a:solidFill>
                  <a:schemeClr val="tx1"/>
                </a:solidFill>
              </a:defRPr>
            </a:lvl1pPr>
          </a:lstStyle>
          <a:p>
            <a:r>
              <a:rPr lang="fr-FR" dirty="0"/>
              <a:t>Titre ici. Exemple « La nature du projet »</a:t>
            </a:r>
          </a:p>
        </p:txBody>
      </p:sp>
      <p:sp>
        <p:nvSpPr>
          <p:cNvPr id="15" name="Espace réservé du texte 2">
            <a:extLst>
              <a:ext uri="{FF2B5EF4-FFF2-40B4-BE49-F238E27FC236}">
                <a16:creationId xmlns:a16="http://schemas.microsoft.com/office/drawing/2014/main" id="{39E1A152-B321-C6A4-2795-E7078D5EB395}"/>
              </a:ext>
            </a:extLst>
          </p:cNvPr>
          <p:cNvSpPr>
            <a:spLocks noGrp="1"/>
          </p:cNvSpPr>
          <p:nvPr>
            <p:ph idx="1" hasCustomPrompt="1"/>
          </p:nvPr>
        </p:nvSpPr>
        <p:spPr>
          <a:xfrm>
            <a:off x="1149927" y="2017972"/>
            <a:ext cx="4069773" cy="1912062"/>
          </a:xfrm>
          <a:prstGeom prst="rect">
            <a:avLst/>
          </a:prstGeom>
        </p:spPr>
        <p:txBody>
          <a:bodyPr vert="horz" wrap="square" lIns="91440" tIns="45720" rIns="91440" bIns="45720" rtlCol="0">
            <a:spAutoFit/>
          </a:bodyPr>
          <a:lstStyle>
            <a:lvl1pPr marL="0" indent="0">
              <a:lnSpc>
                <a:spcPct val="120000"/>
              </a:lnSpc>
              <a:spcBef>
                <a:spcPts val="0"/>
              </a:spcBef>
              <a:buClr>
                <a:schemeClr val="tx2"/>
              </a:buClr>
              <a:buNone/>
              <a:defRPr lang="fr-FR" dirty="0">
                <a:solidFill>
                  <a:schemeClr val="tx1"/>
                </a:solidFill>
                <a:latin typeface="Poppins" pitchFamily="2" charset="77"/>
                <a:cs typeface="Poppins" pitchFamily="2" charset="77"/>
              </a:defRPr>
            </a:lvl1pPr>
            <a:lvl2pPr>
              <a:lnSpc>
                <a:spcPct val="120000"/>
              </a:lnSpc>
              <a:spcBef>
                <a:spcPts val="0"/>
              </a:spcBef>
              <a:buClr>
                <a:schemeClr val="tx2"/>
              </a:buClr>
              <a:defRPr lang="fr-FR" dirty="0">
                <a:solidFill>
                  <a:schemeClr val="bg1"/>
                </a:solidFill>
                <a:latin typeface="Poppins" pitchFamily="2" charset="77"/>
                <a:cs typeface="Poppins" pitchFamily="2" charset="77"/>
              </a:defRPr>
            </a:lvl2pPr>
            <a:lvl3pPr>
              <a:lnSpc>
                <a:spcPct val="120000"/>
              </a:lnSpc>
              <a:spcBef>
                <a:spcPts val="0"/>
              </a:spcBef>
              <a:buClr>
                <a:schemeClr val="tx2"/>
              </a:buClr>
              <a:defRPr lang="fr-FR" dirty="0">
                <a:solidFill>
                  <a:schemeClr val="bg1"/>
                </a:solidFill>
                <a:latin typeface="Poppins" pitchFamily="2" charset="77"/>
                <a:cs typeface="Poppins" pitchFamily="2" charset="77"/>
              </a:defRPr>
            </a:lvl3pPr>
            <a:lvl4pPr>
              <a:lnSpc>
                <a:spcPct val="120000"/>
              </a:lnSpc>
              <a:spcBef>
                <a:spcPts val="0"/>
              </a:spcBef>
              <a:buClr>
                <a:schemeClr val="tx2"/>
              </a:buClr>
              <a:defRPr lang="fr-FR" dirty="0">
                <a:solidFill>
                  <a:schemeClr val="bg1"/>
                </a:solidFill>
                <a:latin typeface="Poppins" pitchFamily="2" charset="77"/>
                <a:cs typeface="Poppins" pitchFamily="2" charset="77"/>
              </a:defRPr>
            </a:lvl4pPr>
            <a:lvl5pPr>
              <a:lnSpc>
                <a:spcPct val="120000"/>
              </a:lnSpc>
              <a:spcBef>
                <a:spcPts val="0"/>
              </a:spcBef>
              <a:buClr>
                <a:schemeClr val="tx2"/>
              </a:buClr>
              <a:defRPr lang="fr-FR" dirty="0">
                <a:solidFill>
                  <a:schemeClr val="bg1"/>
                </a:solidFill>
                <a:latin typeface="Poppins" pitchFamily="2" charset="77"/>
                <a:cs typeface="Poppins" pitchFamily="2" charset="77"/>
              </a:defRPr>
            </a:lvl5pPr>
          </a:lstStyle>
          <a:p>
            <a:pPr lvl="0">
              <a:spcAft>
                <a:spcPts val="600"/>
              </a:spcAft>
            </a:pPr>
            <a:r>
              <a:rPr lang="fr-FR" dirty="0"/>
              <a:t>At </a:t>
            </a:r>
            <a:r>
              <a:rPr lang="fr-FR" dirty="0" err="1"/>
              <a:t>vero</a:t>
            </a:r>
            <a:r>
              <a:rPr lang="fr-FR" dirty="0"/>
              <a:t> </a:t>
            </a:r>
            <a:r>
              <a:rPr lang="fr-FR" dirty="0" err="1"/>
              <a:t>eos</a:t>
            </a:r>
            <a:r>
              <a:rPr lang="fr-FR" dirty="0"/>
              <a:t> et </a:t>
            </a:r>
            <a:r>
              <a:rPr lang="fr-FR" dirty="0" err="1"/>
              <a:t>accusamus</a:t>
            </a:r>
            <a:r>
              <a:rPr lang="fr-FR" dirty="0"/>
              <a:t> et </a:t>
            </a:r>
            <a:r>
              <a:rPr lang="fr-FR" dirty="0" err="1"/>
              <a:t>iusto</a:t>
            </a:r>
            <a:r>
              <a:rPr lang="fr-FR" dirty="0"/>
              <a:t> </a:t>
            </a:r>
            <a:r>
              <a:rPr lang="fr-FR" dirty="0" err="1"/>
              <a:t>odio</a:t>
            </a:r>
            <a:r>
              <a:rPr lang="fr-FR" dirty="0"/>
              <a:t> </a:t>
            </a:r>
            <a:r>
              <a:rPr lang="fr-FR" dirty="0" err="1"/>
              <a:t>dignissimos</a:t>
            </a:r>
            <a:r>
              <a:rPr lang="fr-FR" dirty="0"/>
              <a:t> </a:t>
            </a:r>
            <a:r>
              <a:rPr lang="fr-FR" dirty="0" err="1"/>
              <a:t>ducimus</a:t>
            </a:r>
            <a:r>
              <a:rPr lang="fr-FR" dirty="0"/>
              <a:t> qui </a:t>
            </a:r>
            <a:r>
              <a:rPr lang="fr-FR" dirty="0" err="1"/>
              <a:t>blanditiis</a:t>
            </a:r>
            <a:r>
              <a:rPr lang="fr-FR" dirty="0"/>
              <a:t> </a:t>
            </a:r>
            <a:r>
              <a:rPr lang="fr-FR" dirty="0" err="1"/>
              <a:t>praesentium</a:t>
            </a:r>
            <a:r>
              <a:rPr lang="fr-FR" dirty="0"/>
              <a:t> </a:t>
            </a:r>
            <a:r>
              <a:rPr lang="fr-FR" dirty="0" err="1"/>
              <a:t>voluptatum</a:t>
            </a:r>
            <a:r>
              <a:rPr lang="fr-FR" dirty="0"/>
              <a:t> </a:t>
            </a:r>
            <a:r>
              <a:rPr lang="fr-FR" dirty="0" err="1"/>
              <a:t>deleniti</a:t>
            </a:r>
            <a:r>
              <a:rPr lang="fr-FR" dirty="0"/>
              <a:t> </a:t>
            </a:r>
            <a:r>
              <a:rPr lang="fr-FR" dirty="0" err="1"/>
              <a:t>atque</a:t>
            </a:r>
            <a:r>
              <a:rPr lang="fr-FR" dirty="0"/>
              <a:t> </a:t>
            </a:r>
            <a:r>
              <a:rPr lang="fr-FR" dirty="0" err="1"/>
              <a:t>corrupti</a:t>
            </a:r>
            <a:r>
              <a:rPr lang="fr-FR" dirty="0"/>
              <a:t> </a:t>
            </a:r>
            <a:r>
              <a:rPr lang="fr-FR" dirty="0" err="1"/>
              <a:t>quos</a:t>
            </a:r>
            <a:r>
              <a:rPr lang="fr-FR" dirty="0"/>
              <a:t> </a:t>
            </a:r>
            <a:r>
              <a:rPr lang="fr-FR" dirty="0" err="1"/>
              <a:t>dolores</a:t>
            </a:r>
            <a:r>
              <a:rPr lang="fr-FR" dirty="0"/>
              <a:t> et </a:t>
            </a:r>
            <a:r>
              <a:rPr lang="fr-FR" dirty="0" err="1"/>
              <a:t>quas</a:t>
            </a:r>
            <a:r>
              <a:rPr lang="fr-FR" dirty="0"/>
              <a:t> </a:t>
            </a:r>
            <a:r>
              <a:rPr lang="fr-FR" dirty="0" err="1"/>
              <a:t>molestias</a:t>
            </a:r>
            <a:r>
              <a:rPr lang="fr-FR" dirty="0"/>
              <a:t> </a:t>
            </a:r>
            <a:r>
              <a:rPr lang="fr-FR" dirty="0" err="1"/>
              <a:t>excepturi</a:t>
            </a:r>
            <a:r>
              <a:rPr lang="fr-FR" dirty="0"/>
              <a:t> </a:t>
            </a:r>
            <a:r>
              <a:rPr lang="fr-FR" dirty="0" err="1"/>
              <a:t>sint</a:t>
            </a:r>
            <a:r>
              <a:rPr lang="fr-FR" dirty="0"/>
              <a:t> </a:t>
            </a:r>
            <a:r>
              <a:rPr lang="fr-FR" dirty="0" err="1"/>
              <a:t>occaecati</a:t>
            </a:r>
            <a:r>
              <a:rPr lang="fr-FR" dirty="0"/>
              <a:t> </a:t>
            </a:r>
            <a:r>
              <a:rPr lang="fr-FR" dirty="0" err="1"/>
              <a:t>cupiditate</a:t>
            </a:r>
            <a:r>
              <a:rPr lang="fr-FR" dirty="0"/>
              <a:t> non provident, </a:t>
            </a:r>
            <a:r>
              <a:rPr lang="fr-FR" dirty="0" err="1"/>
              <a:t>similique</a:t>
            </a:r>
            <a:r>
              <a:rPr lang="fr-FR" dirty="0"/>
              <a:t> </a:t>
            </a:r>
            <a:r>
              <a:rPr lang="fr-FR" dirty="0" err="1"/>
              <a:t>sunt</a:t>
            </a:r>
            <a:r>
              <a:rPr lang="fr-FR" dirty="0"/>
              <a:t> in culpa qui officia </a:t>
            </a:r>
            <a:r>
              <a:rPr lang="fr-FR" dirty="0" err="1"/>
              <a:t>deserunt</a:t>
            </a:r>
            <a:r>
              <a:rPr lang="fr-FR" dirty="0"/>
              <a:t> </a:t>
            </a:r>
            <a:r>
              <a:rPr lang="fr-FR" dirty="0" err="1"/>
              <a:t>mollitia</a:t>
            </a:r>
            <a:r>
              <a:rPr lang="fr-FR" dirty="0"/>
              <a:t> </a:t>
            </a:r>
            <a:r>
              <a:rPr lang="fr-FR" dirty="0" err="1"/>
              <a:t>animi</a:t>
            </a:r>
            <a:r>
              <a:rPr lang="fr-FR" dirty="0"/>
              <a:t>, id est </a:t>
            </a:r>
            <a:r>
              <a:rPr lang="fr-FR" dirty="0" err="1"/>
              <a:t>laborum</a:t>
            </a:r>
            <a:r>
              <a:rPr lang="fr-FR" dirty="0"/>
              <a:t> et </a:t>
            </a:r>
            <a:r>
              <a:rPr lang="fr-FR" dirty="0" err="1"/>
              <a:t>dolorum</a:t>
            </a:r>
            <a:r>
              <a:rPr lang="fr-FR" dirty="0"/>
              <a:t> </a:t>
            </a:r>
            <a:r>
              <a:rPr lang="fr-FR" dirty="0" err="1"/>
              <a:t>fuga</a:t>
            </a:r>
            <a:r>
              <a:rPr lang="fr-FR" dirty="0"/>
              <a:t>. Et </a:t>
            </a:r>
            <a:r>
              <a:rPr lang="fr-FR" dirty="0" err="1"/>
              <a:t>harum</a:t>
            </a:r>
            <a:r>
              <a:rPr lang="fr-FR" dirty="0"/>
              <a:t> </a:t>
            </a:r>
            <a:r>
              <a:rPr lang="fr-FR" dirty="0" err="1"/>
              <a:t>quidem</a:t>
            </a:r>
            <a:r>
              <a:rPr lang="fr-FR" dirty="0"/>
              <a:t> </a:t>
            </a:r>
            <a:r>
              <a:rPr lang="fr-FR" dirty="0" err="1"/>
              <a:t>rerum</a:t>
            </a:r>
            <a:r>
              <a:rPr lang="fr-FR" dirty="0"/>
              <a:t> </a:t>
            </a:r>
            <a:r>
              <a:rPr lang="fr-FR" dirty="0" err="1"/>
              <a:t>facilis</a:t>
            </a:r>
            <a:r>
              <a:rPr lang="fr-FR" dirty="0"/>
              <a:t> est et </a:t>
            </a:r>
            <a:r>
              <a:rPr lang="fr-FR" dirty="0" err="1"/>
              <a:t>expedita</a:t>
            </a:r>
            <a:r>
              <a:rPr lang="fr-FR" dirty="0"/>
              <a:t> </a:t>
            </a:r>
            <a:r>
              <a:rPr lang="fr-FR" dirty="0" err="1"/>
              <a:t>distinctio</a:t>
            </a:r>
            <a:r>
              <a:rPr lang="fr-FR" dirty="0"/>
              <a:t>. Nam libero </a:t>
            </a:r>
            <a:r>
              <a:rPr lang="fr-FR" dirty="0" err="1"/>
              <a:t>tempore</a:t>
            </a:r>
            <a:r>
              <a:rPr lang="fr-FR" dirty="0"/>
              <a:t>, cum </a:t>
            </a:r>
            <a:r>
              <a:rPr lang="fr-FR" dirty="0" err="1"/>
              <a:t>soluta</a:t>
            </a:r>
            <a:r>
              <a:rPr lang="fr-FR" dirty="0"/>
              <a:t> </a:t>
            </a:r>
            <a:r>
              <a:rPr lang="fr-FR" dirty="0" err="1"/>
              <a:t>nobis</a:t>
            </a:r>
            <a:r>
              <a:rPr lang="fr-FR" dirty="0"/>
              <a:t> est </a:t>
            </a:r>
            <a:r>
              <a:rPr lang="fr-FR" dirty="0" err="1"/>
              <a:t>eligendi</a:t>
            </a:r>
            <a:r>
              <a:rPr lang="fr-FR" dirty="0"/>
              <a:t> </a:t>
            </a:r>
            <a:r>
              <a:rPr lang="fr-FR" dirty="0" err="1"/>
              <a:t>optio</a:t>
            </a:r>
            <a:r>
              <a:rPr lang="fr-FR" dirty="0"/>
              <a:t> </a:t>
            </a:r>
            <a:r>
              <a:rPr lang="fr-FR" dirty="0" err="1"/>
              <a:t>cumque</a:t>
            </a:r>
            <a:r>
              <a:rPr lang="fr-FR" dirty="0"/>
              <a:t> nihil </a:t>
            </a:r>
            <a:r>
              <a:rPr lang="fr-FR" dirty="0" err="1"/>
              <a:t>impedit</a:t>
            </a:r>
            <a:r>
              <a:rPr lang="fr-FR" dirty="0"/>
              <a:t> quo minus id</a:t>
            </a:r>
          </a:p>
        </p:txBody>
      </p:sp>
    </p:spTree>
    <p:extLst>
      <p:ext uri="{BB962C8B-B14F-4D97-AF65-F5344CB8AC3E}">
        <p14:creationId xmlns:p14="http://schemas.microsoft.com/office/powerpoint/2010/main" val="1031235417"/>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p:cSld name="Référence Vibrant 15">
    <p:spTree>
      <p:nvGrpSpPr>
        <p:cNvPr id="1" name=""/>
        <p:cNvGrpSpPr/>
        <p:nvPr/>
      </p:nvGrpSpPr>
      <p:grpSpPr>
        <a:xfrm>
          <a:off x="0" y="0"/>
          <a:ext cx="0" cy="0"/>
          <a:chOff x="0" y="0"/>
          <a:chExt cx="0" cy="0"/>
        </a:xfrm>
      </p:grpSpPr>
      <p:pic>
        <p:nvPicPr>
          <p:cNvPr id="17" name="Image 16">
            <a:extLst>
              <a:ext uri="{FF2B5EF4-FFF2-40B4-BE49-F238E27FC236}">
                <a16:creationId xmlns:a16="http://schemas.microsoft.com/office/drawing/2014/main" id="{E325A0B9-21A3-9A34-FBF7-D6585C2C6E7A}"/>
              </a:ext>
            </a:extLst>
          </p:cNvPr>
          <p:cNvPicPr>
            <a:picLocks noChangeAspect="1"/>
          </p:cNvPicPr>
          <p:nvPr/>
        </p:nvPicPr>
        <p:blipFill>
          <a:blip r:embed="rId2"/>
          <a:srcRect/>
          <a:stretch/>
        </p:blipFill>
        <p:spPr>
          <a:xfrm>
            <a:off x="0" y="0"/>
            <a:ext cx="12177433" cy="6857994"/>
          </a:xfrm>
          <a:prstGeom prst="rect">
            <a:avLst/>
          </a:prstGeom>
        </p:spPr>
      </p:pic>
      <p:sp>
        <p:nvSpPr>
          <p:cNvPr id="20" name="Espace réservé du texte 22">
            <a:extLst>
              <a:ext uri="{FF2B5EF4-FFF2-40B4-BE49-F238E27FC236}">
                <a16:creationId xmlns:a16="http://schemas.microsoft.com/office/drawing/2014/main" id="{8C8EBFD8-2352-3161-FECA-F5229C0183A6}"/>
              </a:ext>
            </a:extLst>
          </p:cNvPr>
          <p:cNvSpPr>
            <a:spLocks noGrp="1"/>
          </p:cNvSpPr>
          <p:nvPr>
            <p:ph type="body" sz="quarter" idx="17" hasCustomPrompt="1"/>
          </p:nvPr>
        </p:nvSpPr>
        <p:spPr>
          <a:xfrm>
            <a:off x="1139871" y="360437"/>
            <a:ext cx="9871029" cy="263149"/>
          </a:xfrm>
          <a:noFill/>
        </p:spPr>
        <p:txBody>
          <a:bodyPr wrap="square" anchor="b">
            <a:noAutofit/>
          </a:bodyPr>
          <a:lstStyle>
            <a:lvl1pPr marL="0" indent="0">
              <a:lnSpc>
                <a:spcPct val="120000"/>
              </a:lnSpc>
              <a:spcBef>
                <a:spcPts val="0"/>
              </a:spcBef>
              <a:spcAft>
                <a:spcPts val="600"/>
              </a:spcAft>
              <a:buNone/>
              <a:defRPr sz="1200" b="0">
                <a:solidFill>
                  <a:schemeClr val="bg1"/>
                </a:solidFill>
              </a:defRPr>
            </a:lvl1pPr>
          </a:lstStyle>
          <a:p>
            <a:pPr lvl="0"/>
            <a:r>
              <a:rPr lang="fr-FR" dirty="0"/>
              <a:t>Titre ici. Par exemple « Références »</a:t>
            </a:r>
          </a:p>
        </p:txBody>
      </p:sp>
      <p:sp>
        <p:nvSpPr>
          <p:cNvPr id="9" name="object 11">
            <a:extLst>
              <a:ext uri="{FF2B5EF4-FFF2-40B4-BE49-F238E27FC236}">
                <a16:creationId xmlns:a16="http://schemas.microsoft.com/office/drawing/2014/main" id="{E525BC6E-2964-D332-1C62-45EBEB8E3993}"/>
              </a:ext>
            </a:extLst>
          </p:cNvPr>
          <p:cNvSpPr/>
          <p:nvPr/>
        </p:nvSpPr>
        <p:spPr>
          <a:xfrm>
            <a:off x="11397941" y="0"/>
            <a:ext cx="794059" cy="6858000"/>
          </a:xfrm>
          <a:custGeom>
            <a:avLst/>
            <a:gdLst/>
            <a:ahLst/>
            <a:cxnLst/>
            <a:rect l="l" t="t" r="r" b="b"/>
            <a:pathLst>
              <a:path w="1309369" h="11308715">
                <a:moveTo>
                  <a:pt x="1308860" y="0"/>
                </a:moveTo>
                <a:lnTo>
                  <a:pt x="0" y="0"/>
                </a:lnTo>
                <a:lnTo>
                  <a:pt x="0" y="11308556"/>
                </a:lnTo>
                <a:lnTo>
                  <a:pt x="1308860" y="11308556"/>
                </a:lnTo>
                <a:lnTo>
                  <a:pt x="1308860" y="0"/>
                </a:lnTo>
                <a:close/>
              </a:path>
            </a:pathLst>
          </a:custGeom>
          <a:solidFill>
            <a:schemeClr val="bg1"/>
          </a:solidFill>
          <a:ln>
            <a:noFill/>
          </a:ln>
        </p:spPr>
        <p:txBody>
          <a:bodyPr wrap="square" lIns="0" tIns="0" rIns="0" bIns="0" rtlCol="0"/>
          <a:lstStyle/>
          <a:p>
            <a:endParaRPr sz="1092"/>
          </a:p>
        </p:txBody>
      </p:sp>
      <p:sp>
        <p:nvSpPr>
          <p:cNvPr id="10" name="object 14">
            <a:extLst>
              <a:ext uri="{FF2B5EF4-FFF2-40B4-BE49-F238E27FC236}">
                <a16:creationId xmlns:a16="http://schemas.microsoft.com/office/drawing/2014/main" id="{8BA12326-230F-9D3F-82FF-CE53BDE6EBB0}"/>
              </a:ext>
            </a:extLst>
          </p:cNvPr>
          <p:cNvSpPr/>
          <p:nvPr/>
        </p:nvSpPr>
        <p:spPr>
          <a:xfrm>
            <a:off x="11397456" y="6063824"/>
            <a:ext cx="794059" cy="0"/>
          </a:xfrm>
          <a:custGeom>
            <a:avLst/>
            <a:gdLst/>
            <a:ahLst/>
            <a:cxnLst/>
            <a:rect l="l" t="t" r="r" b="b"/>
            <a:pathLst>
              <a:path w="1309369">
                <a:moveTo>
                  <a:pt x="0" y="0"/>
                </a:moveTo>
                <a:lnTo>
                  <a:pt x="1308860" y="0"/>
                </a:lnTo>
              </a:path>
            </a:pathLst>
          </a:custGeom>
          <a:ln w="7853">
            <a:solidFill>
              <a:schemeClr val="tx1"/>
            </a:solidFill>
          </a:ln>
        </p:spPr>
        <p:txBody>
          <a:bodyPr wrap="square" lIns="0" tIns="0" rIns="0" bIns="0" rtlCol="0"/>
          <a:lstStyle/>
          <a:p>
            <a:endParaRPr sz="1092"/>
          </a:p>
        </p:txBody>
      </p:sp>
      <p:pic>
        <p:nvPicPr>
          <p:cNvPr id="11" name="Graphique 10">
            <a:extLst>
              <a:ext uri="{FF2B5EF4-FFF2-40B4-BE49-F238E27FC236}">
                <a16:creationId xmlns:a16="http://schemas.microsoft.com/office/drawing/2014/main" id="{43227A06-CA95-6957-2CB0-52D85AF0600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646607" y="6340088"/>
            <a:ext cx="330919" cy="214383"/>
          </a:xfrm>
          <a:prstGeom prst="rect">
            <a:avLst/>
          </a:prstGeom>
        </p:spPr>
      </p:pic>
      <p:sp>
        <p:nvSpPr>
          <p:cNvPr id="12" name="Espace réservé du pied de page 4">
            <a:extLst>
              <a:ext uri="{FF2B5EF4-FFF2-40B4-BE49-F238E27FC236}">
                <a16:creationId xmlns:a16="http://schemas.microsoft.com/office/drawing/2014/main" id="{4FCA31FA-9CE2-8C32-9888-B19F1690B386}"/>
              </a:ext>
            </a:extLst>
          </p:cNvPr>
          <p:cNvSpPr>
            <a:spLocks noGrp="1"/>
          </p:cNvSpPr>
          <p:nvPr>
            <p:ph type="ftr" sz="quarter" idx="3"/>
          </p:nvPr>
        </p:nvSpPr>
        <p:spPr>
          <a:xfrm rot="16200000">
            <a:off x="9737570" y="2572960"/>
            <a:ext cx="4114800" cy="365125"/>
          </a:xfrm>
          <a:prstGeom prst="rect">
            <a:avLst/>
          </a:prstGeom>
        </p:spPr>
        <p:txBody>
          <a:bodyPr vert="horz" lIns="91440" tIns="45720" rIns="91440" bIns="45720" rtlCol="0" anchor="ctr"/>
          <a:lstStyle>
            <a:lvl1pPr>
              <a:defRPr lang="en-US" sz="728" dirty="0">
                <a:solidFill>
                  <a:schemeClr val="tx1"/>
                </a:solidFill>
                <a:latin typeface="Poppins" pitchFamily="2" charset="77"/>
                <a:cs typeface="Poppins" pitchFamily="2" charset="77"/>
              </a:defRPr>
            </a:lvl1pPr>
          </a:lstStyle>
          <a:p>
            <a:pPr algn="r"/>
            <a:r>
              <a:rPr lang="fr-FR"/>
              <a:t>Architectes des grandes transformations</a:t>
            </a:r>
            <a:endParaRPr lang="fr-US"/>
          </a:p>
        </p:txBody>
      </p:sp>
      <p:sp>
        <p:nvSpPr>
          <p:cNvPr id="13" name="Espace réservé du numéro de diapositive 18">
            <a:extLst>
              <a:ext uri="{FF2B5EF4-FFF2-40B4-BE49-F238E27FC236}">
                <a16:creationId xmlns:a16="http://schemas.microsoft.com/office/drawing/2014/main" id="{5B03BE07-9B8C-BE2D-5BFB-A7E222709A10}"/>
              </a:ext>
            </a:extLst>
          </p:cNvPr>
          <p:cNvSpPr>
            <a:spLocks noGrp="1"/>
          </p:cNvSpPr>
          <p:nvPr>
            <p:ph type="sldNum" sz="quarter" idx="4"/>
          </p:nvPr>
        </p:nvSpPr>
        <p:spPr>
          <a:xfrm>
            <a:off x="11588253" y="165403"/>
            <a:ext cx="420073" cy="365125"/>
          </a:xfrm>
          <a:prstGeom prst="rect">
            <a:avLst/>
          </a:prstGeom>
        </p:spPr>
        <p:txBody>
          <a:bodyPr/>
          <a:lstStyle>
            <a:lvl1pPr algn="ctr">
              <a:defRPr lang="en-US" sz="800" b="1" smtClean="0">
                <a:solidFill>
                  <a:schemeClr val="tx1"/>
                </a:solidFill>
                <a:latin typeface="Poppins" pitchFamily="2" charset="77"/>
                <a:cs typeface="Poppins" pitchFamily="2" charset="77"/>
              </a:defRPr>
            </a:lvl1pPr>
          </a:lstStyle>
          <a:p>
            <a:fld id="{8042310B-17DC-C845-9B99-8FE29D3E9696}" type="slidenum">
              <a:rPr lang="fr-FR" smtClean="0"/>
              <a:pPr/>
              <a:t>‹N°›</a:t>
            </a:fld>
            <a:endParaRPr lang="fr-FR" dirty="0"/>
          </a:p>
        </p:txBody>
      </p:sp>
      <p:sp>
        <p:nvSpPr>
          <p:cNvPr id="14" name="Titre 17">
            <a:extLst>
              <a:ext uri="{FF2B5EF4-FFF2-40B4-BE49-F238E27FC236}">
                <a16:creationId xmlns:a16="http://schemas.microsoft.com/office/drawing/2014/main" id="{C6E97956-5CB5-059F-8A13-0729F8E85970}"/>
              </a:ext>
            </a:extLst>
          </p:cNvPr>
          <p:cNvSpPr>
            <a:spLocks noGrp="1"/>
          </p:cNvSpPr>
          <p:nvPr>
            <p:ph type="title" hasCustomPrompt="1"/>
          </p:nvPr>
        </p:nvSpPr>
        <p:spPr>
          <a:xfrm>
            <a:off x="1139871" y="1726354"/>
            <a:ext cx="4079829" cy="291618"/>
          </a:xfrm>
          <a:noFill/>
        </p:spPr>
        <p:txBody>
          <a:bodyPr wrap="square" anchor="ctr" anchorCtr="0">
            <a:spAutoFit/>
          </a:bodyPr>
          <a:lstStyle>
            <a:lvl1pPr>
              <a:lnSpc>
                <a:spcPct val="90000"/>
              </a:lnSpc>
              <a:spcAft>
                <a:spcPts val="600"/>
              </a:spcAft>
              <a:defRPr sz="1400">
                <a:solidFill>
                  <a:schemeClr val="tx1"/>
                </a:solidFill>
              </a:defRPr>
            </a:lvl1pPr>
          </a:lstStyle>
          <a:p>
            <a:r>
              <a:rPr lang="fr-FR" dirty="0"/>
              <a:t>Titre ici. Exemple « La nature du projet »</a:t>
            </a:r>
          </a:p>
        </p:txBody>
      </p:sp>
      <p:sp>
        <p:nvSpPr>
          <p:cNvPr id="15" name="Espace réservé du texte 2">
            <a:extLst>
              <a:ext uri="{FF2B5EF4-FFF2-40B4-BE49-F238E27FC236}">
                <a16:creationId xmlns:a16="http://schemas.microsoft.com/office/drawing/2014/main" id="{39E1A152-B321-C6A4-2795-E7078D5EB395}"/>
              </a:ext>
            </a:extLst>
          </p:cNvPr>
          <p:cNvSpPr>
            <a:spLocks noGrp="1"/>
          </p:cNvSpPr>
          <p:nvPr>
            <p:ph idx="1" hasCustomPrompt="1"/>
          </p:nvPr>
        </p:nvSpPr>
        <p:spPr>
          <a:xfrm>
            <a:off x="1149927" y="2017972"/>
            <a:ext cx="4069773" cy="1912062"/>
          </a:xfrm>
          <a:prstGeom prst="rect">
            <a:avLst/>
          </a:prstGeom>
        </p:spPr>
        <p:txBody>
          <a:bodyPr vert="horz" wrap="square" lIns="91440" tIns="45720" rIns="91440" bIns="45720" rtlCol="0">
            <a:spAutoFit/>
          </a:bodyPr>
          <a:lstStyle>
            <a:lvl1pPr marL="0" indent="0">
              <a:lnSpc>
                <a:spcPct val="120000"/>
              </a:lnSpc>
              <a:spcBef>
                <a:spcPts val="0"/>
              </a:spcBef>
              <a:buClr>
                <a:schemeClr val="tx2"/>
              </a:buClr>
              <a:buNone/>
              <a:defRPr lang="fr-FR" dirty="0">
                <a:solidFill>
                  <a:schemeClr val="tx1"/>
                </a:solidFill>
                <a:latin typeface="Poppins" pitchFamily="2" charset="77"/>
                <a:cs typeface="Poppins" pitchFamily="2" charset="77"/>
              </a:defRPr>
            </a:lvl1pPr>
            <a:lvl2pPr>
              <a:lnSpc>
                <a:spcPct val="120000"/>
              </a:lnSpc>
              <a:spcBef>
                <a:spcPts val="0"/>
              </a:spcBef>
              <a:buClr>
                <a:schemeClr val="tx2"/>
              </a:buClr>
              <a:defRPr lang="fr-FR" dirty="0">
                <a:solidFill>
                  <a:schemeClr val="bg1"/>
                </a:solidFill>
                <a:latin typeface="Poppins" pitchFamily="2" charset="77"/>
                <a:cs typeface="Poppins" pitchFamily="2" charset="77"/>
              </a:defRPr>
            </a:lvl2pPr>
            <a:lvl3pPr>
              <a:lnSpc>
                <a:spcPct val="120000"/>
              </a:lnSpc>
              <a:spcBef>
                <a:spcPts val="0"/>
              </a:spcBef>
              <a:buClr>
                <a:schemeClr val="tx2"/>
              </a:buClr>
              <a:defRPr lang="fr-FR" dirty="0">
                <a:solidFill>
                  <a:schemeClr val="bg1"/>
                </a:solidFill>
                <a:latin typeface="Poppins" pitchFamily="2" charset="77"/>
                <a:cs typeface="Poppins" pitchFamily="2" charset="77"/>
              </a:defRPr>
            </a:lvl3pPr>
            <a:lvl4pPr>
              <a:lnSpc>
                <a:spcPct val="120000"/>
              </a:lnSpc>
              <a:spcBef>
                <a:spcPts val="0"/>
              </a:spcBef>
              <a:buClr>
                <a:schemeClr val="tx2"/>
              </a:buClr>
              <a:defRPr lang="fr-FR" dirty="0">
                <a:solidFill>
                  <a:schemeClr val="bg1"/>
                </a:solidFill>
                <a:latin typeface="Poppins" pitchFamily="2" charset="77"/>
                <a:cs typeface="Poppins" pitchFamily="2" charset="77"/>
              </a:defRPr>
            </a:lvl4pPr>
            <a:lvl5pPr>
              <a:lnSpc>
                <a:spcPct val="120000"/>
              </a:lnSpc>
              <a:spcBef>
                <a:spcPts val="0"/>
              </a:spcBef>
              <a:buClr>
                <a:schemeClr val="tx2"/>
              </a:buClr>
              <a:defRPr lang="fr-FR" dirty="0">
                <a:solidFill>
                  <a:schemeClr val="bg1"/>
                </a:solidFill>
                <a:latin typeface="Poppins" pitchFamily="2" charset="77"/>
                <a:cs typeface="Poppins" pitchFamily="2" charset="77"/>
              </a:defRPr>
            </a:lvl5pPr>
          </a:lstStyle>
          <a:p>
            <a:pPr lvl="0">
              <a:spcAft>
                <a:spcPts val="600"/>
              </a:spcAft>
            </a:pPr>
            <a:r>
              <a:rPr lang="fr-FR" dirty="0"/>
              <a:t>At </a:t>
            </a:r>
            <a:r>
              <a:rPr lang="fr-FR" dirty="0" err="1"/>
              <a:t>vero</a:t>
            </a:r>
            <a:r>
              <a:rPr lang="fr-FR" dirty="0"/>
              <a:t> </a:t>
            </a:r>
            <a:r>
              <a:rPr lang="fr-FR" dirty="0" err="1"/>
              <a:t>eos</a:t>
            </a:r>
            <a:r>
              <a:rPr lang="fr-FR" dirty="0"/>
              <a:t> et </a:t>
            </a:r>
            <a:r>
              <a:rPr lang="fr-FR" dirty="0" err="1"/>
              <a:t>accusamus</a:t>
            </a:r>
            <a:r>
              <a:rPr lang="fr-FR" dirty="0"/>
              <a:t> et </a:t>
            </a:r>
            <a:r>
              <a:rPr lang="fr-FR" dirty="0" err="1"/>
              <a:t>iusto</a:t>
            </a:r>
            <a:r>
              <a:rPr lang="fr-FR" dirty="0"/>
              <a:t> </a:t>
            </a:r>
            <a:r>
              <a:rPr lang="fr-FR" dirty="0" err="1"/>
              <a:t>odio</a:t>
            </a:r>
            <a:r>
              <a:rPr lang="fr-FR" dirty="0"/>
              <a:t> </a:t>
            </a:r>
            <a:r>
              <a:rPr lang="fr-FR" dirty="0" err="1"/>
              <a:t>dignissimos</a:t>
            </a:r>
            <a:r>
              <a:rPr lang="fr-FR" dirty="0"/>
              <a:t> </a:t>
            </a:r>
            <a:r>
              <a:rPr lang="fr-FR" dirty="0" err="1"/>
              <a:t>ducimus</a:t>
            </a:r>
            <a:r>
              <a:rPr lang="fr-FR" dirty="0"/>
              <a:t> qui </a:t>
            </a:r>
            <a:r>
              <a:rPr lang="fr-FR" dirty="0" err="1"/>
              <a:t>blanditiis</a:t>
            </a:r>
            <a:r>
              <a:rPr lang="fr-FR" dirty="0"/>
              <a:t> </a:t>
            </a:r>
            <a:r>
              <a:rPr lang="fr-FR" dirty="0" err="1"/>
              <a:t>praesentium</a:t>
            </a:r>
            <a:r>
              <a:rPr lang="fr-FR" dirty="0"/>
              <a:t> </a:t>
            </a:r>
            <a:r>
              <a:rPr lang="fr-FR" dirty="0" err="1"/>
              <a:t>voluptatum</a:t>
            </a:r>
            <a:r>
              <a:rPr lang="fr-FR" dirty="0"/>
              <a:t> </a:t>
            </a:r>
            <a:r>
              <a:rPr lang="fr-FR" dirty="0" err="1"/>
              <a:t>deleniti</a:t>
            </a:r>
            <a:r>
              <a:rPr lang="fr-FR" dirty="0"/>
              <a:t> </a:t>
            </a:r>
            <a:r>
              <a:rPr lang="fr-FR" dirty="0" err="1"/>
              <a:t>atque</a:t>
            </a:r>
            <a:r>
              <a:rPr lang="fr-FR" dirty="0"/>
              <a:t> </a:t>
            </a:r>
            <a:r>
              <a:rPr lang="fr-FR" dirty="0" err="1"/>
              <a:t>corrupti</a:t>
            </a:r>
            <a:r>
              <a:rPr lang="fr-FR" dirty="0"/>
              <a:t> </a:t>
            </a:r>
            <a:r>
              <a:rPr lang="fr-FR" dirty="0" err="1"/>
              <a:t>quos</a:t>
            </a:r>
            <a:r>
              <a:rPr lang="fr-FR" dirty="0"/>
              <a:t> </a:t>
            </a:r>
            <a:r>
              <a:rPr lang="fr-FR" dirty="0" err="1"/>
              <a:t>dolores</a:t>
            </a:r>
            <a:r>
              <a:rPr lang="fr-FR" dirty="0"/>
              <a:t> et </a:t>
            </a:r>
            <a:r>
              <a:rPr lang="fr-FR" dirty="0" err="1"/>
              <a:t>quas</a:t>
            </a:r>
            <a:r>
              <a:rPr lang="fr-FR" dirty="0"/>
              <a:t> </a:t>
            </a:r>
            <a:r>
              <a:rPr lang="fr-FR" dirty="0" err="1"/>
              <a:t>molestias</a:t>
            </a:r>
            <a:r>
              <a:rPr lang="fr-FR" dirty="0"/>
              <a:t> </a:t>
            </a:r>
            <a:r>
              <a:rPr lang="fr-FR" dirty="0" err="1"/>
              <a:t>excepturi</a:t>
            </a:r>
            <a:r>
              <a:rPr lang="fr-FR" dirty="0"/>
              <a:t> </a:t>
            </a:r>
            <a:r>
              <a:rPr lang="fr-FR" dirty="0" err="1"/>
              <a:t>sint</a:t>
            </a:r>
            <a:r>
              <a:rPr lang="fr-FR" dirty="0"/>
              <a:t> </a:t>
            </a:r>
            <a:r>
              <a:rPr lang="fr-FR" dirty="0" err="1"/>
              <a:t>occaecati</a:t>
            </a:r>
            <a:r>
              <a:rPr lang="fr-FR" dirty="0"/>
              <a:t> </a:t>
            </a:r>
            <a:r>
              <a:rPr lang="fr-FR" dirty="0" err="1"/>
              <a:t>cupiditate</a:t>
            </a:r>
            <a:r>
              <a:rPr lang="fr-FR" dirty="0"/>
              <a:t> non provident, </a:t>
            </a:r>
            <a:r>
              <a:rPr lang="fr-FR" dirty="0" err="1"/>
              <a:t>similique</a:t>
            </a:r>
            <a:r>
              <a:rPr lang="fr-FR" dirty="0"/>
              <a:t> </a:t>
            </a:r>
            <a:r>
              <a:rPr lang="fr-FR" dirty="0" err="1"/>
              <a:t>sunt</a:t>
            </a:r>
            <a:r>
              <a:rPr lang="fr-FR" dirty="0"/>
              <a:t> in culpa qui officia </a:t>
            </a:r>
            <a:r>
              <a:rPr lang="fr-FR" dirty="0" err="1"/>
              <a:t>deserunt</a:t>
            </a:r>
            <a:r>
              <a:rPr lang="fr-FR" dirty="0"/>
              <a:t> </a:t>
            </a:r>
            <a:r>
              <a:rPr lang="fr-FR" dirty="0" err="1"/>
              <a:t>mollitia</a:t>
            </a:r>
            <a:r>
              <a:rPr lang="fr-FR" dirty="0"/>
              <a:t> </a:t>
            </a:r>
            <a:r>
              <a:rPr lang="fr-FR" dirty="0" err="1"/>
              <a:t>animi</a:t>
            </a:r>
            <a:r>
              <a:rPr lang="fr-FR" dirty="0"/>
              <a:t>, id est </a:t>
            </a:r>
            <a:r>
              <a:rPr lang="fr-FR" dirty="0" err="1"/>
              <a:t>laborum</a:t>
            </a:r>
            <a:r>
              <a:rPr lang="fr-FR" dirty="0"/>
              <a:t> et </a:t>
            </a:r>
            <a:r>
              <a:rPr lang="fr-FR" dirty="0" err="1"/>
              <a:t>dolorum</a:t>
            </a:r>
            <a:r>
              <a:rPr lang="fr-FR" dirty="0"/>
              <a:t> </a:t>
            </a:r>
            <a:r>
              <a:rPr lang="fr-FR" dirty="0" err="1"/>
              <a:t>fuga</a:t>
            </a:r>
            <a:r>
              <a:rPr lang="fr-FR" dirty="0"/>
              <a:t>. Et </a:t>
            </a:r>
            <a:r>
              <a:rPr lang="fr-FR" dirty="0" err="1"/>
              <a:t>harum</a:t>
            </a:r>
            <a:r>
              <a:rPr lang="fr-FR" dirty="0"/>
              <a:t> </a:t>
            </a:r>
            <a:r>
              <a:rPr lang="fr-FR" dirty="0" err="1"/>
              <a:t>quidem</a:t>
            </a:r>
            <a:r>
              <a:rPr lang="fr-FR" dirty="0"/>
              <a:t> </a:t>
            </a:r>
            <a:r>
              <a:rPr lang="fr-FR" dirty="0" err="1"/>
              <a:t>rerum</a:t>
            </a:r>
            <a:r>
              <a:rPr lang="fr-FR" dirty="0"/>
              <a:t> </a:t>
            </a:r>
            <a:r>
              <a:rPr lang="fr-FR" dirty="0" err="1"/>
              <a:t>facilis</a:t>
            </a:r>
            <a:r>
              <a:rPr lang="fr-FR" dirty="0"/>
              <a:t> est et </a:t>
            </a:r>
            <a:r>
              <a:rPr lang="fr-FR" dirty="0" err="1"/>
              <a:t>expedita</a:t>
            </a:r>
            <a:r>
              <a:rPr lang="fr-FR" dirty="0"/>
              <a:t> </a:t>
            </a:r>
            <a:r>
              <a:rPr lang="fr-FR" dirty="0" err="1"/>
              <a:t>distinctio</a:t>
            </a:r>
            <a:r>
              <a:rPr lang="fr-FR" dirty="0"/>
              <a:t>. Nam libero </a:t>
            </a:r>
            <a:r>
              <a:rPr lang="fr-FR" dirty="0" err="1"/>
              <a:t>tempore</a:t>
            </a:r>
            <a:r>
              <a:rPr lang="fr-FR" dirty="0"/>
              <a:t>, cum </a:t>
            </a:r>
            <a:r>
              <a:rPr lang="fr-FR" dirty="0" err="1"/>
              <a:t>soluta</a:t>
            </a:r>
            <a:r>
              <a:rPr lang="fr-FR" dirty="0"/>
              <a:t> </a:t>
            </a:r>
            <a:r>
              <a:rPr lang="fr-FR" dirty="0" err="1"/>
              <a:t>nobis</a:t>
            </a:r>
            <a:r>
              <a:rPr lang="fr-FR" dirty="0"/>
              <a:t> est </a:t>
            </a:r>
            <a:r>
              <a:rPr lang="fr-FR" dirty="0" err="1"/>
              <a:t>eligendi</a:t>
            </a:r>
            <a:r>
              <a:rPr lang="fr-FR" dirty="0"/>
              <a:t> </a:t>
            </a:r>
            <a:r>
              <a:rPr lang="fr-FR" dirty="0" err="1"/>
              <a:t>optio</a:t>
            </a:r>
            <a:r>
              <a:rPr lang="fr-FR" dirty="0"/>
              <a:t> </a:t>
            </a:r>
            <a:r>
              <a:rPr lang="fr-FR" dirty="0" err="1"/>
              <a:t>cumque</a:t>
            </a:r>
            <a:r>
              <a:rPr lang="fr-FR" dirty="0"/>
              <a:t> nihil </a:t>
            </a:r>
            <a:r>
              <a:rPr lang="fr-FR" dirty="0" err="1"/>
              <a:t>impedit</a:t>
            </a:r>
            <a:r>
              <a:rPr lang="fr-FR" dirty="0"/>
              <a:t> quo minus id</a:t>
            </a:r>
          </a:p>
        </p:txBody>
      </p:sp>
    </p:spTree>
    <p:extLst>
      <p:ext uri="{BB962C8B-B14F-4D97-AF65-F5344CB8AC3E}">
        <p14:creationId xmlns:p14="http://schemas.microsoft.com/office/powerpoint/2010/main" val="620345813"/>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p:cSld name="Référence Light 1">
    <p:spTree>
      <p:nvGrpSpPr>
        <p:cNvPr id="1" name=""/>
        <p:cNvGrpSpPr/>
        <p:nvPr/>
      </p:nvGrpSpPr>
      <p:grpSpPr>
        <a:xfrm>
          <a:off x="0" y="0"/>
          <a:ext cx="0" cy="0"/>
          <a:chOff x="0" y="0"/>
          <a:chExt cx="0" cy="0"/>
        </a:xfrm>
      </p:grpSpPr>
      <p:pic>
        <p:nvPicPr>
          <p:cNvPr id="17" name="Image 16">
            <a:extLst>
              <a:ext uri="{FF2B5EF4-FFF2-40B4-BE49-F238E27FC236}">
                <a16:creationId xmlns:a16="http://schemas.microsoft.com/office/drawing/2014/main" id="{E325A0B9-21A3-9A34-FBF7-D6585C2C6E7A}"/>
              </a:ext>
            </a:extLst>
          </p:cNvPr>
          <p:cNvPicPr>
            <a:picLocks noChangeAspect="1"/>
          </p:cNvPicPr>
          <p:nvPr/>
        </p:nvPicPr>
        <p:blipFill>
          <a:blip r:embed="rId2"/>
          <a:srcRect/>
          <a:stretch/>
        </p:blipFill>
        <p:spPr>
          <a:xfrm>
            <a:off x="1867" y="0"/>
            <a:ext cx="12173698" cy="6858000"/>
          </a:xfrm>
          <a:prstGeom prst="rect">
            <a:avLst/>
          </a:prstGeom>
        </p:spPr>
      </p:pic>
      <p:sp>
        <p:nvSpPr>
          <p:cNvPr id="20" name="Espace réservé du texte 22">
            <a:extLst>
              <a:ext uri="{FF2B5EF4-FFF2-40B4-BE49-F238E27FC236}">
                <a16:creationId xmlns:a16="http://schemas.microsoft.com/office/drawing/2014/main" id="{8C8EBFD8-2352-3161-FECA-F5229C0183A6}"/>
              </a:ext>
            </a:extLst>
          </p:cNvPr>
          <p:cNvSpPr>
            <a:spLocks noGrp="1"/>
          </p:cNvSpPr>
          <p:nvPr>
            <p:ph type="body" sz="quarter" idx="17" hasCustomPrompt="1"/>
          </p:nvPr>
        </p:nvSpPr>
        <p:spPr>
          <a:xfrm>
            <a:off x="1139871" y="360437"/>
            <a:ext cx="9871029" cy="263149"/>
          </a:xfrm>
          <a:noFill/>
        </p:spPr>
        <p:txBody>
          <a:bodyPr wrap="square" anchor="b">
            <a:noAutofit/>
          </a:bodyPr>
          <a:lstStyle>
            <a:lvl1pPr marL="0" indent="0">
              <a:lnSpc>
                <a:spcPct val="120000"/>
              </a:lnSpc>
              <a:spcBef>
                <a:spcPts val="0"/>
              </a:spcBef>
              <a:spcAft>
                <a:spcPts val="600"/>
              </a:spcAft>
              <a:buNone/>
              <a:defRPr sz="1200" b="0">
                <a:solidFill>
                  <a:schemeClr val="tx2"/>
                </a:solidFill>
              </a:defRPr>
            </a:lvl1pPr>
          </a:lstStyle>
          <a:p>
            <a:pPr lvl="0"/>
            <a:r>
              <a:rPr lang="fr-FR" dirty="0"/>
              <a:t>Titre ici. Par exemple « Références »</a:t>
            </a:r>
          </a:p>
        </p:txBody>
      </p:sp>
      <p:sp>
        <p:nvSpPr>
          <p:cNvPr id="14" name="Titre 17">
            <a:extLst>
              <a:ext uri="{FF2B5EF4-FFF2-40B4-BE49-F238E27FC236}">
                <a16:creationId xmlns:a16="http://schemas.microsoft.com/office/drawing/2014/main" id="{C6E97956-5CB5-059F-8A13-0729F8E85970}"/>
              </a:ext>
            </a:extLst>
          </p:cNvPr>
          <p:cNvSpPr>
            <a:spLocks noGrp="1"/>
          </p:cNvSpPr>
          <p:nvPr>
            <p:ph type="title" hasCustomPrompt="1"/>
          </p:nvPr>
        </p:nvSpPr>
        <p:spPr>
          <a:xfrm>
            <a:off x="1139871" y="1726354"/>
            <a:ext cx="4079829" cy="291618"/>
          </a:xfrm>
          <a:noFill/>
        </p:spPr>
        <p:txBody>
          <a:bodyPr wrap="square" anchor="ctr" anchorCtr="0">
            <a:spAutoFit/>
          </a:bodyPr>
          <a:lstStyle>
            <a:lvl1pPr>
              <a:lnSpc>
                <a:spcPct val="90000"/>
              </a:lnSpc>
              <a:spcAft>
                <a:spcPts val="600"/>
              </a:spcAft>
              <a:defRPr sz="1400">
                <a:solidFill>
                  <a:schemeClr val="tx1"/>
                </a:solidFill>
              </a:defRPr>
            </a:lvl1pPr>
          </a:lstStyle>
          <a:p>
            <a:r>
              <a:rPr lang="fr-FR" dirty="0"/>
              <a:t>Titre ici. Exemple « La nature du projet »</a:t>
            </a:r>
          </a:p>
        </p:txBody>
      </p:sp>
      <p:sp>
        <p:nvSpPr>
          <p:cNvPr id="15" name="Espace réservé du texte 2">
            <a:extLst>
              <a:ext uri="{FF2B5EF4-FFF2-40B4-BE49-F238E27FC236}">
                <a16:creationId xmlns:a16="http://schemas.microsoft.com/office/drawing/2014/main" id="{39E1A152-B321-C6A4-2795-E7078D5EB395}"/>
              </a:ext>
            </a:extLst>
          </p:cNvPr>
          <p:cNvSpPr>
            <a:spLocks noGrp="1"/>
          </p:cNvSpPr>
          <p:nvPr>
            <p:ph idx="1" hasCustomPrompt="1"/>
          </p:nvPr>
        </p:nvSpPr>
        <p:spPr>
          <a:xfrm>
            <a:off x="1149927" y="2017972"/>
            <a:ext cx="4069773" cy="1912062"/>
          </a:xfrm>
          <a:prstGeom prst="rect">
            <a:avLst/>
          </a:prstGeom>
        </p:spPr>
        <p:txBody>
          <a:bodyPr vert="horz" wrap="square" lIns="91440" tIns="45720" rIns="91440" bIns="45720" rtlCol="0">
            <a:spAutoFit/>
          </a:bodyPr>
          <a:lstStyle>
            <a:lvl1pPr marL="0" indent="0">
              <a:lnSpc>
                <a:spcPct val="120000"/>
              </a:lnSpc>
              <a:spcBef>
                <a:spcPts val="0"/>
              </a:spcBef>
              <a:buClr>
                <a:schemeClr val="tx2"/>
              </a:buClr>
              <a:buNone/>
              <a:defRPr lang="fr-FR" dirty="0">
                <a:solidFill>
                  <a:schemeClr val="tx1"/>
                </a:solidFill>
                <a:latin typeface="Poppins" pitchFamily="2" charset="77"/>
                <a:cs typeface="Poppins" pitchFamily="2" charset="77"/>
              </a:defRPr>
            </a:lvl1pPr>
            <a:lvl2pPr>
              <a:lnSpc>
                <a:spcPct val="120000"/>
              </a:lnSpc>
              <a:spcBef>
                <a:spcPts val="0"/>
              </a:spcBef>
              <a:buClr>
                <a:schemeClr val="tx2"/>
              </a:buClr>
              <a:defRPr lang="fr-FR" dirty="0">
                <a:solidFill>
                  <a:schemeClr val="bg1"/>
                </a:solidFill>
                <a:latin typeface="Poppins" pitchFamily="2" charset="77"/>
                <a:cs typeface="Poppins" pitchFamily="2" charset="77"/>
              </a:defRPr>
            </a:lvl2pPr>
            <a:lvl3pPr>
              <a:lnSpc>
                <a:spcPct val="120000"/>
              </a:lnSpc>
              <a:spcBef>
                <a:spcPts val="0"/>
              </a:spcBef>
              <a:buClr>
                <a:schemeClr val="tx2"/>
              </a:buClr>
              <a:defRPr lang="fr-FR" dirty="0">
                <a:solidFill>
                  <a:schemeClr val="bg1"/>
                </a:solidFill>
                <a:latin typeface="Poppins" pitchFamily="2" charset="77"/>
                <a:cs typeface="Poppins" pitchFamily="2" charset="77"/>
              </a:defRPr>
            </a:lvl3pPr>
            <a:lvl4pPr>
              <a:lnSpc>
                <a:spcPct val="120000"/>
              </a:lnSpc>
              <a:spcBef>
                <a:spcPts val="0"/>
              </a:spcBef>
              <a:buClr>
                <a:schemeClr val="tx2"/>
              </a:buClr>
              <a:defRPr lang="fr-FR" dirty="0">
                <a:solidFill>
                  <a:schemeClr val="bg1"/>
                </a:solidFill>
                <a:latin typeface="Poppins" pitchFamily="2" charset="77"/>
                <a:cs typeface="Poppins" pitchFamily="2" charset="77"/>
              </a:defRPr>
            </a:lvl4pPr>
            <a:lvl5pPr>
              <a:lnSpc>
                <a:spcPct val="120000"/>
              </a:lnSpc>
              <a:spcBef>
                <a:spcPts val="0"/>
              </a:spcBef>
              <a:buClr>
                <a:schemeClr val="tx2"/>
              </a:buClr>
              <a:defRPr lang="fr-FR" dirty="0">
                <a:solidFill>
                  <a:schemeClr val="bg1"/>
                </a:solidFill>
                <a:latin typeface="Poppins" pitchFamily="2" charset="77"/>
                <a:cs typeface="Poppins" pitchFamily="2" charset="77"/>
              </a:defRPr>
            </a:lvl5pPr>
          </a:lstStyle>
          <a:p>
            <a:pPr lvl="0">
              <a:spcAft>
                <a:spcPts val="600"/>
              </a:spcAft>
            </a:pPr>
            <a:r>
              <a:rPr lang="fr-FR" dirty="0"/>
              <a:t>At </a:t>
            </a:r>
            <a:r>
              <a:rPr lang="fr-FR" dirty="0" err="1"/>
              <a:t>vero</a:t>
            </a:r>
            <a:r>
              <a:rPr lang="fr-FR" dirty="0"/>
              <a:t> </a:t>
            </a:r>
            <a:r>
              <a:rPr lang="fr-FR" dirty="0" err="1"/>
              <a:t>eos</a:t>
            </a:r>
            <a:r>
              <a:rPr lang="fr-FR" dirty="0"/>
              <a:t> et </a:t>
            </a:r>
            <a:r>
              <a:rPr lang="fr-FR" dirty="0" err="1"/>
              <a:t>accusamus</a:t>
            </a:r>
            <a:r>
              <a:rPr lang="fr-FR" dirty="0"/>
              <a:t> et </a:t>
            </a:r>
            <a:r>
              <a:rPr lang="fr-FR" dirty="0" err="1"/>
              <a:t>iusto</a:t>
            </a:r>
            <a:r>
              <a:rPr lang="fr-FR" dirty="0"/>
              <a:t> </a:t>
            </a:r>
            <a:r>
              <a:rPr lang="fr-FR" dirty="0" err="1"/>
              <a:t>odio</a:t>
            </a:r>
            <a:r>
              <a:rPr lang="fr-FR" dirty="0"/>
              <a:t> </a:t>
            </a:r>
            <a:r>
              <a:rPr lang="fr-FR" dirty="0" err="1"/>
              <a:t>dignissimos</a:t>
            </a:r>
            <a:r>
              <a:rPr lang="fr-FR" dirty="0"/>
              <a:t> </a:t>
            </a:r>
            <a:r>
              <a:rPr lang="fr-FR" dirty="0" err="1"/>
              <a:t>ducimus</a:t>
            </a:r>
            <a:r>
              <a:rPr lang="fr-FR" dirty="0"/>
              <a:t> qui </a:t>
            </a:r>
            <a:r>
              <a:rPr lang="fr-FR" dirty="0" err="1"/>
              <a:t>blanditiis</a:t>
            </a:r>
            <a:r>
              <a:rPr lang="fr-FR" dirty="0"/>
              <a:t> </a:t>
            </a:r>
            <a:r>
              <a:rPr lang="fr-FR" dirty="0" err="1"/>
              <a:t>praesentium</a:t>
            </a:r>
            <a:r>
              <a:rPr lang="fr-FR" dirty="0"/>
              <a:t> </a:t>
            </a:r>
            <a:r>
              <a:rPr lang="fr-FR" dirty="0" err="1"/>
              <a:t>voluptatum</a:t>
            </a:r>
            <a:r>
              <a:rPr lang="fr-FR" dirty="0"/>
              <a:t> </a:t>
            </a:r>
            <a:r>
              <a:rPr lang="fr-FR" dirty="0" err="1"/>
              <a:t>deleniti</a:t>
            </a:r>
            <a:r>
              <a:rPr lang="fr-FR" dirty="0"/>
              <a:t> </a:t>
            </a:r>
            <a:r>
              <a:rPr lang="fr-FR" dirty="0" err="1"/>
              <a:t>atque</a:t>
            </a:r>
            <a:r>
              <a:rPr lang="fr-FR" dirty="0"/>
              <a:t> </a:t>
            </a:r>
            <a:r>
              <a:rPr lang="fr-FR" dirty="0" err="1"/>
              <a:t>corrupti</a:t>
            </a:r>
            <a:r>
              <a:rPr lang="fr-FR" dirty="0"/>
              <a:t> </a:t>
            </a:r>
            <a:r>
              <a:rPr lang="fr-FR" dirty="0" err="1"/>
              <a:t>quos</a:t>
            </a:r>
            <a:r>
              <a:rPr lang="fr-FR" dirty="0"/>
              <a:t> </a:t>
            </a:r>
            <a:r>
              <a:rPr lang="fr-FR" dirty="0" err="1"/>
              <a:t>dolores</a:t>
            </a:r>
            <a:r>
              <a:rPr lang="fr-FR" dirty="0"/>
              <a:t> et </a:t>
            </a:r>
            <a:r>
              <a:rPr lang="fr-FR" dirty="0" err="1"/>
              <a:t>quas</a:t>
            </a:r>
            <a:r>
              <a:rPr lang="fr-FR" dirty="0"/>
              <a:t> </a:t>
            </a:r>
            <a:r>
              <a:rPr lang="fr-FR" dirty="0" err="1"/>
              <a:t>molestias</a:t>
            </a:r>
            <a:r>
              <a:rPr lang="fr-FR" dirty="0"/>
              <a:t> </a:t>
            </a:r>
            <a:r>
              <a:rPr lang="fr-FR" dirty="0" err="1"/>
              <a:t>excepturi</a:t>
            </a:r>
            <a:r>
              <a:rPr lang="fr-FR" dirty="0"/>
              <a:t> </a:t>
            </a:r>
            <a:r>
              <a:rPr lang="fr-FR" dirty="0" err="1"/>
              <a:t>sint</a:t>
            </a:r>
            <a:r>
              <a:rPr lang="fr-FR" dirty="0"/>
              <a:t> </a:t>
            </a:r>
            <a:r>
              <a:rPr lang="fr-FR" dirty="0" err="1"/>
              <a:t>occaecati</a:t>
            </a:r>
            <a:r>
              <a:rPr lang="fr-FR" dirty="0"/>
              <a:t> </a:t>
            </a:r>
            <a:r>
              <a:rPr lang="fr-FR" dirty="0" err="1"/>
              <a:t>cupiditate</a:t>
            </a:r>
            <a:r>
              <a:rPr lang="fr-FR" dirty="0"/>
              <a:t> non provident, </a:t>
            </a:r>
            <a:r>
              <a:rPr lang="fr-FR" dirty="0" err="1"/>
              <a:t>similique</a:t>
            </a:r>
            <a:r>
              <a:rPr lang="fr-FR" dirty="0"/>
              <a:t> </a:t>
            </a:r>
            <a:r>
              <a:rPr lang="fr-FR" dirty="0" err="1"/>
              <a:t>sunt</a:t>
            </a:r>
            <a:r>
              <a:rPr lang="fr-FR" dirty="0"/>
              <a:t> in culpa qui officia </a:t>
            </a:r>
            <a:r>
              <a:rPr lang="fr-FR" dirty="0" err="1"/>
              <a:t>deserunt</a:t>
            </a:r>
            <a:r>
              <a:rPr lang="fr-FR" dirty="0"/>
              <a:t> </a:t>
            </a:r>
            <a:r>
              <a:rPr lang="fr-FR" dirty="0" err="1"/>
              <a:t>mollitia</a:t>
            </a:r>
            <a:r>
              <a:rPr lang="fr-FR" dirty="0"/>
              <a:t> </a:t>
            </a:r>
            <a:r>
              <a:rPr lang="fr-FR" dirty="0" err="1"/>
              <a:t>animi</a:t>
            </a:r>
            <a:r>
              <a:rPr lang="fr-FR" dirty="0"/>
              <a:t>, id est </a:t>
            </a:r>
            <a:r>
              <a:rPr lang="fr-FR" dirty="0" err="1"/>
              <a:t>laborum</a:t>
            </a:r>
            <a:r>
              <a:rPr lang="fr-FR" dirty="0"/>
              <a:t> et </a:t>
            </a:r>
            <a:r>
              <a:rPr lang="fr-FR" dirty="0" err="1"/>
              <a:t>dolorum</a:t>
            </a:r>
            <a:r>
              <a:rPr lang="fr-FR" dirty="0"/>
              <a:t> </a:t>
            </a:r>
            <a:r>
              <a:rPr lang="fr-FR" dirty="0" err="1"/>
              <a:t>fuga</a:t>
            </a:r>
            <a:r>
              <a:rPr lang="fr-FR" dirty="0"/>
              <a:t>. Et </a:t>
            </a:r>
            <a:r>
              <a:rPr lang="fr-FR" dirty="0" err="1"/>
              <a:t>harum</a:t>
            </a:r>
            <a:r>
              <a:rPr lang="fr-FR" dirty="0"/>
              <a:t> </a:t>
            </a:r>
            <a:r>
              <a:rPr lang="fr-FR" dirty="0" err="1"/>
              <a:t>quidem</a:t>
            </a:r>
            <a:r>
              <a:rPr lang="fr-FR" dirty="0"/>
              <a:t> </a:t>
            </a:r>
            <a:r>
              <a:rPr lang="fr-FR" dirty="0" err="1"/>
              <a:t>rerum</a:t>
            </a:r>
            <a:r>
              <a:rPr lang="fr-FR" dirty="0"/>
              <a:t> </a:t>
            </a:r>
            <a:r>
              <a:rPr lang="fr-FR" dirty="0" err="1"/>
              <a:t>facilis</a:t>
            </a:r>
            <a:r>
              <a:rPr lang="fr-FR" dirty="0"/>
              <a:t> est et </a:t>
            </a:r>
            <a:r>
              <a:rPr lang="fr-FR" dirty="0" err="1"/>
              <a:t>expedita</a:t>
            </a:r>
            <a:r>
              <a:rPr lang="fr-FR" dirty="0"/>
              <a:t> </a:t>
            </a:r>
            <a:r>
              <a:rPr lang="fr-FR" dirty="0" err="1"/>
              <a:t>distinctio</a:t>
            </a:r>
            <a:r>
              <a:rPr lang="fr-FR" dirty="0"/>
              <a:t>. Nam libero </a:t>
            </a:r>
            <a:r>
              <a:rPr lang="fr-FR" dirty="0" err="1"/>
              <a:t>tempore</a:t>
            </a:r>
            <a:r>
              <a:rPr lang="fr-FR" dirty="0"/>
              <a:t>, cum </a:t>
            </a:r>
            <a:r>
              <a:rPr lang="fr-FR" dirty="0" err="1"/>
              <a:t>soluta</a:t>
            </a:r>
            <a:r>
              <a:rPr lang="fr-FR" dirty="0"/>
              <a:t> </a:t>
            </a:r>
            <a:r>
              <a:rPr lang="fr-FR" dirty="0" err="1"/>
              <a:t>nobis</a:t>
            </a:r>
            <a:r>
              <a:rPr lang="fr-FR" dirty="0"/>
              <a:t> est </a:t>
            </a:r>
            <a:r>
              <a:rPr lang="fr-FR" dirty="0" err="1"/>
              <a:t>eligendi</a:t>
            </a:r>
            <a:r>
              <a:rPr lang="fr-FR" dirty="0"/>
              <a:t> </a:t>
            </a:r>
            <a:r>
              <a:rPr lang="fr-FR" dirty="0" err="1"/>
              <a:t>optio</a:t>
            </a:r>
            <a:r>
              <a:rPr lang="fr-FR" dirty="0"/>
              <a:t> </a:t>
            </a:r>
            <a:r>
              <a:rPr lang="fr-FR" dirty="0" err="1"/>
              <a:t>cumque</a:t>
            </a:r>
            <a:r>
              <a:rPr lang="fr-FR" dirty="0"/>
              <a:t> nihil </a:t>
            </a:r>
            <a:r>
              <a:rPr lang="fr-FR" dirty="0" err="1"/>
              <a:t>impedit</a:t>
            </a:r>
            <a:r>
              <a:rPr lang="fr-FR" dirty="0"/>
              <a:t> quo minus id</a:t>
            </a:r>
          </a:p>
        </p:txBody>
      </p:sp>
      <p:sp>
        <p:nvSpPr>
          <p:cNvPr id="2" name="object 11">
            <a:extLst>
              <a:ext uri="{FF2B5EF4-FFF2-40B4-BE49-F238E27FC236}">
                <a16:creationId xmlns:a16="http://schemas.microsoft.com/office/drawing/2014/main" id="{B244CF30-7BAE-A119-0E4C-DDE4BABE32AB}"/>
              </a:ext>
            </a:extLst>
          </p:cNvPr>
          <p:cNvSpPr/>
          <p:nvPr/>
        </p:nvSpPr>
        <p:spPr>
          <a:xfrm>
            <a:off x="11397941" y="0"/>
            <a:ext cx="794059" cy="6857615"/>
          </a:xfrm>
          <a:custGeom>
            <a:avLst/>
            <a:gdLst/>
            <a:ahLst/>
            <a:cxnLst/>
            <a:rect l="l" t="t" r="r" b="b"/>
            <a:pathLst>
              <a:path w="1309369" h="11308715">
                <a:moveTo>
                  <a:pt x="1308860" y="0"/>
                </a:moveTo>
                <a:lnTo>
                  <a:pt x="0" y="0"/>
                </a:lnTo>
                <a:lnTo>
                  <a:pt x="0" y="11308556"/>
                </a:lnTo>
                <a:lnTo>
                  <a:pt x="1308860" y="11308556"/>
                </a:lnTo>
                <a:lnTo>
                  <a:pt x="1308860" y="0"/>
                </a:lnTo>
                <a:close/>
              </a:path>
            </a:pathLst>
          </a:custGeom>
          <a:solidFill>
            <a:schemeClr val="tx1"/>
          </a:solidFill>
          <a:ln>
            <a:noFill/>
          </a:ln>
        </p:spPr>
        <p:txBody>
          <a:bodyPr wrap="square" lIns="0" tIns="0" rIns="0" bIns="0" rtlCol="0"/>
          <a:lstStyle/>
          <a:p>
            <a:endParaRPr sz="1092"/>
          </a:p>
        </p:txBody>
      </p:sp>
      <p:sp>
        <p:nvSpPr>
          <p:cNvPr id="3" name="Espace réservé du pied de page 4">
            <a:extLst>
              <a:ext uri="{FF2B5EF4-FFF2-40B4-BE49-F238E27FC236}">
                <a16:creationId xmlns:a16="http://schemas.microsoft.com/office/drawing/2014/main" id="{E0168EB7-059A-46EA-659E-EB5693076A4E}"/>
              </a:ext>
            </a:extLst>
          </p:cNvPr>
          <p:cNvSpPr>
            <a:spLocks noGrp="1"/>
          </p:cNvSpPr>
          <p:nvPr>
            <p:ph type="ftr" sz="quarter" idx="3"/>
          </p:nvPr>
        </p:nvSpPr>
        <p:spPr>
          <a:xfrm rot="16200000">
            <a:off x="9737570" y="2572960"/>
            <a:ext cx="4114800" cy="365125"/>
          </a:xfrm>
          <a:prstGeom prst="rect">
            <a:avLst/>
          </a:prstGeom>
        </p:spPr>
        <p:txBody>
          <a:bodyPr vert="horz" lIns="91440" tIns="45720" rIns="91440" bIns="45720" rtlCol="0" anchor="ctr"/>
          <a:lstStyle>
            <a:lvl1pPr>
              <a:defRPr lang="en-US" sz="728" dirty="0">
                <a:solidFill>
                  <a:schemeClr val="bg1"/>
                </a:solidFill>
                <a:latin typeface="Poppins" pitchFamily="2" charset="77"/>
                <a:cs typeface="Poppins" pitchFamily="2" charset="77"/>
              </a:defRPr>
            </a:lvl1pPr>
          </a:lstStyle>
          <a:p>
            <a:pPr algn="r"/>
            <a:r>
              <a:rPr lang="fr-FR"/>
              <a:t>Architectes des grandes transformations</a:t>
            </a:r>
            <a:endParaRPr lang="fr-US"/>
          </a:p>
        </p:txBody>
      </p:sp>
      <p:sp>
        <p:nvSpPr>
          <p:cNvPr id="4" name="Espace réservé du numéro de diapositive 18">
            <a:extLst>
              <a:ext uri="{FF2B5EF4-FFF2-40B4-BE49-F238E27FC236}">
                <a16:creationId xmlns:a16="http://schemas.microsoft.com/office/drawing/2014/main" id="{3E01A9E3-9CCA-80FA-BE32-A279C3EB9BAE}"/>
              </a:ext>
            </a:extLst>
          </p:cNvPr>
          <p:cNvSpPr>
            <a:spLocks noGrp="1"/>
          </p:cNvSpPr>
          <p:nvPr>
            <p:ph type="sldNum" sz="quarter" idx="4"/>
          </p:nvPr>
        </p:nvSpPr>
        <p:spPr>
          <a:xfrm>
            <a:off x="11588253" y="165403"/>
            <a:ext cx="420073" cy="365125"/>
          </a:xfrm>
          <a:prstGeom prst="rect">
            <a:avLst/>
          </a:prstGeom>
        </p:spPr>
        <p:txBody>
          <a:bodyPr/>
          <a:lstStyle>
            <a:lvl1pPr algn="ctr">
              <a:defRPr lang="en-US" sz="667" b="1" smtClean="0">
                <a:solidFill>
                  <a:schemeClr val="bg1"/>
                </a:solidFill>
                <a:latin typeface="Poppins" pitchFamily="2" charset="77"/>
                <a:cs typeface="Poppins" pitchFamily="2" charset="77"/>
              </a:defRPr>
            </a:lvl1pPr>
          </a:lstStyle>
          <a:p>
            <a:fld id="{8042310B-17DC-C845-9B99-8FE29D3E9696}" type="slidenum">
              <a:rPr lang="fr-FR" smtClean="0"/>
              <a:pPr/>
              <a:t>‹N°›</a:t>
            </a:fld>
            <a:endParaRPr lang="fr-FR" dirty="0"/>
          </a:p>
        </p:txBody>
      </p:sp>
      <p:sp>
        <p:nvSpPr>
          <p:cNvPr id="5" name="object 14">
            <a:extLst>
              <a:ext uri="{FF2B5EF4-FFF2-40B4-BE49-F238E27FC236}">
                <a16:creationId xmlns:a16="http://schemas.microsoft.com/office/drawing/2014/main" id="{06BB6164-696B-503D-C285-D2E55D8A0E81}"/>
              </a:ext>
            </a:extLst>
          </p:cNvPr>
          <p:cNvSpPr/>
          <p:nvPr/>
        </p:nvSpPr>
        <p:spPr>
          <a:xfrm>
            <a:off x="11397456" y="6063824"/>
            <a:ext cx="794059" cy="0"/>
          </a:xfrm>
          <a:custGeom>
            <a:avLst/>
            <a:gdLst/>
            <a:ahLst/>
            <a:cxnLst/>
            <a:rect l="l" t="t" r="r" b="b"/>
            <a:pathLst>
              <a:path w="1309369">
                <a:moveTo>
                  <a:pt x="0" y="0"/>
                </a:moveTo>
                <a:lnTo>
                  <a:pt x="1308860" y="0"/>
                </a:lnTo>
              </a:path>
            </a:pathLst>
          </a:custGeom>
          <a:ln w="7853">
            <a:solidFill>
              <a:schemeClr val="bg1"/>
            </a:solidFill>
          </a:ln>
        </p:spPr>
        <p:txBody>
          <a:bodyPr wrap="square" lIns="0" tIns="0" rIns="0" bIns="0" rtlCol="0"/>
          <a:lstStyle/>
          <a:p>
            <a:endParaRPr sz="1092"/>
          </a:p>
        </p:txBody>
      </p:sp>
      <p:grpSp>
        <p:nvGrpSpPr>
          <p:cNvPr id="6" name="Graphique 21">
            <a:extLst>
              <a:ext uri="{FF2B5EF4-FFF2-40B4-BE49-F238E27FC236}">
                <a16:creationId xmlns:a16="http://schemas.microsoft.com/office/drawing/2014/main" id="{B4621126-5367-EE12-7BF1-E3BE6CD83129}"/>
              </a:ext>
            </a:extLst>
          </p:cNvPr>
          <p:cNvGrpSpPr/>
          <p:nvPr/>
        </p:nvGrpSpPr>
        <p:grpSpPr>
          <a:xfrm>
            <a:off x="11646607" y="6340088"/>
            <a:ext cx="329427" cy="214383"/>
            <a:chOff x="19204770" y="10455275"/>
            <a:chExt cx="543212" cy="353534"/>
          </a:xfrm>
        </p:grpSpPr>
        <p:sp>
          <p:nvSpPr>
            <p:cNvPr id="7" name="Forme libre : forme 3">
              <a:extLst>
                <a:ext uri="{FF2B5EF4-FFF2-40B4-BE49-F238E27FC236}">
                  <a16:creationId xmlns:a16="http://schemas.microsoft.com/office/drawing/2014/main" id="{568CE805-803C-F760-8911-5F2917549A57}"/>
                </a:ext>
              </a:extLst>
            </p:cNvPr>
            <p:cNvSpPr/>
            <p:nvPr/>
          </p:nvSpPr>
          <p:spPr>
            <a:xfrm>
              <a:off x="19204770" y="10455275"/>
              <a:ext cx="373208" cy="353534"/>
            </a:xfrm>
            <a:custGeom>
              <a:avLst/>
              <a:gdLst>
                <a:gd name="connsiteX0" fmla="*/ 187219 w 373208"/>
                <a:gd name="connsiteY0" fmla="*/ 0 h 353534"/>
                <a:gd name="connsiteX1" fmla="*/ 0 w 373208"/>
                <a:gd name="connsiteY1" fmla="*/ 177228 h 353534"/>
                <a:gd name="connsiteX2" fmla="*/ 185990 w 373208"/>
                <a:gd name="connsiteY2" fmla="*/ 353534 h 353534"/>
                <a:gd name="connsiteX3" fmla="*/ 373209 w 373208"/>
                <a:gd name="connsiteY3" fmla="*/ 175998 h 353534"/>
                <a:gd name="connsiteX4" fmla="*/ 187219 w 373208"/>
                <a:gd name="connsiteY4" fmla="*/ 0 h 353534"/>
                <a:gd name="connsiteX5" fmla="*/ 187219 w 373208"/>
                <a:gd name="connsiteY5" fmla="*/ 252777 h 353534"/>
                <a:gd name="connsiteX6" fmla="*/ 115437 w 373208"/>
                <a:gd name="connsiteY6" fmla="*/ 175922 h 353534"/>
                <a:gd name="connsiteX7" fmla="*/ 185990 w 373208"/>
                <a:gd name="connsiteY7" fmla="*/ 100373 h 353534"/>
                <a:gd name="connsiteX8" fmla="*/ 257772 w 373208"/>
                <a:gd name="connsiteY8" fmla="*/ 177228 h 353534"/>
                <a:gd name="connsiteX9" fmla="*/ 187219 w 373208"/>
                <a:gd name="connsiteY9" fmla="*/ 252777 h 353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73208" h="353534">
                  <a:moveTo>
                    <a:pt x="187219" y="0"/>
                  </a:moveTo>
                  <a:cubicBezTo>
                    <a:pt x="78623" y="0"/>
                    <a:pt x="0" y="81159"/>
                    <a:pt x="0" y="177228"/>
                  </a:cubicBezTo>
                  <a:cubicBezTo>
                    <a:pt x="0" y="273297"/>
                    <a:pt x="78008" y="353534"/>
                    <a:pt x="185990" y="353534"/>
                  </a:cubicBezTo>
                  <a:cubicBezTo>
                    <a:pt x="293971" y="353534"/>
                    <a:pt x="373209" y="272144"/>
                    <a:pt x="373209" y="175998"/>
                  </a:cubicBezTo>
                  <a:cubicBezTo>
                    <a:pt x="373209" y="79853"/>
                    <a:pt x="295201" y="0"/>
                    <a:pt x="187219" y="0"/>
                  </a:cubicBezTo>
                  <a:moveTo>
                    <a:pt x="187219" y="252777"/>
                  </a:moveTo>
                  <a:cubicBezTo>
                    <a:pt x="145410" y="252777"/>
                    <a:pt x="115437" y="217193"/>
                    <a:pt x="115437" y="175922"/>
                  </a:cubicBezTo>
                  <a:cubicBezTo>
                    <a:pt x="115437" y="134650"/>
                    <a:pt x="142951" y="100373"/>
                    <a:pt x="185990" y="100373"/>
                  </a:cubicBezTo>
                  <a:cubicBezTo>
                    <a:pt x="227799" y="100373"/>
                    <a:pt x="257772" y="135957"/>
                    <a:pt x="257772" y="177228"/>
                  </a:cubicBezTo>
                  <a:cubicBezTo>
                    <a:pt x="257772" y="218499"/>
                    <a:pt x="230566" y="252777"/>
                    <a:pt x="187219" y="252777"/>
                  </a:cubicBezTo>
                </a:path>
              </a:pathLst>
            </a:custGeom>
            <a:solidFill>
              <a:schemeClr val="bg1"/>
            </a:solidFill>
            <a:ln w="7647" cap="flat">
              <a:noFill/>
              <a:prstDash val="solid"/>
              <a:miter/>
            </a:ln>
          </p:spPr>
          <p:txBody>
            <a:bodyPr rtlCol="0" anchor="ctr"/>
            <a:lstStyle/>
            <a:p>
              <a:endParaRPr lang="fr-FR" sz="1092"/>
            </a:p>
          </p:txBody>
        </p:sp>
        <p:sp>
          <p:nvSpPr>
            <p:cNvPr id="8" name="Forme libre : forme 4">
              <a:extLst>
                <a:ext uri="{FF2B5EF4-FFF2-40B4-BE49-F238E27FC236}">
                  <a16:creationId xmlns:a16="http://schemas.microsoft.com/office/drawing/2014/main" id="{1248E5B4-CE1D-3419-F89E-04B8FC9A13BE}"/>
                </a:ext>
              </a:extLst>
            </p:cNvPr>
            <p:cNvSpPr/>
            <p:nvPr/>
          </p:nvSpPr>
          <p:spPr>
            <a:xfrm>
              <a:off x="19603033" y="10663629"/>
              <a:ext cx="144948" cy="144948"/>
            </a:xfrm>
            <a:custGeom>
              <a:avLst/>
              <a:gdLst>
                <a:gd name="connsiteX0" fmla="*/ 144949 w 144948"/>
                <a:gd name="connsiteY0" fmla="*/ 72474 h 144948"/>
                <a:gd name="connsiteX1" fmla="*/ 72474 w 144948"/>
                <a:gd name="connsiteY1" fmla="*/ 144949 h 144948"/>
                <a:gd name="connsiteX2" fmla="*/ 0 w 144948"/>
                <a:gd name="connsiteY2" fmla="*/ 72474 h 144948"/>
                <a:gd name="connsiteX3" fmla="*/ 72474 w 144948"/>
                <a:gd name="connsiteY3" fmla="*/ 0 h 144948"/>
                <a:gd name="connsiteX4" fmla="*/ 144949 w 144948"/>
                <a:gd name="connsiteY4" fmla="*/ 72474 h 1449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4948" h="144948">
                  <a:moveTo>
                    <a:pt x="144949" y="72474"/>
                  </a:moveTo>
                  <a:cubicBezTo>
                    <a:pt x="144949" y="112501"/>
                    <a:pt x="112501" y="144949"/>
                    <a:pt x="72474" y="144949"/>
                  </a:cubicBezTo>
                  <a:cubicBezTo>
                    <a:pt x="32448" y="144949"/>
                    <a:pt x="0" y="112501"/>
                    <a:pt x="0" y="72474"/>
                  </a:cubicBezTo>
                  <a:cubicBezTo>
                    <a:pt x="0" y="32448"/>
                    <a:pt x="32448" y="0"/>
                    <a:pt x="72474" y="0"/>
                  </a:cubicBezTo>
                  <a:cubicBezTo>
                    <a:pt x="112501" y="0"/>
                    <a:pt x="144949" y="32448"/>
                    <a:pt x="144949" y="72474"/>
                  </a:cubicBezTo>
                </a:path>
              </a:pathLst>
            </a:custGeom>
            <a:solidFill>
              <a:srgbClr val="0099D9"/>
            </a:solidFill>
            <a:ln w="7647" cap="flat">
              <a:noFill/>
              <a:prstDash val="solid"/>
              <a:miter/>
            </a:ln>
          </p:spPr>
          <p:txBody>
            <a:bodyPr rtlCol="0" anchor="ctr"/>
            <a:lstStyle/>
            <a:p>
              <a:endParaRPr lang="fr-FR" sz="1092"/>
            </a:p>
          </p:txBody>
        </p:sp>
      </p:grpSp>
    </p:spTree>
    <p:extLst>
      <p:ext uri="{BB962C8B-B14F-4D97-AF65-F5344CB8AC3E}">
        <p14:creationId xmlns:p14="http://schemas.microsoft.com/office/powerpoint/2010/main" val="2613569162"/>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p:cSld name="Référence Light 2">
    <p:spTree>
      <p:nvGrpSpPr>
        <p:cNvPr id="1" name=""/>
        <p:cNvGrpSpPr/>
        <p:nvPr/>
      </p:nvGrpSpPr>
      <p:grpSpPr>
        <a:xfrm>
          <a:off x="0" y="0"/>
          <a:ext cx="0" cy="0"/>
          <a:chOff x="0" y="0"/>
          <a:chExt cx="0" cy="0"/>
        </a:xfrm>
      </p:grpSpPr>
      <p:pic>
        <p:nvPicPr>
          <p:cNvPr id="17" name="Image 16">
            <a:extLst>
              <a:ext uri="{FF2B5EF4-FFF2-40B4-BE49-F238E27FC236}">
                <a16:creationId xmlns:a16="http://schemas.microsoft.com/office/drawing/2014/main" id="{E325A0B9-21A3-9A34-FBF7-D6585C2C6E7A}"/>
              </a:ext>
            </a:extLst>
          </p:cNvPr>
          <p:cNvPicPr>
            <a:picLocks noChangeAspect="1"/>
          </p:cNvPicPr>
          <p:nvPr/>
        </p:nvPicPr>
        <p:blipFill>
          <a:blip r:embed="rId2"/>
          <a:srcRect/>
          <a:stretch/>
        </p:blipFill>
        <p:spPr>
          <a:xfrm>
            <a:off x="3742" y="0"/>
            <a:ext cx="12173698" cy="6858000"/>
          </a:xfrm>
          <a:prstGeom prst="rect">
            <a:avLst/>
          </a:prstGeom>
        </p:spPr>
      </p:pic>
      <p:sp>
        <p:nvSpPr>
          <p:cNvPr id="4" name="object 11">
            <a:extLst>
              <a:ext uri="{FF2B5EF4-FFF2-40B4-BE49-F238E27FC236}">
                <a16:creationId xmlns:a16="http://schemas.microsoft.com/office/drawing/2014/main" id="{10D34413-DA51-D9D8-29E8-6DE8F8A5EFCE}"/>
              </a:ext>
            </a:extLst>
          </p:cNvPr>
          <p:cNvSpPr/>
          <p:nvPr/>
        </p:nvSpPr>
        <p:spPr>
          <a:xfrm>
            <a:off x="11397941" y="0"/>
            <a:ext cx="794059" cy="6857615"/>
          </a:xfrm>
          <a:custGeom>
            <a:avLst/>
            <a:gdLst/>
            <a:ahLst/>
            <a:cxnLst/>
            <a:rect l="l" t="t" r="r" b="b"/>
            <a:pathLst>
              <a:path w="1309369" h="11308715">
                <a:moveTo>
                  <a:pt x="1308860" y="0"/>
                </a:moveTo>
                <a:lnTo>
                  <a:pt x="0" y="0"/>
                </a:lnTo>
                <a:lnTo>
                  <a:pt x="0" y="11308556"/>
                </a:lnTo>
                <a:lnTo>
                  <a:pt x="1308860" y="11308556"/>
                </a:lnTo>
                <a:lnTo>
                  <a:pt x="1308860" y="0"/>
                </a:lnTo>
                <a:close/>
              </a:path>
            </a:pathLst>
          </a:custGeom>
          <a:solidFill>
            <a:schemeClr val="tx1"/>
          </a:solidFill>
          <a:ln>
            <a:noFill/>
          </a:ln>
        </p:spPr>
        <p:txBody>
          <a:bodyPr wrap="square" lIns="0" tIns="0" rIns="0" bIns="0" rtlCol="0"/>
          <a:lstStyle/>
          <a:p>
            <a:endParaRPr sz="1092"/>
          </a:p>
        </p:txBody>
      </p:sp>
      <p:sp>
        <p:nvSpPr>
          <p:cNvPr id="2" name="Espace réservé du pied de page 4">
            <a:extLst>
              <a:ext uri="{FF2B5EF4-FFF2-40B4-BE49-F238E27FC236}">
                <a16:creationId xmlns:a16="http://schemas.microsoft.com/office/drawing/2014/main" id="{97ADE9E6-DC8A-B79F-0E6A-9D6F3EC57782}"/>
              </a:ext>
            </a:extLst>
          </p:cNvPr>
          <p:cNvSpPr>
            <a:spLocks noGrp="1"/>
          </p:cNvSpPr>
          <p:nvPr>
            <p:ph type="ftr" sz="quarter" idx="3"/>
          </p:nvPr>
        </p:nvSpPr>
        <p:spPr>
          <a:xfrm rot="16200000">
            <a:off x="9737570" y="2572960"/>
            <a:ext cx="4114800" cy="365125"/>
          </a:xfrm>
          <a:prstGeom prst="rect">
            <a:avLst/>
          </a:prstGeom>
        </p:spPr>
        <p:txBody>
          <a:bodyPr vert="horz" lIns="91440" tIns="45720" rIns="91440" bIns="45720" rtlCol="0" anchor="ctr"/>
          <a:lstStyle>
            <a:lvl1pPr>
              <a:defRPr lang="en-US" sz="728" dirty="0">
                <a:solidFill>
                  <a:schemeClr val="bg1"/>
                </a:solidFill>
                <a:latin typeface="Poppins" pitchFamily="2" charset="77"/>
                <a:cs typeface="Poppins" pitchFamily="2" charset="77"/>
              </a:defRPr>
            </a:lvl1pPr>
          </a:lstStyle>
          <a:p>
            <a:pPr algn="r"/>
            <a:r>
              <a:rPr lang="fr-FR"/>
              <a:t>Architectes des grandes transformations</a:t>
            </a:r>
            <a:endParaRPr lang="fr-US"/>
          </a:p>
        </p:txBody>
      </p:sp>
      <p:sp>
        <p:nvSpPr>
          <p:cNvPr id="3" name="Espace réservé du numéro de diapositive 18">
            <a:extLst>
              <a:ext uri="{FF2B5EF4-FFF2-40B4-BE49-F238E27FC236}">
                <a16:creationId xmlns:a16="http://schemas.microsoft.com/office/drawing/2014/main" id="{40599553-1744-B948-F679-B18C359A2A19}"/>
              </a:ext>
            </a:extLst>
          </p:cNvPr>
          <p:cNvSpPr>
            <a:spLocks noGrp="1"/>
          </p:cNvSpPr>
          <p:nvPr>
            <p:ph type="sldNum" sz="quarter" idx="4"/>
          </p:nvPr>
        </p:nvSpPr>
        <p:spPr>
          <a:xfrm>
            <a:off x="11588253" y="165403"/>
            <a:ext cx="420073" cy="365125"/>
          </a:xfrm>
          <a:prstGeom prst="rect">
            <a:avLst/>
          </a:prstGeom>
        </p:spPr>
        <p:txBody>
          <a:bodyPr/>
          <a:lstStyle>
            <a:lvl1pPr algn="ctr">
              <a:defRPr lang="en-US" sz="667" b="1" smtClean="0">
                <a:solidFill>
                  <a:schemeClr val="bg1"/>
                </a:solidFill>
                <a:latin typeface="Poppins" pitchFamily="2" charset="77"/>
                <a:cs typeface="Poppins" pitchFamily="2" charset="77"/>
              </a:defRPr>
            </a:lvl1pPr>
          </a:lstStyle>
          <a:p>
            <a:fld id="{8042310B-17DC-C845-9B99-8FE29D3E9696}" type="slidenum">
              <a:rPr lang="fr-FR" smtClean="0"/>
              <a:pPr/>
              <a:t>‹N°›</a:t>
            </a:fld>
            <a:endParaRPr lang="fr-FR" dirty="0"/>
          </a:p>
        </p:txBody>
      </p:sp>
      <p:sp>
        <p:nvSpPr>
          <p:cNvPr id="5" name="object 14">
            <a:extLst>
              <a:ext uri="{FF2B5EF4-FFF2-40B4-BE49-F238E27FC236}">
                <a16:creationId xmlns:a16="http://schemas.microsoft.com/office/drawing/2014/main" id="{0BEBFB05-8DE3-A267-9D37-864C2BE599F7}"/>
              </a:ext>
            </a:extLst>
          </p:cNvPr>
          <p:cNvSpPr/>
          <p:nvPr/>
        </p:nvSpPr>
        <p:spPr>
          <a:xfrm>
            <a:off x="11397456" y="6063824"/>
            <a:ext cx="794059" cy="0"/>
          </a:xfrm>
          <a:custGeom>
            <a:avLst/>
            <a:gdLst/>
            <a:ahLst/>
            <a:cxnLst/>
            <a:rect l="l" t="t" r="r" b="b"/>
            <a:pathLst>
              <a:path w="1309369">
                <a:moveTo>
                  <a:pt x="0" y="0"/>
                </a:moveTo>
                <a:lnTo>
                  <a:pt x="1308860" y="0"/>
                </a:lnTo>
              </a:path>
            </a:pathLst>
          </a:custGeom>
          <a:ln w="7853">
            <a:solidFill>
              <a:schemeClr val="bg1"/>
            </a:solidFill>
          </a:ln>
        </p:spPr>
        <p:txBody>
          <a:bodyPr wrap="square" lIns="0" tIns="0" rIns="0" bIns="0" rtlCol="0"/>
          <a:lstStyle/>
          <a:p>
            <a:endParaRPr sz="1092"/>
          </a:p>
        </p:txBody>
      </p:sp>
      <p:grpSp>
        <p:nvGrpSpPr>
          <p:cNvPr id="6" name="Graphique 21">
            <a:extLst>
              <a:ext uri="{FF2B5EF4-FFF2-40B4-BE49-F238E27FC236}">
                <a16:creationId xmlns:a16="http://schemas.microsoft.com/office/drawing/2014/main" id="{53708514-84A2-1B09-3C16-DCBB1DDB6761}"/>
              </a:ext>
            </a:extLst>
          </p:cNvPr>
          <p:cNvGrpSpPr/>
          <p:nvPr/>
        </p:nvGrpSpPr>
        <p:grpSpPr>
          <a:xfrm>
            <a:off x="11646607" y="6340088"/>
            <a:ext cx="329427" cy="214383"/>
            <a:chOff x="19204770" y="10455275"/>
            <a:chExt cx="543212" cy="353534"/>
          </a:xfrm>
        </p:grpSpPr>
        <p:sp>
          <p:nvSpPr>
            <p:cNvPr id="7" name="Forme libre : forme 3">
              <a:extLst>
                <a:ext uri="{FF2B5EF4-FFF2-40B4-BE49-F238E27FC236}">
                  <a16:creationId xmlns:a16="http://schemas.microsoft.com/office/drawing/2014/main" id="{31C42F6D-7A13-B8E3-17A5-85FE87D2A64D}"/>
                </a:ext>
              </a:extLst>
            </p:cNvPr>
            <p:cNvSpPr/>
            <p:nvPr/>
          </p:nvSpPr>
          <p:spPr>
            <a:xfrm>
              <a:off x="19204770" y="10455275"/>
              <a:ext cx="373208" cy="353534"/>
            </a:xfrm>
            <a:custGeom>
              <a:avLst/>
              <a:gdLst>
                <a:gd name="connsiteX0" fmla="*/ 187219 w 373208"/>
                <a:gd name="connsiteY0" fmla="*/ 0 h 353534"/>
                <a:gd name="connsiteX1" fmla="*/ 0 w 373208"/>
                <a:gd name="connsiteY1" fmla="*/ 177228 h 353534"/>
                <a:gd name="connsiteX2" fmla="*/ 185990 w 373208"/>
                <a:gd name="connsiteY2" fmla="*/ 353534 h 353534"/>
                <a:gd name="connsiteX3" fmla="*/ 373209 w 373208"/>
                <a:gd name="connsiteY3" fmla="*/ 175998 h 353534"/>
                <a:gd name="connsiteX4" fmla="*/ 187219 w 373208"/>
                <a:gd name="connsiteY4" fmla="*/ 0 h 353534"/>
                <a:gd name="connsiteX5" fmla="*/ 187219 w 373208"/>
                <a:gd name="connsiteY5" fmla="*/ 252777 h 353534"/>
                <a:gd name="connsiteX6" fmla="*/ 115437 w 373208"/>
                <a:gd name="connsiteY6" fmla="*/ 175922 h 353534"/>
                <a:gd name="connsiteX7" fmla="*/ 185990 w 373208"/>
                <a:gd name="connsiteY7" fmla="*/ 100373 h 353534"/>
                <a:gd name="connsiteX8" fmla="*/ 257772 w 373208"/>
                <a:gd name="connsiteY8" fmla="*/ 177228 h 353534"/>
                <a:gd name="connsiteX9" fmla="*/ 187219 w 373208"/>
                <a:gd name="connsiteY9" fmla="*/ 252777 h 353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73208" h="353534">
                  <a:moveTo>
                    <a:pt x="187219" y="0"/>
                  </a:moveTo>
                  <a:cubicBezTo>
                    <a:pt x="78623" y="0"/>
                    <a:pt x="0" y="81159"/>
                    <a:pt x="0" y="177228"/>
                  </a:cubicBezTo>
                  <a:cubicBezTo>
                    <a:pt x="0" y="273297"/>
                    <a:pt x="78008" y="353534"/>
                    <a:pt x="185990" y="353534"/>
                  </a:cubicBezTo>
                  <a:cubicBezTo>
                    <a:pt x="293971" y="353534"/>
                    <a:pt x="373209" y="272144"/>
                    <a:pt x="373209" y="175998"/>
                  </a:cubicBezTo>
                  <a:cubicBezTo>
                    <a:pt x="373209" y="79853"/>
                    <a:pt x="295201" y="0"/>
                    <a:pt x="187219" y="0"/>
                  </a:cubicBezTo>
                  <a:moveTo>
                    <a:pt x="187219" y="252777"/>
                  </a:moveTo>
                  <a:cubicBezTo>
                    <a:pt x="145410" y="252777"/>
                    <a:pt x="115437" y="217193"/>
                    <a:pt x="115437" y="175922"/>
                  </a:cubicBezTo>
                  <a:cubicBezTo>
                    <a:pt x="115437" y="134650"/>
                    <a:pt x="142951" y="100373"/>
                    <a:pt x="185990" y="100373"/>
                  </a:cubicBezTo>
                  <a:cubicBezTo>
                    <a:pt x="227799" y="100373"/>
                    <a:pt x="257772" y="135957"/>
                    <a:pt x="257772" y="177228"/>
                  </a:cubicBezTo>
                  <a:cubicBezTo>
                    <a:pt x="257772" y="218499"/>
                    <a:pt x="230566" y="252777"/>
                    <a:pt x="187219" y="252777"/>
                  </a:cubicBezTo>
                </a:path>
              </a:pathLst>
            </a:custGeom>
            <a:solidFill>
              <a:schemeClr val="bg1"/>
            </a:solidFill>
            <a:ln w="7647" cap="flat">
              <a:noFill/>
              <a:prstDash val="solid"/>
              <a:miter/>
            </a:ln>
          </p:spPr>
          <p:txBody>
            <a:bodyPr rtlCol="0" anchor="ctr"/>
            <a:lstStyle/>
            <a:p>
              <a:endParaRPr lang="fr-FR" sz="1092"/>
            </a:p>
          </p:txBody>
        </p:sp>
        <p:sp>
          <p:nvSpPr>
            <p:cNvPr id="8" name="Forme libre : forme 4">
              <a:extLst>
                <a:ext uri="{FF2B5EF4-FFF2-40B4-BE49-F238E27FC236}">
                  <a16:creationId xmlns:a16="http://schemas.microsoft.com/office/drawing/2014/main" id="{47A73EB0-AB80-9491-022A-C1D2B9AF734E}"/>
                </a:ext>
              </a:extLst>
            </p:cNvPr>
            <p:cNvSpPr/>
            <p:nvPr/>
          </p:nvSpPr>
          <p:spPr>
            <a:xfrm>
              <a:off x="19603033" y="10663629"/>
              <a:ext cx="144948" cy="144948"/>
            </a:xfrm>
            <a:custGeom>
              <a:avLst/>
              <a:gdLst>
                <a:gd name="connsiteX0" fmla="*/ 144949 w 144948"/>
                <a:gd name="connsiteY0" fmla="*/ 72474 h 144948"/>
                <a:gd name="connsiteX1" fmla="*/ 72474 w 144948"/>
                <a:gd name="connsiteY1" fmla="*/ 144949 h 144948"/>
                <a:gd name="connsiteX2" fmla="*/ 0 w 144948"/>
                <a:gd name="connsiteY2" fmla="*/ 72474 h 144948"/>
                <a:gd name="connsiteX3" fmla="*/ 72474 w 144948"/>
                <a:gd name="connsiteY3" fmla="*/ 0 h 144948"/>
                <a:gd name="connsiteX4" fmla="*/ 144949 w 144948"/>
                <a:gd name="connsiteY4" fmla="*/ 72474 h 1449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4948" h="144948">
                  <a:moveTo>
                    <a:pt x="144949" y="72474"/>
                  </a:moveTo>
                  <a:cubicBezTo>
                    <a:pt x="144949" y="112501"/>
                    <a:pt x="112501" y="144949"/>
                    <a:pt x="72474" y="144949"/>
                  </a:cubicBezTo>
                  <a:cubicBezTo>
                    <a:pt x="32448" y="144949"/>
                    <a:pt x="0" y="112501"/>
                    <a:pt x="0" y="72474"/>
                  </a:cubicBezTo>
                  <a:cubicBezTo>
                    <a:pt x="0" y="32448"/>
                    <a:pt x="32448" y="0"/>
                    <a:pt x="72474" y="0"/>
                  </a:cubicBezTo>
                  <a:cubicBezTo>
                    <a:pt x="112501" y="0"/>
                    <a:pt x="144949" y="32448"/>
                    <a:pt x="144949" y="72474"/>
                  </a:cubicBezTo>
                </a:path>
              </a:pathLst>
            </a:custGeom>
            <a:solidFill>
              <a:srgbClr val="0099D9"/>
            </a:solidFill>
            <a:ln w="7647" cap="flat">
              <a:noFill/>
              <a:prstDash val="solid"/>
              <a:miter/>
            </a:ln>
          </p:spPr>
          <p:txBody>
            <a:bodyPr rtlCol="0" anchor="ctr"/>
            <a:lstStyle/>
            <a:p>
              <a:endParaRPr lang="fr-FR" sz="1092"/>
            </a:p>
          </p:txBody>
        </p:sp>
      </p:grpSp>
      <p:sp>
        <p:nvSpPr>
          <p:cNvPr id="20" name="Espace réservé du texte 22">
            <a:extLst>
              <a:ext uri="{FF2B5EF4-FFF2-40B4-BE49-F238E27FC236}">
                <a16:creationId xmlns:a16="http://schemas.microsoft.com/office/drawing/2014/main" id="{8C8EBFD8-2352-3161-FECA-F5229C0183A6}"/>
              </a:ext>
            </a:extLst>
          </p:cNvPr>
          <p:cNvSpPr>
            <a:spLocks noGrp="1"/>
          </p:cNvSpPr>
          <p:nvPr>
            <p:ph type="body" sz="quarter" idx="17" hasCustomPrompt="1"/>
          </p:nvPr>
        </p:nvSpPr>
        <p:spPr>
          <a:xfrm>
            <a:off x="1139871" y="360437"/>
            <a:ext cx="9871029" cy="263149"/>
          </a:xfrm>
          <a:noFill/>
        </p:spPr>
        <p:txBody>
          <a:bodyPr wrap="square" anchor="b">
            <a:noAutofit/>
          </a:bodyPr>
          <a:lstStyle>
            <a:lvl1pPr marL="0" indent="0">
              <a:lnSpc>
                <a:spcPct val="120000"/>
              </a:lnSpc>
              <a:spcBef>
                <a:spcPts val="0"/>
              </a:spcBef>
              <a:spcAft>
                <a:spcPts val="600"/>
              </a:spcAft>
              <a:buNone/>
              <a:defRPr sz="1200" b="0">
                <a:solidFill>
                  <a:schemeClr val="tx2"/>
                </a:solidFill>
              </a:defRPr>
            </a:lvl1pPr>
          </a:lstStyle>
          <a:p>
            <a:pPr lvl="0"/>
            <a:r>
              <a:rPr lang="fr-FR" dirty="0"/>
              <a:t>Titre ici. Par exemple « Références »</a:t>
            </a:r>
          </a:p>
        </p:txBody>
      </p:sp>
      <p:sp>
        <p:nvSpPr>
          <p:cNvPr id="9" name="Titre 17">
            <a:extLst>
              <a:ext uri="{FF2B5EF4-FFF2-40B4-BE49-F238E27FC236}">
                <a16:creationId xmlns:a16="http://schemas.microsoft.com/office/drawing/2014/main" id="{B58FA6E9-5568-B8FD-B9AF-F5E4F6538D88}"/>
              </a:ext>
            </a:extLst>
          </p:cNvPr>
          <p:cNvSpPr>
            <a:spLocks noGrp="1"/>
          </p:cNvSpPr>
          <p:nvPr>
            <p:ph type="title" hasCustomPrompt="1"/>
          </p:nvPr>
        </p:nvSpPr>
        <p:spPr>
          <a:xfrm>
            <a:off x="1139871" y="1726354"/>
            <a:ext cx="4079829" cy="291618"/>
          </a:xfrm>
          <a:noFill/>
        </p:spPr>
        <p:txBody>
          <a:bodyPr wrap="square" anchor="ctr" anchorCtr="0">
            <a:spAutoFit/>
          </a:bodyPr>
          <a:lstStyle>
            <a:lvl1pPr>
              <a:lnSpc>
                <a:spcPct val="90000"/>
              </a:lnSpc>
              <a:spcAft>
                <a:spcPts val="600"/>
              </a:spcAft>
              <a:defRPr sz="1400">
                <a:solidFill>
                  <a:schemeClr val="tx1"/>
                </a:solidFill>
              </a:defRPr>
            </a:lvl1pPr>
          </a:lstStyle>
          <a:p>
            <a:r>
              <a:rPr lang="fr-FR" dirty="0"/>
              <a:t>Titre ici. Exemple « La nature du projet »</a:t>
            </a:r>
          </a:p>
        </p:txBody>
      </p:sp>
      <p:sp>
        <p:nvSpPr>
          <p:cNvPr id="10" name="Espace réservé du texte 2">
            <a:extLst>
              <a:ext uri="{FF2B5EF4-FFF2-40B4-BE49-F238E27FC236}">
                <a16:creationId xmlns:a16="http://schemas.microsoft.com/office/drawing/2014/main" id="{38C2883F-82A9-1392-1DFD-2B9DC5D1B448}"/>
              </a:ext>
            </a:extLst>
          </p:cNvPr>
          <p:cNvSpPr>
            <a:spLocks noGrp="1"/>
          </p:cNvSpPr>
          <p:nvPr>
            <p:ph idx="1" hasCustomPrompt="1"/>
          </p:nvPr>
        </p:nvSpPr>
        <p:spPr>
          <a:xfrm>
            <a:off x="1149927" y="2017972"/>
            <a:ext cx="4069773" cy="1912062"/>
          </a:xfrm>
          <a:prstGeom prst="rect">
            <a:avLst/>
          </a:prstGeom>
        </p:spPr>
        <p:txBody>
          <a:bodyPr vert="horz" wrap="square" lIns="91440" tIns="45720" rIns="91440" bIns="45720" rtlCol="0">
            <a:spAutoFit/>
          </a:bodyPr>
          <a:lstStyle>
            <a:lvl1pPr marL="0" indent="0">
              <a:lnSpc>
                <a:spcPct val="120000"/>
              </a:lnSpc>
              <a:spcBef>
                <a:spcPts val="0"/>
              </a:spcBef>
              <a:buClr>
                <a:schemeClr val="tx2"/>
              </a:buClr>
              <a:buNone/>
              <a:defRPr lang="fr-FR" dirty="0">
                <a:solidFill>
                  <a:schemeClr val="tx1"/>
                </a:solidFill>
                <a:latin typeface="Poppins" pitchFamily="2" charset="77"/>
                <a:cs typeface="Poppins" pitchFamily="2" charset="77"/>
              </a:defRPr>
            </a:lvl1pPr>
            <a:lvl2pPr>
              <a:lnSpc>
                <a:spcPct val="120000"/>
              </a:lnSpc>
              <a:spcBef>
                <a:spcPts val="0"/>
              </a:spcBef>
              <a:buClr>
                <a:schemeClr val="tx2"/>
              </a:buClr>
              <a:defRPr lang="fr-FR" dirty="0">
                <a:solidFill>
                  <a:schemeClr val="bg1"/>
                </a:solidFill>
                <a:latin typeface="Poppins" pitchFamily="2" charset="77"/>
                <a:cs typeface="Poppins" pitchFamily="2" charset="77"/>
              </a:defRPr>
            </a:lvl2pPr>
            <a:lvl3pPr>
              <a:lnSpc>
                <a:spcPct val="120000"/>
              </a:lnSpc>
              <a:spcBef>
                <a:spcPts val="0"/>
              </a:spcBef>
              <a:buClr>
                <a:schemeClr val="tx2"/>
              </a:buClr>
              <a:defRPr lang="fr-FR" dirty="0">
                <a:solidFill>
                  <a:schemeClr val="bg1"/>
                </a:solidFill>
                <a:latin typeface="Poppins" pitchFamily="2" charset="77"/>
                <a:cs typeface="Poppins" pitchFamily="2" charset="77"/>
              </a:defRPr>
            </a:lvl3pPr>
            <a:lvl4pPr>
              <a:lnSpc>
                <a:spcPct val="120000"/>
              </a:lnSpc>
              <a:spcBef>
                <a:spcPts val="0"/>
              </a:spcBef>
              <a:buClr>
                <a:schemeClr val="tx2"/>
              </a:buClr>
              <a:defRPr lang="fr-FR" dirty="0">
                <a:solidFill>
                  <a:schemeClr val="bg1"/>
                </a:solidFill>
                <a:latin typeface="Poppins" pitchFamily="2" charset="77"/>
                <a:cs typeface="Poppins" pitchFamily="2" charset="77"/>
              </a:defRPr>
            </a:lvl4pPr>
            <a:lvl5pPr>
              <a:lnSpc>
                <a:spcPct val="120000"/>
              </a:lnSpc>
              <a:spcBef>
                <a:spcPts val="0"/>
              </a:spcBef>
              <a:buClr>
                <a:schemeClr val="tx2"/>
              </a:buClr>
              <a:defRPr lang="fr-FR" dirty="0">
                <a:solidFill>
                  <a:schemeClr val="bg1"/>
                </a:solidFill>
                <a:latin typeface="Poppins" pitchFamily="2" charset="77"/>
                <a:cs typeface="Poppins" pitchFamily="2" charset="77"/>
              </a:defRPr>
            </a:lvl5pPr>
          </a:lstStyle>
          <a:p>
            <a:pPr lvl="0">
              <a:spcAft>
                <a:spcPts val="600"/>
              </a:spcAft>
            </a:pPr>
            <a:r>
              <a:rPr lang="fr-FR" dirty="0"/>
              <a:t>At </a:t>
            </a:r>
            <a:r>
              <a:rPr lang="fr-FR" dirty="0" err="1"/>
              <a:t>vero</a:t>
            </a:r>
            <a:r>
              <a:rPr lang="fr-FR" dirty="0"/>
              <a:t> </a:t>
            </a:r>
            <a:r>
              <a:rPr lang="fr-FR" dirty="0" err="1"/>
              <a:t>eos</a:t>
            </a:r>
            <a:r>
              <a:rPr lang="fr-FR" dirty="0"/>
              <a:t> et </a:t>
            </a:r>
            <a:r>
              <a:rPr lang="fr-FR" dirty="0" err="1"/>
              <a:t>accusamus</a:t>
            </a:r>
            <a:r>
              <a:rPr lang="fr-FR" dirty="0"/>
              <a:t> et </a:t>
            </a:r>
            <a:r>
              <a:rPr lang="fr-FR" dirty="0" err="1"/>
              <a:t>iusto</a:t>
            </a:r>
            <a:r>
              <a:rPr lang="fr-FR" dirty="0"/>
              <a:t> </a:t>
            </a:r>
            <a:r>
              <a:rPr lang="fr-FR" dirty="0" err="1"/>
              <a:t>odio</a:t>
            </a:r>
            <a:r>
              <a:rPr lang="fr-FR" dirty="0"/>
              <a:t> </a:t>
            </a:r>
            <a:r>
              <a:rPr lang="fr-FR" dirty="0" err="1"/>
              <a:t>dignissimos</a:t>
            </a:r>
            <a:r>
              <a:rPr lang="fr-FR" dirty="0"/>
              <a:t> </a:t>
            </a:r>
            <a:r>
              <a:rPr lang="fr-FR" dirty="0" err="1"/>
              <a:t>ducimus</a:t>
            </a:r>
            <a:r>
              <a:rPr lang="fr-FR" dirty="0"/>
              <a:t> qui </a:t>
            </a:r>
            <a:r>
              <a:rPr lang="fr-FR" dirty="0" err="1"/>
              <a:t>blanditiis</a:t>
            </a:r>
            <a:r>
              <a:rPr lang="fr-FR" dirty="0"/>
              <a:t> </a:t>
            </a:r>
            <a:r>
              <a:rPr lang="fr-FR" dirty="0" err="1"/>
              <a:t>praesentium</a:t>
            </a:r>
            <a:r>
              <a:rPr lang="fr-FR" dirty="0"/>
              <a:t> </a:t>
            </a:r>
            <a:r>
              <a:rPr lang="fr-FR" dirty="0" err="1"/>
              <a:t>voluptatum</a:t>
            </a:r>
            <a:r>
              <a:rPr lang="fr-FR" dirty="0"/>
              <a:t> </a:t>
            </a:r>
            <a:r>
              <a:rPr lang="fr-FR" dirty="0" err="1"/>
              <a:t>deleniti</a:t>
            </a:r>
            <a:r>
              <a:rPr lang="fr-FR" dirty="0"/>
              <a:t> </a:t>
            </a:r>
            <a:r>
              <a:rPr lang="fr-FR" dirty="0" err="1"/>
              <a:t>atque</a:t>
            </a:r>
            <a:r>
              <a:rPr lang="fr-FR" dirty="0"/>
              <a:t> </a:t>
            </a:r>
            <a:r>
              <a:rPr lang="fr-FR" dirty="0" err="1"/>
              <a:t>corrupti</a:t>
            </a:r>
            <a:r>
              <a:rPr lang="fr-FR" dirty="0"/>
              <a:t> </a:t>
            </a:r>
            <a:r>
              <a:rPr lang="fr-FR" dirty="0" err="1"/>
              <a:t>quos</a:t>
            </a:r>
            <a:r>
              <a:rPr lang="fr-FR" dirty="0"/>
              <a:t> </a:t>
            </a:r>
            <a:r>
              <a:rPr lang="fr-FR" dirty="0" err="1"/>
              <a:t>dolores</a:t>
            </a:r>
            <a:r>
              <a:rPr lang="fr-FR" dirty="0"/>
              <a:t> et </a:t>
            </a:r>
            <a:r>
              <a:rPr lang="fr-FR" dirty="0" err="1"/>
              <a:t>quas</a:t>
            </a:r>
            <a:r>
              <a:rPr lang="fr-FR" dirty="0"/>
              <a:t> </a:t>
            </a:r>
            <a:r>
              <a:rPr lang="fr-FR" dirty="0" err="1"/>
              <a:t>molestias</a:t>
            </a:r>
            <a:r>
              <a:rPr lang="fr-FR" dirty="0"/>
              <a:t> </a:t>
            </a:r>
            <a:r>
              <a:rPr lang="fr-FR" dirty="0" err="1"/>
              <a:t>excepturi</a:t>
            </a:r>
            <a:r>
              <a:rPr lang="fr-FR" dirty="0"/>
              <a:t> </a:t>
            </a:r>
            <a:r>
              <a:rPr lang="fr-FR" dirty="0" err="1"/>
              <a:t>sint</a:t>
            </a:r>
            <a:r>
              <a:rPr lang="fr-FR" dirty="0"/>
              <a:t> </a:t>
            </a:r>
            <a:r>
              <a:rPr lang="fr-FR" dirty="0" err="1"/>
              <a:t>occaecati</a:t>
            </a:r>
            <a:r>
              <a:rPr lang="fr-FR" dirty="0"/>
              <a:t> </a:t>
            </a:r>
            <a:r>
              <a:rPr lang="fr-FR" dirty="0" err="1"/>
              <a:t>cupiditate</a:t>
            </a:r>
            <a:r>
              <a:rPr lang="fr-FR" dirty="0"/>
              <a:t> non provident, </a:t>
            </a:r>
            <a:r>
              <a:rPr lang="fr-FR" dirty="0" err="1"/>
              <a:t>similique</a:t>
            </a:r>
            <a:r>
              <a:rPr lang="fr-FR" dirty="0"/>
              <a:t> </a:t>
            </a:r>
            <a:r>
              <a:rPr lang="fr-FR" dirty="0" err="1"/>
              <a:t>sunt</a:t>
            </a:r>
            <a:r>
              <a:rPr lang="fr-FR" dirty="0"/>
              <a:t> in culpa qui officia </a:t>
            </a:r>
            <a:r>
              <a:rPr lang="fr-FR" dirty="0" err="1"/>
              <a:t>deserunt</a:t>
            </a:r>
            <a:r>
              <a:rPr lang="fr-FR" dirty="0"/>
              <a:t> </a:t>
            </a:r>
            <a:r>
              <a:rPr lang="fr-FR" dirty="0" err="1"/>
              <a:t>mollitia</a:t>
            </a:r>
            <a:r>
              <a:rPr lang="fr-FR" dirty="0"/>
              <a:t> </a:t>
            </a:r>
            <a:r>
              <a:rPr lang="fr-FR" dirty="0" err="1"/>
              <a:t>animi</a:t>
            </a:r>
            <a:r>
              <a:rPr lang="fr-FR" dirty="0"/>
              <a:t>, id est </a:t>
            </a:r>
            <a:r>
              <a:rPr lang="fr-FR" dirty="0" err="1"/>
              <a:t>laborum</a:t>
            </a:r>
            <a:r>
              <a:rPr lang="fr-FR" dirty="0"/>
              <a:t> et </a:t>
            </a:r>
            <a:r>
              <a:rPr lang="fr-FR" dirty="0" err="1"/>
              <a:t>dolorum</a:t>
            </a:r>
            <a:r>
              <a:rPr lang="fr-FR" dirty="0"/>
              <a:t> </a:t>
            </a:r>
            <a:r>
              <a:rPr lang="fr-FR" dirty="0" err="1"/>
              <a:t>fuga</a:t>
            </a:r>
            <a:r>
              <a:rPr lang="fr-FR" dirty="0"/>
              <a:t>. Et </a:t>
            </a:r>
            <a:r>
              <a:rPr lang="fr-FR" dirty="0" err="1"/>
              <a:t>harum</a:t>
            </a:r>
            <a:r>
              <a:rPr lang="fr-FR" dirty="0"/>
              <a:t> </a:t>
            </a:r>
            <a:r>
              <a:rPr lang="fr-FR" dirty="0" err="1"/>
              <a:t>quidem</a:t>
            </a:r>
            <a:r>
              <a:rPr lang="fr-FR" dirty="0"/>
              <a:t> </a:t>
            </a:r>
            <a:r>
              <a:rPr lang="fr-FR" dirty="0" err="1"/>
              <a:t>rerum</a:t>
            </a:r>
            <a:r>
              <a:rPr lang="fr-FR" dirty="0"/>
              <a:t> </a:t>
            </a:r>
            <a:r>
              <a:rPr lang="fr-FR" dirty="0" err="1"/>
              <a:t>facilis</a:t>
            </a:r>
            <a:r>
              <a:rPr lang="fr-FR" dirty="0"/>
              <a:t> est et </a:t>
            </a:r>
            <a:r>
              <a:rPr lang="fr-FR" dirty="0" err="1"/>
              <a:t>expedita</a:t>
            </a:r>
            <a:r>
              <a:rPr lang="fr-FR" dirty="0"/>
              <a:t> </a:t>
            </a:r>
            <a:r>
              <a:rPr lang="fr-FR" dirty="0" err="1"/>
              <a:t>distinctio</a:t>
            </a:r>
            <a:r>
              <a:rPr lang="fr-FR" dirty="0"/>
              <a:t>. Nam libero </a:t>
            </a:r>
            <a:r>
              <a:rPr lang="fr-FR" dirty="0" err="1"/>
              <a:t>tempore</a:t>
            </a:r>
            <a:r>
              <a:rPr lang="fr-FR" dirty="0"/>
              <a:t>, cum </a:t>
            </a:r>
            <a:r>
              <a:rPr lang="fr-FR" dirty="0" err="1"/>
              <a:t>soluta</a:t>
            </a:r>
            <a:r>
              <a:rPr lang="fr-FR" dirty="0"/>
              <a:t> </a:t>
            </a:r>
            <a:r>
              <a:rPr lang="fr-FR" dirty="0" err="1"/>
              <a:t>nobis</a:t>
            </a:r>
            <a:r>
              <a:rPr lang="fr-FR" dirty="0"/>
              <a:t> est </a:t>
            </a:r>
            <a:r>
              <a:rPr lang="fr-FR" dirty="0" err="1"/>
              <a:t>eligendi</a:t>
            </a:r>
            <a:r>
              <a:rPr lang="fr-FR" dirty="0"/>
              <a:t> </a:t>
            </a:r>
            <a:r>
              <a:rPr lang="fr-FR" dirty="0" err="1"/>
              <a:t>optio</a:t>
            </a:r>
            <a:r>
              <a:rPr lang="fr-FR" dirty="0"/>
              <a:t> </a:t>
            </a:r>
            <a:r>
              <a:rPr lang="fr-FR" dirty="0" err="1"/>
              <a:t>cumque</a:t>
            </a:r>
            <a:r>
              <a:rPr lang="fr-FR" dirty="0"/>
              <a:t> nihil </a:t>
            </a:r>
            <a:r>
              <a:rPr lang="fr-FR" dirty="0" err="1"/>
              <a:t>impedit</a:t>
            </a:r>
            <a:r>
              <a:rPr lang="fr-FR" dirty="0"/>
              <a:t> quo minus id</a:t>
            </a:r>
          </a:p>
        </p:txBody>
      </p:sp>
    </p:spTree>
    <p:extLst>
      <p:ext uri="{BB962C8B-B14F-4D97-AF65-F5344CB8AC3E}">
        <p14:creationId xmlns:p14="http://schemas.microsoft.com/office/powerpoint/2010/main" val="853636321"/>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p:cSld name="Référence Light 3">
    <p:spTree>
      <p:nvGrpSpPr>
        <p:cNvPr id="1" name=""/>
        <p:cNvGrpSpPr/>
        <p:nvPr/>
      </p:nvGrpSpPr>
      <p:grpSpPr>
        <a:xfrm>
          <a:off x="0" y="0"/>
          <a:ext cx="0" cy="0"/>
          <a:chOff x="0" y="0"/>
          <a:chExt cx="0" cy="0"/>
        </a:xfrm>
      </p:grpSpPr>
      <p:pic>
        <p:nvPicPr>
          <p:cNvPr id="17" name="Image 16">
            <a:extLst>
              <a:ext uri="{FF2B5EF4-FFF2-40B4-BE49-F238E27FC236}">
                <a16:creationId xmlns:a16="http://schemas.microsoft.com/office/drawing/2014/main" id="{E325A0B9-21A3-9A34-FBF7-D6585C2C6E7A}"/>
              </a:ext>
            </a:extLst>
          </p:cNvPr>
          <p:cNvPicPr>
            <a:picLocks noChangeAspect="1"/>
          </p:cNvPicPr>
          <p:nvPr/>
        </p:nvPicPr>
        <p:blipFill>
          <a:blip r:embed="rId2"/>
          <a:srcRect/>
          <a:stretch/>
        </p:blipFill>
        <p:spPr>
          <a:xfrm>
            <a:off x="3742" y="0"/>
            <a:ext cx="12173698" cy="6858000"/>
          </a:xfrm>
          <a:prstGeom prst="rect">
            <a:avLst/>
          </a:prstGeom>
        </p:spPr>
      </p:pic>
      <p:sp>
        <p:nvSpPr>
          <p:cNvPr id="4" name="object 11">
            <a:extLst>
              <a:ext uri="{FF2B5EF4-FFF2-40B4-BE49-F238E27FC236}">
                <a16:creationId xmlns:a16="http://schemas.microsoft.com/office/drawing/2014/main" id="{10D34413-DA51-D9D8-29E8-6DE8F8A5EFCE}"/>
              </a:ext>
            </a:extLst>
          </p:cNvPr>
          <p:cNvSpPr/>
          <p:nvPr/>
        </p:nvSpPr>
        <p:spPr>
          <a:xfrm>
            <a:off x="11397941" y="0"/>
            <a:ext cx="794059" cy="6857615"/>
          </a:xfrm>
          <a:custGeom>
            <a:avLst/>
            <a:gdLst/>
            <a:ahLst/>
            <a:cxnLst/>
            <a:rect l="l" t="t" r="r" b="b"/>
            <a:pathLst>
              <a:path w="1309369" h="11308715">
                <a:moveTo>
                  <a:pt x="1308860" y="0"/>
                </a:moveTo>
                <a:lnTo>
                  <a:pt x="0" y="0"/>
                </a:lnTo>
                <a:lnTo>
                  <a:pt x="0" y="11308556"/>
                </a:lnTo>
                <a:lnTo>
                  <a:pt x="1308860" y="11308556"/>
                </a:lnTo>
                <a:lnTo>
                  <a:pt x="1308860" y="0"/>
                </a:lnTo>
                <a:close/>
              </a:path>
            </a:pathLst>
          </a:custGeom>
          <a:solidFill>
            <a:schemeClr val="tx1"/>
          </a:solidFill>
          <a:ln>
            <a:noFill/>
          </a:ln>
        </p:spPr>
        <p:txBody>
          <a:bodyPr wrap="square" lIns="0" tIns="0" rIns="0" bIns="0" rtlCol="0"/>
          <a:lstStyle/>
          <a:p>
            <a:endParaRPr sz="1092"/>
          </a:p>
        </p:txBody>
      </p:sp>
      <p:sp>
        <p:nvSpPr>
          <p:cNvPr id="2" name="Espace réservé du pied de page 4">
            <a:extLst>
              <a:ext uri="{FF2B5EF4-FFF2-40B4-BE49-F238E27FC236}">
                <a16:creationId xmlns:a16="http://schemas.microsoft.com/office/drawing/2014/main" id="{97ADE9E6-DC8A-B79F-0E6A-9D6F3EC57782}"/>
              </a:ext>
            </a:extLst>
          </p:cNvPr>
          <p:cNvSpPr>
            <a:spLocks noGrp="1"/>
          </p:cNvSpPr>
          <p:nvPr>
            <p:ph type="ftr" sz="quarter" idx="3"/>
          </p:nvPr>
        </p:nvSpPr>
        <p:spPr>
          <a:xfrm rot="16200000">
            <a:off x="9737570" y="2572960"/>
            <a:ext cx="4114800" cy="365125"/>
          </a:xfrm>
          <a:prstGeom prst="rect">
            <a:avLst/>
          </a:prstGeom>
        </p:spPr>
        <p:txBody>
          <a:bodyPr vert="horz" lIns="91440" tIns="45720" rIns="91440" bIns="45720" rtlCol="0" anchor="ctr"/>
          <a:lstStyle>
            <a:lvl1pPr>
              <a:defRPr lang="en-US" sz="728" dirty="0">
                <a:solidFill>
                  <a:schemeClr val="bg1"/>
                </a:solidFill>
                <a:latin typeface="Poppins" pitchFamily="2" charset="77"/>
                <a:cs typeface="Poppins" pitchFamily="2" charset="77"/>
              </a:defRPr>
            </a:lvl1pPr>
          </a:lstStyle>
          <a:p>
            <a:pPr algn="r"/>
            <a:r>
              <a:rPr lang="fr-FR"/>
              <a:t>Architectes des grandes transformations</a:t>
            </a:r>
            <a:endParaRPr lang="fr-US"/>
          </a:p>
        </p:txBody>
      </p:sp>
      <p:sp>
        <p:nvSpPr>
          <p:cNvPr id="3" name="Espace réservé du numéro de diapositive 18">
            <a:extLst>
              <a:ext uri="{FF2B5EF4-FFF2-40B4-BE49-F238E27FC236}">
                <a16:creationId xmlns:a16="http://schemas.microsoft.com/office/drawing/2014/main" id="{40599553-1744-B948-F679-B18C359A2A19}"/>
              </a:ext>
            </a:extLst>
          </p:cNvPr>
          <p:cNvSpPr>
            <a:spLocks noGrp="1"/>
          </p:cNvSpPr>
          <p:nvPr>
            <p:ph type="sldNum" sz="quarter" idx="4"/>
          </p:nvPr>
        </p:nvSpPr>
        <p:spPr>
          <a:xfrm>
            <a:off x="11588253" y="165403"/>
            <a:ext cx="420073" cy="365125"/>
          </a:xfrm>
          <a:prstGeom prst="rect">
            <a:avLst/>
          </a:prstGeom>
        </p:spPr>
        <p:txBody>
          <a:bodyPr/>
          <a:lstStyle>
            <a:lvl1pPr algn="ctr">
              <a:defRPr lang="en-US" sz="667" b="1" smtClean="0">
                <a:solidFill>
                  <a:schemeClr val="bg1"/>
                </a:solidFill>
                <a:latin typeface="Poppins" pitchFamily="2" charset="77"/>
                <a:cs typeface="Poppins" pitchFamily="2" charset="77"/>
              </a:defRPr>
            </a:lvl1pPr>
          </a:lstStyle>
          <a:p>
            <a:fld id="{8042310B-17DC-C845-9B99-8FE29D3E9696}" type="slidenum">
              <a:rPr lang="fr-FR" smtClean="0"/>
              <a:pPr/>
              <a:t>‹N°›</a:t>
            </a:fld>
            <a:endParaRPr lang="fr-FR" dirty="0"/>
          </a:p>
        </p:txBody>
      </p:sp>
      <p:sp>
        <p:nvSpPr>
          <p:cNvPr id="5" name="object 14">
            <a:extLst>
              <a:ext uri="{FF2B5EF4-FFF2-40B4-BE49-F238E27FC236}">
                <a16:creationId xmlns:a16="http://schemas.microsoft.com/office/drawing/2014/main" id="{0BEBFB05-8DE3-A267-9D37-864C2BE599F7}"/>
              </a:ext>
            </a:extLst>
          </p:cNvPr>
          <p:cNvSpPr/>
          <p:nvPr/>
        </p:nvSpPr>
        <p:spPr>
          <a:xfrm>
            <a:off x="11397456" y="6063824"/>
            <a:ext cx="794059" cy="0"/>
          </a:xfrm>
          <a:custGeom>
            <a:avLst/>
            <a:gdLst/>
            <a:ahLst/>
            <a:cxnLst/>
            <a:rect l="l" t="t" r="r" b="b"/>
            <a:pathLst>
              <a:path w="1309369">
                <a:moveTo>
                  <a:pt x="0" y="0"/>
                </a:moveTo>
                <a:lnTo>
                  <a:pt x="1308860" y="0"/>
                </a:lnTo>
              </a:path>
            </a:pathLst>
          </a:custGeom>
          <a:ln w="7853">
            <a:solidFill>
              <a:schemeClr val="bg1"/>
            </a:solidFill>
          </a:ln>
        </p:spPr>
        <p:txBody>
          <a:bodyPr wrap="square" lIns="0" tIns="0" rIns="0" bIns="0" rtlCol="0"/>
          <a:lstStyle/>
          <a:p>
            <a:endParaRPr sz="1092"/>
          </a:p>
        </p:txBody>
      </p:sp>
      <p:grpSp>
        <p:nvGrpSpPr>
          <p:cNvPr id="6" name="Graphique 21">
            <a:extLst>
              <a:ext uri="{FF2B5EF4-FFF2-40B4-BE49-F238E27FC236}">
                <a16:creationId xmlns:a16="http://schemas.microsoft.com/office/drawing/2014/main" id="{53708514-84A2-1B09-3C16-DCBB1DDB6761}"/>
              </a:ext>
            </a:extLst>
          </p:cNvPr>
          <p:cNvGrpSpPr/>
          <p:nvPr/>
        </p:nvGrpSpPr>
        <p:grpSpPr>
          <a:xfrm>
            <a:off x="11646607" y="6340088"/>
            <a:ext cx="329427" cy="214383"/>
            <a:chOff x="19204770" y="10455275"/>
            <a:chExt cx="543212" cy="353534"/>
          </a:xfrm>
        </p:grpSpPr>
        <p:sp>
          <p:nvSpPr>
            <p:cNvPr id="7" name="Forme libre : forme 3">
              <a:extLst>
                <a:ext uri="{FF2B5EF4-FFF2-40B4-BE49-F238E27FC236}">
                  <a16:creationId xmlns:a16="http://schemas.microsoft.com/office/drawing/2014/main" id="{31C42F6D-7A13-B8E3-17A5-85FE87D2A64D}"/>
                </a:ext>
              </a:extLst>
            </p:cNvPr>
            <p:cNvSpPr/>
            <p:nvPr/>
          </p:nvSpPr>
          <p:spPr>
            <a:xfrm>
              <a:off x="19204770" y="10455275"/>
              <a:ext cx="373208" cy="353534"/>
            </a:xfrm>
            <a:custGeom>
              <a:avLst/>
              <a:gdLst>
                <a:gd name="connsiteX0" fmla="*/ 187219 w 373208"/>
                <a:gd name="connsiteY0" fmla="*/ 0 h 353534"/>
                <a:gd name="connsiteX1" fmla="*/ 0 w 373208"/>
                <a:gd name="connsiteY1" fmla="*/ 177228 h 353534"/>
                <a:gd name="connsiteX2" fmla="*/ 185990 w 373208"/>
                <a:gd name="connsiteY2" fmla="*/ 353534 h 353534"/>
                <a:gd name="connsiteX3" fmla="*/ 373209 w 373208"/>
                <a:gd name="connsiteY3" fmla="*/ 175998 h 353534"/>
                <a:gd name="connsiteX4" fmla="*/ 187219 w 373208"/>
                <a:gd name="connsiteY4" fmla="*/ 0 h 353534"/>
                <a:gd name="connsiteX5" fmla="*/ 187219 w 373208"/>
                <a:gd name="connsiteY5" fmla="*/ 252777 h 353534"/>
                <a:gd name="connsiteX6" fmla="*/ 115437 w 373208"/>
                <a:gd name="connsiteY6" fmla="*/ 175922 h 353534"/>
                <a:gd name="connsiteX7" fmla="*/ 185990 w 373208"/>
                <a:gd name="connsiteY7" fmla="*/ 100373 h 353534"/>
                <a:gd name="connsiteX8" fmla="*/ 257772 w 373208"/>
                <a:gd name="connsiteY8" fmla="*/ 177228 h 353534"/>
                <a:gd name="connsiteX9" fmla="*/ 187219 w 373208"/>
                <a:gd name="connsiteY9" fmla="*/ 252777 h 353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73208" h="353534">
                  <a:moveTo>
                    <a:pt x="187219" y="0"/>
                  </a:moveTo>
                  <a:cubicBezTo>
                    <a:pt x="78623" y="0"/>
                    <a:pt x="0" y="81159"/>
                    <a:pt x="0" y="177228"/>
                  </a:cubicBezTo>
                  <a:cubicBezTo>
                    <a:pt x="0" y="273297"/>
                    <a:pt x="78008" y="353534"/>
                    <a:pt x="185990" y="353534"/>
                  </a:cubicBezTo>
                  <a:cubicBezTo>
                    <a:pt x="293971" y="353534"/>
                    <a:pt x="373209" y="272144"/>
                    <a:pt x="373209" y="175998"/>
                  </a:cubicBezTo>
                  <a:cubicBezTo>
                    <a:pt x="373209" y="79853"/>
                    <a:pt x="295201" y="0"/>
                    <a:pt x="187219" y="0"/>
                  </a:cubicBezTo>
                  <a:moveTo>
                    <a:pt x="187219" y="252777"/>
                  </a:moveTo>
                  <a:cubicBezTo>
                    <a:pt x="145410" y="252777"/>
                    <a:pt x="115437" y="217193"/>
                    <a:pt x="115437" y="175922"/>
                  </a:cubicBezTo>
                  <a:cubicBezTo>
                    <a:pt x="115437" y="134650"/>
                    <a:pt x="142951" y="100373"/>
                    <a:pt x="185990" y="100373"/>
                  </a:cubicBezTo>
                  <a:cubicBezTo>
                    <a:pt x="227799" y="100373"/>
                    <a:pt x="257772" y="135957"/>
                    <a:pt x="257772" y="177228"/>
                  </a:cubicBezTo>
                  <a:cubicBezTo>
                    <a:pt x="257772" y="218499"/>
                    <a:pt x="230566" y="252777"/>
                    <a:pt x="187219" y="252777"/>
                  </a:cubicBezTo>
                </a:path>
              </a:pathLst>
            </a:custGeom>
            <a:solidFill>
              <a:schemeClr val="bg1"/>
            </a:solidFill>
            <a:ln w="7647" cap="flat">
              <a:noFill/>
              <a:prstDash val="solid"/>
              <a:miter/>
            </a:ln>
          </p:spPr>
          <p:txBody>
            <a:bodyPr rtlCol="0" anchor="ctr"/>
            <a:lstStyle/>
            <a:p>
              <a:endParaRPr lang="fr-FR" sz="1092"/>
            </a:p>
          </p:txBody>
        </p:sp>
        <p:sp>
          <p:nvSpPr>
            <p:cNvPr id="8" name="Forme libre : forme 4">
              <a:extLst>
                <a:ext uri="{FF2B5EF4-FFF2-40B4-BE49-F238E27FC236}">
                  <a16:creationId xmlns:a16="http://schemas.microsoft.com/office/drawing/2014/main" id="{47A73EB0-AB80-9491-022A-C1D2B9AF734E}"/>
                </a:ext>
              </a:extLst>
            </p:cNvPr>
            <p:cNvSpPr/>
            <p:nvPr/>
          </p:nvSpPr>
          <p:spPr>
            <a:xfrm>
              <a:off x="19603033" y="10663629"/>
              <a:ext cx="144948" cy="144948"/>
            </a:xfrm>
            <a:custGeom>
              <a:avLst/>
              <a:gdLst>
                <a:gd name="connsiteX0" fmla="*/ 144949 w 144948"/>
                <a:gd name="connsiteY0" fmla="*/ 72474 h 144948"/>
                <a:gd name="connsiteX1" fmla="*/ 72474 w 144948"/>
                <a:gd name="connsiteY1" fmla="*/ 144949 h 144948"/>
                <a:gd name="connsiteX2" fmla="*/ 0 w 144948"/>
                <a:gd name="connsiteY2" fmla="*/ 72474 h 144948"/>
                <a:gd name="connsiteX3" fmla="*/ 72474 w 144948"/>
                <a:gd name="connsiteY3" fmla="*/ 0 h 144948"/>
                <a:gd name="connsiteX4" fmla="*/ 144949 w 144948"/>
                <a:gd name="connsiteY4" fmla="*/ 72474 h 1449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4948" h="144948">
                  <a:moveTo>
                    <a:pt x="144949" y="72474"/>
                  </a:moveTo>
                  <a:cubicBezTo>
                    <a:pt x="144949" y="112501"/>
                    <a:pt x="112501" y="144949"/>
                    <a:pt x="72474" y="144949"/>
                  </a:cubicBezTo>
                  <a:cubicBezTo>
                    <a:pt x="32448" y="144949"/>
                    <a:pt x="0" y="112501"/>
                    <a:pt x="0" y="72474"/>
                  </a:cubicBezTo>
                  <a:cubicBezTo>
                    <a:pt x="0" y="32448"/>
                    <a:pt x="32448" y="0"/>
                    <a:pt x="72474" y="0"/>
                  </a:cubicBezTo>
                  <a:cubicBezTo>
                    <a:pt x="112501" y="0"/>
                    <a:pt x="144949" y="32448"/>
                    <a:pt x="144949" y="72474"/>
                  </a:cubicBezTo>
                </a:path>
              </a:pathLst>
            </a:custGeom>
            <a:solidFill>
              <a:srgbClr val="0099D9"/>
            </a:solidFill>
            <a:ln w="7647" cap="flat">
              <a:noFill/>
              <a:prstDash val="solid"/>
              <a:miter/>
            </a:ln>
          </p:spPr>
          <p:txBody>
            <a:bodyPr rtlCol="0" anchor="ctr"/>
            <a:lstStyle/>
            <a:p>
              <a:endParaRPr lang="fr-FR" sz="1092"/>
            </a:p>
          </p:txBody>
        </p:sp>
      </p:grpSp>
      <p:sp>
        <p:nvSpPr>
          <p:cNvPr id="20" name="Espace réservé du texte 22">
            <a:extLst>
              <a:ext uri="{FF2B5EF4-FFF2-40B4-BE49-F238E27FC236}">
                <a16:creationId xmlns:a16="http://schemas.microsoft.com/office/drawing/2014/main" id="{8C8EBFD8-2352-3161-FECA-F5229C0183A6}"/>
              </a:ext>
            </a:extLst>
          </p:cNvPr>
          <p:cNvSpPr>
            <a:spLocks noGrp="1"/>
          </p:cNvSpPr>
          <p:nvPr>
            <p:ph type="body" sz="quarter" idx="17" hasCustomPrompt="1"/>
          </p:nvPr>
        </p:nvSpPr>
        <p:spPr>
          <a:xfrm>
            <a:off x="1139871" y="360437"/>
            <a:ext cx="9871029" cy="263149"/>
          </a:xfrm>
          <a:noFill/>
        </p:spPr>
        <p:txBody>
          <a:bodyPr wrap="square" anchor="b">
            <a:noAutofit/>
          </a:bodyPr>
          <a:lstStyle>
            <a:lvl1pPr marL="0" indent="0">
              <a:lnSpc>
                <a:spcPct val="120000"/>
              </a:lnSpc>
              <a:spcBef>
                <a:spcPts val="0"/>
              </a:spcBef>
              <a:spcAft>
                <a:spcPts val="600"/>
              </a:spcAft>
              <a:buNone/>
              <a:defRPr sz="1200" b="0">
                <a:solidFill>
                  <a:schemeClr val="tx2"/>
                </a:solidFill>
              </a:defRPr>
            </a:lvl1pPr>
          </a:lstStyle>
          <a:p>
            <a:pPr lvl="0"/>
            <a:r>
              <a:rPr lang="fr-FR" dirty="0"/>
              <a:t>Titre ici. Par exemple « Références »</a:t>
            </a:r>
          </a:p>
        </p:txBody>
      </p:sp>
      <p:sp>
        <p:nvSpPr>
          <p:cNvPr id="9" name="Titre 17">
            <a:extLst>
              <a:ext uri="{FF2B5EF4-FFF2-40B4-BE49-F238E27FC236}">
                <a16:creationId xmlns:a16="http://schemas.microsoft.com/office/drawing/2014/main" id="{B58FA6E9-5568-B8FD-B9AF-F5E4F6538D88}"/>
              </a:ext>
            </a:extLst>
          </p:cNvPr>
          <p:cNvSpPr>
            <a:spLocks noGrp="1"/>
          </p:cNvSpPr>
          <p:nvPr>
            <p:ph type="title" hasCustomPrompt="1"/>
          </p:nvPr>
        </p:nvSpPr>
        <p:spPr>
          <a:xfrm>
            <a:off x="1139871" y="1726354"/>
            <a:ext cx="4079829" cy="291618"/>
          </a:xfrm>
          <a:noFill/>
        </p:spPr>
        <p:txBody>
          <a:bodyPr wrap="square" anchor="ctr" anchorCtr="0">
            <a:spAutoFit/>
          </a:bodyPr>
          <a:lstStyle>
            <a:lvl1pPr>
              <a:lnSpc>
                <a:spcPct val="90000"/>
              </a:lnSpc>
              <a:spcAft>
                <a:spcPts val="600"/>
              </a:spcAft>
              <a:defRPr sz="1400">
                <a:solidFill>
                  <a:schemeClr val="tx1"/>
                </a:solidFill>
              </a:defRPr>
            </a:lvl1pPr>
          </a:lstStyle>
          <a:p>
            <a:r>
              <a:rPr lang="fr-FR" dirty="0"/>
              <a:t>Titre ici. Exemple « La nature du projet »</a:t>
            </a:r>
          </a:p>
        </p:txBody>
      </p:sp>
      <p:sp>
        <p:nvSpPr>
          <p:cNvPr id="10" name="Espace réservé du texte 2">
            <a:extLst>
              <a:ext uri="{FF2B5EF4-FFF2-40B4-BE49-F238E27FC236}">
                <a16:creationId xmlns:a16="http://schemas.microsoft.com/office/drawing/2014/main" id="{38C2883F-82A9-1392-1DFD-2B9DC5D1B448}"/>
              </a:ext>
            </a:extLst>
          </p:cNvPr>
          <p:cNvSpPr>
            <a:spLocks noGrp="1"/>
          </p:cNvSpPr>
          <p:nvPr>
            <p:ph idx="1" hasCustomPrompt="1"/>
          </p:nvPr>
        </p:nvSpPr>
        <p:spPr>
          <a:xfrm>
            <a:off x="1149927" y="2017972"/>
            <a:ext cx="4069773" cy="1912062"/>
          </a:xfrm>
          <a:prstGeom prst="rect">
            <a:avLst/>
          </a:prstGeom>
        </p:spPr>
        <p:txBody>
          <a:bodyPr vert="horz" wrap="square" lIns="91440" tIns="45720" rIns="91440" bIns="45720" rtlCol="0">
            <a:spAutoFit/>
          </a:bodyPr>
          <a:lstStyle>
            <a:lvl1pPr marL="0" indent="0">
              <a:lnSpc>
                <a:spcPct val="120000"/>
              </a:lnSpc>
              <a:spcBef>
                <a:spcPts val="0"/>
              </a:spcBef>
              <a:buClr>
                <a:schemeClr val="tx2"/>
              </a:buClr>
              <a:buNone/>
              <a:defRPr lang="fr-FR" dirty="0">
                <a:solidFill>
                  <a:schemeClr val="tx1"/>
                </a:solidFill>
                <a:latin typeface="Poppins" pitchFamily="2" charset="77"/>
                <a:cs typeface="Poppins" pitchFamily="2" charset="77"/>
              </a:defRPr>
            </a:lvl1pPr>
            <a:lvl2pPr>
              <a:lnSpc>
                <a:spcPct val="120000"/>
              </a:lnSpc>
              <a:spcBef>
                <a:spcPts val="0"/>
              </a:spcBef>
              <a:buClr>
                <a:schemeClr val="tx2"/>
              </a:buClr>
              <a:defRPr lang="fr-FR" dirty="0">
                <a:solidFill>
                  <a:schemeClr val="bg1"/>
                </a:solidFill>
                <a:latin typeface="Poppins" pitchFamily="2" charset="77"/>
                <a:cs typeface="Poppins" pitchFamily="2" charset="77"/>
              </a:defRPr>
            </a:lvl2pPr>
            <a:lvl3pPr>
              <a:lnSpc>
                <a:spcPct val="120000"/>
              </a:lnSpc>
              <a:spcBef>
                <a:spcPts val="0"/>
              </a:spcBef>
              <a:buClr>
                <a:schemeClr val="tx2"/>
              </a:buClr>
              <a:defRPr lang="fr-FR" dirty="0">
                <a:solidFill>
                  <a:schemeClr val="bg1"/>
                </a:solidFill>
                <a:latin typeface="Poppins" pitchFamily="2" charset="77"/>
                <a:cs typeface="Poppins" pitchFamily="2" charset="77"/>
              </a:defRPr>
            </a:lvl3pPr>
            <a:lvl4pPr>
              <a:lnSpc>
                <a:spcPct val="120000"/>
              </a:lnSpc>
              <a:spcBef>
                <a:spcPts val="0"/>
              </a:spcBef>
              <a:buClr>
                <a:schemeClr val="tx2"/>
              </a:buClr>
              <a:defRPr lang="fr-FR" dirty="0">
                <a:solidFill>
                  <a:schemeClr val="bg1"/>
                </a:solidFill>
                <a:latin typeface="Poppins" pitchFamily="2" charset="77"/>
                <a:cs typeface="Poppins" pitchFamily="2" charset="77"/>
              </a:defRPr>
            </a:lvl4pPr>
            <a:lvl5pPr>
              <a:lnSpc>
                <a:spcPct val="120000"/>
              </a:lnSpc>
              <a:spcBef>
                <a:spcPts val="0"/>
              </a:spcBef>
              <a:buClr>
                <a:schemeClr val="tx2"/>
              </a:buClr>
              <a:defRPr lang="fr-FR" dirty="0">
                <a:solidFill>
                  <a:schemeClr val="bg1"/>
                </a:solidFill>
                <a:latin typeface="Poppins" pitchFamily="2" charset="77"/>
                <a:cs typeface="Poppins" pitchFamily="2" charset="77"/>
              </a:defRPr>
            </a:lvl5pPr>
          </a:lstStyle>
          <a:p>
            <a:pPr lvl="0">
              <a:spcAft>
                <a:spcPts val="600"/>
              </a:spcAft>
            </a:pPr>
            <a:r>
              <a:rPr lang="fr-FR" dirty="0"/>
              <a:t>At </a:t>
            </a:r>
            <a:r>
              <a:rPr lang="fr-FR" dirty="0" err="1"/>
              <a:t>vero</a:t>
            </a:r>
            <a:r>
              <a:rPr lang="fr-FR" dirty="0"/>
              <a:t> </a:t>
            </a:r>
            <a:r>
              <a:rPr lang="fr-FR" dirty="0" err="1"/>
              <a:t>eos</a:t>
            </a:r>
            <a:r>
              <a:rPr lang="fr-FR" dirty="0"/>
              <a:t> et </a:t>
            </a:r>
            <a:r>
              <a:rPr lang="fr-FR" dirty="0" err="1"/>
              <a:t>accusamus</a:t>
            </a:r>
            <a:r>
              <a:rPr lang="fr-FR" dirty="0"/>
              <a:t> et </a:t>
            </a:r>
            <a:r>
              <a:rPr lang="fr-FR" dirty="0" err="1"/>
              <a:t>iusto</a:t>
            </a:r>
            <a:r>
              <a:rPr lang="fr-FR" dirty="0"/>
              <a:t> </a:t>
            </a:r>
            <a:r>
              <a:rPr lang="fr-FR" dirty="0" err="1"/>
              <a:t>odio</a:t>
            </a:r>
            <a:r>
              <a:rPr lang="fr-FR" dirty="0"/>
              <a:t> </a:t>
            </a:r>
            <a:r>
              <a:rPr lang="fr-FR" dirty="0" err="1"/>
              <a:t>dignissimos</a:t>
            </a:r>
            <a:r>
              <a:rPr lang="fr-FR" dirty="0"/>
              <a:t> </a:t>
            </a:r>
            <a:r>
              <a:rPr lang="fr-FR" dirty="0" err="1"/>
              <a:t>ducimus</a:t>
            </a:r>
            <a:r>
              <a:rPr lang="fr-FR" dirty="0"/>
              <a:t> qui </a:t>
            </a:r>
            <a:r>
              <a:rPr lang="fr-FR" dirty="0" err="1"/>
              <a:t>blanditiis</a:t>
            </a:r>
            <a:r>
              <a:rPr lang="fr-FR" dirty="0"/>
              <a:t> </a:t>
            </a:r>
            <a:r>
              <a:rPr lang="fr-FR" dirty="0" err="1"/>
              <a:t>praesentium</a:t>
            </a:r>
            <a:r>
              <a:rPr lang="fr-FR" dirty="0"/>
              <a:t> </a:t>
            </a:r>
            <a:r>
              <a:rPr lang="fr-FR" dirty="0" err="1"/>
              <a:t>voluptatum</a:t>
            </a:r>
            <a:r>
              <a:rPr lang="fr-FR" dirty="0"/>
              <a:t> </a:t>
            </a:r>
            <a:r>
              <a:rPr lang="fr-FR" dirty="0" err="1"/>
              <a:t>deleniti</a:t>
            </a:r>
            <a:r>
              <a:rPr lang="fr-FR" dirty="0"/>
              <a:t> </a:t>
            </a:r>
            <a:r>
              <a:rPr lang="fr-FR" dirty="0" err="1"/>
              <a:t>atque</a:t>
            </a:r>
            <a:r>
              <a:rPr lang="fr-FR" dirty="0"/>
              <a:t> </a:t>
            </a:r>
            <a:r>
              <a:rPr lang="fr-FR" dirty="0" err="1"/>
              <a:t>corrupti</a:t>
            </a:r>
            <a:r>
              <a:rPr lang="fr-FR" dirty="0"/>
              <a:t> </a:t>
            </a:r>
            <a:r>
              <a:rPr lang="fr-FR" dirty="0" err="1"/>
              <a:t>quos</a:t>
            </a:r>
            <a:r>
              <a:rPr lang="fr-FR" dirty="0"/>
              <a:t> </a:t>
            </a:r>
            <a:r>
              <a:rPr lang="fr-FR" dirty="0" err="1"/>
              <a:t>dolores</a:t>
            </a:r>
            <a:r>
              <a:rPr lang="fr-FR" dirty="0"/>
              <a:t> et </a:t>
            </a:r>
            <a:r>
              <a:rPr lang="fr-FR" dirty="0" err="1"/>
              <a:t>quas</a:t>
            </a:r>
            <a:r>
              <a:rPr lang="fr-FR" dirty="0"/>
              <a:t> </a:t>
            </a:r>
            <a:r>
              <a:rPr lang="fr-FR" dirty="0" err="1"/>
              <a:t>molestias</a:t>
            </a:r>
            <a:r>
              <a:rPr lang="fr-FR" dirty="0"/>
              <a:t> </a:t>
            </a:r>
            <a:r>
              <a:rPr lang="fr-FR" dirty="0" err="1"/>
              <a:t>excepturi</a:t>
            </a:r>
            <a:r>
              <a:rPr lang="fr-FR" dirty="0"/>
              <a:t> </a:t>
            </a:r>
            <a:r>
              <a:rPr lang="fr-FR" dirty="0" err="1"/>
              <a:t>sint</a:t>
            </a:r>
            <a:r>
              <a:rPr lang="fr-FR" dirty="0"/>
              <a:t> </a:t>
            </a:r>
            <a:r>
              <a:rPr lang="fr-FR" dirty="0" err="1"/>
              <a:t>occaecati</a:t>
            </a:r>
            <a:r>
              <a:rPr lang="fr-FR" dirty="0"/>
              <a:t> </a:t>
            </a:r>
            <a:r>
              <a:rPr lang="fr-FR" dirty="0" err="1"/>
              <a:t>cupiditate</a:t>
            </a:r>
            <a:r>
              <a:rPr lang="fr-FR" dirty="0"/>
              <a:t> non provident, </a:t>
            </a:r>
            <a:r>
              <a:rPr lang="fr-FR" dirty="0" err="1"/>
              <a:t>similique</a:t>
            </a:r>
            <a:r>
              <a:rPr lang="fr-FR" dirty="0"/>
              <a:t> </a:t>
            </a:r>
            <a:r>
              <a:rPr lang="fr-FR" dirty="0" err="1"/>
              <a:t>sunt</a:t>
            </a:r>
            <a:r>
              <a:rPr lang="fr-FR" dirty="0"/>
              <a:t> in culpa qui officia </a:t>
            </a:r>
            <a:r>
              <a:rPr lang="fr-FR" dirty="0" err="1"/>
              <a:t>deserunt</a:t>
            </a:r>
            <a:r>
              <a:rPr lang="fr-FR" dirty="0"/>
              <a:t> </a:t>
            </a:r>
            <a:r>
              <a:rPr lang="fr-FR" dirty="0" err="1"/>
              <a:t>mollitia</a:t>
            </a:r>
            <a:r>
              <a:rPr lang="fr-FR" dirty="0"/>
              <a:t> </a:t>
            </a:r>
            <a:r>
              <a:rPr lang="fr-FR" dirty="0" err="1"/>
              <a:t>animi</a:t>
            </a:r>
            <a:r>
              <a:rPr lang="fr-FR" dirty="0"/>
              <a:t>, id est </a:t>
            </a:r>
            <a:r>
              <a:rPr lang="fr-FR" dirty="0" err="1"/>
              <a:t>laborum</a:t>
            </a:r>
            <a:r>
              <a:rPr lang="fr-FR" dirty="0"/>
              <a:t> et </a:t>
            </a:r>
            <a:r>
              <a:rPr lang="fr-FR" dirty="0" err="1"/>
              <a:t>dolorum</a:t>
            </a:r>
            <a:r>
              <a:rPr lang="fr-FR" dirty="0"/>
              <a:t> </a:t>
            </a:r>
            <a:r>
              <a:rPr lang="fr-FR" dirty="0" err="1"/>
              <a:t>fuga</a:t>
            </a:r>
            <a:r>
              <a:rPr lang="fr-FR" dirty="0"/>
              <a:t>. Et </a:t>
            </a:r>
            <a:r>
              <a:rPr lang="fr-FR" dirty="0" err="1"/>
              <a:t>harum</a:t>
            </a:r>
            <a:r>
              <a:rPr lang="fr-FR" dirty="0"/>
              <a:t> </a:t>
            </a:r>
            <a:r>
              <a:rPr lang="fr-FR" dirty="0" err="1"/>
              <a:t>quidem</a:t>
            </a:r>
            <a:r>
              <a:rPr lang="fr-FR" dirty="0"/>
              <a:t> </a:t>
            </a:r>
            <a:r>
              <a:rPr lang="fr-FR" dirty="0" err="1"/>
              <a:t>rerum</a:t>
            </a:r>
            <a:r>
              <a:rPr lang="fr-FR" dirty="0"/>
              <a:t> </a:t>
            </a:r>
            <a:r>
              <a:rPr lang="fr-FR" dirty="0" err="1"/>
              <a:t>facilis</a:t>
            </a:r>
            <a:r>
              <a:rPr lang="fr-FR" dirty="0"/>
              <a:t> est et </a:t>
            </a:r>
            <a:r>
              <a:rPr lang="fr-FR" dirty="0" err="1"/>
              <a:t>expedita</a:t>
            </a:r>
            <a:r>
              <a:rPr lang="fr-FR" dirty="0"/>
              <a:t> </a:t>
            </a:r>
            <a:r>
              <a:rPr lang="fr-FR" dirty="0" err="1"/>
              <a:t>distinctio</a:t>
            </a:r>
            <a:r>
              <a:rPr lang="fr-FR" dirty="0"/>
              <a:t>. Nam libero </a:t>
            </a:r>
            <a:r>
              <a:rPr lang="fr-FR" dirty="0" err="1"/>
              <a:t>tempore</a:t>
            </a:r>
            <a:r>
              <a:rPr lang="fr-FR" dirty="0"/>
              <a:t>, cum </a:t>
            </a:r>
            <a:r>
              <a:rPr lang="fr-FR" dirty="0" err="1"/>
              <a:t>soluta</a:t>
            </a:r>
            <a:r>
              <a:rPr lang="fr-FR" dirty="0"/>
              <a:t> </a:t>
            </a:r>
            <a:r>
              <a:rPr lang="fr-FR" dirty="0" err="1"/>
              <a:t>nobis</a:t>
            </a:r>
            <a:r>
              <a:rPr lang="fr-FR" dirty="0"/>
              <a:t> est </a:t>
            </a:r>
            <a:r>
              <a:rPr lang="fr-FR" dirty="0" err="1"/>
              <a:t>eligendi</a:t>
            </a:r>
            <a:r>
              <a:rPr lang="fr-FR" dirty="0"/>
              <a:t> </a:t>
            </a:r>
            <a:r>
              <a:rPr lang="fr-FR" dirty="0" err="1"/>
              <a:t>optio</a:t>
            </a:r>
            <a:r>
              <a:rPr lang="fr-FR" dirty="0"/>
              <a:t> </a:t>
            </a:r>
            <a:r>
              <a:rPr lang="fr-FR" dirty="0" err="1"/>
              <a:t>cumque</a:t>
            </a:r>
            <a:r>
              <a:rPr lang="fr-FR" dirty="0"/>
              <a:t> nihil </a:t>
            </a:r>
            <a:r>
              <a:rPr lang="fr-FR" dirty="0" err="1"/>
              <a:t>impedit</a:t>
            </a:r>
            <a:r>
              <a:rPr lang="fr-FR" dirty="0"/>
              <a:t> quo minus id</a:t>
            </a:r>
          </a:p>
        </p:txBody>
      </p:sp>
    </p:spTree>
    <p:extLst>
      <p:ext uri="{BB962C8B-B14F-4D97-AF65-F5344CB8AC3E}">
        <p14:creationId xmlns:p14="http://schemas.microsoft.com/office/powerpoint/2010/main" val="704795261"/>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p:cSld name="Référence Light 4">
    <p:spTree>
      <p:nvGrpSpPr>
        <p:cNvPr id="1" name=""/>
        <p:cNvGrpSpPr/>
        <p:nvPr/>
      </p:nvGrpSpPr>
      <p:grpSpPr>
        <a:xfrm>
          <a:off x="0" y="0"/>
          <a:ext cx="0" cy="0"/>
          <a:chOff x="0" y="0"/>
          <a:chExt cx="0" cy="0"/>
        </a:xfrm>
      </p:grpSpPr>
      <p:pic>
        <p:nvPicPr>
          <p:cNvPr id="17" name="Image 16">
            <a:extLst>
              <a:ext uri="{FF2B5EF4-FFF2-40B4-BE49-F238E27FC236}">
                <a16:creationId xmlns:a16="http://schemas.microsoft.com/office/drawing/2014/main" id="{E325A0B9-21A3-9A34-FBF7-D6585C2C6E7A}"/>
              </a:ext>
            </a:extLst>
          </p:cNvPr>
          <p:cNvPicPr>
            <a:picLocks noChangeAspect="1"/>
          </p:cNvPicPr>
          <p:nvPr/>
        </p:nvPicPr>
        <p:blipFill>
          <a:blip r:embed="rId2"/>
          <a:srcRect/>
          <a:stretch/>
        </p:blipFill>
        <p:spPr>
          <a:xfrm>
            <a:off x="3742" y="0"/>
            <a:ext cx="12173698" cy="6858000"/>
          </a:xfrm>
          <a:prstGeom prst="rect">
            <a:avLst/>
          </a:prstGeom>
        </p:spPr>
      </p:pic>
      <p:sp>
        <p:nvSpPr>
          <p:cNvPr id="4" name="object 11">
            <a:extLst>
              <a:ext uri="{FF2B5EF4-FFF2-40B4-BE49-F238E27FC236}">
                <a16:creationId xmlns:a16="http://schemas.microsoft.com/office/drawing/2014/main" id="{10D34413-DA51-D9D8-29E8-6DE8F8A5EFCE}"/>
              </a:ext>
            </a:extLst>
          </p:cNvPr>
          <p:cNvSpPr/>
          <p:nvPr/>
        </p:nvSpPr>
        <p:spPr>
          <a:xfrm>
            <a:off x="11397941" y="0"/>
            <a:ext cx="794059" cy="6857615"/>
          </a:xfrm>
          <a:custGeom>
            <a:avLst/>
            <a:gdLst/>
            <a:ahLst/>
            <a:cxnLst/>
            <a:rect l="l" t="t" r="r" b="b"/>
            <a:pathLst>
              <a:path w="1309369" h="11308715">
                <a:moveTo>
                  <a:pt x="1308860" y="0"/>
                </a:moveTo>
                <a:lnTo>
                  <a:pt x="0" y="0"/>
                </a:lnTo>
                <a:lnTo>
                  <a:pt x="0" y="11308556"/>
                </a:lnTo>
                <a:lnTo>
                  <a:pt x="1308860" y="11308556"/>
                </a:lnTo>
                <a:lnTo>
                  <a:pt x="1308860" y="0"/>
                </a:lnTo>
                <a:close/>
              </a:path>
            </a:pathLst>
          </a:custGeom>
          <a:solidFill>
            <a:schemeClr val="tx1"/>
          </a:solidFill>
          <a:ln>
            <a:noFill/>
          </a:ln>
        </p:spPr>
        <p:txBody>
          <a:bodyPr wrap="square" lIns="0" tIns="0" rIns="0" bIns="0" rtlCol="0"/>
          <a:lstStyle/>
          <a:p>
            <a:endParaRPr sz="1092"/>
          </a:p>
        </p:txBody>
      </p:sp>
      <p:sp>
        <p:nvSpPr>
          <p:cNvPr id="2" name="Espace réservé du pied de page 4">
            <a:extLst>
              <a:ext uri="{FF2B5EF4-FFF2-40B4-BE49-F238E27FC236}">
                <a16:creationId xmlns:a16="http://schemas.microsoft.com/office/drawing/2014/main" id="{97ADE9E6-DC8A-B79F-0E6A-9D6F3EC57782}"/>
              </a:ext>
            </a:extLst>
          </p:cNvPr>
          <p:cNvSpPr>
            <a:spLocks noGrp="1"/>
          </p:cNvSpPr>
          <p:nvPr>
            <p:ph type="ftr" sz="quarter" idx="3"/>
          </p:nvPr>
        </p:nvSpPr>
        <p:spPr>
          <a:xfrm rot="16200000">
            <a:off x="9737570" y="2572960"/>
            <a:ext cx="4114800" cy="365125"/>
          </a:xfrm>
          <a:prstGeom prst="rect">
            <a:avLst/>
          </a:prstGeom>
        </p:spPr>
        <p:txBody>
          <a:bodyPr vert="horz" lIns="91440" tIns="45720" rIns="91440" bIns="45720" rtlCol="0" anchor="ctr"/>
          <a:lstStyle>
            <a:lvl1pPr>
              <a:defRPr lang="en-US" sz="728" dirty="0">
                <a:solidFill>
                  <a:schemeClr val="bg1"/>
                </a:solidFill>
                <a:latin typeface="Poppins" pitchFamily="2" charset="77"/>
                <a:cs typeface="Poppins" pitchFamily="2" charset="77"/>
              </a:defRPr>
            </a:lvl1pPr>
          </a:lstStyle>
          <a:p>
            <a:pPr algn="r"/>
            <a:r>
              <a:rPr lang="fr-FR"/>
              <a:t>Architectes des grandes transformations</a:t>
            </a:r>
            <a:endParaRPr lang="fr-US"/>
          </a:p>
        </p:txBody>
      </p:sp>
      <p:sp>
        <p:nvSpPr>
          <p:cNvPr id="3" name="Espace réservé du numéro de diapositive 18">
            <a:extLst>
              <a:ext uri="{FF2B5EF4-FFF2-40B4-BE49-F238E27FC236}">
                <a16:creationId xmlns:a16="http://schemas.microsoft.com/office/drawing/2014/main" id="{40599553-1744-B948-F679-B18C359A2A19}"/>
              </a:ext>
            </a:extLst>
          </p:cNvPr>
          <p:cNvSpPr>
            <a:spLocks noGrp="1"/>
          </p:cNvSpPr>
          <p:nvPr>
            <p:ph type="sldNum" sz="quarter" idx="4"/>
          </p:nvPr>
        </p:nvSpPr>
        <p:spPr>
          <a:xfrm>
            <a:off x="11588253" y="165403"/>
            <a:ext cx="420073" cy="365125"/>
          </a:xfrm>
          <a:prstGeom prst="rect">
            <a:avLst/>
          </a:prstGeom>
        </p:spPr>
        <p:txBody>
          <a:bodyPr/>
          <a:lstStyle>
            <a:lvl1pPr algn="ctr">
              <a:defRPr lang="en-US" sz="667" b="1" smtClean="0">
                <a:solidFill>
                  <a:schemeClr val="bg1"/>
                </a:solidFill>
                <a:latin typeface="Poppins" pitchFamily="2" charset="77"/>
                <a:cs typeface="Poppins" pitchFamily="2" charset="77"/>
              </a:defRPr>
            </a:lvl1pPr>
          </a:lstStyle>
          <a:p>
            <a:fld id="{8042310B-17DC-C845-9B99-8FE29D3E9696}" type="slidenum">
              <a:rPr lang="fr-FR" smtClean="0"/>
              <a:pPr/>
              <a:t>‹N°›</a:t>
            </a:fld>
            <a:endParaRPr lang="fr-FR" dirty="0"/>
          </a:p>
        </p:txBody>
      </p:sp>
      <p:sp>
        <p:nvSpPr>
          <p:cNvPr id="5" name="object 14">
            <a:extLst>
              <a:ext uri="{FF2B5EF4-FFF2-40B4-BE49-F238E27FC236}">
                <a16:creationId xmlns:a16="http://schemas.microsoft.com/office/drawing/2014/main" id="{0BEBFB05-8DE3-A267-9D37-864C2BE599F7}"/>
              </a:ext>
            </a:extLst>
          </p:cNvPr>
          <p:cNvSpPr/>
          <p:nvPr/>
        </p:nvSpPr>
        <p:spPr>
          <a:xfrm>
            <a:off x="11397456" y="6063824"/>
            <a:ext cx="794059" cy="0"/>
          </a:xfrm>
          <a:custGeom>
            <a:avLst/>
            <a:gdLst/>
            <a:ahLst/>
            <a:cxnLst/>
            <a:rect l="l" t="t" r="r" b="b"/>
            <a:pathLst>
              <a:path w="1309369">
                <a:moveTo>
                  <a:pt x="0" y="0"/>
                </a:moveTo>
                <a:lnTo>
                  <a:pt x="1308860" y="0"/>
                </a:lnTo>
              </a:path>
            </a:pathLst>
          </a:custGeom>
          <a:ln w="7853">
            <a:solidFill>
              <a:schemeClr val="bg1"/>
            </a:solidFill>
          </a:ln>
        </p:spPr>
        <p:txBody>
          <a:bodyPr wrap="square" lIns="0" tIns="0" rIns="0" bIns="0" rtlCol="0"/>
          <a:lstStyle/>
          <a:p>
            <a:endParaRPr sz="1092"/>
          </a:p>
        </p:txBody>
      </p:sp>
      <p:grpSp>
        <p:nvGrpSpPr>
          <p:cNvPr id="6" name="Graphique 21">
            <a:extLst>
              <a:ext uri="{FF2B5EF4-FFF2-40B4-BE49-F238E27FC236}">
                <a16:creationId xmlns:a16="http://schemas.microsoft.com/office/drawing/2014/main" id="{53708514-84A2-1B09-3C16-DCBB1DDB6761}"/>
              </a:ext>
            </a:extLst>
          </p:cNvPr>
          <p:cNvGrpSpPr/>
          <p:nvPr/>
        </p:nvGrpSpPr>
        <p:grpSpPr>
          <a:xfrm>
            <a:off x="11646607" y="6340088"/>
            <a:ext cx="329427" cy="214383"/>
            <a:chOff x="19204770" y="10455275"/>
            <a:chExt cx="543212" cy="353534"/>
          </a:xfrm>
        </p:grpSpPr>
        <p:sp>
          <p:nvSpPr>
            <p:cNvPr id="7" name="Forme libre : forme 3">
              <a:extLst>
                <a:ext uri="{FF2B5EF4-FFF2-40B4-BE49-F238E27FC236}">
                  <a16:creationId xmlns:a16="http://schemas.microsoft.com/office/drawing/2014/main" id="{31C42F6D-7A13-B8E3-17A5-85FE87D2A64D}"/>
                </a:ext>
              </a:extLst>
            </p:cNvPr>
            <p:cNvSpPr/>
            <p:nvPr/>
          </p:nvSpPr>
          <p:spPr>
            <a:xfrm>
              <a:off x="19204770" y="10455275"/>
              <a:ext cx="373208" cy="353534"/>
            </a:xfrm>
            <a:custGeom>
              <a:avLst/>
              <a:gdLst>
                <a:gd name="connsiteX0" fmla="*/ 187219 w 373208"/>
                <a:gd name="connsiteY0" fmla="*/ 0 h 353534"/>
                <a:gd name="connsiteX1" fmla="*/ 0 w 373208"/>
                <a:gd name="connsiteY1" fmla="*/ 177228 h 353534"/>
                <a:gd name="connsiteX2" fmla="*/ 185990 w 373208"/>
                <a:gd name="connsiteY2" fmla="*/ 353534 h 353534"/>
                <a:gd name="connsiteX3" fmla="*/ 373209 w 373208"/>
                <a:gd name="connsiteY3" fmla="*/ 175998 h 353534"/>
                <a:gd name="connsiteX4" fmla="*/ 187219 w 373208"/>
                <a:gd name="connsiteY4" fmla="*/ 0 h 353534"/>
                <a:gd name="connsiteX5" fmla="*/ 187219 w 373208"/>
                <a:gd name="connsiteY5" fmla="*/ 252777 h 353534"/>
                <a:gd name="connsiteX6" fmla="*/ 115437 w 373208"/>
                <a:gd name="connsiteY6" fmla="*/ 175922 h 353534"/>
                <a:gd name="connsiteX7" fmla="*/ 185990 w 373208"/>
                <a:gd name="connsiteY7" fmla="*/ 100373 h 353534"/>
                <a:gd name="connsiteX8" fmla="*/ 257772 w 373208"/>
                <a:gd name="connsiteY8" fmla="*/ 177228 h 353534"/>
                <a:gd name="connsiteX9" fmla="*/ 187219 w 373208"/>
                <a:gd name="connsiteY9" fmla="*/ 252777 h 353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73208" h="353534">
                  <a:moveTo>
                    <a:pt x="187219" y="0"/>
                  </a:moveTo>
                  <a:cubicBezTo>
                    <a:pt x="78623" y="0"/>
                    <a:pt x="0" y="81159"/>
                    <a:pt x="0" y="177228"/>
                  </a:cubicBezTo>
                  <a:cubicBezTo>
                    <a:pt x="0" y="273297"/>
                    <a:pt x="78008" y="353534"/>
                    <a:pt x="185990" y="353534"/>
                  </a:cubicBezTo>
                  <a:cubicBezTo>
                    <a:pt x="293971" y="353534"/>
                    <a:pt x="373209" y="272144"/>
                    <a:pt x="373209" y="175998"/>
                  </a:cubicBezTo>
                  <a:cubicBezTo>
                    <a:pt x="373209" y="79853"/>
                    <a:pt x="295201" y="0"/>
                    <a:pt x="187219" y="0"/>
                  </a:cubicBezTo>
                  <a:moveTo>
                    <a:pt x="187219" y="252777"/>
                  </a:moveTo>
                  <a:cubicBezTo>
                    <a:pt x="145410" y="252777"/>
                    <a:pt x="115437" y="217193"/>
                    <a:pt x="115437" y="175922"/>
                  </a:cubicBezTo>
                  <a:cubicBezTo>
                    <a:pt x="115437" y="134650"/>
                    <a:pt x="142951" y="100373"/>
                    <a:pt x="185990" y="100373"/>
                  </a:cubicBezTo>
                  <a:cubicBezTo>
                    <a:pt x="227799" y="100373"/>
                    <a:pt x="257772" y="135957"/>
                    <a:pt x="257772" y="177228"/>
                  </a:cubicBezTo>
                  <a:cubicBezTo>
                    <a:pt x="257772" y="218499"/>
                    <a:pt x="230566" y="252777"/>
                    <a:pt x="187219" y="252777"/>
                  </a:cubicBezTo>
                </a:path>
              </a:pathLst>
            </a:custGeom>
            <a:solidFill>
              <a:schemeClr val="bg1"/>
            </a:solidFill>
            <a:ln w="7647" cap="flat">
              <a:noFill/>
              <a:prstDash val="solid"/>
              <a:miter/>
            </a:ln>
          </p:spPr>
          <p:txBody>
            <a:bodyPr rtlCol="0" anchor="ctr"/>
            <a:lstStyle/>
            <a:p>
              <a:endParaRPr lang="fr-FR" sz="1092"/>
            </a:p>
          </p:txBody>
        </p:sp>
        <p:sp>
          <p:nvSpPr>
            <p:cNvPr id="8" name="Forme libre : forme 4">
              <a:extLst>
                <a:ext uri="{FF2B5EF4-FFF2-40B4-BE49-F238E27FC236}">
                  <a16:creationId xmlns:a16="http://schemas.microsoft.com/office/drawing/2014/main" id="{47A73EB0-AB80-9491-022A-C1D2B9AF734E}"/>
                </a:ext>
              </a:extLst>
            </p:cNvPr>
            <p:cNvSpPr/>
            <p:nvPr/>
          </p:nvSpPr>
          <p:spPr>
            <a:xfrm>
              <a:off x="19603033" y="10663629"/>
              <a:ext cx="144948" cy="144948"/>
            </a:xfrm>
            <a:custGeom>
              <a:avLst/>
              <a:gdLst>
                <a:gd name="connsiteX0" fmla="*/ 144949 w 144948"/>
                <a:gd name="connsiteY0" fmla="*/ 72474 h 144948"/>
                <a:gd name="connsiteX1" fmla="*/ 72474 w 144948"/>
                <a:gd name="connsiteY1" fmla="*/ 144949 h 144948"/>
                <a:gd name="connsiteX2" fmla="*/ 0 w 144948"/>
                <a:gd name="connsiteY2" fmla="*/ 72474 h 144948"/>
                <a:gd name="connsiteX3" fmla="*/ 72474 w 144948"/>
                <a:gd name="connsiteY3" fmla="*/ 0 h 144948"/>
                <a:gd name="connsiteX4" fmla="*/ 144949 w 144948"/>
                <a:gd name="connsiteY4" fmla="*/ 72474 h 1449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4948" h="144948">
                  <a:moveTo>
                    <a:pt x="144949" y="72474"/>
                  </a:moveTo>
                  <a:cubicBezTo>
                    <a:pt x="144949" y="112501"/>
                    <a:pt x="112501" y="144949"/>
                    <a:pt x="72474" y="144949"/>
                  </a:cubicBezTo>
                  <a:cubicBezTo>
                    <a:pt x="32448" y="144949"/>
                    <a:pt x="0" y="112501"/>
                    <a:pt x="0" y="72474"/>
                  </a:cubicBezTo>
                  <a:cubicBezTo>
                    <a:pt x="0" y="32448"/>
                    <a:pt x="32448" y="0"/>
                    <a:pt x="72474" y="0"/>
                  </a:cubicBezTo>
                  <a:cubicBezTo>
                    <a:pt x="112501" y="0"/>
                    <a:pt x="144949" y="32448"/>
                    <a:pt x="144949" y="72474"/>
                  </a:cubicBezTo>
                </a:path>
              </a:pathLst>
            </a:custGeom>
            <a:solidFill>
              <a:srgbClr val="0099D9"/>
            </a:solidFill>
            <a:ln w="7647" cap="flat">
              <a:noFill/>
              <a:prstDash val="solid"/>
              <a:miter/>
            </a:ln>
          </p:spPr>
          <p:txBody>
            <a:bodyPr rtlCol="0" anchor="ctr"/>
            <a:lstStyle/>
            <a:p>
              <a:endParaRPr lang="fr-FR" sz="1092"/>
            </a:p>
          </p:txBody>
        </p:sp>
      </p:grpSp>
      <p:sp>
        <p:nvSpPr>
          <p:cNvPr id="20" name="Espace réservé du texte 22">
            <a:extLst>
              <a:ext uri="{FF2B5EF4-FFF2-40B4-BE49-F238E27FC236}">
                <a16:creationId xmlns:a16="http://schemas.microsoft.com/office/drawing/2014/main" id="{8C8EBFD8-2352-3161-FECA-F5229C0183A6}"/>
              </a:ext>
            </a:extLst>
          </p:cNvPr>
          <p:cNvSpPr>
            <a:spLocks noGrp="1"/>
          </p:cNvSpPr>
          <p:nvPr>
            <p:ph type="body" sz="quarter" idx="17" hasCustomPrompt="1"/>
          </p:nvPr>
        </p:nvSpPr>
        <p:spPr>
          <a:xfrm>
            <a:off x="1139871" y="360437"/>
            <a:ext cx="9871029" cy="263149"/>
          </a:xfrm>
          <a:noFill/>
        </p:spPr>
        <p:txBody>
          <a:bodyPr wrap="square" anchor="b">
            <a:noAutofit/>
          </a:bodyPr>
          <a:lstStyle>
            <a:lvl1pPr marL="0" indent="0">
              <a:lnSpc>
                <a:spcPct val="120000"/>
              </a:lnSpc>
              <a:spcBef>
                <a:spcPts val="0"/>
              </a:spcBef>
              <a:spcAft>
                <a:spcPts val="600"/>
              </a:spcAft>
              <a:buNone/>
              <a:defRPr sz="1200" b="0">
                <a:solidFill>
                  <a:schemeClr val="tx2"/>
                </a:solidFill>
              </a:defRPr>
            </a:lvl1pPr>
          </a:lstStyle>
          <a:p>
            <a:pPr lvl="0"/>
            <a:r>
              <a:rPr lang="fr-FR" dirty="0"/>
              <a:t>Titre ici. Par exemple « Références »</a:t>
            </a:r>
          </a:p>
        </p:txBody>
      </p:sp>
      <p:sp>
        <p:nvSpPr>
          <p:cNvPr id="9" name="Titre 17">
            <a:extLst>
              <a:ext uri="{FF2B5EF4-FFF2-40B4-BE49-F238E27FC236}">
                <a16:creationId xmlns:a16="http://schemas.microsoft.com/office/drawing/2014/main" id="{B58FA6E9-5568-B8FD-B9AF-F5E4F6538D88}"/>
              </a:ext>
            </a:extLst>
          </p:cNvPr>
          <p:cNvSpPr>
            <a:spLocks noGrp="1"/>
          </p:cNvSpPr>
          <p:nvPr>
            <p:ph type="title" hasCustomPrompt="1"/>
          </p:nvPr>
        </p:nvSpPr>
        <p:spPr>
          <a:xfrm>
            <a:off x="1139871" y="1726354"/>
            <a:ext cx="4079829" cy="291618"/>
          </a:xfrm>
          <a:noFill/>
        </p:spPr>
        <p:txBody>
          <a:bodyPr wrap="square" anchor="ctr" anchorCtr="0">
            <a:spAutoFit/>
          </a:bodyPr>
          <a:lstStyle>
            <a:lvl1pPr>
              <a:lnSpc>
                <a:spcPct val="90000"/>
              </a:lnSpc>
              <a:spcAft>
                <a:spcPts val="600"/>
              </a:spcAft>
              <a:defRPr sz="1400">
                <a:solidFill>
                  <a:schemeClr val="tx1"/>
                </a:solidFill>
              </a:defRPr>
            </a:lvl1pPr>
          </a:lstStyle>
          <a:p>
            <a:r>
              <a:rPr lang="fr-FR" dirty="0"/>
              <a:t>Titre ici. Exemple « La nature du projet »</a:t>
            </a:r>
          </a:p>
        </p:txBody>
      </p:sp>
      <p:sp>
        <p:nvSpPr>
          <p:cNvPr id="10" name="Espace réservé du texte 2">
            <a:extLst>
              <a:ext uri="{FF2B5EF4-FFF2-40B4-BE49-F238E27FC236}">
                <a16:creationId xmlns:a16="http://schemas.microsoft.com/office/drawing/2014/main" id="{38C2883F-82A9-1392-1DFD-2B9DC5D1B448}"/>
              </a:ext>
            </a:extLst>
          </p:cNvPr>
          <p:cNvSpPr>
            <a:spLocks noGrp="1"/>
          </p:cNvSpPr>
          <p:nvPr>
            <p:ph idx="1" hasCustomPrompt="1"/>
          </p:nvPr>
        </p:nvSpPr>
        <p:spPr>
          <a:xfrm>
            <a:off x="1149927" y="2017972"/>
            <a:ext cx="4069773" cy="1912062"/>
          </a:xfrm>
          <a:prstGeom prst="rect">
            <a:avLst/>
          </a:prstGeom>
        </p:spPr>
        <p:txBody>
          <a:bodyPr vert="horz" wrap="square" lIns="91440" tIns="45720" rIns="91440" bIns="45720" rtlCol="0">
            <a:spAutoFit/>
          </a:bodyPr>
          <a:lstStyle>
            <a:lvl1pPr marL="0" indent="0">
              <a:lnSpc>
                <a:spcPct val="120000"/>
              </a:lnSpc>
              <a:spcBef>
                <a:spcPts val="0"/>
              </a:spcBef>
              <a:buClr>
                <a:schemeClr val="tx2"/>
              </a:buClr>
              <a:buNone/>
              <a:defRPr lang="fr-FR" dirty="0">
                <a:solidFill>
                  <a:schemeClr val="tx1"/>
                </a:solidFill>
                <a:latin typeface="Poppins" pitchFamily="2" charset="77"/>
                <a:cs typeface="Poppins" pitchFamily="2" charset="77"/>
              </a:defRPr>
            </a:lvl1pPr>
            <a:lvl2pPr>
              <a:lnSpc>
                <a:spcPct val="120000"/>
              </a:lnSpc>
              <a:spcBef>
                <a:spcPts val="0"/>
              </a:spcBef>
              <a:buClr>
                <a:schemeClr val="tx2"/>
              </a:buClr>
              <a:defRPr lang="fr-FR" dirty="0">
                <a:solidFill>
                  <a:schemeClr val="bg1"/>
                </a:solidFill>
                <a:latin typeface="Poppins" pitchFamily="2" charset="77"/>
                <a:cs typeface="Poppins" pitchFamily="2" charset="77"/>
              </a:defRPr>
            </a:lvl2pPr>
            <a:lvl3pPr>
              <a:lnSpc>
                <a:spcPct val="120000"/>
              </a:lnSpc>
              <a:spcBef>
                <a:spcPts val="0"/>
              </a:spcBef>
              <a:buClr>
                <a:schemeClr val="tx2"/>
              </a:buClr>
              <a:defRPr lang="fr-FR" dirty="0">
                <a:solidFill>
                  <a:schemeClr val="bg1"/>
                </a:solidFill>
                <a:latin typeface="Poppins" pitchFamily="2" charset="77"/>
                <a:cs typeface="Poppins" pitchFamily="2" charset="77"/>
              </a:defRPr>
            </a:lvl3pPr>
            <a:lvl4pPr>
              <a:lnSpc>
                <a:spcPct val="120000"/>
              </a:lnSpc>
              <a:spcBef>
                <a:spcPts val="0"/>
              </a:spcBef>
              <a:buClr>
                <a:schemeClr val="tx2"/>
              </a:buClr>
              <a:defRPr lang="fr-FR" dirty="0">
                <a:solidFill>
                  <a:schemeClr val="bg1"/>
                </a:solidFill>
                <a:latin typeface="Poppins" pitchFamily="2" charset="77"/>
                <a:cs typeface="Poppins" pitchFamily="2" charset="77"/>
              </a:defRPr>
            </a:lvl4pPr>
            <a:lvl5pPr>
              <a:lnSpc>
                <a:spcPct val="120000"/>
              </a:lnSpc>
              <a:spcBef>
                <a:spcPts val="0"/>
              </a:spcBef>
              <a:buClr>
                <a:schemeClr val="tx2"/>
              </a:buClr>
              <a:defRPr lang="fr-FR" dirty="0">
                <a:solidFill>
                  <a:schemeClr val="bg1"/>
                </a:solidFill>
                <a:latin typeface="Poppins" pitchFamily="2" charset="77"/>
                <a:cs typeface="Poppins" pitchFamily="2" charset="77"/>
              </a:defRPr>
            </a:lvl5pPr>
          </a:lstStyle>
          <a:p>
            <a:pPr lvl="0">
              <a:spcAft>
                <a:spcPts val="600"/>
              </a:spcAft>
            </a:pPr>
            <a:r>
              <a:rPr lang="fr-FR" dirty="0"/>
              <a:t>At </a:t>
            </a:r>
            <a:r>
              <a:rPr lang="fr-FR" dirty="0" err="1"/>
              <a:t>vero</a:t>
            </a:r>
            <a:r>
              <a:rPr lang="fr-FR" dirty="0"/>
              <a:t> </a:t>
            </a:r>
            <a:r>
              <a:rPr lang="fr-FR" dirty="0" err="1"/>
              <a:t>eos</a:t>
            </a:r>
            <a:r>
              <a:rPr lang="fr-FR" dirty="0"/>
              <a:t> et </a:t>
            </a:r>
            <a:r>
              <a:rPr lang="fr-FR" dirty="0" err="1"/>
              <a:t>accusamus</a:t>
            </a:r>
            <a:r>
              <a:rPr lang="fr-FR" dirty="0"/>
              <a:t> et </a:t>
            </a:r>
            <a:r>
              <a:rPr lang="fr-FR" dirty="0" err="1"/>
              <a:t>iusto</a:t>
            </a:r>
            <a:r>
              <a:rPr lang="fr-FR" dirty="0"/>
              <a:t> </a:t>
            </a:r>
            <a:r>
              <a:rPr lang="fr-FR" dirty="0" err="1"/>
              <a:t>odio</a:t>
            </a:r>
            <a:r>
              <a:rPr lang="fr-FR" dirty="0"/>
              <a:t> </a:t>
            </a:r>
            <a:r>
              <a:rPr lang="fr-FR" dirty="0" err="1"/>
              <a:t>dignissimos</a:t>
            </a:r>
            <a:r>
              <a:rPr lang="fr-FR" dirty="0"/>
              <a:t> </a:t>
            </a:r>
            <a:r>
              <a:rPr lang="fr-FR" dirty="0" err="1"/>
              <a:t>ducimus</a:t>
            </a:r>
            <a:r>
              <a:rPr lang="fr-FR" dirty="0"/>
              <a:t> qui </a:t>
            </a:r>
            <a:r>
              <a:rPr lang="fr-FR" dirty="0" err="1"/>
              <a:t>blanditiis</a:t>
            </a:r>
            <a:r>
              <a:rPr lang="fr-FR" dirty="0"/>
              <a:t> </a:t>
            </a:r>
            <a:r>
              <a:rPr lang="fr-FR" dirty="0" err="1"/>
              <a:t>praesentium</a:t>
            </a:r>
            <a:r>
              <a:rPr lang="fr-FR" dirty="0"/>
              <a:t> </a:t>
            </a:r>
            <a:r>
              <a:rPr lang="fr-FR" dirty="0" err="1"/>
              <a:t>voluptatum</a:t>
            </a:r>
            <a:r>
              <a:rPr lang="fr-FR" dirty="0"/>
              <a:t> </a:t>
            </a:r>
            <a:r>
              <a:rPr lang="fr-FR" dirty="0" err="1"/>
              <a:t>deleniti</a:t>
            </a:r>
            <a:r>
              <a:rPr lang="fr-FR" dirty="0"/>
              <a:t> </a:t>
            </a:r>
            <a:r>
              <a:rPr lang="fr-FR" dirty="0" err="1"/>
              <a:t>atque</a:t>
            </a:r>
            <a:r>
              <a:rPr lang="fr-FR" dirty="0"/>
              <a:t> </a:t>
            </a:r>
            <a:r>
              <a:rPr lang="fr-FR" dirty="0" err="1"/>
              <a:t>corrupti</a:t>
            </a:r>
            <a:r>
              <a:rPr lang="fr-FR" dirty="0"/>
              <a:t> </a:t>
            </a:r>
            <a:r>
              <a:rPr lang="fr-FR" dirty="0" err="1"/>
              <a:t>quos</a:t>
            </a:r>
            <a:r>
              <a:rPr lang="fr-FR" dirty="0"/>
              <a:t> </a:t>
            </a:r>
            <a:r>
              <a:rPr lang="fr-FR" dirty="0" err="1"/>
              <a:t>dolores</a:t>
            </a:r>
            <a:r>
              <a:rPr lang="fr-FR" dirty="0"/>
              <a:t> et </a:t>
            </a:r>
            <a:r>
              <a:rPr lang="fr-FR" dirty="0" err="1"/>
              <a:t>quas</a:t>
            </a:r>
            <a:r>
              <a:rPr lang="fr-FR" dirty="0"/>
              <a:t> </a:t>
            </a:r>
            <a:r>
              <a:rPr lang="fr-FR" dirty="0" err="1"/>
              <a:t>molestias</a:t>
            </a:r>
            <a:r>
              <a:rPr lang="fr-FR" dirty="0"/>
              <a:t> </a:t>
            </a:r>
            <a:r>
              <a:rPr lang="fr-FR" dirty="0" err="1"/>
              <a:t>excepturi</a:t>
            </a:r>
            <a:r>
              <a:rPr lang="fr-FR" dirty="0"/>
              <a:t> </a:t>
            </a:r>
            <a:r>
              <a:rPr lang="fr-FR" dirty="0" err="1"/>
              <a:t>sint</a:t>
            </a:r>
            <a:r>
              <a:rPr lang="fr-FR" dirty="0"/>
              <a:t> </a:t>
            </a:r>
            <a:r>
              <a:rPr lang="fr-FR" dirty="0" err="1"/>
              <a:t>occaecati</a:t>
            </a:r>
            <a:r>
              <a:rPr lang="fr-FR" dirty="0"/>
              <a:t> </a:t>
            </a:r>
            <a:r>
              <a:rPr lang="fr-FR" dirty="0" err="1"/>
              <a:t>cupiditate</a:t>
            </a:r>
            <a:r>
              <a:rPr lang="fr-FR" dirty="0"/>
              <a:t> non provident, </a:t>
            </a:r>
            <a:r>
              <a:rPr lang="fr-FR" dirty="0" err="1"/>
              <a:t>similique</a:t>
            </a:r>
            <a:r>
              <a:rPr lang="fr-FR" dirty="0"/>
              <a:t> </a:t>
            </a:r>
            <a:r>
              <a:rPr lang="fr-FR" dirty="0" err="1"/>
              <a:t>sunt</a:t>
            </a:r>
            <a:r>
              <a:rPr lang="fr-FR" dirty="0"/>
              <a:t> in culpa qui officia </a:t>
            </a:r>
            <a:r>
              <a:rPr lang="fr-FR" dirty="0" err="1"/>
              <a:t>deserunt</a:t>
            </a:r>
            <a:r>
              <a:rPr lang="fr-FR" dirty="0"/>
              <a:t> </a:t>
            </a:r>
            <a:r>
              <a:rPr lang="fr-FR" dirty="0" err="1"/>
              <a:t>mollitia</a:t>
            </a:r>
            <a:r>
              <a:rPr lang="fr-FR" dirty="0"/>
              <a:t> </a:t>
            </a:r>
            <a:r>
              <a:rPr lang="fr-FR" dirty="0" err="1"/>
              <a:t>animi</a:t>
            </a:r>
            <a:r>
              <a:rPr lang="fr-FR" dirty="0"/>
              <a:t>, id est </a:t>
            </a:r>
            <a:r>
              <a:rPr lang="fr-FR" dirty="0" err="1"/>
              <a:t>laborum</a:t>
            </a:r>
            <a:r>
              <a:rPr lang="fr-FR" dirty="0"/>
              <a:t> et </a:t>
            </a:r>
            <a:r>
              <a:rPr lang="fr-FR" dirty="0" err="1"/>
              <a:t>dolorum</a:t>
            </a:r>
            <a:r>
              <a:rPr lang="fr-FR" dirty="0"/>
              <a:t> </a:t>
            </a:r>
            <a:r>
              <a:rPr lang="fr-FR" dirty="0" err="1"/>
              <a:t>fuga</a:t>
            </a:r>
            <a:r>
              <a:rPr lang="fr-FR" dirty="0"/>
              <a:t>. Et </a:t>
            </a:r>
            <a:r>
              <a:rPr lang="fr-FR" dirty="0" err="1"/>
              <a:t>harum</a:t>
            </a:r>
            <a:r>
              <a:rPr lang="fr-FR" dirty="0"/>
              <a:t> </a:t>
            </a:r>
            <a:r>
              <a:rPr lang="fr-FR" dirty="0" err="1"/>
              <a:t>quidem</a:t>
            </a:r>
            <a:r>
              <a:rPr lang="fr-FR" dirty="0"/>
              <a:t> </a:t>
            </a:r>
            <a:r>
              <a:rPr lang="fr-FR" dirty="0" err="1"/>
              <a:t>rerum</a:t>
            </a:r>
            <a:r>
              <a:rPr lang="fr-FR" dirty="0"/>
              <a:t> </a:t>
            </a:r>
            <a:r>
              <a:rPr lang="fr-FR" dirty="0" err="1"/>
              <a:t>facilis</a:t>
            </a:r>
            <a:r>
              <a:rPr lang="fr-FR" dirty="0"/>
              <a:t> est et </a:t>
            </a:r>
            <a:r>
              <a:rPr lang="fr-FR" dirty="0" err="1"/>
              <a:t>expedita</a:t>
            </a:r>
            <a:r>
              <a:rPr lang="fr-FR" dirty="0"/>
              <a:t> </a:t>
            </a:r>
            <a:r>
              <a:rPr lang="fr-FR" dirty="0" err="1"/>
              <a:t>distinctio</a:t>
            </a:r>
            <a:r>
              <a:rPr lang="fr-FR" dirty="0"/>
              <a:t>. Nam libero </a:t>
            </a:r>
            <a:r>
              <a:rPr lang="fr-FR" dirty="0" err="1"/>
              <a:t>tempore</a:t>
            </a:r>
            <a:r>
              <a:rPr lang="fr-FR" dirty="0"/>
              <a:t>, cum </a:t>
            </a:r>
            <a:r>
              <a:rPr lang="fr-FR" dirty="0" err="1"/>
              <a:t>soluta</a:t>
            </a:r>
            <a:r>
              <a:rPr lang="fr-FR" dirty="0"/>
              <a:t> </a:t>
            </a:r>
            <a:r>
              <a:rPr lang="fr-FR" dirty="0" err="1"/>
              <a:t>nobis</a:t>
            </a:r>
            <a:r>
              <a:rPr lang="fr-FR" dirty="0"/>
              <a:t> est </a:t>
            </a:r>
            <a:r>
              <a:rPr lang="fr-FR" dirty="0" err="1"/>
              <a:t>eligendi</a:t>
            </a:r>
            <a:r>
              <a:rPr lang="fr-FR" dirty="0"/>
              <a:t> </a:t>
            </a:r>
            <a:r>
              <a:rPr lang="fr-FR" dirty="0" err="1"/>
              <a:t>optio</a:t>
            </a:r>
            <a:r>
              <a:rPr lang="fr-FR" dirty="0"/>
              <a:t> </a:t>
            </a:r>
            <a:r>
              <a:rPr lang="fr-FR" dirty="0" err="1"/>
              <a:t>cumque</a:t>
            </a:r>
            <a:r>
              <a:rPr lang="fr-FR" dirty="0"/>
              <a:t> nihil </a:t>
            </a:r>
            <a:r>
              <a:rPr lang="fr-FR" dirty="0" err="1"/>
              <a:t>impedit</a:t>
            </a:r>
            <a:r>
              <a:rPr lang="fr-FR" dirty="0"/>
              <a:t> quo minus id</a:t>
            </a:r>
          </a:p>
        </p:txBody>
      </p:sp>
    </p:spTree>
    <p:extLst>
      <p:ext uri="{BB962C8B-B14F-4D97-AF65-F5344CB8AC3E}">
        <p14:creationId xmlns:p14="http://schemas.microsoft.com/office/powerpoint/2010/main" val="2624836017"/>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p:cSld name="Référence Light 5">
    <p:spTree>
      <p:nvGrpSpPr>
        <p:cNvPr id="1" name=""/>
        <p:cNvGrpSpPr/>
        <p:nvPr/>
      </p:nvGrpSpPr>
      <p:grpSpPr>
        <a:xfrm>
          <a:off x="0" y="0"/>
          <a:ext cx="0" cy="0"/>
          <a:chOff x="0" y="0"/>
          <a:chExt cx="0" cy="0"/>
        </a:xfrm>
      </p:grpSpPr>
      <p:pic>
        <p:nvPicPr>
          <p:cNvPr id="17" name="Image 16">
            <a:extLst>
              <a:ext uri="{FF2B5EF4-FFF2-40B4-BE49-F238E27FC236}">
                <a16:creationId xmlns:a16="http://schemas.microsoft.com/office/drawing/2014/main" id="{E325A0B9-21A3-9A34-FBF7-D6585C2C6E7A}"/>
              </a:ext>
            </a:extLst>
          </p:cNvPr>
          <p:cNvPicPr>
            <a:picLocks noChangeAspect="1"/>
          </p:cNvPicPr>
          <p:nvPr/>
        </p:nvPicPr>
        <p:blipFill>
          <a:blip r:embed="rId2"/>
          <a:srcRect/>
          <a:stretch/>
        </p:blipFill>
        <p:spPr>
          <a:xfrm>
            <a:off x="0" y="0"/>
            <a:ext cx="12181181" cy="6858000"/>
          </a:xfrm>
          <a:prstGeom prst="rect">
            <a:avLst/>
          </a:prstGeom>
        </p:spPr>
      </p:pic>
      <p:sp>
        <p:nvSpPr>
          <p:cNvPr id="4" name="object 11">
            <a:extLst>
              <a:ext uri="{FF2B5EF4-FFF2-40B4-BE49-F238E27FC236}">
                <a16:creationId xmlns:a16="http://schemas.microsoft.com/office/drawing/2014/main" id="{10D34413-DA51-D9D8-29E8-6DE8F8A5EFCE}"/>
              </a:ext>
            </a:extLst>
          </p:cNvPr>
          <p:cNvSpPr/>
          <p:nvPr/>
        </p:nvSpPr>
        <p:spPr>
          <a:xfrm>
            <a:off x="11397941" y="0"/>
            <a:ext cx="794059" cy="6857615"/>
          </a:xfrm>
          <a:custGeom>
            <a:avLst/>
            <a:gdLst/>
            <a:ahLst/>
            <a:cxnLst/>
            <a:rect l="l" t="t" r="r" b="b"/>
            <a:pathLst>
              <a:path w="1309369" h="11308715">
                <a:moveTo>
                  <a:pt x="1308860" y="0"/>
                </a:moveTo>
                <a:lnTo>
                  <a:pt x="0" y="0"/>
                </a:lnTo>
                <a:lnTo>
                  <a:pt x="0" y="11308556"/>
                </a:lnTo>
                <a:lnTo>
                  <a:pt x="1308860" y="11308556"/>
                </a:lnTo>
                <a:lnTo>
                  <a:pt x="1308860" y="0"/>
                </a:lnTo>
                <a:close/>
              </a:path>
            </a:pathLst>
          </a:custGeom>
          <a:solidFill>
            <a:schemeClr val="tx1"/>
          </a:solidFill>
          <a:ln>
            <a:noFill/>
          </a:ln>
        </p:spPr>
        <p:txBody>
          <a:bodyPr wrap="square" lIns="0" tIns="0" rIns="0" bIns="0" rtlCol="0"/>
          <a:lstStyle/>
          <a:p>
            <a:endParaRPr sz="1092"/>
          </a:p>
        </p:txBody>
      </p:sp>
      <p:sp>
        <p:nvSpPr>
          <p:cNvPr id="2" name="Espace réservé du pied de page 4">
            <a:extLst>
              <a:ext uri="{FF2B5EF4-FFF2-40B4-BE49-F238E27FC236}">
                <a16:creationId xmlns:a16="http://schemas.microsoft.com/office/drawing/2014/main" id="{97ADE9E6-DC8A-B79F-0E6A-9D6F3EC57782}"/>
              </a:ext>
            </a:extLst>
          </p:cNvPr>
          <p:cNvSpPr>
            <a:spLocks noGrp="1"/>
          </p:cNvSpPr>
          <p:nvPr>
            <p:ph type="ftr" sz="quarter" idx="3"/>
          </p:nvPr>
        </p:nvSpPr>
        <p:spPr>
          <a:xfrm rot="16200000">
            <a:off x="9737570" y="2572960"/>
            <a:ext cx="4114800" cy="365125"/>
          </a:xfrm>
          <a:prstGeom prst="rect">
            <a:avLst/>
          </a:prstGeom>
        </p:spPr>
        <p:txBody>
          <a:bodyPr vert="horz" lIns="91440" tIns="45720" rIns="91440" bIns="45720" rtlCol="0" anchor="ctr"/>
          <a:lstStyle>
            <a:lvl1pPr>
              <a:defRPr lang="en-US" sz="728" dirty="0">
                <a:solidFill>
                  <a:schemeClr val="bg1"/>
                </a:solidFill>
                <a:latin typeface="Poppins" pitchFamily="2" charset="77"/>
                <a:cs typeface="Poppins" pitchFamily="2" charset="77"/>
              </a:defRPr>
            </a:lvl1pPr>
          </a:lstStyle>
          <a:p>
            <a:pPr algn="r"/>
            <a:r>
              <a:rPr lang="fr-FR"/>
              <a:t>Architectes des grandes transformations</a:t>
            </a:r>
            <a:endParaRPr lang="fr-US"/>
          </a:p>
        </p:txBody>
      </p:sp>
      <p:sp>
        <p:nvSpPr>
          <p:cNvPr id="3" name="Espace réservé du numéro de diapositive 18">
            <a:extLst>
              <a:ext uri="{FF2B5EF4-FFF2-40B4-BE49-F238E27FC236}">
                <a16:creationId xmlns:a16="http://schemas.microsoft.com/office/drawing/2014/main" id="{40599553-1744-B948-F679-B18C359A2A19}"/>
              </a:ext>
            </a:extLst>
          </p:cNvPr>
          <p:cNvSpPr>
            <a:spLocks noGrp="1"/>
          </p:cNvSpPr>
          <p:nvPr>
            <p:ph type="sldNum" sz="quarter" idx="4"/>
          </p:nvPr>
        </p:nvSpPr>
        <p:spPr>
          <a:xfrm>
            <a:off x="11588253" y="165403"/>
            <a:ext cx="420073" cy="365125"/>
          </a:xfrm>
          <a:prstGeom prst="rect">
            <a:avLst/>
          </a:prstGeom>
        </p:spPr>
        <p:txBody>
          <a:bodyPr/>
          <a:lstStyle>
            <a:lvl1pPr algn="ctr">
              <a:defRPr lang="en-US" sz="667" b="1" smtClean="0">
                <a:solidFill>
                  <a:schemeClr val="bg1"/>
                </a:solidFill>
                <a:latin typeface="Poppins" pitchFamily="2" charset="77"/>
                <a:cs typeface="Poppins" pitchFamily="2" charset="77"/>
              </a:defRPr>
            </a:lvl1pPr>
          </a:lstStyle>
          <a:p>
            <a:fld id="{8042310B-17DC-C845-9B99-8FE29D3E9696}" type="slidenum">
              <a:rPr lang="fr-FR" smtClean="0"/>
              <a:pPr/>
              <a:t>‹N°›</a:t>
            </a:fld>
            <a:endParaRPr lang="fr-FR" dirty="0"/>
          </a:p>
        </p:txBody>
      </p:sp>
      <p:sp>
        <p:nvSpPr>
          <p:cNvPr id="5" name="object 14">
            <a:extLst>
              <a:ext uri="{FF2B5EF4-FFF2-40B4-BE49-F238E27FC236}">
                <a16:creationId xmlns:a16="http://schemas.microsoft.com/office/drawing/2014/main" id="{0BEBFB05-8DE3-A267-9D37-864C2BE599F7}"/>
              </a:ext>
            </a:extLst>
          </p:cNvPr>
          <p:cNvSpPr/>
          <p:nvPr/>
        </p:nvSpPr>
        <p:spPr>
          <a:xfrm>
            <a:off x="11397456" y="6063824"/>
            <a:ext cx="794059" cy="0"/>
          </a:xfrm>
          <a:custGeom>
            <a:avLst/>
            <a:gdLst/>
            <a:ahLst/>
            <a:cxnLst/>
            <a:rect l="l" t="t" r="r" b="b"/>
            <a:pathLst>
              <a:path w="1309369">
                <a:moveTo>
                  <a:pt x="0" y="0"/>
                </a:moveTo>
                <a:lnTo>
                  <a:pt x="1308860" y="0"/>
                </a:lnTo>
              </a:path>
            </a:pathLst>
          </a:custGeom>
          <a:ln w="7853">
            <a:solidFill>
              <a:schemeClr val="bg1"/>
            </a:solidFill>
          </a:ln>
        </p:spPr>
        <p:txBody>
          <a:bodyPr wrap="square" lIns="0" tIns="0" rIns="0" bIns="0" rtlCol="0"/>
          <a:lstStyle/>
          <a:p>
            <a:endParaRPr sz="1092"/>
          </a:p>
        </p:txBody>
      </p:sp>
      <p:grpSp>
        <p:nvGrpSpPr>
          <p:cNvPr id="6" name="Graphique 21">
            <a:extLst>
              <a:ext uri="{FF2B5EF4-FFF2-40B4-BE49-F238E27FC236}">
                <a16:creationId xmlns:a16="http://schemas.microsoft.com/office/drawing/2014/main" id="{53708514-84A2-1B09-3C16-DCBB1DDB6761}"/>
              </a:ext>
            </a:extLst>
          </p:cNvPr>
          <p:cNvGrpSpPr/>
          <p:nvPr/>
        </p:nvGrpSpPr>
        <p:grpSpPr>
          <a:xfrm>
            <a:off x="11646607" y="6340088"/>
            <a:ext cx="329427" cy="214383"/>
            <a:chOff x="19204770" y="10455275"/>
            <a:chExt cx="543212" cy="353534"/>
          </a:xfrm>
        </p:grpSpPr>
        <p:sp>
          <p:nvSpPr>
            <p:cNvPr id="7" name="Forme libre : forme 3">
              <a:extLst>
                <a:ext uri="{FF2B5EF4-FFF2-40B4-BE49-F238E27FC236}">
                  <a16:creationId xmlns:a16="http://schemas.microsoft.com/office/drawing/2014/main" id="{31C42F6D-7A13-B8E3-17A5-85FE87D2A64D}"/>
                </a:ext>
              </a:extLst>
            </p:cNvPr>
            <p:cNvSpPr/>
            <p:nvPr/>
          </p:nvSpPr>
          <p:spPr>
            <a:xfrm>
              <a:off x="19204770" y="10455275"/>
              <a:ext cx="373208" cy="353534"/>
            </a:xfrm>
            <a:custGeom>
              <a:avLst/>
              <a:gdLst>
                <a:gd name="connsiteX0" fmla="*/ 187219 w 373208"/>
                <a:gd name="connsiteY0" fmla="*/ 0 h 353534"/>
                <a:gd name="connsiteX1" fmla="*/ 0 w 373208"/>
                <a:gd name="connsiteY1" fmla="*/ 177228 h 353534"/>
                <a:gd name="connsiteX2" fmla="*/ 185990 w 373208"/>
                <a:gd name="connsiteY2" fmla="*/ 353534 h 353534"/>
                <a:gd name="connsiteX3" fmla="*/ 373209 w 373208"/>
                <a:gd name="connsiteY3" fmla="*/ 175998 h 353534"/>
                <a:gd name="connsiteX4" fmla="*/ 187219 w 373208"/>
                <a:gd name="connsiteY4" fmla="*/ 0 h 353534"/>
                <a:gd name="connsiteX5" fmla="*/ 187219 w 373208"/>
                <a:gd name="connsiteY5" fmla="*/ 252777 h 353534"/>
                <a:gd name="connsiteX6" fmla="*/ 115437 w 373208"/>
                <a:gd name="connsiteY6" fmla="*/ 175922 h 353534"/>
                <a:gd name="connsiteX7" fmla="*/ 185990 w 373208"/>
                <a:gd name="connsiteY7" fmla="*/ 100373 h 353534"/>
                <a:gd name="connsiteX8" fmla="*/ 257772 w 373208"/>
                <a:gd name="connsiteY8" fmla="*/ 177228 h 353534"/>
                <a:gd name="connsiteX9" fmla="*/ 187219 w 373208"/>
                <a:gd name="connsiteY9" fmla="*/ 252777 h 353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73208" h="353534">
                  <a:moveTo>
                    <a:pt x="187219" y="0"/>
                  </a:moveTo>
                  <a:cubicBezTo>
                    <a:pt x="78623" y="0"/>
                    <a:pt x="0" y="81159"/>
                    <a:pt x="0" y="177228"/>
                  </a:cubicBezTo>
                  <a:cubicBezTo>
                    <a:pt x="0" y="273297"/>
                    <a:pt x="78008" y="353534"/>
                    <a:pt x="185990" y="353534"/>
                  </a:cubicBezTo>
                  <a:cubicBezTo>
                    <a:pt x="293971" y="353534"/>
                    <a:pt x="373209" y="272144"/>
                    <a:pt x="373209" y="175998"/>
                  </a:cubicBezTo>
                  <a:cubicBezTo>
                    <a:pt x="373209" y="79853"/>
                    <a:pt x="295201" y="0"/>
                    <a:pt x="187219" y="0"/>
                  </a:cubicBezTo>
                  <a:moveTo>
                    <a:pt x="187219" y="252777"/>
                  </a:moveTo>
                  <a:cubicBezTo>
                    <a:pt x="145410" y="252777"/>
                    <a:pt x="115437" y="217193"/>
                    <a:pt x="115437" y="175922"/>
                  </a:cubicBezTo>
                  <a:cubicBezTo>
                    <a:pt x="115437" y="134650"/>
                    <a:pt x="142951" y="100373"/>
                    <a:pt x="185990" y="100373"/>
                  </a:cubicBezTo>
                  <a:cubicBezTo>
                    <a:pt x="227799" y="100373"/>
                    <a:pt x="257772" y="135957"/>
                    <a:pt x="257772" y="177228"/>
                  </a:cubicBezTo>
                  <a:cubicBezTo>
                    <a:pt x="257772" y="218499"/>
                    <a:pt x="230566" y="252777"/>
                    <a:pt x="187219" y="252777"/>
                  </a:cubicBezTo>
                </a:path>
              </a:pathLst>
            </a:custGeom>
            <a:solidFill>
              <a:schemeClr val="bg1"/>
            </a:solidFill>
            <a:ln w="7647" cap="flat">
              <a:noFill/>
              <a:prstDash val="solid"/>
              <a:miter/>
            </a:ln>
          </p:spPr>
          <p:txBody>
            <a:bodyPr rtlCol="0" anchor="ctr"/>
            <a:lstStyle/>
            <a:p>
              <a:endParaRPr lang="fr-FR" sz="1092"/>
            </a:p>
          </p:txBody>
        </p:sp>
        <p:sp>
          <p:nvSpPr>
            <p:cNvPr id="8" name="Forme libre : forme 4">
              <a:extLst>
                <a:ext uri="{FF2B5EF4-FFF2-40B4-BE49-F238E27FC236}">
                  <a16:creationId xmlns:a16="http://schemas.microsoft.com/office/drawing/2014/main" id="{47A73EB0-AB80-9491-022A-C1D2B9AF734E}"/>
                </a:ext>
              </a:extLst>
            </p:cNvPr>
            <p:cNvSpPr/>
            <p:nvPr/>
          </p:nvSpPr>
          <p:spPr>
            <a:xfrm>
              <a:off x="19603033" y="10663629"/>
              <a:ext cx="144948" cy="144948"/>
            </a:xfrm>
            <a:custGeom>
              <a:avLst/>
              <a:gdLst>
                <a:gd name="connsiteX0" fmla="*/ 144949 w 144948"/>
                <a:gd name="connsiteY0" fmla="*/ 72474 h 144948"/>
                <a:gd name="connsiteX1" fmla="*/ 72474 w 144948"/>
                <a:gd name="connsiteY1" fmla="*/ 144949 h 144948"/>
                <a:gd name="connsiteX2" fmla="*/ 0 w 144948"/>
                <a:gd name="connsiteY2" fmla="*/ 72474 h 144948"/>
                <a:gd name="connsiteX3" fmla="*/ 72474 w 144948"/>
                <a:gd name="connsiteY3" fmla="*/ 0 h 144948"/>
                <a:gd name="connsiteX4" fmla="*/ 144949 w 144948"/>
                <a:gd name="connsiteY4" fmla="*/ 72474 h 1449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4948" h="144948">
                  <a:moveTo>
                    <a:pt x="144949" y="72474"/>
                  </a:moveTo>
                  <a:cubicBezTo>
                    <a:pt x="144949" y="112501"/>
                    <a:pt x="112501" y="144949"/>
                    <a:pt x="72474" y="144949"/>
                  </a:cubicBezTo>
                  <a:cubicBezTo>
                    <a:pt x="32448" y="144949"/>
                    <a:pt x="0" y="112501"/>
                    <a:pt x="0" y="72474"/>
                  </a:cubicBezTo>
                  <a:cubicBezTo>
                    <a:pt x="0" y="32448"/>
                    <a:pt x="32448" y="0"/>
                    <a:pt x="72474" y="0"/>
                  </a:cubicBezTo>
                  <a:cubicBezTo>
                    <a:pt x="112501" y="0"/>
                    <a:pt x="144949" y="32448"/>
                    <a:pt x="144949" y="72474"/>
                  </a:cubicBezTo>
                </a:path>
              </a:pathLst>
            </a:custGeom>
            <a:solidFill>
              <a:srgbClr val="0099D9"/>
            </a:solidFill>
            <a:ln w="7647" cap="flat">
              <a:noFill/>
              <a:prstDash val="solid"/>
              <a:miter/>
            </a:ln>
          </p:spPr>
          <p:txBody>
            <a:bodyPr rtlCol="0" anchor="ctr"/>
            <a:lstStyle/>
            <a:p>
              <a:endParaRPr lang="fr-FR" sz="1092"/>
            </a:p>
          </p:txBody>
        </p:sp>
      </p:grpSp>
      <p:sp>
        <p:nvSpPr>
          <p:cNvPr id="20" name="Espace réservé du texte 22">
            <a:extLst>
              <a:ext uri="{FF2B5EF4-FFF2-40B4-BE49-F238E27FC236}">
                <a16:creationId xmlns:a16="http://schemas.microsoft.com/office/drawing/2014/main" id="{8C8EBFD8-2352-3161-FECA-F5229C0183A6}"/>
              </a:ext>
            </a:extLst>
          </p:cNvPr>
          <p:cNvSpPr>
            <a:spLocks noGrp="1"/>
          </p:cNvSpPr>
          <p:nvPr>
            <p:ph type="body" sz="quarter" idx="17" hasCustomPrompt="1"/>
          </p:nvPr>
        </p:nvSpPr>
        <p:spPr>
          <a:xfrm>
            <a:off x="1139871" y="360437"/>
            <a:ext cx="9871029" cy="263149"/>
          </a:xfrm>
          <a:noFill/>
        </p:spPr>
        <p:txBody>
          <a:bodyPr wrap="square" anchor="b">
            <a:noAutofit/>
          </a:bodyPr>
          <a:lstStyle>
            <a:lvl1pPr marL="0" indent="0">
              <a:lnSpc>
                <a:spcPct val="120000"/>
              </a:lnSpc>
              <a:spcBef>
                <a:spcPts val="0"/>
              </a:spcBef>
              <a:spcAft>
                <a:spcPts val="600"/>
              </a:spcAft>
              <a:buNone/>
              <a:defRPr sz="1200" b="0">
                <a:solidFill>
                  <a:schemeClr val="tx2"/>
                </a:solidFill>
              </a:defRPr>
            </a:lvl1pPr>
          </a:lstStyle>
          <a:p>
            <a:pPr lvl="0"/>
            <a:r>
              <a:rPr lang="fr-FR" dirty="0"/>
              <a:t>Titre ici. Par exemple « Références »</a:t>
            </a:r>
          </a:p>
        </p:txBody>
      </p:sp>
      <p:sp>
        <p:nvSpPr>
          <p:cNvPr id="9" name="Titre 17">
            <a:extLst>
              <a:ext uri="{FF2B5EF4-FFF2-40B4-BE49-F238E27FC236}">
                <a16:creationId xmlns:a16="http://schemas.microsoft.com/office/drawing/2014/main" id="{B58FA6E9-5568-B8FD-B9AF-F5E4F6538D88}"/>
              </a:ext>
            </a:extLst>
          </p:cNvPr>
          <p:cNvSpPr>
            <a:spLocks noGrp="1"/>
          </p:cNvSpPr>
          <p:nvPr>
            <p:ph type="title" hasCustomPrompt="1"/>
          </p:nvPr>
        </p:nvSpPr>
        <p:spPr>
          <a:xfrm>
            <a:off x="1139871" y="1726354"/>
            <a:ext cx="4079829" cy="291618"/>
          </a:xfrm>
          <a:noFill/>
        </p:spPr>
        <p:txBody>
          <a:bodyPr wrap="square" anchor="ctr" anchorCtr="0">
            <a:spAutoFit/>
          </a:bodyPr>
          <a:lstStyle>
            <a:lvl1pPr>
              <a:lnSpc>
                <a:spcPct val="90000"/>
              </a:lnSpc>
              <a:spcAft>
                <a:spcPts val="600"/>
              </a:spcAft>
              <a:defRPr sz="1400">
                <a:solidFill>
                  <a:schemeClr val="tx1"/>
                </a:solidFill>
              </a:defRPr>
            </a:lvl1pPr>
          </a:lstStyle>
          <a:p>
            <a:r>
              <a:rPr lang="fr-FR" dirty="0"/>
              <a:t>Titre ici. Exemple « La nature du projet »</a:t>
            </a:r>
          </a:p>
        </p:txBody>
      </p:sp>
      <p:sp>
        <p:nvSpPr>
          <p:cNvPr id="10" name="Espace réservé du texte 2">
            <a:extLst>
              <a:ext uri="{FF2B5EF4-FFF2-40B4-BE49-F238E27FC236}">
                <a16:creationId xmlns:a16="http://schemas.microsoft.com/office/drawing/2014/main" id="{38C2883F-82A9-1392-1DFD-2B9DC5D1B448}"/>
              </a:ext>
            </a:extLst>
          </p:cNvPr>
          <p:cNvSpPr>
            <a:spLocks noGrp="1"/>
          </p:cNvSpPr>
          <p:nvPr>
            <p:ph idx="1" hasCustomPrompt="1"/>
          </p:nvPr>
        </p:nvSpPr>
        <p:spPr>
          <a:xfrm>
            <a:off x="1149927" y="2017972"/>
            <a:ext cx="4069773" cy="1912062"/>
          </a:xfrm>
          <a:prstGeom prst="rect">
            <a:avLst/>
          </a:prstGeom>
        </p:spPr>
        <p:txBody>
          <a:bodyPr vert="horz" wrap="square" lIns="91440" tIns="45720" rIns="91440" bIns="45720" rtlCol="0">
            <a:spAutoFit/>
          </a:bodyPr>
          <a:lstStyle>
            <a:lvl1pPr marL="0" indent="0">
              <a:lnSpc>
                <a:spcPct val="120000"/>
              </a:lnSpc>
              <a:spcBef>
                <a:spcPts val="0"/>
              </a:spcBef>
              <a:buClr>
                <a:schemeClr val="tx2"/>
              </a:buClr>
              <a:buNone/>
              <a:defRPr lang="fr-FR" dirty="0">
                <a:solidFill>
                  <a:schemeClr val="tx1"/>
                </a:solidFill>
                <a:latin typeface="Poppins" pitchFamily="2" charset="77"/>
                <a:cs typeface="Poppins" pitchFamily="2" charset="77"/>
              </a:defRPr>
            </a:lvl1pPr>
            <a:lvl2pPr>
              <a:lnSpc>
                <a:spcPct val="120000"/>
              </a:lnSpc>
              <a:spcBef>
                <a:spcPts val="0"/>
              </a:spcBef>
              <a:buClr>
                <a:schemeClr val="tx2"/>
              </a:buClr>
              <a:defRPr lang="fr-FR" dirty="0">
                <a:solidFill>
                  <a:schemeClr val="bg1"/>
                </a:solidFill>
                <a:latin typeface="Poppins" pitchFamily="2" charset="77"/>
                <a:cs typeface="Poppins" pitchFamily="2" charset="77"/>
              </a:defRPr>
            </a:lvl2pPr>
            <a:lvl3pPr>
              <a:lnSpc>
                <a:spcPct val="120000"/>
              </a:lnSpc>
              <a:spcBef>
                <a:spcPts val="0"/>
              </a:spcBef>
              <a:buClr>
                <a:schemeClr val="tx2"/>
              </a:buClr>
              <a:defRPr lang="fr-FR" dirty="0">
                <a:solidFill>
                  <a:schemeClr val="bg1"/>
                </a:solidFill>
                <a:latin typeface="Poppins" pitchFamily="2" charset="77"/>
                <a:cs typeface="Poppins" pitchFamily="2" charset="77"/>
              </a:defRPr>
            </a:lvl3pPr>
            <a:lvl4pPr>
              <a:lnSpc>
                <a:spcPct val="120000"/>
              </a:lnSpc>
              <a:spcBef>
                <a:spcPts val="0"/>
              </a:spcBef>
              <a:buClr>
                <a:schemeClr val="tx2"/>
              </a:buClr>
              <a:defRPr lang="fr-FR" dirty="0">
                <a:solidFill>
                  <a:schemeClr val="bg1"/>
                </a:solidFill>
                <a:latin typeface="Poppins" pitchFamily="2" charset="77"/>
                <a:cs typeface="Poppins" pitchFamily="2" charset="77"/>
              </a:defRPr>
            </a:lvl4pPr>
            <a:lvl5pPr>
              <a:lnSpc>
                <a:spcPct val="120000"/>
              </a:lnSpc>
              <a:spcBef>
                <a:spcPts val="0"/>
              </a:spcBef>
              <a:buClr>
                <a:schemeClr val="tx2"/>
              </a:buClr>
              <a:defRPr lang="fr-FR" dirty="0">
                <a:solidFill>
                  <a:schemeClr val="bg1"/>
                </a:solidFill>
                <a:latin typeface="Poppins" pitchFamily="2" charset="77"/>
                <a:cs typeface="Poppins" pitchFamily="2" charset="77"/>
              </a:defRPr>
            </a:lvl5pPr>
          </a:lstStyle>
          <a:p>
            <a:pPr lvl="0">
              <a:spcAft>
                <a:spcPts val="600"/>
              </a:spcAft>
            </a:pPr>
            <a:r>
              <a:rPr lang="fr-FR" dirty="0"/>
              <a:t>At </a:t>
            </a:r>
            <a:r>
              <a:rPr lang="fr-FR" dirty="0" err="1"/>
              <a:t>vero</a:t>
            </a:r>
            <a:r>
              <a:rPr lang="fr-FR" dirty="0"/>
              <a:t> </a:t>
            </a:r>
            <a:r>
              <a:rPr lang="fr-FR" dirty="0" err="1"/>
              <a:t>eos</a:t>
            </a:r>
            <a:r>
              <a:rPr lang="fr-FR" dirty="0"/>
              <a:t> et </a:t>
            </a:r>
            <a:r>
              <a:rPr lang="fr-FR" dirty="0" err="1"/>
              <a:t>accusamus</a:t>
            </a:r>
            <a:r>
              <a:rPr lang="fr-FR" dirty="0"/>
              <a:t> et </a:t>
            </a:r>
            <a:r>
              <a:rPr lang="fr-FR" dirty="0" err="1"/>
              <a:t>iusto</a:t>
            </a:r>
            <a:r>
              <a:rPr lang="fr-FR" dirty="0"/>
              <a:t> </a:t>
            </a:r>
            <a:r>
              <a:rPr lang="fr-FR" dirty="0" err="1"/>
              <a:t>odio</a:t>
            </a:r>
            <a:r>
              <a:rPr lang="fr-FR" dirty="0"/>
              <a:t> </a:t>
            </a:r>
            <a:r>
              <a:rPr lang="fr-FR" dirty="0" err="1"/>
              <a:t>dignissimos</a:t>
            </a:r>
            <a:r>
              <a:rPr lang="fr-FR" dirty="0"/>
              <a:t> </a:t>
            </a:r>
            <a:r>
              <a:rPr lang="fr-FR" dirty="0" err="1"/>
              <a:t>ducimus</a:t>
            </a:r>
            <a:r>
              <a:rPr lang="fr-FR" dirty="0"/>
              <a:t> qui </a:t>
            </a:r>
            <a:r>
              <a:rPr lang="fr-FR" dirty="0" err="1"/>
              <a:t>blanditiis</a:t>
            </a:r>
            <a:r>
              <a:rPr lang="fr-FR" dirty="0"/>
              <a:t> </a:t>
            </a:r>
            <a:r>
              <a:rPr lang="fr-FR" dirty="0" err="1"/>
              <a:t>praesentium</a:t>
            </a:r>
            <a:r>
              <a:rPr lang="fr-FR" dirty="0"/>
              <a:t> </a:t>
            </a:r>
            <a:r>
              <a:rPr lang="fr-FR" dirty="0" err="1"/>
              <a:t>voluptatum</a:t>
            </a:r>
            <a:r>
              <a:rPr lang="fr-FR" dirty="0"/>
              <a:t> </a:t>
            </a:r>
            <a:r>
              <a:rPr lang="fr-FR" dirty="0" err="1"/>
              <a:t>deleniti</a:t>
            </a:r>
            <a:r>
              <a:rPr lang="fr-FR" dirty="0"/>
              <a:t> </a:t>
            </a:r>
            <a:r>
              <a:rPr lang="fr-FR" dirty="0" err="1"/>
              <a:t>atque</a:t>
            </a:r>
            <a:r>
              <a:rPr lang="fr-FR" dirty="0"/>
              <a:t> </a:t>
            </a:r>
            <a:r>
              <a:rPr lang="fr-FR" dirty="0" err="1"/>
              <a:t>corrupti</a:t>
            </a:r>
            <a:r>
              <a:rPr lang="fr-FR" dirty="0"/>
              <a:t> </a:t>
            </a:r>
            <a:r>
              <a:rPr lang="fr-FR" dirty="0" err="1"/>
              <a:t>quos</a:t>
            </a:r>
            <a:r>
              <a:rPr lang="fr-FR" dirty="0"/>
              <a:t> </a:t>
            </a:r>
            <a:r>
              <a:rPr lang="fr-FR" dirty="0" err="1"/>
              <a:t>dolores</a:t>
            </a:r>
            <a:r>
              <a:rPr lang="fr-FR" dirty="0"/>
              <a:t> et </a:t>
            </a:r>
            <a:r>
              <a:rPr lang="fr-FR" dirty="0" err="1"/>
              <a:t>quas</a:t>
            </a:r>
            <a:r>
              <a:rPr lang="fr-FR" dirty="0"/>
              <a:t> </a:t>
            </a:r>
            <a:r>
              <a:rPr lang="fr-FR" dirty="0" err="1"/>
              <a:t>molestias</a:t>
            </a:r>
            <a:r>
              <a:rPr lang="fr-FR" dirty="0"/>
              <a:t> </a:t>
            </a:r>
            <a:r>
              <a:rPr lang="fr-FR" dirty="0" err="1"/>
              <a:t>excepturi</a:t>
            </a:r>
            <a:r>
              <a:rPr lang="fr-FR" dirty="0"/>
              <a:t> </a:t>
            </a:r>
            <a:r>
              <a:rPr lang="fr-FR" dirty="0" err="1"/>
              <a:t>sint</a:t>
            </a:r>
            <a:r>
              <a:rPr lang="fr-FR" dirty="0"/>
              <a:t> </a:t>
            </a:r>
            <a:r>
              <a:rPr lang="fr-FR" dirty="0" err="1"/>
              <a:t>occaecati</a:t>
            </a:r>
            <a:r>
              <a:rPr lang="fr-FR" dirty="0"/>
              <a:t> </a:t>
            </a:r>
            <a:r>
              <a:rPr lang="fr-FR" dirty="0" err="1"/>
              <a:t>cupiditate</a:t>
            </a:r>
            <a:r>
              <a:rPr lang="fr-FR" dirty="0"/>
              <a:t> non provident, </a:t>
            </a:r>
            <a:r>
              <a:rPr lang="fr-FR" dirty="0" err="1"/>
              <a:t>similique</a:t>
            </a:r>
            <a:r>
              <a:rPr lang="fr-FR" dirty="0"/>
              <a:t> </a:t>
            </a:r>
            <a:r>
              <a:rPr lang="fr-FR" dirty="0" err="1"/>
              <a:t>sunt</a:t>
            </a:r>
            <a:r>
              <a:rPr lang="fr-FR" dirty="0"/>
              <a:t> in culpa qui officia </a:t>
            </a:r>
            <a:r>
              <a:rPr lang="fr-FR" dirty="0" err="1"/>
              <a:t>deserunt</a:t>
            </a:r>
            <a:r>
              <a:rPr lang="fr-FR" dirty="0"/>
              <a:t> </a:t>
            </a:r>
            <a:r>
              <a:rPr lang="fr-FR" dirty="0" err="1"/>
              <a:t>mollitia</a:t>
            </a:r>
            <a:r>
              <a:rPr lang="fr-FR" dirty="0"/>
              <a:t> </a:t>
            </a:r>
            <a:r>
              <a:rPr lang="fr-FR" dirty="0" err="1"/>
              <a:t>animi</a:t>
            </a:r>
            <a:r>
              <a:rPr lang="fr-FR" dirty="0"/>
              <a:t>, id est </a:t>
            </a:r>
            <a:r>
              <a:rPr lang="fr-FR" dirty="0" err="1"/>
              <a:t>laborum</a:t>
            </a:r>
            <a:r>
              <a:rPr lang="fr-FR" dirty="0"/>
              <a:t> et </a:t>
            </a:r>
            <a:r>
              <a:rPr lang="fr-FR" dirty="0" err="1"/>
              <a:t>dolorum</a:t>
            </a:r>
            <a:r>
              <a:rPr lang="fr-FR" dirty="0"/>
              <a:t> </a:t>
            </a:r>
            <a:r>
              <a:rPr lang="fr-FR" dirty="0" err="1"/>
              <a:t>fuga</a:t>
            </a:r>
            <a:r>
              <a:rPr lang="fr-FR" dirty="0"/>
              <a:t>. Et </a:t>
            </a:r>
            <a:r>
              <a:rPr lang="fr-FR" dirty="0" err="1"/>
              <a:t>harum</a:t>
            </a:r>
            <a:r>
              <a:rPr lang="fr-FR" dirty="0"/>
              <a:t> </a:t>
            </a:r>
            <a:r>
              <a:rPr lang="fr-FR" dirty="0" err="1"/>
              <a:t>quidem</a:t>
            </a:r>
            <a:r>
              <a:rPr lang="fr-FR" dirty="0"/>
              <a:t> </a:t>
            </a:r>
            <a:r>
              <a:rPr lang="fr-FR" dirty="0" err="1"/>
              <a:t>rerum</a:t>
            </a:r>
            <a:r>
              <a:rPr lang="fr-FR" dirty="0"/>
              <a:t> </a:t>
            </a:r>
            <a:r>
              <a:rPr lang="fr-FR" dirty="0" err="1"/>
              <a:t>facilis</a:t>
            </a:r>
            <a:r>
              <a:rPr lang="fr-FR" dirty="0"/>
              <a:t> est et </a:t>
            </a:r>
            <a:r>
              <a:rPr lang="fr-FR" dirty="0" err="1"/>
              <a:t>expedita</a:t>
            </a:r>
            <a:r>
              <a:rPr lang="fr-FR" dirty="0"/>
              <a:t> </a:t>
            </a:r>
            <a:r>
              <a:rPr lang="fr-FR" dirty="0" err="1"/>
              <a:t>distinctio</a:t>
            </a:r>
            <a:r>
              <a:rPr lang="fr-FR" dirty="0"/>
              <a:t>. Nam libero </a:t>
            </a:r>
            <a:r>
              <a:rPr lang="fr-FR" dirty="0" err="1"/>
              <a:t>tempore</a:t>
            </a:r>
            <a:r>
              <a:rPr lang="fr-FR" dirty="0"/>
              <a:t>, cum </a:t>
            </a:r>
            <a:r>
              <a:rPr lang="fr-FR" dirty="0" err="1"/>
              <a:t>soluta</a:t>
            </a:r>
            <a:r>
              <a:rPr lang="fr-FR" dirty="0"/>
              <a:t> </a:t>
            </a:r>
            <a:r>
              <a:rPr lang="fr-FR" dirty="0" err="1"/>
              <a:t>nobis</a:t>
            </a:r>
            <a:r>
              <a:rPr lang="fr-FR" dirty="0"/>
              <a:t> est </a:t>
            </a:r>
            <a:r>
              <a:rPr lang="fr-FR" dirty="0" err="1"/>
              <a:t>eligendi</a:t>
            </a:r>
            <a:r>
              <a:rPr lang="fr-FR" dirty="0"/>
              <a:t> </a:t>
            </a:r>
            <a:r>
              <a:rPr lang="fr-FR" dirty="0" err="1"/>
              <a:t>optio</a:t>
            </a:r>
            <a:r>
              <a:rPr lang="fr-FR" dirty="0"/>
              <a:t> </a:t>
            </a:r>
            <a:r>
              <a:rPr lang="fr-FR" dirty="0" err="1"/>
              <a:t>cumque</a:t>
            </a:r>
            <a:r>
              <a:rPr lang="fr-FR" dirty="0"/>
              <a:t> nihil </a:t>
            </a:r>
            <a:r>
              <a:rPr lang="fr-FR" dirty="0" err="1"/>
              <a:t>impedit</a:t>
            </a:r>
            <a:r>
              <a:rPr lang="fr-FR" dirty="0"/>
              <a:t> quo minus id</a:t>
            </a:r>
          </a:p>
        </p:txBody>
      </p:sp>
    </p:spTree>
    <p:extLst>
      <p:ext uri="{BB962C8B-B14F-4D97-AF65-F5344CB8AC3E}">
        <p14:creationId xmlns:p14="http://schemas.microsoft.com/office/powerpoint/2010/main" val="2437095852"/>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p:cSld name="Référence Light 7">
    <p:spTree>
      <p:nvGrpSpPr>
        <p:cNvPr id="1" name=""/>
        <p:cNvGrpSpPr/>
        <p:nvPr/>
      </p:nvGrpSpPr>
      <p:grpSpPr>
        <a:xfrm>
          <a:off x="0" y="0"/>
          <a:ext cx="0" cy="0"/>
          <a:chOff x="0" y="0"/>
          <a:chExt cx="0" cy="0"/>
        </a:xfrm>
      </p:grpSpPr>
      <p:pic>
        <p:nvPicPr>
          <p:cNvPr id="17" name="Image 16">
            <a:extLst>
              <a:ext uri="{FF2B5EF4-FFF2-40B4-BE49-F238E27FC236}">
                <a16:creationId xmlns:a16="http://schemas.microsoft.com/office/drawing/2014/main" id="{E325A0B9-21A3-9A34-FBF7-D6585C2C6E7A}"/>
              </a:ext>
            </a:extLst>
          </p:cNvPr>
          <p:cNvPicPr>
            <a:picLocks noChangeAspect="1"/>
          </p:cNvPicPr>
          <p:nvPr/>
        </p:nvPicPr>
        <p:blipFill>
          <a:blip r:embed="rId2"/>
          <a:srcRect/>
          <a:stretch/>
        </p:blipFill>
        <p:spPr>
          <a:xfrm>
            <a:off x="0" y="0"/>
            <a:ext cx="12177440" cy="6858000"/>
          </a:xfrm>
          <a:prstGeom prst="rect">
            <a:avLst/>
          </a:prstGeom>
        </p:spPr>
      </p:pic>
      <p:sp>
        <p:nvSpPr>
          <p:cNvPr id="4" name="object 11">
            <a:extLst>
              <a:ext uri="{FF2B5EF4-FFF2-40B4-BE49-F238E27FC236}">
                <a16:creationId xmlns:a16="http://schemas.microsoft.com/office/drawing/2014/main" id="{10D34413-DA51-D9D8-29E8-6DE8F8A5EFCE}"/>
              </a:ext>
            </a:extLst>
          </p:cNvPr>
          <p:cNvSpPr/>
          <p:nvPr/>
        </p:nvSpPr>
        <p:spPr>
          <a:xfrm>
            <a:off x="11397941" y="0"/>
            <a:ext cx="794059" cy="6857615"/>
          </a:xfrm>
          <a:custGeom>
            <a:avLst/>
            <a:gdLst/>
            <a:ahLst/>
            <a:cxnLst/>
            <a:rect l="l" t="t" r="r" b="b"/>
            <a:pathLst>
              <a:path w="1309369" h="11308715">
                <a:moveTo>
                  <a:pt x="1308860" y="0"/>
                </a:moveTo>
                <a:lnTo>
                  <a:pt x="0" y="0"/>
                </a:lnTo>
                <a:lnTo>
                  <a:pt x="0" y="11308556"/>
                </a:lnTo>
                <a:lnTo>
                  <a:pt x="1308860" y="11308556"/>
                </a:lnTo>
                <a:lnTo>
                  <a:pt x="1308860" y="0"/>
                </a:lnTo>
                <a:close/>
              </a:path>
            </a:pathLst>
          </a:custGeom>
          <a:solidFill>
            <a:schemeClr val="tx1"/>
          </a:solidFill>
          <a:ln>
            <a:noFill/>
          </a:ln>
        </p:spPr>
        <p:txBody>
          <a:bodyPr wrap="square" lIns="0" tIns="0" rIns="0" bIns="0" rtlCol="0"/>
          <a:lstStyle/>
          <a:p>
            <a:endParaRPr sz="1092"/>
          </a:p>
        </p:txBody>
      </p:sp>
      <p:sp>
        <p:nvSpPr>
          <p:cNvPr id="2" name="Espace réservé du pied de page 4">
            <a:extLst>
              <a:ext uri="{FF2B5EF4-FFF2-40B4-BE49-F238E27FC236}">
                <a16:creationId xmlns:a16="http://schemas.microsoft.com/office/drawing/2014/main" id="{97ADE9E6-DC8A-B79F-0E6A-9D6F3EC57782}"/>
              </a:ext>
            </a:extLst>
          </p:cNvPr>
          <p:cNvSpPr>
            <a:spLocks noGrp="1"/>
          </p:cNvSpPr>
          <p:nvPr>
            <p:ph type="ftr" sz="quarter" idx="3"/>
          </p:nvPr>
        </p:nvSpPr>
        <p:spPr>
          <a:xfrm rot="16200000">
            <a:off x="9737570" y="2572960"/>
            <a:ext cx="4114800" cy="365125"/>
          </a:xfrm>
          <a:prstGeom prst="rect">
            <a:avLst/>
          </a:prstGeom>
        </p:spPr>
        <p:txBody>
          <a:bodyPr vert="horz" lIns="91440" tIns="45720" rIns="91440" bIns="45720" rtlCol="0" anchor="ctr"/>
          <a:lstStyle>
            <a:lvl1pPr>
              <a:defRPr lang="en-US" sz="728" dirty="0">
                <a:solidFill>
                  <a:schemeClr val="bg1"/>
                </a:solidFill>
                <a:latin typeface="Poppins" pitchFamily="2" charset="77"/>
                <a:cs typeface="Poppins" pitchFamily="2" charset="77"/>
              </a:defRPr>
            </a:lvl1pPr>
          </a:lstStyle>
          <a:p>
            <a:pPr algn="r"/>
            <a:r>
              <a:rPr lang="fr-FR"/>
              <a:t>Architectes des grandes transformations</a:t>
            </a:r>
            <a:endParaRPr lang="fr-US"/>
          </a:p>
        </p:txBody>
      </p:sp>
      <p:sp>
        <p:nvSpPr>
          <p:cNvPr id="3" name="Espace réservé du numéro de diapositive 18">
            <a:extLst>
              <a:ext uri="{FF2B5EF4-FFF2-40B4-BE49-F238E27FC236}">
                <a16:creationId xmlns:a16="http://schemas.microsoft.com/office/drawing/2014/main" id="{40599553-1744-B948-F679-B18C359A2A19}"/>
              </a:ext>
            </a:extLst>
          </p:cNvPr>
          <p:cNvSpPr>
            <a:spLocks noGrp="1"/>
          </p:cNvSpPr>
          <p:nvPr>
            <p:ph type="sldNum" sz="quarter" idx="4"/>
          </p:nvPr>
        </p:nvSpPr>
        <p:spPr>
          <a:xfrm>
            <a:off x="11588253" y="165403"/>
            <a:ext cx="420073" cy="365125"/>
          </a:xfrm>
          <a:prstGeom prst="rect">
            <a:avLst/>
          </a:prstGeom>
        </p:spPr>
        <p:txBody>
          <a:bodyPr/>
          <a:lstStyle>
            <a:lvl1pPr algn="ctr">
              <a:defRPr lang="en-US" sz="667" b="1" smtClean="0">
                <a:solidFill>
                  <a:schemeClr val="bg1"/>
                </a:solidFill>
                <a:latin typeface="Poppins" pitchFamily="2" charset="77"/>
                <a:cs typeface="Poppins" pitchFamily="2" charset="77"/>
              </a:defRPr>
            </a:lvl1pPr>
          </a:lstStyle>
          <a:p>
            <a:fld id="{8042310B-17DC-C845-9B99-8FE29D3E9696}" type="slidenum">
              <a:rPr lang="fr-FR" smtClean="0"/>
              <a:pPr/>
              <a:t>‹N°›</a:t>
            </a:fld>
            <a:endParaRPr lang="fr-FR" dirty="0"/>
          </a:p>
        </p:txBody>
      </p:sp>
      <p:sp>
        <p:nvSpPr>
          <p:cNvPr id="5" name="object 14">
            <a:extLst>
              <a:ext uri="{FF2B5EF4-FFF2-40B4-BE49-F238E27FC236}">
                <a16:creationId xmlns:a16="http://schemas.microsoft.com/office/drawing/2014/main" id="{0BEBFB05-8DE3-A267-9D37-864C2BE599F7}"/>
              </a:ext>
            </a:extLst>
          </p:cNvPr>
          <p:cNvSpPr/>
          <p:nvPr/>
        </p:nvSpPr>
        <p:spPr>
          <a:xfrm>
            <a:off x="11397456" y="6063824"/>
            <a:ext cx="794059" cy="0"/>
          </a:xfrm>
          <a:custGeom>
            <a:avLst/>
            <a:gdLst/>
            <a:ahLst/>
            <a:cxnLst/>
            <a:rect l="l" t="t" r="r" b="b"/>
            <a:pathLst>
              <a:path w="1309369">
                <a:moveTo>
                  <a:pt x="0" y="0"/>
                </a:moveTo>
                <a:lnTo>
                  <a:pt x="1308860" y="0"/>
                </a:lnTo>
              </a:path>
            </a:pathLst>
          </a:custGeom>
          <a:ln w="7853">
            <a:solidFill>
              <a:schemeClr val="bg1"/>
            </a:solidFill>
          </a:ln>
        </p:spPr>
        <p:txBody>
          <a:bodyPr wrap="square" lIns="0" tIns="0" rIns="0" bIns="0" rtlCol="0"/>
          <a:lstStyle/>
          <a:p>
            <a:endParaRPr sz="1092"/>
          </a:p>
        </p:txBody>
      </p:sp>
      <p:grpSp>
        <p:nvGrpSpPr>
          <p:cNvPr id="6" name="Graphique 21">
            <a:extLst>
              <a:ext uri="{FF2B5EF4-FFF2-40B4-BE49-F238E27FC236}">
                <a16:creationId xmlns:a16="http://schemas.microsoft.com/office/drawing/2014/main" id="{53708514-84A2-1B09-3C16-DCBB1DDB6761}"/>
              </a:ext>
            </a:extLst>
          </p:cNvPr>
          <p:cNvGrpSpPr/>
          <p:nvPr/>
        </p:nvGrpSpPr>
        <p:grpSpPr>
          <a:xfrm>
            <a:off x="11646607" y="6340088"/>
            <a:ext cx="329427" cy="214383"/>
            <a:chOff x="19204770" y="10455275"/>
            <a:chExt cx="543212" cy="353534"/>
          </a:xfrm>
        </p:grpSpPr>
        <p:sp>
          <p:nvSpPr>
            <p:cNvPr id="7" name="Forme libre : forme 3">
              <a:extLst>
                <a:ext uri="{FF2B5EF4-FFF2-40B4-BE49-F238E27FC236}">
                  <a16:creationId xmlns:a16="http://schemas.microsoft.com/office/drawing/2014/main" id="{31C42F6D-7A13-B8E3-17A5-85FE87D2A64D}"/>
                </a:ext>
              </a:extLst>
            </p:cNvPr>
            <p:cNvSpPr/>
            <p:nvPr/>
          </p:nvSpPr>
          <p:spPr>
            <a:xfrm>
              <a:off x="19204770" y="10455275"/>
              <a:ext cx="373208" cy="353534"/>
            </a:xfrm>
            <a:custGeom>
              <a:avLst/>
              <a:gdLst>
                <a:gd name="connsiteX0" fmla="*/ 187219 w 373208"/>
                <a:gd name="connsiteY0" fmla="*/ 0 h 353534"/>
                <a:gd name="connsiteX1" fmla="*/ 0 w 373208"/>
                <a:gd name="connsiteY1" fmla="*/ 177228 h 353534"/>
                <a:gd name="connsiteX2" fmla="*/ 185990 w 373208"/>
                <a:gd name="connsiteY2" fmla="*/ 353534 h 353534"/>
                <a:gd name="connsiteX3" fmla="*/ 373209 w 373208"/>
                <a:gd name="connsiteY3" fmla="*/ 175998 h 353534"/>
                <a:gd name="connsiteX4" fmla="*/ 187219 w 373208"/>
                <a:gd name="connsiteY4" fmla="*/ 0 h 353534"/>
                <a:gd name="connsiteX5" fmla="*/ 187219 w 373208"/>
                <a:gd name="connsiteY5" fmla="*/ 252777 h 353534"/>
                <a:gd name="connsiteX6" fmla="*/ 115437 w 373208"/>
                <a:gd name="connsiteY6" fmla="*/ 175922 h 353534"/>
                <a:gd name="connsiteX7" fmla="*/ 185990 w 373208"/>
                <a:gd name="connsiteY7" fmla="*/ 100373 h 353534"/>
                <a:gd name="connsiteX8" fmla="*/ 257772 w 373208"/>
                <a:gd name="connsiteY8" fmla="*/ 177228 h 353534"/>
                <a:gd name="connsiteX9" fmla="*/ 187219 w 373208"/>
                <a:gd name="connsiteY9" fmla="*/ 252777 h 353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73208" h="353534">
                  <a:moveTo>
                    <a:pt x="187219" y="0"/>
                  </a:moveTo>
                  <a:cubicBezTo>
                    <a:pt x="78623" y="0"/>
                    <a:pt x="0" y="81159"/>
                    <a:pt x="0" y="177228"/>
                  </a:cubicBezTo>
                  <a:cubicBezTo>
                    <a:pt x="0" y="273297"/>
                    <a:pt x="78008" y="353534"/>
                    <a:pt x="185990" y="353534"/>
                  </a:cubicBezTo>
                  <a:cubicBezTo>
                    <a:pt x="293971" y="353534"/>
                    <a:pt x="373209" y="272144"/>
                    <a:pt x="373209" y="175998"/>
                  </a:cubicBezTo>
                  <a:cubicBezTo>
                    <a:pt x="373209" y="79853"/>
                    <a:pt x="295201" y="0"/>
                    <a:pt x="187219" y="0"/>
                  </a:cubicBezTo>
                  <a:moveTo>
                    <a:pt x="187219" y="252777"/>
                  </a:moveTo>
                  <a:cubicBezTo>
                    <a:pt x="145410" y="252777"/>
                    <a:pt x="115437" y="217193"/>
                    <a:pt x="115437" y="175922"/>
                  </a:cubicBezTo>
                  <a:cubicBezTo>
                    <a:pt x="115437" y="134650"/>
                    <a:pt x="142951" y="100373"/>
                    <a:pt x="185990" y="100373"/>
                  </a:cubicBezTo>
                  <a:cubicBezTo>
                    <a:pt x="227799" y="100373"/>
                    <a:pt x="257772" y="135957"/>
                    <a:pt x="257772" y="177228"/>
                  </a:cubicBezTo>
                  <a:cubicBezTo>
                    <a:pt x="257772" y="218499"/>
                    <a:pt x="230566" y="252777"/>
                    <a:pt x="187219" y="252777"/>
                  </a:cubicBezTo>
                </a:path>
              </a:pathLst>
            </a:custGeom>
            <a:solidFill>
              <a:schemeClr val="bg1"/>
            </a:solidFill>
            <a:ln w="7647" cap="flat">
              <a:noFill/>
              <a:prstDash val="solid"/>
              <a:miter/>
            </a:ln>
          </p:spPr>
          <p:txBody>
            <a:bodyPr rtlCol="0" anchor="ctr"/>
            <a:lstStyle/>
            <a:p>
              <a:endParaRPr lang="fr-FR" sz="1092"/>
            </a:p>
          </p:txBody>
        </p:sp>
        <p:sp>
          <p:nvSpPr>
            <p:cNvPr id="8" name="Forme libre : forme 4">
              <a:extLst>
                <a:ext uri="{FF2B5EF4-FFF2-40B4-BE49-F238E27FC236}">
                  <a16:creationId xmlns:a16="http://schemas.microsoft.com/office/drawing/2014/main" id="{47A73EB0-AB80-9491-022A-C1D2B9AF734E}"/>
                </a:ext>
              </a:extLst>
            </p:cNvPr>
            <p:cNvSpPr/>
            <p:nvPr/>
          </p:nvSpPr>
          <p:spPr>
            <a:xfrm>
              <a:off x="19603033" y="10663629"/>
              <a:ext cx="144948" cy="144948"/>
            </a:xfrm>
            <a:custGeom>
              <a:avLst/>
              <a:gdLst>
                <a:gd name="connsiteX0" fmla="*/ 144949 w 144948"/>
                <a:gd name="connsiteY0" fmla="*/ 72474 h 144948"/>
                <a:gd name="connsiteX1" fmla="*/ 72474 w 144948"/>
                <a:gd name="connsiteY1" fmla="*/ 144949 h 144948"/>
                <a:gd name="connsiteX2" fmla="*/ 0 w 144948"/>
                <a:gd name="connsiteY2" fmla="*/ 72474 h 144948"/>
                <a:gd name="connsiteX3" fmla="*/ 72474 w 144948"/>
                <a:gd name="connsiteY3" fmla="*/ 0 h 144948"/>
                <a:gd name="connsiteX4" fmla="*/ 144949 w 144948"/>
                <a:gd name="connsiteY4" fmla="*/ 72474 h 1449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4948" h="144948">
                  <a:moveTo>
                    <a:pt x="144949" y="72474"/>
                  </a:moveTo>
                  <a:cubicBezTo>
                    <a:pt x="144949" y="112501"/>
                    <a:pt x="112501" y="144949"/>
                    <a:pt x="72474" y="144949"/>
                  </a:cubicBezTo>
                  <a:cubicBezTo>
                    <a:pt x="32448" y="144949"/>
                    <a:pt x="0" y="112501"/>
                    <a:pt x="0" y="72474"/>
                  </a:cubicBezTo>
                  <a:cubicBezTo>
                    <a:pt x="0" y="32448"/>
                    <a:pt x="32448" y="0"/>
                    <a:pt x="72474" y="0"/>
                  </a:cubicBezTo>
                  <a:cubicBezTo>
                    <a:pt x="112501" y="0"/>
                    <a:pt x="144949" y="32448"/>
                    <a:pt x="144949" y="72474"/>
                  </a:cubicBezTo>
                </a:path>
              </a:pathLst>
            </a:custGeom>
            <a:solidFill>
              <a:srgbClr val="0099D9"/>
            </a:solidFill>
            <a:ln w="7647" cap="flat">
              <a:noFill/>
              <a:prstDash val="solid"/>
              <a:miter/>
            </a:ln>
          </p:spPr>
          <p:txBody>
            <a:bodyPr rtlCol="0" anchor="ctr"/>
            <a:lstStyle/>
            <a:p>
              <a:endParaRPr lang="fr-FR" sz="1092"/>
            </a:p>
          </p:txBody>
        </p:sp>
      </p:grpSp>
      <p:sp>
        <p:nvSpPr>
          <p:cNvPr id="20" name="Espace réservé du texte 22">
            <a:extLst>
              <a:ext uri="{FF2B5EF4-FFF2-40B4-BE49-F238E27FC236}">
                <a16:creationId xmlns:a16="http://schemas.microsoft.com/office/drawing/2014/main" id="{8C8EBFD8-2352-3161-FECA-F5229C0183A6}"/>
              </a:ext>
            </a:extLst>
          </p:cNvPr>
          <p:cNvSpPr>
            <a:spLocks noGrp="1"/>
          </p:cNvSpPr>
          <p:nvPr>
            <p:ph type="body" sz="quarter" idx="17" hasCustomPrompt="1"/>
          </p:nvPr>
        </p:nvSpPr>
        <p:spPr>
          <a:xfrm>
            <a:off x="1139871" y="360437"/>
            <a:ext cx="9871029" cy="263149"/>
          </a:xfrm>
          <a:noFill/>
        </p:spPr>
        <p:txBody>
          <a:bodyPr wrap="square" anchor="b">
            <a:noAutofit/>
          </a:bodyPr>
          <a:lstStyle>
            <a:lvl1pPr marL="0" indent="0">
              <a:lnSpc>
                <a:spcPct val="120000"/>
              </a:lnSpc>
              <a:spcBef>
                <a:spcPts val="0"/>
              </a:spcBef>
              <a:spcAft>
                <a:spcPts val="600"/>
              </a:spcAft>
              <a:buNone/>
              <a:defRPr sz="1200" b="0">
                <a:solidFill>
                  <a:schemeClr val="tx2"/>
                </a:solidFill>
              </a:defRPr>
            </a:lvl1pPr>
          </a:lstStyle>
          <a:p>
            <a:pPr lvl="0"/>
            <a:r>
              <a:rPr lang="fr-FR" dirty="0"/>
              <a:t>Titre ici. Par exemple « Références »</a:t>
            </a:r>
          </a:p>
        </p:txBody>
      </p:sp>
      <p:sp>
        <p:nvSpPr>
          <p:cNvPr id="9" name="Titre 17">
            <a:extLst>
              <a:ext uri="{FF2B5EF4-FFF2-40B4-BE49-F238E27FC236}">
                <a16:creationId xmlns:a16="http://schemas.microsoft.com/office/drawing/2014/main" id="{B58FA6E9-5568-B8FD-B9AF-F5E4F6538D88}"/>
              </a:ext>
            </a:extLst>
          </p:cNvPr>
          <p:cNvSpPr>
            <a:spLocks noGrp="1"/>
          </p:cNvSpPr>
          <p:nvPr>
            <p:ph type="title" hasCustomPrompt="1"/>
          </p:nvPr>
        </p:nvSpPr>
        <p:spPr>
          <a:xfrm>
            <a:off x="1139871" y="1726354"/>
            <a:ext cx="4079829" cy="291618"/>
          </a:xfrm>
          <a:noFill/>
        </p:spPr>
        <p:txBody>
          <a:bodyPr wrap="square" anchor="ctr" anchorCtr="0">
            <a:spAutoFit/>
          </a:bodyPr>
          <a:lstStyle>
            <a:lvl1pPr>
              <a:lnSpc>
                <a:spcPct val="90000"/>
              </a:lnSpc>
              <a:spcAft>
                <a:spcPts val="600"/>
              </a:spcAft>
              <a:defRPr sz="1400">
                <a:solidFill>
                  <a:schemeClr val="tx1"/>
                </a:solidFill>
              </a:defRPr>
            </a:lvl1pPr>
          </a:lstStyle>
          <a:p>
            <a:r>
              <a:rPr lang="fr-FR" dirty="0"/>
              <a:t>Titre ici. Exemple « La nature du projet »</a:t>
            </a:r>
          </a:p>
        </p:txBody>
      </p:sp>
      <p:sp>
        <p:nvSpPr>
          <p:cNvPr id="10" name="Espace réservé du texte 2">
            <a:extLst>
              <a:ext uri="{FF2B5EF4-FFF2-40B4-BE49-F238E27FC236}">
                <a16:creationId xmlns:a16="http://schemas.microsoft.com/office/drawing/2014/main" id="{38C2883F-82A9-1392-1DFD-2B9DC5D1B448}"/>
              </a:ext>
            </a:extLst>
          </p:cNvPr>
          <p:cNvSpPr>
            <a:spLocks noGrp="1"/>
          </p:cNvSpPr>
          <p:nvPr>
            <p:ph idx="1" hasCustomPrompt="1"/>
          </p:nvPr>
        </p:nvSpPr>
        <p:spPr>
          <a:xfrm>
            <a:off x="1149927" y="2017972"/>
            <a:ext cx="4069773" cy="1912062"/>
          </a:xfrm>
          <a:prstGeom prst="rect">
            <a:avLst/>
          </a:prstGeom>
        </p:spPr>
        <p:txBody>
          <a:bodyPr vert="horz" wrap="square" lIns="91440" tIns="45720" rIns="91440" bIns="45720" rtlCol="0">
            <a:spAutoFit/>
          </a:bodyPr>
          <a:lstStyle>
            <a:lvl1pPr marL="0" indent="0">
              <a:lnSpc>
                <a:spcPct val="120000"/>
              </a:lnSpc>
              <a:spcBef>
                <a:spcPts val="0"/>
              </a:spcBef>
              <a:buClr>
                <a:schemeClr val="tx2"/>
              </a:buClr>
              <a:buNone/>
              <a:defRPr lang="fr-FR" dirty="0">
                <a:solidFill>
                  <a:schemeClr val="tx1"/>
                </a:solidFill>
                <a:latin typeface="Poppins" pitchFamily="2" charset="77"/>
                <a:cs typeface="Poppins" pitchFamily="2" charset="77"/>
              </a:defRPr>
            </a:lvl1pPr>
            <a:lvl2pPr>
              <a:lnSpc>
                <a:spcPct val="120000"/>
              </a:lnSpc>
              <a:spcBef>
                <a:spcPts val="0"/>
              </a:spcBef>
              <a:buClr>
                <a:schemeClr val="tx2"/>
              </a:buClr>
              <a:defRPr lang="fr-FR" dirty="0">
                <a:solidFill>
                  <a:schemeClr val="bg1"/>
                </a:solidFill>
                <a:latin typeface="Poppins" pitchFamily="2" charset="77"/>
                <a:cs typeface="Poppins" pitchFamily="2" charset="77"/>
              </a:defRPr>
            </a:lvl2pPr>
            <a:lvl3pPr>
              <a:lnSpc>
                <a:spcPct val="120000"/>
              </a:lnSpc>
              <a:spcBef>
                <a:spcPts val="0"/>
              </a:spcBef>
              <a:buClr>
                <a:schemeClr val="tx2"/>
              </a:buClr>
              <a:defRPr lang="fr-FR" dirty="0">
                <a:solidFill>
                  <a:schemeClr val="bg1"/>
                </a:solidFill>
                <a:latin typeface="Poppins" pitchFamily="2" charset="77"/>
                <a:cs typeface="Poppins" pitchFamily="2" charset="77"/>
              </a:defRPr>
            </a:lvl3pPr>
            <a:lvl4pPr>
              <a:lnSpc>
                <a:spcPct val="120000"/>
              </a:lnSpc>
              <a:spcBef>
                <a:spcPts val="0"/>
              </a:spcBef>
              <a:buClr>
                <a:schemeClr val="tx2"/>
              </a:buClr>
              <a:defRPr lang="fr-FR" dirty="0">
                <a:solidFill>
                  <a:schemeClr val="bg1"/>
                </a:solidFill>
                <a:latin typeface="Poppins" pitchFamily="2" charset="77"/>
                <a:cs typeface="Poppins" pitchFamily="2" charset="77"/>
              </a:defRPr>
            </a:lvl4pPr>
            <a:lvl5pPr>
              <a:lnSpc>
                <a:spcPct val="120000"/>
              </a:lnSpc>
              <a:spcBef>
                <a:spcPts val="0"/>
              </a:spcBef>
              <a:buClr>
                <a:schemeClr val="tx2"/>
              </a:buClr>
              <a:defRPr lang="fr-FR" dirty="0">
                <a:solidFill>
                  <a:schemeClr val="bg1"/>
                </a:solidFill>
                <a:latin typeface="Poppins" pitchFamily="2" charset="77"/>
                <a:cs typeface="Poppins" pitchFamily="2" charset="77"/>
              </a:defRPr>
            </a:lvl5pPr>
          </a:lstStyle>
          <a:p>
            <a:pPr lvl="0">
              <a:spcAft>
                <a:spcPts val="600"/>
              </a:spcAft>
            </a:pPr>
            <a:r>
              <a:rPr lang="fr-FR" dirty="0"/>
              <a:t>At </a:t>
            </a:r>
            <a:r>
              <a:rPr lang="fr-FR" dirty="0" err="1"/>
              <a:t>vero</a:t>
            </a:r>
            <a:r>
              <a:rPr lang="fr-FR" dirty="0"/>
              <a:t> </a:t>
            </a:r>
            <a:r>
              <a:rPr lang="fr-FR" dirty="0" err="1"/>
              <a:t>eos</a:t>
            </a:r>
            <a:r>
              <a:rPr lang="fr-FR" dirty="0"/>
              <a:t> et </a:t>
            </a:r>
            <a:r>
              <a:rPr lang="fr-FR" dirty="0" err="1"/>
              <a:t>accusamus</a:t>
            </a:r>
            <a:r>
              <a:rPr lang="fr-FR" dirty="0"/>
              <a:t> et </a:t>
            </a:r>
            <a:r>
              <a:rPr lang="fr-FR" dirty="0" err="1"/>
              <a:t>iusto</a:t>
            </a:r>
            <a:r>
              <a:rPr lang="fr-FR" dirty="0"/>
              <a:t> </a:t>
            </a:r>
            <a:r>
              <a:rPr lang="fr-FR" dirty="0" err="1"/>
              <a:t>odio</a:t>
            </a:r>
            <a:r>
              <a:rPr lang="fr-FR" dirty="0"/>
              <a:t> </a:t>
            </a:r>
            <a:r>
              <a:rPr lang="fr-FR" dirty="0" err="1"/>
              <a:t>dignissimos</a:t>
            </a:r>
            <a:r>
              <a:rPr lang="fr-FR" dirty="0"/>
              <a:t> </a:t>
            </a:r>
            <a:r>
              <a:rPr lang="fr-FR" dirty="0" err="1"/>
              <a:t>ducimus</a:t>
            </a:r>
            <a:r>
              <a:rPr lang="fr-FR" dirty="0"/>
              <a:t> qui </a:t>
            </a:r>
            <a:r>
              <a:rPr lang="fr-FR" dirty="0" err="1"/>
              <a:t>blanditiis</a:t>
            </a:r>
            <a:r>
              <a:rPr lang="fr-FR" dirty="0"/>
              <a:t> </a:t>
            </a:r>
            <a:r>
              <a:rPr lang="fr-FR" dirty="0" err="1"/>
              <a:t>praesentium</a:t>
            </a:r>
            <a:r>
              <a:rPr lang="fr-FR" dirty="0"/>
              <a:t> </a:t>
            </a:r>
            <a:r>
              <a:rPr lang="fr-FR" dirty="0" err="1"/>
              <a:t>voluptatum</a:t>
            </a:r>
            <a:r>
              <a:rPr lang="fr-FR" dirty="0"/>
              <a:t> </a:t>
            </a:r>
            <a:r>
              <a:rPr lang="fr-FR" dirty="0" err="1"/>
              <a:t>deleniti</a:t>
            </a:r>
            <a:r>
              <a:rPr lang="fr-FR" dirty="0"/>
              <a:t> </a:t>
            </a:r>
            <a:r>
              <a:rPr lang="fr-FR" dirty="0" err="1"/>
              <a:t>atque</a:t>
            </a:r>
            <a:r>
              <a:rPr lang="fr-FR" dirty="0"/>
              <a:t> </a:t>
            </a:r>
            <a:r>
              <a:rPr lang="fr-FR" dirty="0" err="1"/>
              <a:t>corrupti</a:t>
            </a:r>
            <a:r>
              <a:rPr lang="fr-FR" dirty="0"/>
              <a:t> </a:t>
            </a:r>
            <a:r>
              <a:rPr lang="fr-FR" dirty="0" err="1"/>
              <a:t>quos</a:t>
            </a:r>
            <a:r>
              <a:rPr lang="fr-FR" dirty="0"/>
              <a:t> </a:t>
            </a:r>
            <a:r>
              <a:rPr lang="fr-FR" dirty="0" err="1"/>
              <a:t>dolores</a:t>
            </a:r>
            <a:r>
              <a:rPr lang="fr-FR" dirty="0"/>
              <a:t> et </a:t>
            </a:r>
            <a:r>
              <a:rPr lang="fr-FR" dirty="0" err="1"/>
              <a:t>quas</a:t>
            </a:r>
            <a:r>
              <a:rPr lang="fr-FR" dirty="0"/>
              <a:t> </a:t>
            </a:r>
            <a:r>
              <a:rPr lang="fr-FR" dirty="0" err="1"/>
              <a:t>molestias</a:t>
            </a:r>
            <a:r>
              <a:rPr lang="fr-FR" dirty="0"/>
              <a:t> </a:t>
            </a:r>
            <a:r>
              <a:rPr lang="fr-FR" dirty="0" err="1"/>
              <a:t>excepturi</a:t>
            </a:r>
            <a:r>
              <a:rPr lang="fr-FR" dirty="0"/>
              <a:t> </a:t>
            </a:r>
            <a:r>
              <a:rPr lang="fr-FR" dirty="0" err="1"/>
              <a:t>sint</a:t>
            </a:r>
            <a:r>
              <a:rPr lang="fr-FR" dirty="0"/>
              <a:t> </a:t>
            </a:r>
            <a:r>
              <a:rPr lang="fr-FR" dirty="0" err="1"/>
              <a:t>occaecati</a:t>
            </a:r>
            <a:r>
              <a:rPr lang="fr-FR" dirty="0"/>
              <a:t> </a:t>
            </a:r>
            <a:r>
              <a:rPr lang="fr-FR" dirty="0" err="1"/>
              <a:t>cupiditate</a:t>
            </a:r>
            <a:r>
              <a:rPr lang="fr-FR" dirty="0"/>
              <a:t> non provident, </a:t>
            </a:r>
            <a:r>
              <a:rPr lang="fr-FR" dirty="0" err="1"/>
              <a:t>similique</a:t>
            </a:r>
            <a:r>
              <a:rPr lang="fr-FR" dirty="0"/>
              <a:t> </a:t>
            </a:r>
            <a:r>
              <a:rPr lang="fr-FR" dirty="0" err="1"/>
              <a:t>sunt</a:t>
            </a:r>
            <a:r>
              <a:rPr lang="fr-FR" dirty="0"/>
              <a:t> in culpa qui officia </a:t>
            </a:r>
            <a:r>
              <a:rPr lang="fr-FR" dirty="0" err="1"/>
              <a:t>deserunt</a:t>
            </a:r>
            <a:r>
              <a:rPr lang="fr-FR" dirty="0"/>
              <a:t> </a:t>
            </a:r>
            <a:r>
              <a:rPr lang="fr-FR" dirty="0" err="1"/>
              <a:t>mollitia</a:t>
            </a:r>
            <a:r>
              <a:rPr lang="fr-FR" dirty="0"/>
              <a:t> </a:t>
            </a:r>
            <a:r>
              <a:rPr lang="fr-FR" dirty="0" err="1"/>
              <a:t>animi</a:t>
            </a:r>
            <a:r>
              <a:rPr lang="fr-FR" dirty="0"/>
              <a:t>, id est </a:t>
            </a:r>
            <a:r>
              <a:rPr lang="fr-FR" dirty="0" err="1"/>
              <a:t>laborum</a:t>
            </a:r>
            <a:r>
              <a:rPr lang="fr-FR" dirty="0"/>
              <a:t> et </a:t>
            </a:r>
            <a:r>
              <a:rPr lang="fr-FR" dirty="0" err="1"/>
              <a:t>dolorum</a:t>
            </a:r>
            <a:r>
              <a:rPr lang="fr-FR" dirty="0"/>
              <a:t> </a:t>
            </a:r>
            <a:r>
              <a:rPr lang="fr-FR" dirty="0" err="1"/>
              <a:t>fuga</a:t>
            </a:r>
            <a:r>
              <a:rPr lang="fr-FR" dirty="0"/>
              <a:t>. Et </a:t>
            </a:r>
            <a:r>
              <a:rPr lang="fr-FR" dirty="0" err="1"/>
              <a:t>harum</a:t>
            </a:r>
            <a:r>
              <a:rPr lang="fr-FR" dirty="0"/>
              <a:t> </a:t>
            </a:r>
            <a:r>
              <a:rPr lang="fr-FR" dirty="0" err="1"/>
              <a:t>quidem</a:t>
            </a:r>
            <a:r>
              <a:rPr lang="fr-FR" dirty="0"/>
              <a:t> </a:t>
            </a:r>
            <a:r>
              <a:rPr lang="fr-FR" dirty="0" err="1"/>
              <a:t>rerum</a:t>
            </a:r>
            <a:r>
              <a:rPr lang="fr-FR" dirty="0"/>
              <a:t> </a:t>
            </a:r>
            <a:r>
              <a:rPr lang="fr-FR" dirty="0" err="1"/>
              <a:t>facilis</a:t>
            </a:r>
            <a:r>
              <a:rPr lang="fr-FR" dirty="0"/>
              <a:t> est et </a:t>
            </a:r>
            <a:r>
              <a:rPr lang="fr-FR" dirty="0" err="1"/>
              <a:t>expedita</a:t>
            </a:r>
            <a:r>
              <a:rPr lang="fr-FR" dirty="0"/>
              <a:t> </a:t>
            </a:r>
            <a:r>
              <a:rPr lang="fr-FR" dirty="0" err="1"/>
              <a:t>distinctio</a:t>
            </a:r>
            <a:r>
              <a:rPr lang="fr-FR" dirty="0"/>
              <a:t>. Nam libero </a:t>
            </a:r>
            <a:r>
              <a:rPr lang="fr-FR" dirty="0" err="1"/>
              <a:t>tempore</a:t>
            </a:r>
            <a:r>
              <a:rPr lang="fr-FR" dirty="0"/>
              <a:t>, cum </a:t>
            </a:r>
            <a:r>
              <a:rPr lang="fr-FR" dirty="0" err="1"/>
              <a:t>soluta</a:t>
            </a:r>
            <a:r>
              <a:rPr lang="fr-FR" dirty="0"/>
              <a:t> </a:t>
            </a:r>
            <a:r>
              <a:rPr lang="fr-FR" dirty="0" err="1"/>
              <a:t>nobis</a:t>
            </a:r>
            <a:r>
              <a:rPr lang="fr-FR" dirty="0"/>
              <a:t> est </a:t>
            </a:r>
            <a:r>
              <a:rPr lang="fr-FR" dirty="0" err="1"/>
              <a:t>eligendi</a:t>
            </a:r>
            <a:r>
              <a:rPr lang="fr-FR" dirty="0"/>
              <a:t> </a:t>
            </a:r>
            <a:r>
              <a:rPr lang="fr-FR" dirty="0" err="1"/>
              <a:t>optio</a:t>
            </a:r>
            <a:r>
              <a:rPr lang="fr-FR" dirty="0"/>
              <a:t> </a:t>
            </a:r>
            <a:r>
              <a:rPr lang="fr-FR" dirty="0" err="1"/>
              <a:t>cumque</a:t>
            </a:r>
            <a:r>
              <a:rPr lang="fr-FR" dirty="0"/>
              <a:t> nihil </a:t>
            </a:r>
            <a:r>
              <a:rPr lang="fr-FR" dirty="0" err="1"/>
              <a:t>impedit</a:t>
            </a:r>
            <a:r>
              <a:rPr lang="fr-FR" dirty="0"/>
              <a:t> quo minus id</a:t>
            </a:r>
          </a:p>
        </p:txBody>
      </p:sp>
    </p:spTree>
    <p:extLst>
      <p:ext uri="{BB962C8B-B14F-4D97-AF65-F5344CB8AC3E}">
        <p14:creationId xmlns:p14="http://schemas.microsoft.com/office/powerpoint/2010/main" val="378458005"/>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preserve="1">
  <p:cSld name="Référence Light 8">
    <p:spTree>
      <p:nvGrpSpPr>
        <p:cNvPr id="1" name=""/>
        <p:cNvGrpSpPr/>
        <p:nvPr/>
      </p:nvGrpSpPr>
      <p:grpSpPr>
        <a:xfrm>
          <a:off x="0" y="0"/>
          <a:ext cx="0" cy="0"/>
          <a:chOff x="0" y="0"/>
          <a:chExt cx="0" cy="0"/>
        </a:xfrm>
      </p:grpSpPr>
      <p:pic>
        <p:nvPicPr>
          <p:cNvPr id="17" name="Image 16">
            <a:extLst>
              <a:ext uri="{FF2B5EF4-FFF2-40B4-BE49-F238E27FC236}">
                <a16:creationId xmlns:a16="http://schemas.microsoft.com/office/drawing/2014/main" id="{E325A0B9-21A3-9A34-FBF7-D6585C2C6E7A}"/>
              </a:ext>
            </a:extLst>
          </p:cNvPr>
          <p:cNvPicPr>
            <a:picLocks noChangeAspect="1"/>
          </p:cNvPicPr>
          <p:nvPr/>
        </p:nvPicPr>
        <p:blipFill>
          <a:blip r:embed="rId2"/>
          <a:srcRect/>
          <a:stretch/>
        </p:blipFill>
        <p:spPr>
          <a:xfrm>
            <a:off x="3742" y="0"/>
            <a:ext cx="12173698" cy="6858000"/>
          </a:xfrm>
          <a:prstGeom prst="rect">
            <a:avLst/>
          </a:prstGeom>
        </p:spPr>
      </p:pic>
      <p:sp>
        <p:nvSpPr>
          <p:cNvPr id="4" name="object 11">
            <a:extLst>
              <a:ext uri="{FF2B5EF4-FFF2-40B4-BE49-F238E27FC236}">
                <a16:creationId xmlns:a16="http://schemas.microsoft.com/office/drawing/2014/main" id="{10D34413-DA51-D9D8-29E8-6DE8F8A5EFCE}"/>
              </a:ext>
            </a:extLst>
          </p:cNvPr>
          <p:cNvSpPr/>
          <p:nvPr/>
        </p:nvSpPr>
        <p:spPr>
          <a:xfrm>
            <a:off x="11397941" y="0"/>
            <a:ext cx="794059" cy="6857615"/>
          </a:xfrm>
          <a:custGeom>
            <a:avLst/>
            <a:gdLst/>
            <a:ahLst/>
            <a:cxnLst/>
            <a:rect l="l" t="t" r="r" b="b"/>
            <a:pathLst>
              <a:path w="1309369" h="11308715">
                <a:moveTo>
                  <a:pt x="1308860" y="0"/>
                </a:moveTo>
                <a:lnTo>
                  <a:pt x="0" y="0"/>
                </a:lnTo>
                <a:lnTo>
                  <a:pt x="0" y="11308556"/>
                </a:lnTo>
                <a:lnTo>
                  <a:pt x="1308860" y="11308556"/>
                </a:lnTo>
                <a:lnTo>
                  <a:pt x="1308860" y="0"/>
                </a:lnTo>
                <a:close/>
              </a:path>
            </a:pathLst>
          </a:custGeom>
          <a:solidFill>
            <a:schemeClr val="tx1"/>
          </a:solidFill>
          <a:ln>
            <a:noFill/>
          </a:ln>
        </p:spPr>
        <p:txBody>
          <a:bodyPr wrap="square" lIns="0" tIns="0" rIns="0" bIns="0" rtlCol="0"/>
          <a:lstStyle/>
          <a:p>
            <a:endParaRPr sz="1092"/>
          </a:p>
        </p:txBody>
      </p:sp>
      <p:sp>
        <p:nvSpPr>
          <p:cNvPr id="2" name="Espace réservé du pied de page 4">
            <a:extLst>
              <a:ext uri="{FF2B5EF4-FFF2-40B4-BE49-F238E27FC236}">
                <a16:creationId xmlns:a16="http://schemas.microsoft.com/office/drawing/2014/main" id="{97ADE9E6-DC8A-B79F-0E6A-9D6F3EC57782}"/>
              </a:ext>
            </a:extLst>
          </p:cNvPr>
          <p:cNvSpPr>
            <a:spLocks noGrp="1"/>
          </p:cNvSpPr>
          <p:nvPr>
            <p:ph type="ftr" sz="quarter" idx="3"/>
          </p:nvPr>
        </p:nvSpPr>
        <p:spPr>
          <a:xfrm rot="16200000">
            <a:off x="9737570" y="2572960"/>
            <a:ext cx="4114800" cy="365125"/>
          </a:xfrm>
          <a:prstGeom prst="rect">
            <a:avLst/>
          </a:prstGeom>
        </p:spPr>
        <p:txBody>
          <a:bodyPr vert="horz" lIns="91440" tIns="45720" rIns="91440" bIns="45720" rtlCol="0" anchor="ctr"/>
          <a:lstStyle>
            <a:lvl1pPr>
              <a:defRPr lang="en-US" sz="728" dirty="0">
                <a:solidFill>
                  <a:schemeClr val="bg1"/>
                </a:solidFill>
                <a:latin typeface="Poppins" pitchFamily="2" charset="77"/>
                <a:cs typeface="Poppins" pitchFamily="2" charset="77"/>
              </a:defRPr>
            </a:lvl1pPr>
          </a:lstStyle>
          <a:p>
            <a:pPr algn="r"/>
            <a:r>
              <a:rPr lang="fr-FR"/>
              <a:t>Architectes des grandes transformations</a:t>
            </a:r>
            <a:endParaRPr lang="fr-US"/>
          </a:p>
        </p:txBody>
      </p:sp>
      <p:sp>
        <p:nvSpPr>
          <p:cNvPr id="3" name="Espace réservé du numéro de diapositive 18">
            <a:extLst>
              <a:ext uri="{FF2B5EF4-FFF2-40B4-BE49-F238E27FC236}">
                <a16:creationId xmlns:a16="http://schemas.microsoft.com/office/drawing/2014/main" id="{40599553-1744-B948-F679-B18C359A2A19}"/>
              </a:ext>
            </a:extLst>
          </p:cNvPr>
          <p:cNvSpPr>
            <a:spLocks noGrp="1"/>
          </p:cNvSpPr>
          <p:nvPr>
            <p:ph type="sldNum" sz="quarter" idx="4"/>
          </p:nvPr>
        </p:nvSpPr>
        <p:spPr>
          <a:xfrm>
            <a:off x="11588253" y="165403"/>
            <a:ext cx="420073" cy="365125"/>
          </a:xfrm>
          <a:prstGeom prst="rect">
            <a:avLst/>
          </a:prstGeom>
        </p:spPr>
        <p:txBody>
          <a:bodyPr/>
          <a:lstStyle>
            <a:lvl1pPr algn="ctr">
              <a:defRPr lang="en-US" sz="667" b="1" smtClean="0">
                <a:solidFill>
                  <a:schemeClr val="bg1"/>
                </a:solidFill>
                <a:latin typeface="Poppins" pitchFamily="2" charset="77"/>
                <a:cs typeface="Poppins" pitchFamily="2" charset="77"/>
              </a:defRPr>
            </a:lvl1pPr>
          </a:lstStyle>
          <a:p>
            <a:fld id="{8042310B-17DC-C845-9B99-8FE29D3E9696}" type="slidenum">
              <a:rPr lang="fr-FR" smtClean="0"/>
              <a:pPr/>
              <a:t>‹N°›</a:t>
            </a:fld>
            <a:endParaRPr lang="fr-FR" dirty="0"/>
          </a:p>
        </p:txBody>
      </p:sp>
      <p:sp>
        <p:nvSpPr>
          <p:cNvPr id="5" name="object 14">
            <a:extLst>
              <a:ext uri="{FF2B5EF4-FFF2-40B4-BE49-F238E27FC236}">
                <a16:creationId xmlns:a16="http://schemas.microsoft.com/office/drawing/2014/main" id="{0BEBFB05-8DE3-A267-9D37-864C2BE599F7}"/>
              </a:ext>
            </a:extLst>
          </p:cNvPr>
          <p:cNvSpPr/>
          <p:nvPr/>
        </p:nvSpPr>
        <p:spPr>
          <a:xfrm>
            <a:off x="11397456" y="6063824"/>
            <a:ext cx="794059" cy="0"/>
          </a:xfrm>
          <a:custGeom>
            <a:avLst/>
            <a:gdLst/>
            <a:ahLst/>
            <a:cxnLst/>
            <a:rect l="l" t="t" r="r" b="b"/>
            <a:pathLst>
              <a:path w="1309369">
                <a:moveTo>
                  <a:pt x="0" y="0"/>
                </a:moveTo>
                <a:lnTo>
                  <a:pt x="1308860" y="0"/>
                </a:lnTo>
              </a:path>
            </a:pathLst>
          </a:custGeom>
          <a:ln w="7853">
            <a:solidFill>
              <a:schemeClr val="bg1"/>
            </a:solidFill>
          </a:ln>
        </p:spPr>
        <p:txBody>
          <a:bodyPr wrap="square" lIns="0" tIns="0" rIns="0" bIns="0" rtlCol="0"/>
          <a:lstStyle/>
          <a:p>
            <a:endParaRPr sz="1092"/>
          </a:p>
        </p:txBody>
      </p:sp>
      <p:grpSp>
        <p:nvGrpSpPr>
          <p:cNvPr id="6" name="Graphique 21">
            <a:extLst>
              <a:ext uri="{FF2B5EF4-FFF2-40B4-BE49-F238E27FC236}">
                <a16:creationId xmlns:a16="http://schemas.microsoft.com/office/drawing/2014/main" id="{53708514-84A2-1B09-3C16-DCBB1DDB6761}"/>
              </a:ext>
            </a:extLst>
          </p:cNvPr>
          <p:cNvGrpSpPr/>
          <p:nvPr/>
        </p:nvGrpSpPr>
        <p:grpSpPr>
          <a:xfrm>
            <a:off x="11646607" y="6340088"/>
            <a:ext cx="329427" cy="214383"/>
            <a:chOff x="19204770" y="10455275"/>
            <a:chExt cx="543212" cy="353534"/>
          </a:xfrm>
        </p:grpSpPr>
        <p:sp>
          <p:nvSpPr>
            <p:cNvPr id="7" name="Forme libre : forme 3">
              <a:extLst>
                <a:ext uri="{FF2B5EF4-FFF2-40B4-BE49-F238E27FC236}">
                  <a16:creationId xmlns:a16="http://schemas.microsoft.com/office/drawing/2014/main" id="{31C42F6D-7A13-B8E3-17A5-85FE87D2A64D}"/>
                </a:ext>
              </a:extLst>
            </p:cNvPr>
            <p:cNvSpPr/>
            <p:nvPr/>
          </p:nvSpPr>
          <p:spPr>
            <a:xfrm>
              <a:off x="19204770" y="10455275"/>
              <a:ext cx="373208" cy="353534"/>
            </a:xfrm>
            <a:custGeom>
              <a:avLst/>
              <a:gdLst>
                <a:gd name="connsiteX0" fmla="*/ 187219 w 373208"/>
                <a:gd name="connsiteY0" fmla="*/ 0 h 353534"/>
                <a:gd name="connsiteX1" fmla="*/ 0 w 373208"/>
                <a:gd name="connsiteY1" fmla="*/ 177228 h 353534"/>
                <a:gd name="connsiteX2" fmla="*/ 185990 w 373208"/>
                <a:gd name="connsiteY2" fmla="*/ 353534 h 353534"/>
                <a:gd name="connsiteX3" fmla="*/ 373209 w 373208"/>
                <a:gd name="connsiteY3" fmla="*/ 175998 h 353534"/>
                <a:gd name="connsiteX4" fmla="*/ 187219 w 373208"/>
                <a:gd name="connsiteY4" fmla="*/ 0 h 353534"/>
                <a:gd name="connsiteX5" fmla="*/ 187219 w 373208"/>
                <a:gd name="connsiteY5" fmla="*/ 252777 h 353534"/>
                <a:gd name="connsiteX6" fmla="*/ 115437 w 373208"/>
                <a:gd name="connsiteY6" fmla="*/ 175922 h 353534"/>
                <a:gd name="connsiteX7" fmla="*/ 185990 w 373208"/>
                <a:gd name="connsiteY7" fmla="*/ 100373 h 353534"/>
                <a:gd name="connsiteX8" fmla="*/ 257772 w 373208"/>
                <a:gd name="connsiteY8" fmla="*/ 177228 h 353534"/>
                <a:gd name="connsiteX9" fmla="*/ 187219 w 373208"/>
                <a:gd name="connsiteY9" fmla="*/ 252777 h 353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73208" h="353534">
                  <a:moveTo>
                    <a:pt x="187219" y="0"/>
                  </a:moveTo>
                  <a:cubicBezTo>
                    <a:pt x="78623" y="0"/>
                    <a:pt x="0" y="81159"/>
                    <a:pt x="0" y="177228"/>
                  </a:cubicBezTo>
                  <a:cubicBezTo>
                    <a:pt x="0" y="273297"/>
                    <a:pt x="78008" y="353534"/>
                    <a:pt x="185990" y="353534"/>
                  </a:cubicBezTo>
                  <a:cubicBezTo>
                    <a:pt x="293971" y="353534"/>
                    <a:pt x="373209" y="272144"/>
                    <a:pt x="373209" y="175998"/>
                  </a:cubicBezTo>
                  <a:cubicBezTo>
                    <a:pt x="373209" y="79853"/>
                    <a:pt x="295201" y="0"/>
                    <a:pt x="187219" y="0"/>
                  </a:cubicBezTo>
                  <a:moveTo>
                    <a:pt x="187219" y="252777"/>
                  </a:moveTo>
                  <a:cubicBezTo>
                    <a:pt x="145410" y="252777"/>
                    <a:pt x="115437" y="217193"/>
                    <a:pt x="115437" y="175922"/>
                  </a:cubicBezTo>
                  <a:cubicBezTo>
                    <a:pt x="115437" y="134650"/>
                    <a:pt x="142951" y="100373"/>
                    <a:pt x="185990" y="100373"/>
                  </a:cubicBezTo>
                  <a:cubicBezTo>
                    <a:pt x="227799" y="100373"/>
                    <a:pt x="257772" y="135957"/>
                    <a:pt x="257772" y="177228"/>
                  </a:cubicBezTo>
                  <a:cubicBezTo>
                    <a:pt x="257772" y="218499"/>
                    <a:pt x="230566" y="252777"/>
                    <a:pt x="187219" y="252777"/>
                  </a:cubicBezTo>
                </a:path>
              </a:pathLst>
            </a:custGeom>
            <a:solidFill>
              <a:schemeClr val="bg1"/>
            </a:solidFill>
            <a:ln w="7647" cap="flat">
              <a:noFill/>
              <a:prstDash val="solid"/>
              <a:miter/>
            </a:ln>
          </p:spPr>
          <p:txBody>
            <a:bodyPr rtlCol="0" anchor="ctr"/>
            <a:lstStyle/>
            <a:p>
              <a:endParaRPr lang="fr-FR" sz="1092"/>
            </a:p>
          </p:txBody>
        </p:sp>
        <p:sp>
          <p:nvSpPr>
            <p:cNvPr id="8" name="Forme libre : forme 4">
              <a:extLst>
                <a:ext uri="{FF2B5EF4-FFF2-40B4-BE49-F238E27FC236}">
                  <a16:creationId xmlns:a16="http://schemas.microsoft.com/office/drawing/2014/main" id="{47A73EB0-AB80-9491-022A-C1D2B9AF734E}"/>
                </a:ext>
              </a:extLst>
            </p:cNvPr>
            <p:cNvSpPr/>
            <p:nvPr/>
          </p:nvSpPr>
          <p:spPr>
            <a:xfrm>
              <a:off x="19603033" y="10663629"/>
              <a:ext cx="144948" cy="144948"/>
            </a:xfrm>
            <a:custGeom>
              <a:avLst/>
              <a:gdLst>
                <a:gd name="connsiteX0" fmla="*/ 144949 w 144948"/>
                <a:gd name="connsiteY0" fmla="*/ 72474 h 144948"/>
                <a:gd name="connsiteX1" fmla="*/ 72474 w 144948"/>
                <a:gd name="connsiteY1" fmla="*/ 144949 h 144948"/>
                <a:gd name="connsiteX2" fmla="*/ 0 w 144948"/>
                <a:gd name="connsiteY2" fmla="*/ 72474 h 144948"/>
                <a:gd name="connsiteX3" fmla="*/ 72474 w 144948"/>
                <a:gd name="connsiteY3" fmla="*/ 0 h 144948"/>
                <a:gd name="connsiteX4" fmla="*/ 144949 w 144948"/>
                <a:gd name="connsiteY4" fmla="*/ 72474 h 1449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4948" h="144948">
                  <a:moveTo>
                    <a:pt x="144949" y="72474"/>
                  </a:moveTo>
                  <a:cubicBezTo>
                    <a:pt x="144949" y="112501"/>
                    <a:pt x="112501" y="144949"/>
                    <a:pt x="72474" y="144949"/>
                  </a:cubicBezTo>
                  <a:cubicBezTo>
                    <a:pt x="32448" y="144949"/>
                    <a:pt x="0" y="112501"/>
                    <a:pt x="0" y="72474"/>
                  </a:cubicBezTo>
                  <a:cubicBezTo>
                    <a:pt x="0" y="32448"/>
                    <a:pt x="32448" y="0"/>
                    <a:pt x="72474" y="0"/>
                  </a:cubicBezTo>
                  <a:cubicBezTo>
                    <a:pt x="112501" y="0"/>
                    <a:pt x="144949" y="32448"/>
                    <a:pt x="144949" y="72474"/>
                  </a:cubicBezTo>
                </a:path>
              </a:pathLst>
            </a:custGeom>
            <a:solidFill>
              <a:srgbClr val="0099D9"/>
            </a:solidFill>
            <a:ln w="7647" cap="flat">
              <a:noFill/>
              <a:prstDash val="solid"/>
              <a:miter/>
            </a:ln>
          </p:spPr>
          <p:txBody>
            <a:bodyPr rtlCol="0" anchor="ctr"/>
            <a:lstStyle/>
            <a:p>
              <a:endParaRPr lang="fr-FR" sz="1092"/>
            </a:p>
          </p:txBody>
        </p:sp>
      </p:grpSp>
      <p:sp>
        <p:nvSpPr>
          <p:cNvPr id="20" name="Espace réservé du texte 22">
            <a:extLst>
              <a:ext uri="{FF2B5EF4-FFF2-40B4-BE49-F238E27FC236}">
                <a16:creationId xmlns:a16="http://schemas.microsoft.com/office/drawing/2014/main" id="{8C8EBFD8-2352-3161-FECA-F5229C0183A6}"/>
              </a:ext>
            </a:extLst>
          </p:cNvPr>
          <p:cNvSpPr>
            <a:spLocks noGrp="1"/>
          </p:cNvSpPr>
          <p:nvPr>
            <p:ph type="body" sz="quarter" idx="17" hasCustomPrompt="1"/>
          </p:nvPr>
        </p:nvSpPr>
        <p:spPr>
          <a:xfrm>
            <a:off x="1139871" y="360437"/>
            <a:ext cx="9871029" cy="263149"/>
          </a:xfrm>
          <a:noFill/>
        </p:spPr>
        <p:txBody>
          <a:bodyPr wrap="square" anchor="b">
            <a:noAutofit/>
          </a:bodyPr>
          <a:lstStyle>
            <a:lvl1pPr marL="0" indent="0">
              <a:lnSpc>
                <a:spcPct val="120000"/>
              </a:lnSpc>
              <a:spcBef>
                <a:spcPts val="0"/>
              </a:spcBef>
              <a:spcAft>
                <a:spcPts val="600"/>
              </a:spcAft>
              <a:buNone/>
              <a:defRPr sz="1200" b="0">
                <a:solidFill>
                  <a:schemeClr val="tx2"/>
                </a:solidFill>
              </a:defRPr>
            </a:lvl1pPr>
          </a:lstStyle>
          <a:p>
            <a:pPr lvl="0"/>
            <a:r>
              <a:rPr lang="fr-FR" dirty="0"/>
              <a:t>Titre ici. Par exemple « Références »</a:t>
            </a:r>
          </a:p>
        </p:txBody>
      </p:sp>
      <p:sp>
        <p:nvSpPr>
          <p:cNvPr id="9" name="Titre 17">
            <a:extLst>
              <a:ext uri="{FF2B5EF4-FFF2-40B4-BE49-F238E27FC236}">
                <a16:creationId xmlns:a16="http://schemas.microsoft.com/office/drawing/2014/main" id="{B58FA6E9-5568-B8FD-B9AF-F5E4F6538D88}"/>
              </a:ext>
            </a:extLst>
          </p:cNvPr>
          <p:cNvSpPr>
            <a:spLocks noGrp="1"/>
          </p:cNvSpPr>
          <p:nvPr>
            <p:ph type="title" hasCustomPrompt="1"/>
          </p:nvPr>
        </p:nvSpPr>
        <p:spPr>
          <a:xfrm>
            <a:off x="1139871" y="1726354"/>
            <a:ext cx="4079829" cy="291618"/>
          </a:xfrm>
          <a:noFill/>
        </p:spPr>
        <p:txBody>
          <a:bodyPr wrap="square" anchor="ctr" anchorCtr="0">
            <a:spAutoFit/>
          </a:bodyPr>
          <a:lstStyle>
            <a:lvl1pPr>
              <a:lnSpc>
                <a:spcPct val="90000"/>
              </a:lnSpc>
              <a:spcAft>
                <a:spcPts val="600"/>
              </a:spcAft>
              <a:defRPr sz="1400">
                <a:solidFill>
                  <a:schemeClr val="tx1"/>
                </a:solidFill>
              </a:defRPr>
            </a:lvl1pPr>
          </a:lstStyle>
          <a:p>
            <a:r>
              <a:rPr lang="fr-FR" dirty="0"/>
              <a:t>Titre ici. Exemple « La nature du projet »</a:t>
            </a:r>
          </a:p>
        </p:txBody>
      </p:sp>
      <p:sp>
        <p:nvSpPr>
          <p:cNvPr id="10" name="Espace réservé du texte 2">
            <a:extLst>
              <a:ext uri="{FF2B5EF4-FFF2-40B4-BE49-F238E27FC236}">
                <a16:creationId xmlns:a16="http://schemas.microsoft.com/office/drawing/2014/main" id="{38C2883F-82A9-1392-1DFD-2B9DC5D1B448}"/>
              </a:ext>
            </a:extLst>
          </p:cNvPr>
          <p:cNvSpPr>
            <a:spLocks noGrp="1"/>
          </p:cNvSpPr>
          <p:nvPr>
            <p:ph idx="1" hasCustomPrompt="1"/>
          </p:nvPr>
        </p:nvSpPr>
        <p:spPr>
          <a:xfrm>
            <a:off x="1149927" y="2017972"/>
            <a:ext cx="4069773" cy="1912062"/>
          </a:xfrm>
          <a:prstGeom prst="rect">
            <a:avLst/>
          </a:prstGeom>
        </p:spPr>
        <p:txBody>
          <a:bodyPr vert="horz" wrap="square" lIns="91440" tIns="45720" rIns="91440" bIns="45720" rtlCol="0">
            <a:spAutoFit/>
          </a:bodyPr>
          <a:lstStyle>
            <a:lvl1pPr marL="0" indent="0">
              <a:lnSpc>
                <a:spcPct val="120000"/>
              </a:lnSpc>
              <a:spcBef>
                <a:spcPts val="0"/>
              </a:spcBef>
              <a:buClr>
                <a:schemeClr val="tx2"/>
              </a:buClr>
              <a:buNone/>
              <a:defRPr lang="fr-FR" dirty="0">
                <a:solidFill>
                  <a:schemeClr val="tx1"/>
                </a:solidFill>
                <a:latin typeface="Poppins" pitchFamily="2" charset="77"/>
                <a:cs typeface="Poppins" pitchFamily="2" charset="77"/>
              </a:defRPr>
            </a:lvl1pPr>
            <a:lvl2pPr>
              <a:lnSpc>
                <a:spcPct val="120000"/>
              </a:lnSpc>
              <a:spcBef>
                <a:spcPts val="0"/>
              </a:spcBef>
              <a:buClr>
                <a:schemeClr val="tx2"/>
              </a:buClr>
              <a:defRPr lang="fr-FR" dirty="0">
                <a:solidFill>
                  <a:schemeClr val="bg1"/>
                </a:solidFill>
                <a:latin typeface="Poppins" pitchFamily="2" charset="77"/>
                <a:cs typeface="Poppins" pitchFamily="2" charset="77"/>
              </a:defRPr>
            </a:lvl2pPr>
            <a:lvl3pPr>
              <a:lnSpc>
                <a:spcPct val="120000"/>
              </a:lnSpc>
              <a:spcBef>
                <a:spcPts val="0"/>
              </a:spcBef>
              <a:buClr>
                <a:schemeClr val="tx2"/>
              </a:buClr>
              <a:defRPr lang="fr-FR" dirty="0">
                <a:solidFill>
                  <a:schemeClr val="bg1"/>
                </a:solidFill>
                <a:latin typeface="Poppins" pitchFamily="2" charset="77"/>
                <a:cs typeface="Poppins" pitchFamily="2" charset="77"/>
              </a:defRPr>
            </a:lvl3pPr>
            <a:lvl4pPr>
              <a:lnSpc>
                <a:spcPct val="120000"/>
              </a:lnSpc>
              <a:spcBef>
                <a:spcPts val="0"/>
              </a:spcBef>
              <a:buClr>
                <a:schemeClr val="tx2"/>
              </a:buClr>
              <a:defRPr lang="fr-FR" dirty="0">
                <a:solidFill>
                  <a:schemeClr val="bg1"/>
                </a:solidFill>
                <a:latin typeface="Poppins" pitchFamily="2" charset="77"/>
                <a:cs typeface="Poppins" pitchFamily="2" charset="77"/>
              </a:defRPr>
            </a:lvl4pPr>
            <a:lvl5pPr>
              <a:lnSpc>
                <a:spcPct val="120000"/>
              </a:lnSpc>
              <a:spcBef>
                <a:spcPts val="0"/>
              </a:spcBef>
              <a:buClr>
                <a:schemeClr val="tx2"/>
              </a:buClr>
              <a:defRPr lang="fr-FR" dirty="0">
                <a:solidFill>
                  <a:schemeClr val="bg1"/>
                </a:solidFill>
                <a:latin typeface="Poppins" pitchFamily="2" charset="77"/>
                <a:cs typeface="Poppins" pitchFamily="2" charset="77"/>
              </a:defRPr>
            </a:lvl5pPr>
          </a:lstStyle>
          <a:p>
            <a:pPr lvl="0">
              <a:spcAft>
                <a:spcPts val="600"/>
              </a:spcAft>
            </a:pPr>
            <a:r>
              <a:rPr lang="fr-FR" dirty="0"/>
              <a:t>At </a:t>
            </a:r>
            <a:r>
              <a:rPr lang="fr-FR" dirty="0" err="1"/>
              <a:t>vero</a:t>
            </a:r>
            <a:r>
              <a:rPr lang="fr-FR" dirty="0"/>
              <a:t> </a:t>
            </a:r>
            <a:r>
              <a:rPr lang="fr-FR" dirty="0" err="1"/>
              <a:t>eos</a:t>
            </a:r>
            <a:r>
              <a:rPr lang="fr-FR" dirty="0"/>
              <a:t> et </a:t>
            </a:r>
            <a:r>
              <a:rPr lang="fr-FR" dirty="0" err="1"/>
              <a:t>accusamus</a:t>
            </a:r>
            <a:r>
              <a:rPr lang="fr-FR" dirty="0"/>
              <a:t> et </a:t>
            </a:r>
            <a:r>
              <a:rPr lang="fr-FR" dirty="0" err="1"/>
              <a:t>iusto</a:t>
            </a:r>
            <a:r>
              <a:rPr lang="fr-FR" dirty="0"/>
              <a:t> </a:t>
            </a:r>
            <a:r>
              <a:rPr lang="fr-FR" dirty="0" err="1"/>
              <a:t>odio</a:t>
            </a:r>
            <a:r>
              <a:rPr lang="fr-FR" dirty="0"/>
              <a:t> </a:t>
            </a:r>
            <a:r>
              <a:rPr lang="fr-FR" dirty="0" err="1"/>
              <a:t>dignissimos</a:t>
            </a:r>
            <a:r>
              <a:rPr lang="fr-FR" dirty="0"/>
              <a:t> </a:t>
            </a:r>
            <a:r>
              <a:rPr lang="fr-FR" dirty="0" err="1"/>
              <a:t>ducimus</a:t>
            </a:r>
            <a:r>
              <a:rPr lang="fr-FR" dirty="0"/>
              <a:t> qui </a:t>
            </a:r>
            <a:r>
              <a:rPr lang="fr-FR" dirty="0" err="1"/>
              <a:t>blanditiis</a:t>
            </a:r>
            <a:r>
              <a:rPr lang="fr-FR" dirty="0"/>
              <a:t> </a:t>
            </a:r>
            <a:r>
              <a:rPr lang="fr-FR" dirty="0" err="1"/>
              <a:t>praesentium</a:t>
            </a:r>
            <a:r>
              <a:rPr lang="fr-FR" dirty="0"/>
              <a:t> </a:t>
            </a:r>
            <a:r>
              <a:rPr lang="fr-FR" dirty="0" err="1"/>
              <a:t>voluptatum</a:t>
            </a:r>
            <a:r>
              <a:rPr lang="fr-FR" dirty="0"/>
              <a:t> </a:t>
            </a:r>
            <a:r>
              <a:rPr lang="fr-FR" dirty="0" err="1"/>
              <a:t>deleniti</a:t>
            </a:r>
            <a:r>
              <a:rPr lang="fr-FR" dirty="0"/>
              <a:t> </a:t>
            </a:r>
            <a:r>
              <a:rPr lang="fr-FR" dirty="0" err="1"/>
              <a:t>atque</a:t>
            </a:r>
            <a:r>
              <a:rPr lang="fr-FR" dirty="0"/>
              <a:t> </a:t>
            </a:r>
            <a:r>
              <a:rPr lang="fr-FR" dirty="0" err="1"/>
              <a:t>corrupti</a:t>
            </a:r>
            <a:r>
              <a:rPr lang="fr-FR" dirty="0"/>
              <a:t> </a:t>
            </a:r>
            <a:r>
              <a:rPr lang="fr-FR" dirty="0" err="1"/>
              <a:t>quos</a:t>
            </a:r>
            <a:r>
              <a:rPr lang="fr-FR" dirty="0"/>
              <a:t> </a:t>
            </a:r>
            <a:r>
              <a:rPr lang="fr-FR" dirty="0" err="1"/>
              <a:t>dolores</a:t>
            </a:r>
            <a:r>
              <a:rPr lang="fr-FR" dirty="0"/>
              <a:t> et </a:t>
            </a:r>
            <a:r>
              <a:rPr lang="fr-FR" dirty="0" err="1"/>
              <a:t>quas</a:t>
            </a:r>
            <a:r>
              <a:rPr lang="fr-FR" dirty="0"/>
              <a:t> </a:t>
            </a:r>
            <a:r>
              <a:rPr lang="fr-FR" dirty="0" err="1"/>
              <a:t>molestias</a:t>
            </a:r>
            <a:r>
              <a:rPr lang="fr-FR" dirty="0"/>
              <a:t> </a:t>
            </a:r>
            <a:r>
              <a:rPr lang="fr-FR" dirty="0" err="1"/>
              <a:t>excepturi</a:t>
            </a:r>
            <a:r>
              <a:rPr lang="fr-FR" dirty="0"/>
              <a:t> </a:t>
            </a:r>
            <a:r>
              <a:rPr lang="fr-FR" dirty="0" err="1"/>
              <a:t>sint</a:t>
            </a:r>
            <a:r>
              <a:rPr lang="fr-FR" dirty="0"/>
              <a:t> </a:t>
            </a:r>
            <a:r>
              <a:rPr lang="fr-FR" dirty="0" err="1"/>
              <a:t>occaecati</a:t>
            </a:r>
            <a:r>
              <a:rPr lang="fr-FR" dirty="0"/>
              <a:t> </a:t>
            </a:r>
            <a:r>
              <a:rPr lang="fr-FR" dirty="0" err="1"/>
              <a:t>cupiditate</a:t>
            </a:r>
            <a:r>
              <a:rPr lang="fr-FR" dirty="0"/>
              <a:t> non provident, </a:t>
            </a:r>
            <a:r>
              <a:rPr lang="fr-FR" dirty="0" err="1"/>
              <a:t>similique</a:t>
            </a:r>
            <a:r>
              <a:rPr lang="fr-FR" dirty="0"/>
              <a:t> </a:t>
            </a:r>
            <a:r>
              <a:rPr lang="fr-FR" dirty="0" err="1"/>
              <a:t>sunt</a:t>
            </a:r>
            <a:r>
              <a:rPr lang="fr-FR" dirty="0"/>
              <a:t> in culpa qui officia </a:t>
            </a:r>
            <a:r>
              <a:rPr lang="fr-FR" dirty="0" err="1"/>
              <a:t>deserunt</a:t>
            </a:r>
            <a:r>
              <a:rPr lang="fr-FR" dirty="0"/>
              <a:t> </a:t>
            </a:r>
            <a:r>
              <a:rPr lang="fr-FR" dirty="0" err="1"/>
              <a:t>mollitia</a:t>
            </a:r>
            <a:r>
              <a:rPr lang="fr-FR" dirty="0"/>
              <a:t> </a:t>
            </a:r>
            <a:r>
              <a:rPr lang="fr-FR" dirty="0" err="1"/>
              <a:t>animi</a:t>
            </a:r>
            <a:r>
              <a:rPr lang="fr-FR" dirty="0"/>
              <a:t>, id est </a:t>
            </a:r>
            <a:r>
              <a:rPr lang="fr-FR" dirty="0" err="1"/>
              <a:t>laborum</a:t>
            </a:r>
            <a:r>
              <a:rPr lang="fr-FR" dirty="0"/>
              <a:t> et </a:t>
            </a:r>
            <a:r>
              <a:rPr lang="fr-FR" dirty="0" err="1"/>
              <a:t>dolorum</a:t>
            </a:r>
            <a:r>
              <a:rPr lang="fr-FR" dirty="0"/>
              <a:t> </a:t>
            </a:r>
            <a:r>
              <a:rPr lang="fr-FR" dirty="0" err="1"/>
              <a:t>fuga</a:t>
            </a:r>
            <a:r>
              <a:rPr lang="fr-FR" dirty="0"/>
              <a:t>. Et </a:t>
            </a:r>
            <a:r>
              <a:rPr lang="fr-FR" dirty="0" err="1"/>
              <a:t>harum</a:t>
            </a:r>
            <a:r>
              <a:rPr lang="fr-FR" dirty="0"/>
              <a:t> </a:t>
            </a:r>
            <a:r>
              <a:rPr lang="fr-FR" dirty="0" err="1"/>
              <a:t>quidem</a:t>
            </a:r>
            <a:r>
              <a:rPr lang="fr-FR" dirty="0"/>
              <a:t> </a:t>
            </a:r>
            <a:r>
              <a:rPr lang="fr-FR" dirty="0" err="1"/>
              <a:t>rerum</a:t>
            </a:r>
            <a:r>
              <a:rPr lang="fr-FR" dirty="0"/>
              <a:t> </a:t>
            </a:r>
            <a:r>
              <a:rPr lang="fr-FR" dirty="0" err="1"/>
              <a:t>facilis</a:t>
            </a:r>
            <a:r>
              <a:rPr lang="fr-FR" dirty="0"/>
              <a:t> est et </a:t>
            </a:r>
            <a:r>
              <a:rPr lang="fr-FR" dirty="0" err="1"/>
              <a:t>expedita</a:t>
            </a:r>
            <a:r>
              <a:rPr lang="fr-FR" dirty="0"/>
              <a:t> </a:t>
            </a:r>
            <a:r>
              <a:rPr lang="fr-FR" dirty="0" err="1"/>
              <a:t>distinctio</a:t>
            </a:r>
            <a:r>
              <a:rPr lang="fr-FR" dirty="0"/>
              <a:t>. Nam libero </a:t>
            </a:r>
            <a:r>
              <a:rPr lang="fr-FR" dirty="0" err="1"/>
              <a:t>tempore</a:t>
            </a:r>
            <a:r>
              <a:rPr lang="fr-FR" dirty="0"/>
              <a:t>, cum </a:t>
            </a:r>
            <a:r>
              <a:rPr lang="fr-FR" dirty="0" err="1"/>
              <a:t>soluta</a:t>
            </a:r>
            <a:r>
              <a:rPr lang="fr-FR" dirty="0"/>
              <a:t> </a:t>
            </a:r>
            <a:r>
              <a:rPr lang="fr-FR" dirty="0" err="1"/>
              <a:t>nobis</a:t>
            </a:r>
            <a:r>
              <a:rPr lang="fr-FR" dirty="0"/>
              <a:t> est </a:t>
            </a:r>
            <a:r>
              <a:rPr lang="fr-FR" dirty="0" err="1"/>
              <a:t>eligendi</a:t>
            </a:r>
            <a:r>
              <a:rPr lang="fr-FR" dirty="0"/>
              <a:t> </a:t>
            </a:r>
            <a:r>
              <a:rPr lang="fr-FR" dirty="0" err="1"/>
              <a:t>optio</a:t>
            </a:r>
            <a:r>
              <a:rPr lang="fr-FR" dirty="0"/>
              <a:t> </a:t>
            </a:r>
            <a:r>
              <a:rPr lang="fr-FR" dirty="0" err="1"/>
              <a:t>cumque</a:t>
            </a:r>
            <a:r>
              <a:rPr lang="fr-FR" dirty="0"/>
              <a:t> nihil </a:t>
            </a:r>
            <a:r>
              <a:rPr lang="fr-FR" dirty="0" err="1"/>
              <a:t>impedit</a:t>
            </a:r>
            <a:r>
              <a:rPr lang="fr-FR" dirty="0"/>
              <a:t> quo minus id</a:t>
            </a:r>
          </a:p>
        </p:txBody>
      </p:sp>
    </p:spTree>
    <p:extLst>
      <p:ext uri="{BB962C8B-B14F-4D97-AF65-F5344CB8AC3E}">
        <p14:creationId xmlns:p14="http://schemas.microsoft.com/office/powerpoint/2010/main" val="1954846598"/>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preserve="1">
  <p:cSld name="Référence Light 9">
    <p:spTree>
      <p:nvGrpSpPr>
        <p:cNvPr id="1" name=""/>
        <p:cNvGrpSpPr/>
        <p:nvPr/>
      </p:nvGrpSpPr>
      <p:grpSpPr>
        <a:xfrm>
          <a:off x="0" y="0"/>
          <a:ext cx="0" cy="0"/>
          <a:chOff x="0" y="0"/>
          <a:chExt cx="0" cy="0"/>
        </a:xfrm>
      </p:grpSpPr>
      <p:pic>
        <p:nvPicPr>
          <p:cNvPr id="17" name="Image 16">
            <a:extLst>
              <a:ext uri="{FF2B5EF4-FFF2-40B4-BE49-F238E27FC236}">
                <a16:creationId xmlns:a16="http://schemas.microsoft.com/office/drawing/2014/main" id="{E325A0B9-21A3-9A34-FBF7-D6585C2C6E7A}"/>
              </a:ext>
            </a:extLst>
          </p:cNvPr>
          <p:cNvPicPr>
            <a:picLocks noChangeAspect="1"/>
          </p:cNvPicPr>
          <p:nvPr/>
        </p:nvPicPr>
        <p:blipFill>
          <a:blip r:embed="rId2"/>
          <a:srcRect/>
          <a:stretch/>
        </p:blipFill>
        <p:spPr>
          <a:xfrm>
            <a:off x="3742" y="0"/>
            <a:ext cx="12173698" cy="6858000"/>
          </a:xfrm>
          <a:prstGeom prst="rect">
            <a:avLst/>
          </a:prstGeom>
        </p:spPr>
      </p:pic>
      <p:sp>
        <p:nvSpPr>
          <p:cNvPr id="4" name="object 11">
            <a:extLst>
              <a:ext uri="{FF2B5EF4-FFF2-40B4-BE49-F238E27FC236}">
                <a16:creationId xmlns:a16="http://schemas.microsoft.com/office/drawing/2014/main" id="{10D34413-DA51-D9D8-29E8-6DE8F8A5EFCE}"/>
              </a:ext>
            </a:extLst>
          </p:cNvPr>
          <p:cNvSpPr/>
          <p:nvPr/>
        </p:nvSpPr>
        <p:spPr>
          <a:xfrm>
            <a:off x="11397941" y="0"/>
            <a:ext cx="794059" cy="6857615"/>
          </a:xfrm>
          <a:custGeom>
            <a:avLst/>
            <a:gdLst/>
            <a:ahLst/>
            <a:cxnLst/>
            <a:rect l="l" t="t" r="r" b="b"/>
            <a:pathLst>
              <a:path w="1309369" h="11308715">
                <a:moveTo>
                  <a:pt x="1308860" y="0"/>
                </a:moveTo>
                <a:lnTo>
                  <a:pt x="0" y="0"/>
                </a:lnTo>
                <a:lnTo>
                  <a:pt x="0" y="11308556"/>
                </a:lnTo>
                <a:lnTo>
                  <a:pt x="1308860" y="11308556"/>
                </a:lnTo>
                <a:lnTo>
                  <a:pt x="1308860" y="0"/>
                </a:lnTo>
                <a:close/>
              </a:path>
            </a:pathLst>
          </a:custGeom>
          <a:solidFill>
            <a:schemeClr val="tx1"/>
          </a:solidFill>
          <a:ln>
            <a:noFill/>
          </a:ln>
        </p:spPr>
        <p:txBody>
          <a:bodyPr wrap="square" lIns="0" tIns="0" rIns="0" bIns="0" rtlCol="0"/>
          <a:lstStyle/>
          <a:p>
            <a:endParaRPr sz="1092"/>
          </a:p>
        </p:txBody>
      </p:sp>
      <p:sp>
        <p:nvSpPr>
          <p:cNvPr id="2" name="Espace réservé du pied de page 4">
            <a:extLst>
              <a:ext uri="{FF2B5EF4-FFF2-40B4-BE49-F238E27FC236}">
                <a16:creationId xmlns:a16="http://schemas.microsoft.com/office/drawing/2014/main" id="{97ADE9E6-DC8A-B79F-0E6A-9D6F3EC57782}"/>
              </a:ext>
            </a:extLst>
          </p:cNvPr>
          <p:cNvSpPr>
            <a:spLocks noGrp="1"/>
          </p:cNvSpPr>
          <p:nvPr>
            <p:ph type="ftr" sz="quarter" idx="3"/>
          </p:nvPr>
        </p:nvSpPr>
        <p:spPr>
          <a:xfrm rot="16200000">
            <a:off x="9737570" y="2572960"/>
            <a:ext cx="4114800" cy="365125"/>
          </a:xfrm>
          <a:prstGeom prst="rect">
            <a:avLst/>
          </a:prstGeom>
        </p:spPr>
        <p:txBody>
          <a:bodyPr vert="horz" lIns="91440" tIns="45720" rIns="91440" bIns="45720" rtlCol="0" anchor="ctr"/>
          <a:lstStyle>
            <a:lvl1pPr>
              <a:defRPr lang="en-US" sz="728" dirty="0">
                <a:solidFill>
                  <a:schemeClr val="bg1"/>
                </a:solidFill>
                <a:latin typeface="Poppins" pitchFamily="2" charset="77"/>
                <a:cs typeface="Poppins" pitchFamily="2" charset="77"/>
              </a:defRPr>
            </a:lvl1pPr>
          </a:lstStyle>
          <a:p>
            <a:pPr algn="r"/>
            <a:r>
              <a:rPr lang="fr-FR"/>
              <a:t>Architectes des grandes transformations</a:t>
            </a:r>
            <a:endParaRPr lang="fr-US"/>
          </a:p>
        </p:txBody>
      </p:sp>
      <p:sp>
        <p:nvSpPr>
          <p:cNvPr id="3" name="Espace réservé du numéro de diapositive 18">
            <a:extLst>
              <a:ext uri="{FF2B5EF4-FFF2-40B4-BE49-F238E27FC236}">
                <a16:creationId xmlns:a16="http://schemas.microsoft.com/office/drawing/2014/main" id="{40599553-1744-B948-F679-B18C359A2A19}"/>
              </a:ext>
            </a:extLst>
          </p:cNvPr>
          <p:cNvSpPr>
            <a:spLocks noGrp="1"/>
          </p:cNvSpPr>
          <p:nvPr>
            <p:ph type="sldNum" sz="quarter" idx="4"/>
          </p:nvPr>
        </p:nvSpPr>
        <p:spPr>
          <a:xfrm>
            <a:off x="11588253" y="165403"/>
            <a:ext cx="420073" cy="365125"/>
          </a:xfrm>
          <a:prstGeom prst="rect">
            <a:avLst/>
          </a:prstGeom>
        </p:spPr>
        <p:txBody>
          <a:bodyPr/>
          <a:lstStyle>
            <a:lvl1pPr algn="ctr">
              <a:defRPr lang="en-US" sz="667" b="1" smtClean="0">
                <a:solidFill>
                  <a:schemeClr val="bg1"/>
                </a:solidFill>
                <a:latin typeface="Poppins" pitchFamily="2" charset="77"/>
                <a:cs typeface="Poppins" pitchFamily="2" charset="77"/>
              </a:defRPr>
            </a:lvl1pPr>
          </a:lstStyle>
          <a:p>
            <a:fld id="{8042310B-17DC-C845-9B99-8FE29D3E9696}" type="slidenum">
              <a:rPr lang="fr-FR" smtClean="0"/>
              <a:pPr/>
              <a:t>‹N°›</a:t>
            </a:fld>
            <a:endParaRPr lang="fr-FR" dirty="0"/>
          </a:p>
        </p:txBody>
      </p:sp>
      <p:sp>
        <p:nvSpPr>
          <p:cNvPr id="5" name="object 14">
            <a:extLst>
              <a:ext uri="{FF2B5EF4-FFF2-40B4-BE49-F238E27FC236}">
                <a16:creationId xmlns:a16="http://schemas.microsoft.com/office/drawing/2014/main" id="{0BEBFB05-8DE3-A267-9D37-864C2BE599F7}"/>
              </a:ext>
            </a:extLst>
          </p:cNvPr>
          <p:cNvSpPr/>
          <p:nvPr/>
        </p:nvSpPr>
        <p:spPr>
          <a:xfrm>
            <a:off x="11397456" y="6063824"/>
            <a:ext cx="794059" cy="0"/>
          </a:xfrm>
          <a:custGeom>
            <a:avLst/>
            <a:gdLst/>
            <a:ahLst/>
            <a:cxnLst/>
            <a:rect l="l" t="t" r="r" b="b"/>
            <a:pathLst>
              <a:path w="1309369">
                <a:moveTo>
                  <a:pt x="0" y="0"/>
                </a:moveTo>
                <a:lnTo>
                  <a:pt x="1308860" y="0"/>
                </a:lnTo>
              </a:path>
            </a:pathLst>
          </a:custGeom>
          <a:ln w="7853">
            <a:solidFill>
              <a:schemeClr val="bg1"/>
            </a:solidFill>
          </a:ln>
        </p:spPr>
        <p:txBody>
          <a:bodyPr wrap="square" lIns="0" tIns="0" rIns="0" bIns="0" rtlCol="0"/>
          <a:lstStyle/>
          <a:p>
            <a:endParaRPr sz="1092"/>
          </a:p>
        </p:txBody>
      </p:sp>
      <p:grpSp>
        <p:nvGrpSpPr>
          <p:cNvPr id="6" name="Graphique 21">
            <a:extLst>
              <a:ext uri="{FF2B5EF4-FFF2-40B4-BE49-F238E27FC236}">
                <a16:creationId xmlns:a16="http://schemas.microsoft.com/office/drawing/2014/main" id="{53708514-84A2-1B09-3C16-DCBB1DDB6761}"/>
              </a:ext>
            </a:extLst>
          </p:cNvPr>
          <p:cNvGrpSpPr/>
          <p:nvPr/>
        </p:nvGrpSpPr>
        <p:grpSpPr>
          <a:xfrm>
            <a:off x="11646607" y="6340088"/>
            <a:ext cx="329427" cy="214383"/>
            <a:chOff x="19204770" y="10455275"/>
            <a:chExt cx="543212" cy="353534"/>
          </a:xfrm>
        </p:grpSpPr>
        <p:sp>
          <p:nvSpPr>
            <p:cNvPr id="7" name="Forme libre : forme 3">
              <a:extLst>
                <a:ext uri="{FF2B5EF4-FFF2-40B4-BE49-F238E27FC236}">
                  <a16:creationId xmlns:a16="http://schemas.microsoft.com/office/drawing/2014/main" id="{31C42F6D-7A13-B8E3-17A5-85FE87D2A64D}"/>
                </a:ext>
              </a:extLst>
            </p:cNvPr>
            <p:cNvSpPr/>
            <p:nvPr/>
          </p:nvSpPr>
          <p:spPr>
            <a:xfrm>
              <a:off x="19204770" y="10455275"/>
              <a:ext cx="373208" cy="353534"/>
            </a:xfrm>
            <a:custGeom>
              <a:avLst/>
              <a:gdLst>
                <a:gd name="connsiteX0" fmla="*/ 187219 w 373208"/>
                <a:gd name="connsiteY0" fmla="*/ 0 h 353534"/>
                <a:gd name="connsiteX1" fmla="*/ 0 w 373208"/>
                <a:gd name="connsiteY1" fmla="*/ 177228 h 353534"/>
                <a:gd name="connsiteX2" fmla="*/ 185990 w 373208"/>
                <a:gd name="connsiteY2" fmla="*/ 353534 h 353534"/>
                <a:gd name="connsiteX3" fmla="*/ 373209 w 373208"/>
                <a:gd name="connsiteY3" fmla="*/ 175998 h 353534"/>
                <a:gd name="connsiteX4" fmla="*/ 187219 w 373208"/>
                <a:gd name="connsiteY4" fmla="*/ 0 h 353534"/>
                <a:gd name="connsiteX5" fmla="*/ 187219 w 373208"/>
                <a:gd name="connsiteY5" fmla="*/ 252777 h 353534"/>
                <a:gd name="connsiteX6" fmla="*/ 115437 w 373208"/>
                <a:gd name="connsiteY6" fmla="*/ 175922 h 353534"/>
                <a:gd name="connsiteX7" fmla="*/ 185990 w 373208"/>
                <a:gd name="connsiteY7" fmla="*/ 100373 h 353534"/>
                <a:gd name="connsiteX8" fmla="*/ 257772 w 373208"/>
                <a:gd name="connsiteY8" fmla="*/ 177228 h 353534"/>
                <a:gd name="connsiteX9" fmla="*/ 187219 w 373208"/>
                <a:gd name="connsiteY9" fmla="*/ 252777 h 353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73208" h="353534">
                  <a:moveTo>
                    <a:pt x="187219" y="0"/>
                  </a:moveTo>
                  <a:cubicBezTo>
                    <a:pt x="78623" y="0"/>
                    <a:pt x="0" y="81159"/>
                    <a:pt x="0" y="177228"/>
                  </a:cubicBezTo>
                  <a:cubicBezTo>
                    <a:pt x="0" y="273297"/>
                    <a:pt x="78008" y="353534"/>
                    <a:pt x="185990" y="353534"/>
                  </a:cubicBezTo>
                  <a:cubicBezTo>
                    <a:pt x="293971" y="353534"/>
                    <a:pt x="373209" y="272144"/>
                    <a:pt x="373209" y="175998"/>
                  </a:cubicBezTo>
                  <a:cubicBezTo>
                    <a:pt x="373209" y="79853"/>
                    <a:pt x="295201" y="0"/>
                    <a:pt x="187219" y="0"/>
                  </a:cubicBezTo>
                  <a:moveTo>
                    <a:pt x="187219" y="252777"/>
                  </a:moveTo>
                  <a:cubicBezTo>
                    <a:pt x="145410" y="252777"/>
                    <a:pt x="115437" y="217193"/>
                    <a:pt x="115437" y="175922"/>
                  </a:cubicBezTo>
                  <a:cubicBezTo>
                    <a:pt x="115437" y="134650"/>
                    <a:pt x="142951" y="100373"/>
                    <a:pt x="185990" y="100373"/>
                  </a:cubicBezTo>
                  <a:cubicBezTo>
                    <a:pt x="227799" y="100373"/>
                    <a:pt x="257772" y="135957"/>
                    <a:pt x="257772" y="177228"/>
                  </a:cubicBezTo>
                  <a:cubicBezTo>
                    <a:pt x="257772" y="218499"/>
                    <a:pt x="230566" y="252777"/>
                    <a:pt x="187219" y="252777"/>
                  </a:cubicBezTo>
                </a:path>
              </a:pathLst>
            </a:custGeom>
            <a:solidFill>
              <a:schemeClr val="bg1"/>
            </a:solidFill>
            <a:ln w="7647" cap="flat">
              <a:noFill/>
              <a:prstDash val="solid"/>
              <a:miter/>
            </a:ln>
          </p:spPr>
          <p:txBody>
            <a:bodyPr rtlCol="0" anchor="ctr"/>
            <a:lstStyle/>
            <a:p>
              <a:endParaRPr lang="fr-FR" sz="1092"/>
            </a:p>
          </p:txBody>
        </p:sp>
        <p:sp>
          <p:nvSpPr>
            <p:cNvPr id="8" name="Forme libre : forme 4">
              <a:extLst>
                <a:ext uri="{FF2B5EF4-FFF2-40B4-BE49-F238E27FC236}">
                  <a16:creationId xmlns:a16="http://schemas.microsoft.com/office/drawing/2014/main" id="{47A73EB0-AB80-9491-022A-C1D2B9AF734E}"/>
                </a:ext>
              </a:extLst>
            </p:cNvPr>
            <p:cNvSpPr/>
            <p:nvPr/>
          </p:nvSpPr>
          <p:spPr>
            <a:xfrm>
              <a:off x="19603033" y="10663629"/>
              <a:ext cx="144948" cy="144948"/>
            </a:xfrm>
            <a:custGeom>
              <a:avLst/>
              <a:gdLst>
                <a:gd name="connsiteX0" fmla="*/ 144949 w 144948"/>
                <a:gd name="connsiteY0" fmla="*/ 72474 h 144948"/>
                <a:gd name="connsiteX1" fmla="*/ 72474 w 144948"/>
                <a:gd name="connsiteY1" fmla="*/ 144949 h 144948"/>
                <a:gd name="connsiteX2" fmla="*/ 0 w 144948"/>
                <a:gd name="connsiteY2" fmla="*/ 72474 h 144948"/>
                <a:gd name="connsiteX3" fmla="*/ 72474 w 144948"/>
                <a:gd name="connsiteY3" fmla="*/ 0 h 144948"/>
                <a:gd name="connsiteX4" fmla="*/ 144949 w 144948"/>
                <a:gd name="connsiteY4" fmla="*/ 72474 h 1449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4948" h="144948">
                  <a:moveTo>
                    <a:pt x="144949" y="72474"/>
                  </a:moveTo>
                  <a:cubicBezTo>
                    <a:pt x="144949" y="112501"/>
                    <a:pt x="112501" y="144949"/>
                    <a:pt x="72474" y="144949"/>
                  </a:cubicBezTo>
                  <a:cubicBezTo>
                    <a:pt x="32448" y="144949"/>
                    <a:pt x="0" y="112501"/>
                    <a:pt x="0" y="72474"/>
                  </a:cubicBezTo>
                  <a:cubicBezTo>
                    <a:pt x="0" y="32448"/>
                    <a:pt x="32448" y="0"/>
                    <a:pt x="72474" y="0"/>
                  </a:cubicBezTo>
                  <a:cubicBezTo>
                    <a:pt x="112501" y="0"/>
                    <a:pt x="144949" y="32448"/>
                    <a:pt x="144949" y="72474"/>
                  </a:cubicBezTo>
                </a:path>
              </a:pathLst>
            </a:custGeom>
            <a:solidFill>
              <a:srgbClr val="0099D9"/>
            </a:solidFill>
            <a:ln w="7647" cap="flat">
              <a:noFill/>
              <a:prstDash val="solid"/>
              <a:miter/>
            </a:ln>
          </p:spPr>
          <p:txBody>
            <a:bodyPr rtlCol="0" anchor="ctr"/>
            <a:lstStyle/>
            <a:p>
              <a:endParaRPr lang="fr-FR" sz="1092"/>
            </a:p>
          </p:txBody>
        </p:sp>
      </p:grpSp>
      <p:sp>
        <p:nvSpPr>
          <p:cNvPr id="20" name="Espace réservé du texte 22">
            <a:extLst>
              <a:ext uri="{FF2B5EF4-FFF2-40B4-BE49-F238E27FC236}">
                <a16:creationId xmlns:a16="http://schemas.microsoft.com/office/drawing/2014/main" id="{8C8EBFD8-2352-3161-FECA-F5229C0183A6}"/>
              </a:ext>
            </a:extLst>
          </p:cNvPr>
          <p:cNvSpPr>
            <a:spLocks noGrp="1"/>
          </p:cNvSpPr>
          <p:nvPr>
            <p:ph type="body" sz="quarter" idx="17" hasCustomPrompt="1"/>
          </p:nvPr>
        </p:nvSpPr>
        <p:spPr>
          <a:xfrm>
            <a:off x="1139871" y="360437"/>
            <a:ext cx="9871029" cy="263149"/>
          </a:xfrm>
          <a:noFill/>
        </p:spPr>
        <p:txBody>
          <a:bodyPr wrap="square" anchor="b">
            <a:noAutofit/>
          </a:bodyPr>
          <a:lstStyle>
            <a:lvl1pPr marL="0" indent="0">
              <a:lnSpc>
                <a:spcPct val="120000"/>
              </a:lnSpc>
              <a:spcBef>
                <a:spcPts val="0"/>
              </a:spcBef>
              <a:spcAft>
                <a:spcPts val="600"/>
              </a:spcAft>
              <a:buNone/>
              <a:defRPr sz="1200" b="0">
                <a:solidFill>
                  <a:schemeClr val="tx2"/>
                </a:solidFill>
              </a:defRPr>
            </a:lvl1pPr>
          </a:lstStyle>
          <a:p>
            <a:pPr lvl="0"/>
            <a:r>
              <a:rPr lang="fr-FR" dirty="0"/>
              <a:t>Titre ici. Par exemple « Références »</a:t>
            </a:r>
          </a:p>
        </p:txBody>
      </p:sp>
      <p:sp>
        <p:nvSpPr>
          <p:cNvPr id="9" name="Titre 17">
            <a:extLst>
              <a:ext uri="{FF2B5EF4-FFF2-40B4-BE49-F238E27FC236}">
                <a16:creationId xmlns:a16="http://schemas.microsoft.com/office/drawing/2014/main" id="{B58FA6E9-5568-B8FD-B9AF-F5E4F6538D88}"/>
              </a:ext>
            </a:extLst>
          </p:cNvPr>
          <p:cNvSpPr>
            <a:spLocks noGrp="1"/>
          </p:cNvSpPr>
          <p:nvPr>
            <p:ph type="title" hasCustomPrompt="1"/>
          </p:nvPr>
        </p:nvSpPr>
        <p:spPr>
          <a:xfrm>
            <a:off x="1139871" y="1726354"/>
            <a:ext cx="4079829" cy="291618"/>
          </a:xfrm>
          <a:noFill/>
        </p:spPr>
        <p:txBody>
          <a:bodyPr wrap="square" anchor="ctr" anchorCtr="0">
            <a:spAutoFit/>
          </a:bodyPr>
          <a:lstStyle>
            <a:lvl1pPr>
              <a:lnSpc>
                <a:spcPct val="90000"/>
              </a:lnSpc>
              <a:spcAft>
                <a:spcPts val="600"/>
              </a:spcAft>
              <a:defRPr sz="1400">
                <a:solidFill>
                  <a:schemeClr val="tx1"/>
                </a:solidFill>
              </a:defRPr>
            </a:lvl1pPr>
          </a:lstStyle>
          <a:p>
            <a:r>
              <a:rPr lang="fr-FR" dirty="0"/>
              <a:t>Titre ici. Exemple « La nature du projet »</a:t>
            </a:r>
          </a:p>
        </p:txBody>
      </p:sp>
      <p:sp>
        <p:nvSpPr>
          <p:cNvPr id="10" name="Espace réservé du texte 2">
            <a:extLst>
              <a:ext uri="{FF2B5EF4-FFF2-40B4-BE49-F238E27FC236}">
                <a16:creationId xmlns:a16="http://schemas.microsoft.com/office/drawing/2014/main" id="{38C2883F-82A9-1392-1DFD-2B9DC5D1B448}"/>
              </a:ext>
            </a:extLst>
          </p:cNvPr>
          <p:cNvSpPr>
            <a:spLocks noGrp="1"/>
          </p:cNvSpPr>
          <p:nvPr>
            <p:ph idx="1" hasCustomPrompt="1"/>
          </p:nvPr>
        </p:nvSpPr>
        <p:spPr>
          <a:xfrm>
            <a:off x="1149927" y="2017972"/>
            <a:ext cx="4069773" cy="1912062"/>
          </a:xfrm>
          <a:prstGeom prst="rect">
            <a:avLst/>
          </a:prstGeom>
        </p:spPr>
        <p:txBody>
          <a:bodyPr vert="horz" wrap="square" lIns="91440" tIns="45720" rIns="91440" bIns="45720" rtlCol="0">
            <a:spAutoFit/>
          </a:bodyPr>
          <a:lstStyle>
            <a:lvl1pPr marL="0" indent="0">
              <a:lnSpc>
                <a:spcPct val="120000"/>
              </a:lnSpc>
              <a:spcBef>
                <a:spcPts val="0"/>
              </a:spcBef>
              <a:buClr>
                <a:schemeClr val="tx2"/>
              </a:buClr>
              <a:buNone/>
              <a:defRPr lang="fr-FR" dirty="0">
                <a:solidFill>
                  <a:schemeClr val="tx1"/>
                </a:solidFill>
                <a:latin typeface="Poppins" pitchFamily="2" charset="77"/>
                <a:cs typeface="Poppins" pitchFamily="2" charset="77"/>
              </a:defRPr>
            </a:lvl1pPr>
            <a:lvl2pPr>
              <a:lnSpc>
                <a:spcPct val="120000"/>
              </a:lnSpc>
              <a:spcBef>
                <a:spcPts val="0"/>
              </a:spcBef>
              <a:buClr>
                <a:schemeClr val="tx2"/>
              </a:buClr>
              <a:defRPr lang="fr-FR" dirty="0">
                <a:solidFill>
                  <a:schemeClr val="bg1"/>
                </a:solidFill>
                <a:latin typeface="Poppins" pitchFamily="2" charset="77"/>
                <a:cs typeface="Poppins" pitchFamily="2" charset="77"/>
              </a:defRPr>
            </a:lvl2pPr>
            <a:lvl3pPr>
              <a:lnSpc>
                <a:spcPct val="120000"/>
              </a:lnSpc>
              <a:spcBef>
                <a:spcPts val="0"/>
              </a:spcBef>
              <a:buClr>
                <a:schemeClr val="tx2"/>
              </a:buClr>
              <a:defRPr lang="fr-FR" dirty="0">
                <a:solidFill>
                  <a:schemeClr val="bg1"/>
                </a:solidFill>
                <a:latin typeface="Poppins" pitchFamily="2" charset="77"/>
                <a:cs typeface="Poppins" pitchFamily="2" charset="77"/>
              </a:defRPr>
            </a:lvl3pPr>
            <a:lvl4pPr>
              <a:lnSpc>
                <a:spcPct val="120000"/>
              </a:lnSpc>
              <a:spcBef>
                <a:spcPts val="0"/>
              </a:spcBef>
              <a:buClr>
                <a:schemeClr val="tx2"/>
              </a:buClr>
              <a:defRPr lang="fr-FR" dirty="0">
                <a:solidFill>
                  <a:schemeClr val="bg1"/>
                </a:solidFill>
                <a:latin typeface="Poppins" pitchFamily="2" charset="77"/>
                <a:cs typeface="Poppins" pitchFamily="2" charset="77"/>
              </a:defRPr>
            </a:lvl4pPr>
            <a:lvl5pPr>
              <a:lnSpc>
                <a:spcPct val="120000"/>
              </a:lnSpc>
              <a:spcBef>
                <a:spcPts val="0"/>
              </a:spcBef>
              <a:buClr>
                <a:schemeClr val="tx2"/>
              </a:buClr>
              <a:defRPr lang="fr-FR" dirty="0">
                <a:solidFill>
                  <a:schemeClr val="bg1"/>
                </a:solidFill>
                <a:latin typeface="Poppins" pitchFamily="2" charset="77"/>
                <a:cs typeface="Poppins" pitchFamily="2" charset="77"/>
              </a:defRPr>
            </a:lvl5pPr>
          </a:lstStyle>
          <a:p>
            <a:pPr lvl="0">
              <a:spcAft>
                <a:spcPts val="600"/>
              </a:spcAft>
            </a:pPr>
            <a:r>
              <a:rPr lang="fr-FR" dirty="0"/>
              <a:t>At </a:t>
            </a:r>
            <a:r>
              <a:rPr lang="fr-FR" dirty="0" err="1"/>
              <a:t>vero</a:t>
            </a:r>
            <a:r>
              <a:rPr lang="fr-FR" dirty="0"/>
              <a:t> </a:t>
            </a:r>
            <a:r>
              <a:rPr lang="fr-FR" dirty="0" err="1"/>
              <a:t>eos</a:t>
            </a:r>
            <a:r>
              <a:rPr lang="fr-FR" dirty="0"/>
              <a:t> et </a:t>
            </a:r>
            <a:r>
              <a:rPr lang="fr-FR" dirty="0" err="1"/>
              <a:t>accusamus</a:t>
            </a:r>
            <a:r>
              <a:rPr lang="fr-FR" dirty="0"/>
              <a:t> et </a:t>
            </a:r>
            <a:r>
              <a:rPr lang="fr-FR" dirty="0" err="1"/>
              <a:t>iusto</a:t>
            </a:r>
            <a:r>
              <a:rPr lang="fr-FR" dirty="0"/>
              <a:t> </a:t>
            </a:r>
            <a:r>
              <a:rPr lang="fr-FR" dirty="0" err="1"/>
              <a:t>odio</a:t>
            </a:r>
            <a:r>
              <a:rPr lang="fr-FR" dirty="0"/>
              <a:t> </a:t>
            </a:r>
            <a:r>
              <a:rPr lang="fr-FR" dirty="0" err="1"/>
              <a:t>dignissimos</a:t>
            </a:r>
            <a:r>
              <a:rPr lang="fr-FR" dirty="0"/>
              <a:t> </a:t>
            </a:r>
            <a:r>
              <a:rPr lang="fr-FR" dirty="0" err="1"/>
              <a:t>ducimus</a:t>
            </a:r>
            <a:r>
              <a:rPr lang="fr-FR" dirty="0"/>
              <a:t> qui </a:t>
            </a:r>
            <a:r>
              <a:rPr lang="fr-FR" dirty="0" err="1"/>
              <a:t>blanditiis</a:t>
            </a:r>
            <a:r>
              <a:rPr lang="fr-FR" dirty="0"/>
              <a:t> </a:t>
            </a:r>
            <a:r>
              <a:rPr lang="fr-FR" dirty="0" err="1"/>
              <a:t>praesentium</a:t>
            </a:r>
            <a:r>
              <a:rPr lang="fr-FR" dirty="0"/>
              <a:t> </a:t>
            </a:r>
            <a:r>
              <a:rPr lang="fr-FR" dirty="0" err="1"/>
              <a:t>voluptatum</a:t>
            </a:r>
            <a:r>
              <a:rPr lang="fr-FR" dirty="0"/>
              <a:t> </a:t>
            </a:r>
            <a:r>
              <a:rPr lang="fr-FR" dirty="0" err="1"/>
              <a:t>deleniti</a:t>
            </a:r>
            <a:r>
              <a:rPr lang="fr-FR" dirty="0"/>
              <a:t> </a:t>
            </a:r>
            <a:r>
              <a:rPr lang="fr-FR" dirty="0" err="1"/>
              <a:t>atque</a:t>
            </a:r>
            <a:r>
              <a:rPr lang="fr-FR" dirty="0"/>
              <a:t> </a:t>
            </a:r>
            <a:r>
              <a:rPr lang="fr-FR" dirty="0" err="1"/>
              <a:t>corrupti</a:t>
            </a:r>
            <a:r>
              <a:rPr lang="fr-FR" dirty="0"/>
              <a:t> </a:t>
            </a:r>
            <a:r>
              <a:rPr lang="fr-FR" dirty="0" err="1"/>
              <a:t>quos</a:t>
            </a:r>
            <a:r>
              <a:rPr lang="fr-FR" dirty="0"/>
              <a:t> </a:t>
            </a:r>
            <a:r>
              <a:rPr lang="fr-FR" dirty="0" err="1"/>
              <a:t>dolores</a:t>
            </a:r>
            <a:r>
              <a:rPr lang="fr-FR" dirty="0"/>
              <a:t> et </a:t>
            </a:r>
            <a:r>
              <a:rPr lang="fr-FR" dirty="0" err="1"/>
              <a:t>quas</a:t>
            </a:r>
            <a:r>
              <a:rPr lang="fr-FR" dirty="0"/>
              <a:t> </a:t>
            </a:r>
            <a:r>
              <a:rPr lang="fr-FR" dirty="0" err="1"/>
              <a:t>molestias</a:t>
            </a:r>
            <a:r>
              <a:rPr lang="fr-FR" dirty="0"/>
              <a:t> </a:t>
            </a:r>
            <a:r>
              <a:rPr lang="fr-FR" dirty="0" err="1"/>
              <a:t>excepturi</a:t>
            </a:r>
            <a:r>
              <a:rPr lang="fr-FR" dirty="0"/>
              <a:t> </a:t>
            </a:r>
            <a:r>
              <a:rPr lang="fr-FR" dirty="0" err="1"/>
              <a:t>sint</a:t>
            </a:r>
            <a:r>
              <a:rPr lang="fr-FR" dirty="0"/>
              <a:t> </a:t>
            </a:r>
            <a:r>
              <a:rPr lang="fr-FR" dirty="0" err="1"/>
              <a:t>occaecati</a:t>
            </a:r>
            <a:r>
              <a:rPr lang="fr-FR" dirty="0"/>
              <a:t> </a:t>
            </a:r>
            <a:r>
              <a:rPr lang="fr-FR" dirty="0" err="1"/>
              <a:t>cupiditate</a:t>
            </a:r>
            <a:r>
              <a:rPr lang="fr-FR" dirty="0"/>
              <a:t> non provident, </a:t>
            </a:r>
            <a:r>
              <a:rPr lang="fr-FR" dirty="0" err="1"/>
              <a:t>similique</a:t>
            </a:r>
            <a:r>
              <a:rPr lang="fr-FR" dirty="0"/>
              <a:t> </a:t>
            </a:r>
            <a:r>
              <a:rPr lang="fr-FR" dirty="0" err="1"/>
              <a:t>sunt</a:t>
            </a:r>
            <a:r>
              <a:rPr lang="fr-FR" dirty="0"/>
              <a:t> in culpa qui officia </a:t>
            </a:r>
            <a:r>
              <a:rPr lang="fr-FR" dirty="0" err="1"/>
              <a:t>deserunt</a:t>
            </a:r>
            <a:r>
              <a:rPr lang="fr-FR" dirty="0"/>
              <a:t> </a:t>
            </a:r>
            <a:r>
              <a:rPr lang="fr-FR" dirty="0" err="1"/>
              <a:t>mollitia</a:t>
            </a:r>
            <a:r>
              <a:rPr lang="fr-FR" dirty="0"/>
              <a:t> </a:t>
            </a:r>
            <a:r>
              <a:rPr lang="fr-FR" dirty="0" err="1"/>
              <a:t>animi</a:t>
            </a:r>
            <a:r>
              <a:rPr lang="fr-FR" dirty="0"/>
              <a:t>, id est </a:t>
            </a:r>
            <a:r>
              <a:rPr lang="fr-FR" dirty="0" err="1"/>
              <a:t>laborum</a:t>
            </a:r>
            <a:r>
              <a:rPr lang="fr-FR" dirty="0"/>
              <a:t> et </a:t>
            </a:r>
            <a:r>
              <a:rPr lang="fr-FR" dirty="0" err="1"/>
              <a:t>dolorum</a:t>
            </a:r>
            <a:r>
              <a:rPr lang="fr-FR" dirty="0"/>
              <a:t> </a:t>
            </a:r>
            <a:r>
              <a:rPr lang="fr-FR" dirty="0" err="1"/>
              <a:t>fuga</a:t>
            </a:r>
            <a:r>
              <a:rPr lang="fr-FR" dirty="0"/>
              <a:t>. Et </a:t>
            </a:r>
            <a:r>
              <a:rPr lang="fr-FR" dirty="0" err="1"/>
              <a:t>harum</a:t>
            </a:r>
            <a:r>
              <a:rPr lang="fr-FR" dirty="0"/>
              <a:t> </a:t>
            </a:r>
            <a:r>
              <a:rPr lang="fr-FR" dirty="0" err="1"/>
              <a:t>quidem</a:t>
            </a:r>
            <a:r>
              <a:rPr lang="fr-FR" dirty="0"/>
              <a:t> </a:t>
            </a:r>
            <a:r>
              <a:rPr lang="fr-FR" dirty="0" err="1"/>
              <a:t>rerum</a:t>
            </a:r>
            <a:r>
              <a:rPr lang="fr-FR" dirty="0"/>
              <a:t> </a:t>
            </a:r>
            <a:r>
              <a:rPr lang="fr-FR" dirty="0" err="1"/>
              <a:t>facilis</a:t>
            </a:r>
            <a:r>
              <a:rPr lang="fr-FR" dirty="0"/>
              <a:t> est et </a:t>
            </a:r>
            <a:r>
              <a:rPr lang="fr-FR" dirty="0" err="1"/>
              <a:t>expedita</a:t>
            </a:r>
            <a:r>
              <a:rPr lang="fr-FR" dirty="0"/>
              <a:t> </a:t>
            </a:r>
            <a:r>
              <a:rPr lang="fr-FR" dirty="0" err="1"/>
              <a:t>distinctio</a:t>
            </a:r>
            <a:r>
              <a:rPr lang="fr-FR" dirty="0"/>
              <a:t>. Nam libero </a:t>
            </a:r>
            <a:r>
              <a:rPr lang="fr-FR" dirty="0" err="1"/>
              <a:t>tempore</a:t>
            </a:r>
            <a:r>
              <a:rPr lang="fr-FR" dirty="0"/>
              <a:t>, cum </a:t>
            </a:r>
            <a:r>
              <a:rPr lang="fr-FR" dirty="0" err="1"/>
              <a:t>soluta</a:t>
            </a:r>
            <a:r>
              <a:rPr lang="fr-FR" dirty="0"/>
              <a:t> </a:t>
            </a:r>
            <a:r>
              <a:rPr lang="fr-FR" dirty="0" err="1"/>
              <a:t>nobis</a:t>
            </a:r>
            <a:r>
              <a:rPr lang="fr-FR" dirty="0"/>
              <a:t> est </a:t>
            </a:r>
            <a:r>
              <a:rPr lang="fr-FR" dirty="0" err="1"/>
              <a:t>eligendi</a:t>
            </a:r>
            <a:r>
              <a:rPr lang="fr-FR" dirty="0"/>
              <a:t> </a:t>
            </a:r>
            <a:r>
              <a:rPr lang="fr-FR" dirty="0" err="1"/>
              <a:t>optio</a:t>
            </a:r>
            <a:r>
              <a:rPr lang="fr-FR" dirty="0"/>
              <a:t> </a:t>
            </a:r>
            <a:r>
              <a:rPr lang="fr-FR" dirty="0" err="1"/>
              <a:t>cumque</a:t>
            </a:r>
            <a:r>
              <a:rPr lang="fr-FR" dirty="0"/>
              <a:t> nihil </a:t>
            </a:r>
            <a:r>
              <a:rPr lang="fr-FR" dirty="0" err="1"/>
              <a:t>impedit</a:t>
            </a:r>
            <a:r>
              <a:rPr lang="fr-FR" dirty="0"/>
              <a:t> quo minus id</a:t>
            </a:r>
          </a:p>
        </p:txBody>
      </p:sp>
    </p:spTree>
    <p:extLst>
      <p:ext uri="{BB962C8B-B14F-4D97-AF65-F5344CB8AC3E}">
        <p14:creationId xmlns:p14="http://schemas.microsoft.com/office/powerpoint/2010/main" val="3445449165"/>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preserve="1">
  <p:cSld name="Référence Light 10">
    <p:spTree>
      <p:nvGrpSpPr>
        <p:cNvPr id="1" name=""/>
        <p:cNvGrpSpPr/>
        <p:nvPr/>
      </p:nvGrpSpPr>
      <p:grpSpPr>
        <a:xfrm>
          <a:off x="0" y="0"/>
          <a:ext cx="0" cy="0"/>
          <a:chOff x="0" y="0"/>
          <a:chExt cx="0" cy="0"/>
        </a:xfrm>
      </p:grpSpPr>
      <p:pic>
        <p:nvPicPr>
          <p:cNvPr id="17" name="Image 16">
            <a:extLst>
              <a:ext uri="{FF2B5EF4-FFF2-40B4-BE49-F238E27FC236}">
                <a16:creationId xmlns:a16="http://schemas.microsoft.com/office/drawing/2014/main" id="{E325A0B9-21A3-9A34-FBF7-D6585C2C6E7A}"/>
              </a:ext>
            </a:extLst>
          </p:cNvPr>
          <p:cNvPicPr>
            <a:picLocks noChangeAspect="1"/>
          </p:cNvPicPr>
          <p:nvPr/>
        </p:nvPicPr>
        <p:blipFill>
          <a:blip r:embed="rId2"/>
          <a:srcRect/>
          <a:stretch/>
        </p:blipFill>
        <p:spPr>
          <a:xfrm>
            <a:off x="3742" y="0"/>
            <a:ext cx="12173698" cy="6858000"/>
          </a:xfrm>
          <a:prstGeom prst="rect">
            <a:avLst/>
          </a:prstGeom>
        </p:spPr>
      </p:pic>
      <p:sp>
        <p:nvSpPr>
          <p:cNvPr id="4" name="object 11">
            <a:extLst>
              <a:ext uri="{FF2B5EF4-FFF2-40B4-BE49-F238E27FC236}">
                <a16:creationId xmlns:a16="http://schemas.microsoft.com/office/drawing/2014/main" id="{10D34413-DA51-D9D8-29E8-6DE8F8A5EFCE}"/>
              </a:ext>
            </a:extLst>
          </p:cNvPr>
          <p:cNvSpPr/>
          <p:nvPr/>
        </p:nvSpPr>
        <p:spPr>
          <a:xfrm>
            <a:off x="11397941" y="0"/>
            <a:ext cx="794059" cy="6857615"/>
          </a:xfrm>
          <a:custGeom>
            <a:avLst/>
            <a:gdLst/>
            <a:ahLst/>
            <a:cxnLst/>
            <a:rect l="l" t="t" r="r" b="b"/>
            <a:pathLst>
              <a:path w="1309369" h="11308715">
                <a:moveTo>
                  <a:pt x="1308860" y="0"/>
                </a:moveTo>
                <a:lnTo>
                  <a:pt x="0" y="0"/>
                </a:lnTo>
                <a:lnTo>
                  <a:pt x="0" y="11308556"/>
                </a:lnTo>
                <a:lnTo>
                  <a:pt x="1308860" y="11308556"/>
                </a:lnTo>
                <a:lnTo>
                  <a:pt x="1308860" y="0"/>
                </a:lnTo>
                <a:close/>
              </a:path>
            </a:pathLst>
          </a:custGeom>
          <a:solidFill>
            <a:schemeClr val="tx1"/>
          </a:solidFill>
          <a:ln>
            <a:noFill/>
          </a:ln>
        </p:spPr>
        <p:txBody>
          <a:bodyPr wrap="square" lIns="0" tIns="0" rIns="0" bIns="0" rtlCol="0"/>
          <a:lstStyle/>
          <a:p>
            <a:endParaRPr sz="1092"/>
          </a:p>
        </p:txBody>
      </p:sp>
      <p:sp>
        <p:nvSpPr>
          <p:cNvPr id="2" name="Espace réservé du pied de page 4">
            <a:extLst>
              <a:ext uri="{FF2B5EF4-FFF2-40B4-BE49-F238E27FC236}">
                <a16:creationId xmlns:a16="http://schemas.microsoft.com/office/drawing/2014/main" id="{97ADE9E6-DC8A-B79F-0E6A-9D6F3EC57782}"/>
              </a:ext>
            </a:extLst>
          </p:cNvPr>
          <p:cNvSpPr>
            <a:spLocks noGrp="1"/>
          </p:cNvSpPr>
          <p:nvPr>
            <p:ph type="ftr" sz="quarter" idx="3"/>
          </p:nvPr>
        </p:nvSpPr>
        <p:spPr>
          <a:xfrm rot="16200000">
            <a:off x="9737570" y="2572960"/>
            <a:ext cx="4114800" cy="365125"/>
          </a:xfrm>
          <a:prstGeom prst="rect">
            <a:avLst/>
          </a:prstGeom>
        </p:spPr>
        <p:txBody>
          <a:bodyPr vert="horz" lIns="91440" tIns="45720" rIns="91440" bIns="45720" rtlCol="0" anchor="ctr"/>
          <a:lstStyle>
            <a:lvl1pPr>
              <a:defRPr lang="en-US" sz="728" dirty="0">
                <a:solidFill>
                  <a:schemeClr val="bg1"/>
                </a:solidFill>
                <a:latin typeface="Poppins" pitchFamily="2" charset="77"/>
                <a:cs typeface="Poppins" pitchFamily="2" charset="77"/>
              </a:defRPr>
            </a:lvl1pPr>
          </a:lstStyle>
          <a:p>
            <a:pPr algn="r"/>
            <a:r>
              <a:rPr lang="fr-FR"/>
              <a:t>Architectes des grandes transformations</a:t>
            </a:r>
            <a:endParaRPr lang="fr-US"/>
          </a:p>
        </p:txBody>
      </p:sp>
      <p:sp>
        <p:nvSpPr>
          <p:cNvPr id="3" name="Espace réservé du numéro de diapositive 18">
            <a:extLst>
              <a:ext uri="{FF2B5EF4-FFF2-40B4-BE49-F238E27FC236}">
                <a16:creationId xmlns:a16="http://schemas.microsoft.com/office/drawing/2014/main" id="{40599553-1744-B948-F679-B18C359A2A19}"/>
              </a:ext>
            </a:extLst>
          </p:cNvPr>
          <p:cNvSpPr>
            <a:spLocks noGrp="1"/>
          </p:cNvSpPr>
          <p:nvPr>
            <p:ph type="sldNum" sz="quarter" idx="4"/>
          </p:nvPr>
        </p:nvSpPr>
        <p:spPr>
          <a:xfrm>
            <a:off x="11588253" y="165403"/>
            <a:ext cx="420073" cy="365125"/>
          </a:xfrm>
          <a:prstGeom prst="rect">
            <a:avLst/>
          </a:prstGeom>
        </p:spPr>
        <p:txBody>
          <a:bodyPr/>
          <a:lstStyle>
            <a:lvl1pPr algn="ctr">
              <a:defRPr lang="en-US" sz="667" b="1" smtClean="0">
                <a:solidFill>
                  <a:schemeClr val="bg1"/>
                </a:solidFill>
                <a:latin typeface="Poppins" pitchFamily="2" charset="77"/>
                <a:cs typeface="Poppins" pitchFamily="2" charset="77"/>
              </a:defRPr>
            </a:lvl1pPr>
          </a:lstStyle>
          <a:p>
            <a:fld id="{8042310B-17DC-C845-9B99-8FE29D3E9696}" type="slidenum">
              <a:rPr lang="fr-FR" smtClean="0"/>
              <a:pPr/>
              <a:t>‹N°›</a:t>
            </a:fld>
            <a:endParaRPr lang="fr-FR" dirty="0"/>
          </a:p>
        </p:txBody>
      </p:sp>
      <p:sp>
        <p:nvSpPr>
          <p:cNvPr id="5" name="object 14">
            <a:extLst>
              <a:ext uri="{FF2B5EF4-FFF2-40B4-BE49-F238E27FC236}">
                <a16:creationId xmlns:a16="http://schemas.microsoft.com/office/drawing/2014/main" id="{0BEBFB05-8DE3-A267-9D37-864C2BE599F7}"/>
              </a:ext>
            </a:extLst>
          </p:cNvPr>
          <p:cNvSpPr/>
          <p:nvPr/>
        </p:nvSpPr>
        <p:spPr>
          <a:xfrm>
            <a:off x="11397456" y="6063824"/>
            <a:ext cx="794059" cy="0"/>
          </a:xfrm>
          <a:custGeom>
            <a:avLst/>
            <a:gdLst/>
            <a:ahLst/>
            <a:cxnLst/>
            <a:rect l="l" t="t" r="r" b="b"/>
            <a:pathLst>
              <a:path w="1309369">
                <a:moveTo>
                  <a:pt x="0" y="0"/>
                </a:moveTo>
                <a:lnTo>
                  <a:pt x="1308860" y="0"/>
                </a:lnTo>
              </a:path>
            </a:pathLst>
          </a:custGeom>
          <a:ln w="7853">
            <a:solidFill>
              <a:schemeClr val="bg1"/>
            </a:solidFill>
          </a:ln>
        </p:spPr>
        <p:txBody>
          <a:bodyPr wrap="square" lIns="0" tIns="0" rIns="0" bIns="0" rtlCol="0"/>
          <a:lstStyle/>
          <a:p>
            <a:endParaRPr sz="1092"/>
          </a:p>
        </p:txBody>
      </p:sp>
      <p:grpSp>
        <p:nvGrpSpPr>
          <p:cNvPr id="6" name="Graphique 21">
            <a:extLst>
              <a:ext uri="{FF2B5EF4-FFF2-40B4-BE49-F238E27FC236}">
                <a16:creationId xmlns:a16="http://schemas.microsoft.com/office/drawing/2014/main" id="{53708514-84A2-1B09-3C16-DCBB1DDB6761}"/>
              </a:ext>
            </a:extLst>
          </p:cNvPr>
          <p:cNvGrpSpPr/>
          <p:nvPr/>
        </p:nvGrpSpPr>
        <p:grpSpPr>
          <a:xfrm>
            <a:off x="11646607" y="6340088"/>
            <a:ext cx="329427" cy="214383"/>
            <a:chOff x="19204770" y="10455275"/>
            <a:chExt cx="543212" cy="353534"/>
          </a:xfrm>
        </p:grpSpPr>
        <p:sp>
          <p:nvSpPr>
            <p:cNvPr id="7" name="Forme libre : forme 3">
              <a:extLst>
                <a:ext uri="{FF2B5EF4-FFF2-40B4-BE49-F238E27FC236}">
                  <a16:creationId xmlns:a16="http://schemas.microsoft.com/office/drawing/2014/main" id="{31C42F6D-7A13-B8E3-17A5-85FE87D2A64D}"/>
                </a:ext>
              </a:extLst>
            </p:cNvPr>
            <p:cNvSpPr/>
            <p:nvPr/>
          </p:nvSpPr>
          <p:spPr>
            <a:xfrm>
              <a:off x="19204770" y="10455275"/>
              <a:ext cx="373208" cy="353534"/>
            </a:xfrm>
            <a:custGeom>
              <a:avLst/>
              <a:gdLst>
                <a:gd name="connsiteX0" fmla="*/ 187219 w 373208"/>
                <a:gd name="connsiteY0" fmla="*/ 0 h 353534"/>
                <a:gd name="connsiteX1" fmla="*/ 0 w 373208"/>
                <a:gd name="connsiteY1" fmla="*/ 177228 h 353534"/>
                <a:gd name="connsiteX2" fmla="*/ 185990 w 373208"/>
                <a:gd name="connsiteY2" fmla="*/ 353534 h 353534"/>
                <a:gd name="connsiteX3" fmla="*/ 373209 w 373208"/>
                <a:gd name="connsiteY3" fmla="*/ 175998 h 353534"/>
                <a:gd name="connsiteX4" fmla="*/ 187219 w 373208"/>
                <a:gd name="connsiteY4" fmla="*/ 0 h 353534"/>
                <a:gd name="connsiteX5" fmla="*/ 187219 w 373208"/>
                <a:gd name="connsiteY5" fmla="*/ 252777 h 353534"/>
                <a:gd name="connsiteX6" fmla="*/ 115437 w 373208"/>
                <a:gd name="connsiteY6" fmla="*/ 175922 h 353534"/>
                <a:gd name="connsiteX7" fmla="*/ 185990 w 373208"/>
                <a:gd name="connsiteY7" fmla="*/ 100373 h 353534"/>
                <a:gd name="connsiteX8" fmla="*/ 257772 w 373208"/>
                <a:gd name="connsiteY8" fmla="*/ 177228 h 353534"/>
                <a:gd name="connsiteX9" fmla="*/ 187219 w 373208"/>
                <a:gd name="connsiteY9" fmla="*/ 252777 h 353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73208" h="353534">
                  <a:moveTo>
                    <a:pt x="187219" y="0"/>
                  </a:moveTo>
                  <a:cubicBezTo>
                    <a:pt x="78623" y="0"/>
                    <a:pt x="0" y="81159"/>
                    <a:pt x="0" y="177228"/>
                  </a:cubicBezTo>
                  <a:cubicBezTo>
                    <a:pt x="0" y="273297"/>
                    <a:pt x="78008" y="353534"/>
                    <a:pt x="185990" y="353534"/>
                  </a:cubicBezTo>
                  <a:cubicBezTo>
                    <a:pt x="293971" y="353534"/>
                    <a:pt x="373209" y="272144"/>
                    <a:pt x="373209" y="175998"/>
                  </a:cubicBezTo>
                  <a:cubicBezTo>
                    <a:pt x="373209" y="79853"/>
                    <a:pt x="295201" y="0"/>
                    <a:pt x="187219" y="0"/>
                  </a:cubicBezTo>
                  <a:moveTo>
                    <a:pt x="187219" y="252777"/>
                  </a:moveTo>
                  <a:cubicBezTo>
                    <a:pt x="145410" y="252777"/>
                    <a:pt x="115437" y="217193"/>
                    <a:pt x="115437" y="175922"/>
                  </a:cubicBezTo>
                  <a:cubicBezTo>
                    <a:pt x="115437" y="134650"/>
                    <a:pt x="142951" y="100373"/>
                    <a:pt x="185990" y="100373"/>
                  </a:cubicBezTo>
                  <a:cubicBezTo>
                    <a:pt x="227799" y="100373"/>
                    <a:pt x="257772" y="135957"/>
                    <a:pt x="257772" y="177228"/>
                  </a:cubicBezTo>
                  <a:cubicBezTo>
                    <a:pt x="257772" y="218499"/>
                    <a:pt x="230566" y="252777"/>
                    <a:pt x="187219" y="252777"/>
                  </a:cubicBezTo>
                </a:path>
              </a:pathLst>
            </a:custGeom>
            <a:solidFill>
              <a:schemeClr val="bg1"/>
            </a:solidFill>
            <a:ln w="7647" cap="flat">
              <a:noFill/>
              <a:prstDash val="solid"/>
              <a:miter/>
            </a:ln>
          </p:spPr>
          <p:txBody>
            <a:bodyPr rtlCol="0" anchor="ctr"/>
            <a:lstStyle/>
            <a:p>
              <a:endParaRPr lang="fr-FR" sz="1092"/>
            </a:p>
          </p:txBody>
        </p:sp>
        <p:sp>
          <p:nvSpPr>
            <p:cNvPr id="8" name="Forme libre : forme 4">
              <a:extLst>
                <a:ext uri="{FF2B5EF4-FFF2-40B4-BE49-F238E27FC236}">
                  <a16:creationId xmlns:a16="http://schemas.microsoft.com/office/drawing/2014/main" id="{47A73EB0-AB80-9491-022A-C1D2B9AF734E}"/>
                </a:ext>
              </a:extLst>
            </p:cNvPr>
            <p:cNvSpPr/>
            <p:nvPr/>
          </p:nvSpPr>
          <p:spPr>
            <a:xfrm>
              <a:off x="19603033" y="10663629"/>
              <a:ext cx="144948" cy="144948"/>
            </a:xfrm>
            <a:custGeom>
              <a:avLst/>
              <a:gdLst>
                <a:gd name="connsiteX0" fmla="*/ 144949 w 144948"/>
                <a:gd name="connsiteY0" fmla="*/ 72474 h 144948"/>
                <a:gd name="connsiteX1" fmla="*/ 72474 w 144948"/>
                <a:gd name="connsiteY1" fmla="*/ 144949 h 144948"/>
                <a:gd name="connsiteX2" fmla="*/ 0 w 144948"/>
                <a:gd name="connsiteY2" fmla="*/ 72474 h 144948"/>
                <a:gd name="connsiteX3" fmla="*/ 72474 w 144948"/>
                <a:gd name="connsiteY3" fmla="*/ 0 h 144948"/>
                <a:gd name="connsiteX4" fmla="*/ 144949 w 144948"/>
                <a:gd name="connsiteY4" fmla="*/ 72474 h 1449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4948" h="144948">
                  <a:moveTo>
                    <a:pt x="144949" y="72474"/>
                  </a:moveTo>
                  <a:cubicBezTo>
                    <a:pt x="144949" y="112501"/>
                    <a:pt x="112501" y="144949"/>
                    <a:pt x="72474" y="144949"/>
                  </a:cubicBezTo>
                  <a:cubicBezTo>
                    <a:pt x="32448" y="144949"/>
                    <a:pt x="0" y="112501"/>
                    <a:pt x="0" y="72474"/>
                  </a:cubicBezTo>
                  <a:cubicBezTo>
                    <a:pt x="0" y="32448"/>
                    <a:pt x="32448" y="0"/>
                    <a:pt x="72474" y="0"/>
                  </a:cubicBezTo>
                  <a:cubicBezTo>
                    <a:pt x="112501" y="0"/>
                    <a:pt x="144949" y="32448"/>
                    <a:pt x="144949" y="72474"/>
                  </a:cubicBezTo>
                </a:path>
              </a:pathLst>
            </a:custGeom>
            <a:solidFill>
              <a:srgbClr val="0099D9"/>
            </a:solidFill>
            <a:ln w="7647" cap="flat">
              <a:noFill/>
              <a:prstDash val="solid"/>
              <a:miter/>
            </a:ln>
          </p:spPr>
          <p:txBody>
            <a:bodyPr rtlCol="0" anchor="ctr"/>
            <a:lstStyle/>
            <a:p>
              <a:endParaRPr lang="fr-FR" sz="1092"/>
            </a:p>
          </p:txBody>
        </p:sp>
      </p:grpSp>
      <p:sp>
        <p:nvSpPr>
          <p:cNvPr id="20" name="Espace réservé du texte 22">
            <a:extLst>
              <a:ext uri="{FF2B5EF4-FFF2-40B4-BE49-F238E27FC236}">
                <a16:creationId xmlns:a16="http://schemas.microsoft.com/office/drawing/2014/main" id="{8C8EBFD8-2352-3161-FECA-F5229C0183A6}"/>
              </a:ext>
            </a:extLst>
          </p:cNvPr>
          <p:cNvSpPr>
            <a:spLocks noGrp="1"/>
          </p:cNvSpPr>
          <p:nvPr>
            <p:ph type="body" sz="quarter" idx="17" hasCustomPrompt="1"/>
          </p:nvPr>
        </p:nvSpPr>
        <p:spPr>
          <a:xfrm>
            <a:off x="1139871" y="360437"/>
            <a:ext cx="9871029" cy="263149"/>
          </a:xfrm>
          <a:noFill/>
        </p:spPr>
        <p:txBody>
          <a:bodyPr wrap="square" anchor="b">
            <a:noAutofit/>
          </a:bodyPr>
          <a:lstStyle>
            <a:lvl1pPr marL="0" indent="0">
              <a:lnSpc>
                <a:spcPct val="120000"/>
              </a:lnSpc>
              <a:spcBef>
                <a:spcPts val="0"/>
              </a:spcBef>
              <a:spcAft>
                <a:spcPts val="600"/>
              </a:spcAft>
              <a:buNone/>
              <a:defRPr sz="1200" b="0">
                <a:solidFill>
                  <a:schemeClr val="tx2"/>
                </a:solidFill>
              </a:defRPr>
            </a:lvl1pPr>
          </a:lstStyle>
          <a:p>
            <a:pPr lvl="0"/>
            <a:r>
              <a:rPr lang="fr-FR" dirty="0"/>
              <a:t>Titre ici. Par exemple « Références »</a:t>
            </a:r>
          </a:p>
        </p:txBody>
      </p:sp>
      <p:sp>
        <p:nvSpPr>
          <p:cNvPr id="9" name="Titre 17">
            <a:extLst>
              <a:ext uri="{FF2B5EF4-FFF2-40B4-BE49-F238E27FC236}">
                <a16:creationId xmlns:a16="http://schemas.microsoft.com/office/drawing/2014/main" id="{B58FA6E9-5568-B8FD-B9AF-F5E4F6538D88}"/>
              </a:ext>
            </a:extLst>
          </p:cNvPr>
          <p:cNvSpPr>
            <a:spLocks noGrp="1"/>
          </p:cNvSpPr>
          <p:nvPr>
            <p:ph type="title" hasCustomPrompt="1"/>
          </p:nvPr>
        </p:nvSpPr>
        <p:spPr>
          <a:xfrm>
            <a:off x="1139871" y="1726354"/>
            <a:ext cx="4079829" cy="291618"/>
          </a:xfrm>
          <a:noFill/>
        </p:spPr>
        <p:txBody>
          <a:bodyPr wrap="square" anchor="ctr" anchorCtr="0">
            <a:spAutoFit/>
          </a:bodyPr>
          <a:lstStyle>
            <a:lvl1pPr>
              <a:lnSpc>
                <a:spcPct val="90000"/>
              </a:lnSpc>
              <a:spcAft>
                <a:spcPts val="600"/>
              </a:spcAft>
              <a:defRPr sz="1400">
                <a:solidFill>
                  <a:schemeClr val="tx1"/>
                </a:solidFill>
              </a:defRPr>
            </a:lvl1pPr>
          </a:lstStyle>
          <a:p>
            <a:r>
              <a:rPr lang="fr-FR" dirty="0"/>
              <a:t>Titre ici. Exemple « La nature du projet »</a:t>
            </a:r>
          </a:p>
        </p:txBody>
      </p:sp>
      <p:sp>
        <p:nvSpPr>
          <p:cNvPr id="10" name="Espace réservé du texte 2">
            <a:extLst>
              <a:ext uri="{FF2B5EF4-FFF2-40B4-BE49-F238E27FC236}">
                <a16:creationId xmlns:a16="http://schemas.microsoft.com/office/drawing/2014/main" id="{38C2883F-82A9-1392-1DFD-2B9DC5D1B448}"/>
              </a:ext>
            </a:extLst>
          </p:cNvPr>
          <p:cNvSpPr>
            <a:spLocks noGrp="1"/>
          </p:cNvSpPr>
          <p:nvPr>
            <p:ph idx="1" hasCustomPrompt="1"/>
          </p:nvPr>
        </p:nvSpPr>
        <p:spPr>
          <a:xfrm>
            <a:off x="1149927" y="2017972"/>
            <a:ext cx="4069773" cy="1912062"/>
          </a:xfrm>
          <a:prstGeom prst="rect">
            <a:avLst/>
          </a:prstGeom>
        </p:spPr>
        <p:txBody>
          <a:bodyPr vert="horz" wrap="square" lIns="91440" tIns="45720" rIns="91440" bIns="45720" rtlCol="0">
            <a:spAutoFit/>
          </a:bodyPr>
          <a:lstStyle>
            <a:lvl1pPr marL="0" indent="0">
              <a:lnSpc>
                <a:spcPct val="120000"/>
              </a:lnSpc>
              <a:spcBef>
                <a:spcPts val="0"/>
              </a:spcBef>
              <a:buClr>
                <a:schemeClr val="tx2"/>
              </a:buClr>
              <a:buNone/>
              <a:defRPr lang="fr-FR" dirty="0">
                <a:solidFill>
                  <a:schemeClr val="tx1"/>
                </a:solidFill>
                <a:latin typeface="Poppins" pitchFamily="2" charset="77"/>
                <a:cs typeface="Poppins" pitchFamily="2" charset="77"/>
              </a:defRPr>
            </a:lvl1pPr>
            <a:lvl2pPr>
              <a:lnSpc>
                <a:spcPct val="120000"/>
              </a:lnSpc>
              <a:spcBef>
                <a:spcPts val="0"/>
              </a:spcBef>
              <a:buClr>
                <a:schemeClr val="tx2"/>
              </a:buClr>
              <a:defRPr lang="fr-FR" dirty="0">
                <a:solidFill>
                  <a:schemeClr val="bg1"/>
                </a:solidFill>
                <a:latin typeface="Poppins" pitchFamily="2" charset="77"/>
                <a:cs typeface="Poppins" pitchFamily="2" charset="77"/>
              </a:defRPr>
            </a:lvl2pPr>
            <a:lvl3pPr>
              <a:lnSpc>
                <a:spcPct val="120000"/>
              </a:lnSpc>
              <a:spcBef>
                <a:spcPts val="0"/>
              </a:spcBef>
              <a:buClr>
                <a:schemeClr val="tx2"/>
              </a:buClr>
              <a:defRPr lang="fr-FR" dirty="0">
                <a:solidFill>
                  <a:schemeClr val="bg1"/>
                </a:solidFill>
                <a:latin typeface="Poppins" pitchFamily="2" charset="77"/>
                <a:cs typeface="Poppins" pitchFamily="2" charset="77"/>
              </a:defRPr>
            </a:lvl3pPr>
            <a:lvl4pPr>
              <a:lnSpc>
                <a:spcPct val="120000"/>
              </a:lnSpc>
              <a:spcBef>
                <a:spcPts val="0"/>
              </a:spcBef>
              <a:buClr>
                <a:schemeClr val="tx2"/>
              </a:buClr>
              <a:defRPr lang="fr-FR" dirty="0">
                <a:solidFill>
                  <a:schemeClr val="bg1"/>
                </a:solidFill>
                <a:latin typeface="Poppins" pitchFamily="2" charset="77"/>
                <a:cs typeface="Poppins" pitchFamily="2" charset="77"/>
              </a:defRPr>
            </a:lvl4pPr>
            <a:lvl5pPr>
              <a:lnSpc>
                <a:spcPct val="120000"/>
              </a:lnSpc>
              <a:spcBef>
                <a:spcPts val="0"/>
              </a:spcBef>
              <a:buClr>
                <a:schemeClr val="tx2"/>
              </a:buClr>
              <a:defRPr lang="fr-FR" dirty="0">
                <a:solidFill>
                  <a:schemeClr val="bg1"/>
                </a:solidFill>
                <a:latin typeface="Poppins" pitchFamily="2" charset="77"/>
                <a:cs typeface="Poppins" pitchFamily="2" charset="77"/>
              </a:defRPr>
            </a:lvl5pPr>
          </a:lstStyle>
          <a:p>
            <a:pPr lvl="0">
              <a:spcAft>
                <a:spcPts val="600"/>
              </a:spcAft>
            </a:pPr>
            <a:r>
              <a:rPr lang="fr-FR" dirty="0"/>
              <a:t>At </a:t>
            </a:r>
            <a:r>
              <a:rPr lang="fr-FR" dirty="0" err="1"/>
              <a:t>vero</a:t>
            </a:r>
            <a:r>
              <a:rPr lang="fr-FR" dirty="0"/>
              <a:t> </a:t>
            </a:r>
            <a:r>
              <a:rPr lang="fr-FR" dirty="0" err="1"/>
              <a:t>eos</a:t>
            </a:r>
            <a:r>
              <a:rPr lang="fr-FR" dirty="0"/>
              <a:t> et </a:t>
            </a:r>
            <a:r>
              <a:rPr lang="fr-FR" dirty="0" err="1"/>
              <a:t>accusamus</a:t>
            </a:r>
            <a:r>
              <a:rPr lang="fr-FR" dirty="0"/>
              <a:t> et </a:t>
            </a:r>
            <a:r>
              <a:rPr lang="fr-FR" dirty="0" err="1"/>
              <a:t>iusto</a:t>
            </a:r>
            <a:r>
              <a:rPr lang="fr-FR" dirty="0"/>
              <a:t> </a:t>
            </a:r>
            <a:r>
              <a:rPr lang="fr-FR" dirty="0" err="1"/>
              <a:t>odio</a:t>
            </a:r>
            <a:r>
              <a:rPr lang="fr-FR" dirty="0"/>
              <a:t> </a:t>
            </a:r>
            <a:r>
              <a:rPr lang="fr-FR" dirty="0" err="1"/>
              <a:t>dignissimos</a:t>
            </a:r>
            <a:r>
              <a:rPr lang="fr-FR" dirty="0"/>
              <a:t> </a:t>
            </a:r>
            <a:r>
              <a:rPr lang="fr-FR" dirty="0" err="1"/>
              <a:t>ducimus</a:t>
            </a:r>
            <a:r>
              <a:rPr lang="fr-FR" dirty="0"/>
              <a:t> qui </a:t>
            </a:r>
            <a:r>
              <a:rPr lang="fr-FR" dirty="0" err="1"/>
              <a:t>blanditiis</a:t>
            </a:r>
            <a:r>
              <a:rPr lang="fr-FR" dirty="0"/>
              <a:t> </a:t>
            </a:r>
            <a:r>
              <a:rPr lang="fr-FR" dirty="0" err="1"/>
              <a:t>praesentium</a:t>
            </a:r>
            <a:r>
              <a:rPr lang="fr-FR" dirty="0"/>
              <a:t> </a:t>
            </a:r>
            <a:r>
              <a:rPr lang="fr-FR" dirty="0" err="1"/>
              <a:t>voluptatum</a:t>
            </a:r>
            <a:r>
              <a:rPr lang="fr-FR" dirty="0"/>
              <a:t> </a:t>
            </a:r>
            <a:r>
              <a:rPr lang="fr-FR" dirty="0" err="1"/>
              <a:t>deleniti</a:t>
            </a:r>
            <a:r>
              <a:rPr lang="fr-FR" dirty="0"/>
              <a:t> </a:t>
            </a:r>
            <a:r>
              <a:rPr lang="fr-FR" dirty="0" err="1"/>
              <a:t>atque</a:t>
            </a:r>
            <a:r>
              <a:rPr lang="fr-FR" dirty="0"/>
              <a:t> </a:t>
            </a:r>
            <a:r>
              <a:rPr lang="fr-FR" dirty="0" err="1"/>
              <a:t>corrupti</a:t>
            </a:r>
            <a:r>
              <a:rPr lang="fr-FR" dirty="0"/>
              <a:t> </a:t>
            </a:r>
            <a:r>
              <a:rPr lang="fr-FR" dirty="0" err="1"/>
              <a:t>quos</a:t>
            </a:r>
            <a:r>
              <a:rPr lang="fr-FR" dirty="0"/>
              <a:t> </a:t>
            </a:r>
            <a:r>
              <a:rPr lang="fr-FR" dirty="0" err="1"/>
              <a:t>dolores</a:t>
            </a:r>
            <a:r>
              <a:rPr lang="fr-FR" dirty="0"/>
              <a:t> et </a:t>
            </a:r>
            <a:r>
              <a:rPr lang="fr-FR" dirty="0" err="1"/>
              <a:t>quas</a:t>
            </a:r>
            <a:r>
              <a:rPr lang="fr-FR" dirty="0"/>
              <a:t> </a:t>
            </a:r>
            <a:r>
              <a:rPr lang="fr-FR" dirty="0" err="1"/>
              <a:t>molestias</a:t>
            </a:r>
            <a:r>
              <a:rPr lang="fr-FR" dirty="0"/>
              <a:t> </a:t>
            </a:r>
            <a:r>
              <a:rPr lang="fr-FR" dirty="0" err="1"/>
              <a:t>excepturi</a:t>
            </a:r>
            <a:r>
              <a:rPr lang="fr-FR" dirty="0"/>
              <a:t> </a:t>
            </a:r>
            <a:r>
              <a:rPr lang="fr-FR" dirty="0" err="1"/>
              <a:t>sint</a:t>
            </a:r>
            <a:r>
              <a:rPr lang="fr-FR" dirty="0"/>
              <a:t> </a:t>
            </a:r>
            <a:r>
              <a:rPr lang="fr-FR" dirty="0" err="1"/>
              <a:t>occaecati</a:t>
            </a:r>
            <a:r>
              <a:rPr lang="fr-FR" dirty="0"/>
              <a:t> </a:t>
            </a:r>
            <a:r>
              <a:rPr lang="fr-FR" dirty="0" err="1"/>
              <a:t>cupiditate</a:t>
            </a:r>
            <a:r>
              <a:rPr lang="fr-FR" dirty="0"/>
              <a:t> non provident, </a:t>
            </a:r>
            <a:r>
              <a:rPr lang="fr-FR" dirty="0" err="1"/>
              <a:t>similique</a:t>
            </a:r>
            <a:r>
              <a:rPr lang="fr-FR" dirty="0"/>
              <a:t> </a:t>
            </a:r>
            <a:r>
              <a:rPr lang="fr-FR" dirty="0" err="1"/>
              <a:t>sunt</a:t>
            </a:r>
            <a:r>
              <a:rPr lang="fr-FR" dirty="0"/>
              <a:t> in culpa qui officia </a:t>
            </a:r>
            <a:r>
              <a:rPr lang="fr-FR" dirty="0" err="1"/>
              <a:t>deserunt</a:t>
            </a:r>
            <a:r>
              <a:rPr lang="fr-FR" dirty="0"/>
              <a:t> </a:t>
            </a:r>
            <a:r>
              <a:rPr lang="fr-FR" dirty="0" err="1"/>
              <a:t>mollitia</a:t>
            </a:r>
            <a:r>
              <a:rPr lang="fr-FR" dirty="0"/>
              <a:t> </a:t>
            </a:r>
            <a:r>
              <a:rPr lang="fr-FR" dirty="0" err="1"/>
              <a:t>animi</a:t>
            </a:r>
            <a:r>
              <a:rPr lang="fr-FR" dirty="0"/>
              <a:t>, id est </a:t>
            </a:r>
            <a:r>
              <a:rPr lang="fr-FR" dirty="0" err="1"/>
              <a:t>laborum</a:t>
            </a:r>
            <a:r>
              <a:rPr lang="fr-FR" dirty="0"/>
              <a:t> et </a:t>
            </a:r>
            <a:r>
              <a:rPr lang="fr-FR" dirty="0" err="1"/>
              <a:t>dolorum</a:t>
            </a:r>
            <a:r>
              <a:rPr lang="fr-FR" dirty="0"/>
              <a:t> </a:t>
            </a:r>
            <a:r>
              <a:rPr lang="fr-FR" dirty="0" err="1"/>
              <a:t>fuga</a:t>
            </a:r>
            <a:r>
              <a:rPr lang="fr-FR" dirty="0"/>
              <a:t>. Et </a:t>
            </a:r>
            <a:r>
              <a:rPr lang="fr-FR" dirty="0" err="1"/>
              <a:t>harum</a:t>
            </a:r>
            <a:r>
              <a:rPr lang="fr-FR" dirty="0"/>
              <a:t> </a:t>
            </a:r>
            <a:r>
              <a:rPr lang="fr-FR" dirty="0" err="1"/>
              <a:t>quidem</a:t>
            </a:r>
            <a:r>
              <a:rPr lang="fr-FR" dirty="0"/>
              <a:t> </a:t>
            </a:r>
            <a:r>
              <a:rPr lang="fr-FR" dirty="0" err="1"/>
              <a:t>rerum</a:t>
            </a:r>
            <a:r>
              <a:rPr lang="fr-FR" dirty="0"/>
              <a:t> </a:t>
            </a:r>
            <a:r>
              <a:rPr lang="fr-FR" dirty="0" err="1"/>
              <a:t>facilis</a:t>
            </a:r>
            <a:r>
              <a:rPr lang="fr-FR" dirty="0"/>
              <a:t> est et </a:t>
            </a:r>
            <a:r>
              <a:rPr lang="fr-FR" dirty="0" err="1"/>
              <a:t>expedita</a:t>
            </a:r>
            <a:r>
              <a:rPr lang="fr-FR" dirty="0"/>
              <a:t> </a:t>
            </a:r>
            <a:r>
              <a:rPr lang="fr-FR" dirty="0" err="1"/>
              <a:t>distinctio</a:t>
            </a:r>
            <a:r>
              <a:rPr lang="fr-FR" dirty="0"/>
              <a:t>. Nam libero </a:t>
            </a:r>
            <a:r>
              <a:rPr lang="fr-FR" dirty="0" err="1"/>
              <a:t>tempore</a:t>
            </a:r>
            <a:r>
              <a:rPr lang="fr-FR" dirty="0"/>
              <a:t>, cum </a:t>
            </a:r>
            <a:r>
              <a:rPr lang="fr-FR" dirty="0" err="1"/>
              <a:t>soluta</a:t>
            </a:r>
            <a:r>
              <a:rPr lang="fr-FR" dirty="0"/>
              <a:t> </a:t>
            </a:r>
            <a:r>
              <a:rPr lang="fr-FR" dirty="0" err="1"/>
              <a:t>nobis</a:t>
            </a:r>
            <a:r>
              <a:rPr lang="fr-FR" dirty="0"/>
              <a:t> est </a:t>
            </a:r>
            <a:r>
              <a:rPr lang="fr-FR" dirty="0" err="1"/>
              <a:t>eligendi</a:t>
            </a:r>
            <a:r>
              <a:rPr lang="fr-FR" dirty="0"/>
              <a:t> </a:t>
            </a:r>
            <a:r>
              <a:rPr lang="fr-FR" dirty="0" err="1"/>
              <a:t>optio</a:t>
            </a:r>
            <a:r>
              <a:rPr lang="fr-FR" dirty="0"/>
              <a:t> </a:t>
            </a:r>
            <a:r>
              <a:rPr lang="fr-FR" dirty="0" err="1"/>
              <a:t>cumque</a:t>
            </a:r>
            <a:r>
              <a:rPr lang="fr-FR" dirty="0"/>
              <a:t> nihil </a:t>
            </a:r>
            <a:r>
              <a:rPr lang="fr-FR" dirty="0" err="1"/>
              <a:t>impedit</a:t>
            </a:r>
            <a:r>
              <a:rPr lang="fr-FR" dirty="0"/>
              <a:t> quo minus id</a:t>
            </a:r>
          </a:p>
        </p:txBody>
      </p:sp>
    </p:spTree>
    <p:extLst>
      <p:ext uri="{BB962C8B-B14F-4D97-AF65-F5344CB8AC3E}">
        <p14:creationId xmlns:p14="http://schemas.microsoft.com/office/powerpoint/2010/main" val="467284467"/>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p:cSld name="Référence Light 11">
    <p:spTree>
      <p:nvGrpSpPr>
        <p:cNvPr id="1" name=""/>
        <p:cNvGrpSpPr/>
        <p:nvPr/>
      </p:nvGrpSpPr>
      <p:grpSpPr>
        <a:xfrm>
          <a:off x="0" y="0"/>
          <a:ext cx="0" cy="0"/>
          <a:chOff x="0" y="0"/>
          <a:chExt cx="0" cy="0"/>
        </a:xfrm>
      </p:grpSpPr>
      <p:pic>
        <p:nvPicPr>
          <p:cNvPr id="17" name="Image 16">
            <a:extLst>
              <a:ext uri="{FF2B5EF4-FFF2-40B4-BE49-F238E27FC236}">
                <a16:creationId xmlns:a16="http://schemas.microsoft.com/office/drawing/2014/main" id="{E325A0B9-21A3-9A34-FBF7-D6585C2C6E7A}"/>
              </a:ext>
            </a:extLst>
          </p:cNvPr>
          <p:cNvPicPr>
            <a:picLocks noChangeAspect="1"/>
          </p:cNvPicPr>
          <p:nvPr/>
        </p:nvPicPr>
        <p:blipFill>
          <a:blip r:embed="rId2"/>
          <a:srcRect/>
          <a:stretch/>
        </p:blipFill>
        <p:spPr>
          <a:xfrm>
            <a:off x="3742" y="0"/>
            <a:ext cx="12173698" cy="6858000"/>
          </a:xfrm>
          <a:prstGeom prst="rect">
            <a:avLst/>
          </a:prstGeom>
        </p:spPr>
      </p:pic>
      <p:sp>
        <p:nvSpPr>
          <p:cNvPr id="4" name="object 11">
            <a:extLst>
              <a:ext uri="{FF2B5EF4-FFF2-40B4-BE49-F238E27FC236}">
                <a16:creationId xmlns:a16="http://schemas.microsoft.com/office/drawing/2014/main" id="{10D34413-DA51-D9D8-29E8-6DE8F8A5EFCE}"/>
              </a:ext>
            </a:extLst>
          </p:cNvPr>
          <p:cNvSpPr/>
          <p:nvPr/>
        </p:nvSpPr>
        <p:spPr>
          <a:xfrm>
            <a:off x="11397941" y="0"/>
            <a:ext cx="794059" cy="6857615"/>
          </a:xfrm>
          <a:custGeom>
            <a:avLst/>
            <a:gdLst/>
            <a:ahLst/>
            <a:cxnLst/>
            <a:rect l="l" t="t" r="r" b="b"/>
            <a:pathLst>
              <a:path w="1309369" h="11308715">
                <a:moveTo>
                  <a:pt x="1308860" y="0"/>
                </a:moveTo>
                <a:lnTo>
                  <a:pt x="0" y="0"/>
                </a:lnTo>
                <a:lnTo>
                  <a:pt x="0" y="11308556"/>
                </a:lnTo>
                <a:lnTo>
                  <a:pt x="1308860" y="11308556"/>
                </a:lnTo>
                <a:lnTo>
                  <a:pt x="1308860" y="0"/>
                </a:lnTo>
                <a:close/>
              </a:path>
            </a:pathLst>
          </a:custGeom>
          <a:solidFill>
            <a:schemeClr val="tx1"/>
          </a:solidFill>
          <a:ln>
            <a:noFill/>
          </a:ln>
        </p:spPr>
        <p:txBody>
          <a:bodyPr wrap="square" lIns="0" tIns="0" rIns="0" bIns="0" rtlCol="0"/>
          <a:lstStyle/>
          <a:p>
            <a:endParaRPr sz="1092"/>
          </a:p>
        </p:txBody>
      </p:sp>
      <p:sp>
        <p:nvSpPr>
          <p:cNvPr id="2" name="Espace réservé du pied de page 4">
            <a:extLst>
              <a:ext uri="{FF2B5EF4-FFF2-40B4-BE49-F238E27FC236}">
                <a16:creationId xmlns:a16="http://schemas.microsoft.com/office/drawing/2014/main" id="{97ADE9E6-DC8A-B79F-0E6A-9D6F3EC57782}"/>
              </a:ext>
            </a:extLst>
          </p:cNvPr>
          <p:cNvSpPr>
            <a:spLocks noGrp="1"/>
          </p:cNvSpPr>
          <p:nvPr>
            <p:ph type="ftr" sz="quarter" idx="3"/>
          </p:nvPr>
        </p:nvSpPr>
        <p:spPr>
          <a:xfrm rot="16200000">
            <a:off x="9737570" y="2572960"/>
            <a:ext cx="4114800" cy="365125"/>
          </a:xfrm>
          <a:prstGeom prst="rect">
            <a:avLst/>
          </a:prstGeom>
        </p:spPr>
        <p:txBody>
          <a:bodyPr vert="horz" lIns="91440" tIns="45720" rIns="91440" bIns="45720" rtlCol="0" anchor="ctr"/>
          <a:lstStyle>
            <a:lvl1pPr>
              <a:defRPr lang="en-US" sz="728" dirty="0">
                <a:solidFill>
                  <a:schemeClr val="bg1"/>
                </a:solidFill>
                <a:latin typeface="Poppins" pitchFamily="2" charset="77"/>
                <a:cs typeface="Poppins" pitchFamily="2" charset="77"/>
              </a:defRPr>
            </a:lvl1pPr>
          </a:lstStyle>
          <a:p>
            <a:pPr algn="r"/>
            <a:r>
              <a:rPr lang="fr-FR"/>
              <a:t>Architectes des grandes transformations</a:t>
            </a:r>
            <a:endParaRPr lang="fr-US"/>
          </a:p>
        </p:txBody>
      </p:sp>
      <p:sp>
        <p:nvSpPr>
          <p:cNvPr id="3" name="Espace réservé du numéro de diapositive 18">
            <a:extLst>
              <a:ext uri="{FF2B5EF4-FFF2-40B4-BE49-F238E27FC236}">
                <a16:creationId xmlns:a16="http://schemas.microsoft.com/office/drawing/2014/main" id="{40599553-1744-B948-F679-B18C359A2A19}"/>
              </a:ext>
            </a:extLst>
          </p:cNvPr>
          <p:cNvSpPr>
            <a:spLocks noGrp="1"/>
          </p:cNvSpPr>
          <p:nvPr>
            <p:ph type="sldNum" sz="quarter" idx="4"/>
          </p:nvPr>
        </p:nvSpPr>
        <p:spPr>
          <a:xfrm>
            <a:off x="11588253" y="165403"/>
            <a:ext cx="420073" cy="365125"/>
          </a:xfrm>
          <a:prstGeom prst="rect">
            <a:avLst/>
          </a:prstGeom>
        </p:spPr>
        <p:txBody>
          <a:bodyPr/>
          <a:lstStyle>
            <a:lvl1pPr algn="ctr">
              <a:defRPr lang="en-US" sz="667" b="1" smtClean="0">
                <a:solidFill>
                  <a:schemeClr val="bg1"/>
                </a:solidFill>
                <a:latin typeface="Poppins" pitchFamily="2" charset="77"/>
                <a:cs typeface="Poppins" pitchFamily="2" charset="77"/>
              </a:defRPr>
            </a:lvl1pPr>
          </a:lstStyle>
          <a:p>
            <a:fld id="{8042310B-17DC-C845-9B99-8FE29D3E9696}" type="slidenum">
              <a:rPr lang="fr-FR" smtClean="0"/>
              <a:pPr/>
              <a:t>‹N°›</a:t>
            </a:fld>
            <a:endParaRPr lang="fr-FR" dirty="0"/>
          </a:p>
        </p:txBody>
      </p:sp>
      <p:sp>
        <p:nvSpPr>
          <p:cNvPr id="5" name="object 14">
            <a:extLst>
              <a:ext uri="{FF2B5EF4-FFF2-40B4-BE49-F238E27FC236}">
                <a16:creationId xmlns:a16="http://schemas.microsoft.com/office/drawing/2014/main" id="{0BEBFB05-8DE3-A267-9D37-864C2BE599F7}"/>
              </a:ext>
            </a:extLst>
          </p:cNvPr>
          <p:cNvSpPr/>
          <p:nvPr/>
        </p:nvSpPr>
        <p:spPr>
          <a:xfrm>
            <a:off x="11397456" y="6063824"/>
            <a:ext cx="794059" cy="0"/>
          </a:xfrm>
          <a:custGeom>
            <a:avLst/>
            <a:gdLst/>
            <a:ahLst/>
            <a:cxnLst/>
            <a:rect l="l" t="t" r="r" b="b"/>
            <a:pathLst>
              <a:path w="1309369">
                <a:moveTo>
                  <a:pt x="0" y="0"/>
                </a:moveTo>
                <a:lnTo>
                  <a:pt x="1308860" y="0"/>
                </a:lnTo>
              </a:path>
            </a:pathLst>
          </a:custGeom>
          <a:ln w="7853">
            <a:solidFill>
              <a:schemeClr val="bg1"/>
            </a:solidFill>
          </a:ln>
        </p:spPr>
        <p:txBody>
          <a:bodyPr wrap="square" lIns="0" tIns="0" rIns="0" bIns="0" rtlCol="0"/>
          <a:lstStyle/>
          <a:p>
            <a:endParaRPr sz="1092"/>
          </a:p>
        </p:txBody>
      </p:sp>
      <p:grpSp>
        <p:nvGrpSpPr>
          <p:cNvPr id="6" name="Graphique 21">
            <a:extLst>
              <a:ext uri="{FF2B5EF4-FFF2-40B4-BE49-F238E27FC236}">
                <a16:creationId xmlns:a16="http://schemas.microsoft.com/office/drawing/2014/main" id="{53708514-84A2-1B09-3C16-DCBB1DDB6761}"/>
              </a:ext>
            </a:extLst>
          </p:cNvPr>
          <p:cNvGrpSpPr/>
          <p:nvPr/>
        </p:nvGrpSpPr>
        <p:grpSpPr>
          <a:xfrm>
            <a:off x="11646607" y="6340088"/>
            <a:ext cx="329427" cy="214383"/>
            <a:chOff x="19204770" y="10455275"/>
            <a:chExt cx="543212" cy="353534"/>
          </a:xfrm>
        </p:grpSpPr>
        <p:sp>
          <p:nvSpPr>
            <p:cNvPr id="7" name="Forme libre : forme 3">
              <a:extLst>
                <a:ext uri="{FF2B5EF4-FFF2-40B4-BE49-F238E27FC236}">
                  <a16:creationId xmlns:a16="http://schemas.microsoft.com/office/drawing/2014/main" id="{31C42F6D-7A13-B8E3-17A5-85FE87D2A64D}"/>
                </a:ext>
              </a:extLst>
            </p:cNvPr>
            <p:cNvSpPr/>
            <p:nvPr/>
          </p:nvSpPr>
          <p:spPr>
            <a:xfrm>
              <a:off x="19204770" y="10455275"/>
              <a:ext cx="373208" cy="353534"/>
            </a:xfrm>
            <a:custGeom>
              <a:avLst/>
              <a:gdLst>
                <a:gd name="connsiteX0" fmla="*/ 187219 w 373208"/>
                <a:gd name="connsiteY0" fmla="*/ 0 h 353534"/>
                <a:gd name="connsiteX1" fmla="*/ 0 w 373208"/>
                <a:gd name="connsiteY1" fmla="*/ 177228 h 353534"/>
                <a:gd name="connsiteX2" fmla="*/ 185990 w 373208"/>
                <a:gd name="connsiteY2" fmla="*/ 353534 h 353534"/>
                <a:gd name="connsiteX3" fmla="*/ 373209 w 373208"/>
                <a:gd name="connsiteY3" fmla="*/ 175998 h 353534"/>
                <a:gd name="connsiteX4" fmla="*/ 187219 w 373208"/>
                <a:gd name="connsiteY4" fmla="*/ 0 h 353534"/>
                <a:gd name="connsiteX5" fmla="*/ 187219 w 373208"/>
                <a:gd name="connsiteY5" fmla="*/ 252777 h 353534"/>
                <a:gd name="connsiteX6" fmla="*/ 115437 w 373208"/>
                <a:gd name="connsiteY6" fmla="*/ 175922 h 353534"/>
                <a:gd name="connsiteX7" fmla="*/ 185990 w 373208"/>
                <a:gd name="connsiteY7" fmla="*/ 100373 h 353534"/>
                <a:gd name="connsiteX8" fmla="*/ 257772 w 373208"/>
                <a:gd name="connsiteY8" fmla="*/ 177228 h 353534"/>
                <a:gd name="connsiteX9" fmla="*/ 187219 w 373208"/>
                <a:gd name="connsiteY9" fmla="*/ 252777 h 353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73208" h="353534">
                  <a:moveTo>
                    <a:pt x="187219" y="0"/>
                  </a:moveTo>
                  <a:cubicBezTo>
                    <a:pt x="78623" y="0"/>
                    <a:pt x="0" y="81159"/>
                    <a:pt x="0" y="177228"/>
                  </a:cubicBezTo>
                  <a:cubicBezTo>
                    <a:pt x="0" y="273297"/>
                    <a:pt x="78008" y="353534"/>
                    <a:pt x="185990" y="353534"/>
                  </a:cubicBezTo>
                  <a:cubicBezTo>
                    <a:pt x="293971" y="353534"/>
                    <a:pt x="373209" y="272144"/>
                    <a:pt x="373209" y="175998"/>
                  </a:cubicBezTo>
                  <a:cubicBezTo>
                    <a:pt x="373209" y="79853"/>
                    <a:pt x="295201" y="0"/>
                    <a:pt x="187219" y="0"/>
                  </a:cubicBezTo>
                  <a:moveTo>
                    <a:pt x="187219" y="252777"/>
                  </a:moveTo>
                  <a:cubicBezTo>
                    <a:pt x="145410" y="252777"/>
                    <a:pt x="115437" y="217193"/>
                    <a:pt x="115437" y="175922"/>
                  </a:cubicBezTo>
                  <a:cubicBezTo>
                    <a:pt x="115437" y="134650"/>
                    <a:pt x="142951" y="100373"/>
                    <a:pt x="185990" y="100373"/>
                  </a:cubicBezTo>
                  <a:cubicBezTo>
                    <a:pt x="227799" y="100373"/>
                    <a:pt x="257772" y="135957"/>
                    <a:pt x="257772" y="177228"/>
                  </a:cubicBezTo>
                  <a:cubicBezTo>
                    <a:pt x="257772" y="218499"/>
                    <a:pt x="230566" y="252777"/>
                    <a:pt x="187219" y="252777"/>
                  </a:cubicBezTo>
                </a:path>
              </a:pathLst>
            </a:custGeom>
            <a:solidFill>
              <a:schemeClr val="bg1"/>
            </a:solidFill>
            <a:ln w="7647" cap="flat">
              <a:noFill/>
              <a:prstDash val="solid"/>
              <a:miter/>
            </a:ln>
          </p:spPr>
          <p:txBody>
            <a:bodyPr rtlCol="0" anchor="ctr"/>
            <a:lstStyle/>
            <a:p>
              <a:endParaRPr lang="fr-FR" sz="1092"/>
            </a:p>
          </p:txBody>
        </p:sp>
        <p:sp>
          <p:nvSpPr>
            <p:cNvPr id="8" name="Forme libre : forme 4">
              <a:extLst>
                <a:ext uri="{FF2B5EF4-FFF2-40B4-BE49-F238E27FC236}">
                  <a16:creationId xmlns:a16="http://schemas.microsoft.com/office/drawing/2014/main" id="{47A73EB0-AB80-9491-022A-C1D2B9AF734E}"/>
                </a:ext>
              </a:extLst>
            </p:cNvPr>
            <p:cNvSpPr/>
            <p:nvPr/>
          </p:nvSpPr>
          <p:spPr>
            <a:xfrm>
              <a:off x="19603033" y="10663629"/>
              <a:ext cx="144948" cy="144948"/>
            </a:xfrm>
            <a:custGeom>
              <a:avLst/>
              <a:gdLst>
                <a:gd name="connsiteX0" fmla="*/ 144949 w 144948"/>
                <a:gd name="connsiteY0" fmla="*/ 72474 h 144948"/>
                <a:gd name="connsiteX1" fmla="*/ 72474 w 144948"/>
                <a:gd name="connsiteY1" fmla="*/ 144949 h 144948"/>
                <a:gd name="connsiteX2" fmla="*/ 0 w 144948"/>
                <a:gd name="connsiteY2" fmla="*/ 72474 h 144948"/>
                <a:gd name="connsiteX3" fmla="*/ 72474 w 144948"/>
                <a:gd name="connsiteY3" fmla="*/ 0 h 144948"/>
                <a:gd name="connsiteX4" fmla="*/ 144949 w 144948"/>
                <a:gd name="connsiteY4" fmla="*/ 72474 h 1449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4948" h="144948">
                  <a:moveTo>
                    <a:pt x="144949" y="72474"/>
                  </a:moveTo>
                  <a:cubicBezTo>
                    <a:pt x="144949" y="112501"/>
                    <a:pt x="112501" y="144949"/>
                    <a:pt x="72474" y="144949"/>
                  </a:cubicBezTo>
                  <a:cubicBezTo>
                    <a:pt x="32448" y="144949"/>
                    <a:pt x="0" y="112501"/>
                    <a:pt x="0" y="72474"/>
                  </a:cubicBezTo>
                  <a:cubicBezTo>
                    <a:pt x="0" y="32448"/>
                    <a:pt x="32448" y="0"/>
                    <a:pt x="72474" y="0"/>
                  </a:cubicBezTo>
                  <a:cubicBezTo>
                    <a:pt x="112501" y="0"/>
                    <a:pt x="144949" y="32448"/>
                    <a:pt x="144949" y="72474"/>
                  </a:cubicBezTo>
                </a:path>
              </a:pathLst>
            </a:custGeom>
            <a:solidFill>
              <a:srgbClr val="0099D9"/>
            </a:solidFill>
            <a:ln w="7647" cap="flat">
              <a:noFill/>
              <a:prstDash val="solid"/>
              <a:miter/>
            </a:ln>
          </p:spPr>
          <p:txBody>
            <a:bodyPr rtlCol="0" anchor="ctr"/>
            <a:lstStyle/>
            <a:p>
              <a:endParaRPr lang="fr-FR" sz="1092"/>
            </a:p>
          </p:txBody>
        </p:sp>
      </p:grpSp>
      <p:sp>
        <p:nvSpPr>
          <p:cNvPr id="20" name="Espace réservé du texte 22">
            <a:extLst>
              <a:ext uri="{FF2B5EF4-FFF2-40B4-BE49-F238E27FC236}">
                <a16:creationId xmlns:a16="http://schemas.microsoft.com/office/drawing/2014/main" id="{8C8EBFD8-2352-3161-FECA-F5229C0183A6}"/>
              </a:ext>
            </a:extLst>
          </p:cNvPr>
          <p:cNvSpPr>
            <a:spLocks noGrp="1"/>
          </p:cNvSpPr>
          <p:nvPr>
            <p:ph type="body" sz="quarter" idx="17" hasCustomPrompt="1"/>
          </p:nvPr>
        </p:nvSpPr>
        <p:spPr>
          <a:xfrm>
            <a:off x="1139871" y="360437"/>
            <a:ext cx="9871029" cy="263149"/>
          </a:xfrm>
          <a:noFill/>
        </p:spPr>
        <p:txBody>
          <a:bodyPr wrap="square" anchor="b">
            <a:noAutofit/>
          </a:bodyPr>
          <a:lstStyle>
            <a:lvl1pPr marL="0" indent="0">
              <a:lnSpc>
                <a:spcPct val="120000"/>
              </a:lnSpc>
              <a:spcBef>
                <a:spcPts val="0"/>
              </a:spcBef>
              <a:spcAft>
                <a:spcPts val="600"/>
              </a:spcAft>
              <a:buNone/>
              <a:defRPr sz="1200" b="0">
                <a:solidFill>
                  <a:schemeClr val="tx2"/>
                </a:solidFill>
              </a:defRPr>
            </a:lvl1pPr>
          </a:lstStyle>
          <a:p>
            <a:pPr lvl="0"/>
            <a:r>
              <a:rPr lang="fr-FR" dirty="0"/>
              <a:t>Titre ici. Par exemple « Références »</a:t>
            </a:r>
          </a:p>
        </p:txBody>
      </p:sp>
      <p:sp>
        <p:nvSpPr>
          <p:cNvPr id="9" name="Titre 17">
            <a:extLst>
              <a:ext uri="{FF2B5EF4-FFF2-40B4-BE49-F238E27FC236}">
                <a16:creationId xmlns:a16="http://schemas.microsoft.com/office/drawing/2014/main" id="{B58FA6E9-5568-B8FD-B9AF-F5E4F6538D88}"/>
              </a:ext>
            </a:extLst>
          </p:cNvPr>
          <p:cNvSpPr>
            <a:spLocks noGrp="1"/>
          </p:cNvSpPr>
          <p:nvPr>
            <p:ph type="title" hasCustomPrompt="1"/>
          </p:nvPr>
        </p:nvSpPr>
        <p:spPr>
          <a:xfrm>
            <a:off x="1139871" y="1726354"/>
            <a:ext cx="4079829" cy="291618"/>
          </a:xfrm>
          <a:noFill/>
        </p:spPr>
        <p:txBody>
          <a:bodyPr wrap="square" anchor="ctr" anchorCtr="0">
            <a:spAutoFit/>
          </a:bodyPr>
          <a:lstStyle>
            <a:lvl1pPr>
              <a:lnSpc>
                <a:spcPct val="90000"/>
              </a:lnSpc>
              <a:spcAft>
                <a:spcPts val="600"/>
              </a:spcAft>
              <a:defRPr sz="1400">
                <a:solidFill>
                  <a:schemeClr val="tx1"/>
                </a:solidFill>
              </a:defRPr>
            </a:lvl1pPr>
          </a:lstStyle>
          <a:p>
            <a:r>
              <a:rPr lang="fr-FR" dirty="0"/>
              <a:t>Titre ici. Exemple « La nature du projet »</a:t>
            </a:r>
          </a:p>
        </p:txBody>
      </p:sp>
      <p:sp>
        <p:nvSpPr>
          <p:cNvPr id="10" name="Espace réservé du texte 2">
            <a:extLst>
              <a:ext uri="{FF2B5EF4-FFF2-40B4-BE49-F238E27FC236}">
                <a16:creationId xmlns:a16="http://schemas.microsoft.com/office/drawing/2014/main" id="{38C2883F-82A9-1392-1DFD-2B9DC5D1B448}"/>
              </a:ext>
            </a:extLst>
          </p:cNvPr>
          <p:cNvSpPr>
            <a:spLocks noGrp="1"/>
          </p:cNvSpPr>
          <p:nvPr>
            <p:ph idx="1" hasCustomPrompt="1"/>
          </p:nvPr>
        </p:nvSpPr>
        <p:spPr>
          <a:xfrm>
            <a:off x="1149927" y="2017972"/>
            <a:ext cx="4069773" cy="1912062"/>
          </a:xfrm>
          <a:prstGeom prst="rect">
            <a:avLst/>
          </a:prstGeom>
        </p:spPr>
        <p:txBody>
          <a:bodyPr vert="horz" wrap="square" lIns="91440" tIns="45720" rIns="91440" bIns="45720" rtlCol="0">
            <a:spAutoFit/>
          </a:bodyPr>
          <a:lstStyle>
            <a:lvl1pPr marL="0" indent="0">
              <a:lnSpc>
                <a:spcPct val="120000"/>
              </a:lnSpc>
              <a:spcBef>
                <a:spcPts val="0"/>
              </a:spcBef>
              <a:buClr>
                <a:schemeClr val="tx2"/>
              </a:buClr>
              <a:buNone/>
              <a:defRPr lang="fr-FR" dirty="0">
                <a:solidFill>
                  <a:schemeClr val="tx1"/>
                </a:solidFill>
                <a:latin typeface="Poppins" pitchFamily="2" charset="77"/>
                <a:cs typeface="Poppins" pitchFamily="2" charset="77"/>
              </a:defRPr>
            </a:lvl1pPr>
            <a:lvl2pPr>
              <a:lnSpc>
                <a:spcPct val="120000"/>
              </a:lnSpc>
              <a:spcBef>
                <a:spcPts val="0"/>
              </a:spcBef>
              <a:buClr>
                <a:schemeClr val="tx2"/>
              </a:buClr>
              <a:defRPr lang="fr-FR" dirty="0">
                <a:solidFill>
                  <a:schemeClr val="bg1"/>
                </a:solidFill>
                <a:latin typeface="Poppins" pitchFamily="2" charset="77"/>
                <a:cs typeface="Poppins" pitchFamily="2" charset="77"/>
              </a:defRPr>
            </a:lvl2pPr>
            <a:lvl3pPr>
              <a:lnSpc>
                <a:spcPct val="120000"/>
              </a:lnSpc>
              <a:spcBef>
                <a:spcPts val="0"/>
              </a:spcBef>
              <a:buClr>
                <a:schemeClr val="tx2"/>
              </a:buClr>
              <a:defRPr lang="fr-FR" dirty="0">
                <a:solidFill>
                  <a:schemeClr val="bg1"/>
                </a:solidFill>
                <a:latin typeface="Poppins" pitchFamily="2" charset="77"/>
                <a:cs typeface="Poppins" pitchFamily="2" charset="77"/>
              </a:defRPr>
            </a:lvl3pPr>
            <a:lvl4pPr>
              <a:lnSpc>
                <a:spcPct val="120000"/>
              </a:lnSpc>
              <a:spcBef>
                <a:spcPts val="0"/>
              </a:spcBef>
              <a:buClr>
                <a:schemeClr val="tx2"/>
              </a:buClr>
              <a:defRPr lang="fr-FR" dirty="0">
                <a:solidFill>
                  <a:schemeClr val="bg1"/>
                </a:solidFill>
                <a:latin typeface="Poppins" pitchFamily="2" charset="77"/>
                <a:cs typeface="Poppins" pitchFamily="2" charset="77"/>
              </a:defRPr>
            </a:lvl4pPr>
            <a:lvl5pPr>
              <a:lnSpc>
                <a:spcPct val="120000"/>
              </a:lnSpc>
              <a:spcBef>
                <a:spcPts val="0"/>
              </a:spcBef>
              <a:buClr>
                <a:schemeClr val="tx2"/>
              </a:buClr>
              <a:defRPr lang="fr-FR" dirty="0">
                <a:solidFill>
                  <a:schemeClr val="bg1"/>
                </a:solidFill>
                <a:latin typeface="Poppins" pitchFamily="2" charset="77"/>
                <a:cs typeface="Poppins" pitchFamily="2" charset="77"/>
              </a:defRPr>
            </a:lvl5pPr>
          </a:lstStyle>
          <a:p>
            <a:pPr lvl="0">
              <a:spcAft>
                <a:spcPts val="600"/>
              </a:spcAft>
            </a:pPr>
            <a:r>
              <a:rPr lang="fr-FR" dirty="0"/>
              <a:t>At </a:t>
            </a:r>
            <a:r>
              <a:rPr lang="fr-FR" dirty="0" err="1"/>
              <a:t>vero</a:t>
            </a:r>
            <a:r>
              <a:rPr lang="fr-FR" dirty="0"/>
              <a:t> </a:t>
            </a:r>
            <a:r>
              <a:rPr lang="fr-FR" dirty="0" err="1"/>
              <a:t>eos</a:t>
            </a:r>
            <a:r>
              <a:rPr lang="fr-FR" dirty="0"/>
              <a:t> et </a:t>
            </a:r>
            <a:r>
              <a:rPr lang="fr-FR" dirty="0" err="1"/>
              <a:t>accusamus</a:t>
            </a:r>
            <a:r>
              <a:rPr lang="fr-FR" dirty="0"/>
              <a:t> et </a:t>
            </a:r>
            <a:r>
              <a:rPr lang="fr-FR" dirty="0" err="1"/>
              <a:t>iusto</a:t>
            </a:r>
            <a:r>
              <a:rPr lang="fr-FR" dirty="0"/>
              <a:t> </a:t>
            </a:r>
            <a:r>
              <a:rPr lang="fr-FR" dirty="0" err="1"/>
              <a:t>odio</a:t>
            </a:r>
            <a:r>
              <a:rPr lang="fr-FR" dirty="0"/>
              <a:t> </a:t>
            </a:r>
            <a:r>
              <a:rPr lang="fr-FR" dirty="0" err="1"/>
              <a:t>dignissimos</a:t>
            </a:r>
            <a:r>
              <a:rPr lang="fr-FR" dirty="0"/>
              <a:t> </a:t>
            </a:r>
            <a:r>
              <a:rPr lang="fr-FR" dirty="0" err="1"/>
              <a:t>ducimus</a:t>
            </a:r>
            <a:r>
              <a:rPr lang="fr-FR" dirty="0"/>
              <a:t> qui </a:t>
            </a:r>
            <a:r>
              <a:rPr lang="fr-FR" dirty="0" err="1"/>
              <a:t>blanditiis</a:t>
            </a:r>
            <a:r>
              <a:rPr lang="fr-FR" dirty="0"/>
              <a:t> </a:t>
            </a:r>
            <a:r>
              <a:rPr lang="fr-FR" dirty="0" err="1"/>
              <a:t>praesentium</a:t>
            </a:r>
            <a:r>
              <a:rPr lang="fr-FR" dirty="0"/>
              <a:t> </a:t>
            </a:r>
            <a:r>
              <a:rPr lang="fr-FR" dirty="0" err="1"/>
              <a:t>voluptatum</a:t>
            </a:r>
            <a:r>
              <a:rPr lang="fr-FR" dirty="0"/>
              <a:t> </a:t>
            </a:r>
            <a:r>
              <a:rPr lang="fr-FR" dirty="0" err="1"/>
              <a:t>deleniti</a:t>
            </a:r>
            <a:r>
              <a:rPr lang="fr-FR" dirty="0"/>
              <a:t> </a:t>
            </a:r>
            <a:r>
              <a:rPr lang="fr-FR" dirty="0" err="1"/>
              <a:t>atque</a:t>
            </a:r>
            <a:r>
              <a:rPr lang="fr-FR" dirty="0"/>
              <a:t> </a:t>
            </a:r>
            <a:r>
              <a:rPr lang="fr-FR" dirty="0" err="1"/>
              <a:t>corrupti</a:t>
            </a:r>
            <a:r>
              <a:rPr lang="fr-FR" dirty="0"/>
              <a:t> </a:t>
            </a:r>
            <a:r>
              <a:rPr lang="fr-FR" dirty="0" err="1"/>
              <a:t>quos</a:t>
            </a:r>
            <a:r>
              <a:rPr lang="fr-FR" dirty="0"/>
              <a:t> </a:t>
            </a:r>
            <a:r>
              <a:rPr lang="fr-FR" dirty="0" err="1"/>
              <a:t>dolores</a:t>
            </a:r>
            <a:r>
              <a:rPr lang="fr-FR" dirty="0"/>
              <a:t> et </a:t>
            </a:r>
            <a:r>
              <a:rPr lang="fr-FR" dirty="0" err="1"/>
              <a:t>quas</a:t>
            </a:r>
            <a:r>
              <a:rPr lang="fr-FR" dirty="0"/>
              <a:t> </a:t>
            </a:r>
            <a:r>
              <a:rPr lang="fr-FR" dirty="0" err="1"/>
              <a:t>molestias</a:t>
            </a:r>
            <a:r>
              <a:rPr lang="fr-FR" dirty="0"/>
              <a:t> </a:t>
            </a:r>
            <a:r>
              <a:rPr lang="fr-FR" dirty="0" err="1"/>
              <a:t>excepturi</a:t>
            </a:r>
            <a:r>
              <a:rPr lang="fr-FR" dirty="0"/>
              <a:t> </a:t>
            </a:r>
            <a:r>
              <a:rPr lang="fr-FR" dirty="0" err="1"/>
              <a:t>sint</a:t>
            </a:r>
            <a:r>
              <a:rPr lang="fr-FR" dirty="0"/>
              <a:t> </a:t>
            </a:r>
            <a:r>
              <a:rPr lang="fr-FR" dirty="0" err="1"/>
              <a:t>occaecati</a:t>
            </a:r>
            <a:r>
              <a:rPr lang="fr-FR" dirty="0"/>
              <a:t> </a:t>
            </a:r>
            <a:r>
              <a:rPr lang="fr-FR" dirty="0" err="1"/>
              <a:t>cupiditate</a:t>
            </a:r>
            <a:r>
              <a:rPr lang="fr-FR" dirty="0"/>
              <a:t> non provident, </a:t>
            </a:r>
            <a:r>
              <a:rPr lang="fr-FR" dirty="0" err="1"/>
              <a:t>similique</a:t>
            </a:r>
            <a:r>
              <a:rPr lang="fr-FR" dirty="0"/>
              <a:t> </a:t>
            </a:r>
            <a:r>
              <a:rPr lang="fr-FR" dirty="0" err="1"/>
              <a:t>sunt</a:t>
            </a:r>
            <a:r>
              <a:rPr lang="fr-FR" dirty="0"/>
              <a:t> in culpa qui officia </a:t>
            </a:r>
            <a:r>
              <a:rPr lang="fr-FR" dirty="0" err="1"/>
              <a:t>deserunt</a:t>
            </a:r>
            <a:r>
              <a:rPr lang="fr-FR" dirty="0"/>
              <a:t> </a:t>
            </a:r>
            <a:r>
              <a:rPr lang="fr-FR" dirty="0" err="1"/>
              <a:t>mollitia</a:t>
            </a:r>
            <a:r>
              <a:rPr lang="fr-FR" dirty="0"/>
              <a:t> </a:t>
            </a:r>
            <a:r>
              <a:rPr lang="fr-FR" dirty="0" err="1"/>
              <a:t>animi</a:t>
            </a:r>
            <a:r>
              <a:rPr lang="fr-FR" dirty="0"/>
              <a:t>, id est </a:t>
            </a:r>
            <a:r>
              <a:rPr lang="fr-FR" dirty="0" err="1"/>
              <a:t>laborum</a:t>
            </a:r>
            <a:r>
              <a:rPr lang="fr-FR" dirty="0"/>
              <a:t> et </a:t>
            </a:r>
            <a:r>
              <a:rPr lang="fr-FR" dirty="0" err="1"/>
              <a:t>dolorum</a:t>
            </a:r>
            <a:r>
              <a:rPr lang="fr-FR" dirty="0"/>
              <a:t> </a:t>
            </a:r>
            <a:r>
              <a:rPr lang="fr-FR" dirty="0" err="1"/>
              <a:t>fuga</a:t>
            </a:r>
            <a:r>
              <a:rPr lang="fr-FR" dirty="0"/>
              <a:t>. Et </a:t>
            </a:r>
            <a:r>
              <a:rPr lang="fr-FR" dirty="0" err="1"/>
              <a:t>harum</a:t>
            </a:r>
            <a:r>
              <a:rPr lang="fr-FR" dirty="0"/>
              <a:t> </a:t>
            </a:r>
            <a:r>
              <a:rPr lang="fr-FR" dirty="0" err="1"/>
              <a:t>quidem</a:t>
            </a:r>
            <a:r>
              <a:rPr lang="fr-FR" dirty="0"/>
              <a:t> </a:t>
            </a:r>
            <a:r>
              <a:rPr lang="fr-FR" dirty="0" err="1"/>
              <a:t>rerum</a:t>
            </a:r>
            <a:r>
              <a:rPr lang="fr-FR" dirty="0"/>
              <a:t> </a:t>
            </a:r>
            <a:r>
              <a:rPr lang="fr-FR" dirty="0" err="1"/>
              <a:t>facilis</a:t>
            </a:r>
            <a:r>
              <a:rPr lang="fr-FR" dirty="0"/>
              <a:t> est et </a:t>
            </a:r>
            <a:r>
              <a:rPr lang="fr-FR" dirty="0" err="1"/>
              <a:t>expedita</a:t>
            </a:r>
            <a:r>
              <a:rPr lang="fr-FR" dirty="0"/>
              <a:t> </a:t>
            </a:r>
            <a:r>
              <a:rPr lang="fr-FR" dirty="0" err="1"/>
              <a:t>distinctio</a:t>
            </a:r>
            <a:r>
              <a:rPr lang="fr-FR" dirty="0"/>
              <a:t>. Nam libero </a:t>
            </a:r>
            <a:r>
              <a:rPr lang="fr-FR" dirty="0" err="1"/>
              <a:t>tempore</a:t>
            </a:r>
            <a:r>
              <a:rPr lang="fr-FR" dirty="0"/>
              <a:t>, cum </a:t>
            </a:r>
            <a:r>
              <a:rPr lang="fr-FR" dirty="0" err="1"/>
              <a:t>soluta</a:t>
            </a:r>
            <a:r>
              <a:rPr lang="fr-FR" dirty="0"/>
              <a:t> </a:t>
            </a:r>
            <a:r>
              <a:rPr lang="fr-FR" dirty="0" err="1"/>
              <a:t>nobis</a:t>
            </a:r>
            <a:r>
              <a:rPr lang="fr-FR" dirty="0"/>
              <a:t> est </a:t>
            </a:r>
            <a:r>
              <a:rPr lang="fr-FR" dirty="0" err="1"/>
              <a:t>eligendi</a:t>
            </a:r>
            <a:r>
              <a:rPr lang="fr-FR" dirty="0"/>
              <a:t> </a:t>
            </a:r>
            <a:r>
              <a:rPr lang="fr-FR" dirty="0" err="1"/>
              <a:t>optio</a:t>
            </a:r>
            <a:r>
              <a:rPr lang="fr-FR" dirty="0"/>
              <a:t> </a:t>
            </a:r>
            <a:r>
              <a:rPr lang="fr-FR" dirty="0" err="1"/>
              <a:t>cumque</a:t>
            </a:r>
            <a:r>
              <a:rPr lang="fr-FR" dirty="0"/>
              <a:t> nihil </a:t>
            </a:r>
            <a:r>
              <a:rPr lang="fr-FR" dirty="0" err="1"/>
              <a:t>impedit</a:t>
            </a:r>
            <a:r>
              <a:rPr lang="fr-FR" dirty="0"/>
              <a:t> quo minus id</a:t>
            </a:r>
          </a:p>
        </p:txBody>
      </p:sp>
    </p:spTree>
    <p:extLst>
      <p:ext uri="{BB962C8B-B14F-4D97-AF65-F5344CB8AC3E}">
        <p14:creationId xmlns:p14="http://schemas.microsoft.com/office/powerpoint/2010/main" val="3991964836"/>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reserve="1">
  <p:cSld name="Référence Light 12">
    <p:spTree>
      <p:nvGrpSpPr>
        <p:cNvPr id="1" name=""/>
        <p:cNvGrpSpPr/>
        <p:nvPr/>
      </p:nvGrpSpPr>
      <p:grpSpPr>
        <a:xfrm>
          <a:off x="0" y="0"/>
          <a:ext cx="0" cy="0"/>
          <a:chOff x="0" y="0"/>
          <a:chExt cx="0" cy="0"/>
        </a:xfrm>
      </p:grpSpPr>
      <p:pic>
        <p:nvPicPr>
          <p:cNvPr id="17" name="Image 16">
            <a:extLst>
              <a:ext uri="{FF2B5EF4-FFF2-40B4-BE49-F238E27FC236}">
                <a16:creationId xmlns:a16="http://schemas.microsoft.com/office/drawing/2014/main" id="{E325A0B9-21A3-9A34-FBF7-D6585C2C6E7A}"/>
              </a:ext>
            </a:extLst>
          </p:cNvPr>
          <p:cNvPicPr>
            <a:picLocks noChangeAspect="1"/>
          </p:cNvPicPr>
          <p:nvPr/>
        </p:nvPicPr>
        <p:blipFill>
          <a:blip r:embed="rId2"/>
          <a:srcRect/>
          <a:stretch/>
        </p:blipFill>
        <p:spPr>
          <a:xfrm>
            <a:off x="0" y="0"/>
            <a:ext cx="12177440" cy="6858000"/>
          </a:xfrm>
          <a:prstGeom prst="rect">
            <a:avLst/>
          </a:prstGeom>
        </p:spPr>
      </p:pic>
      <p:sp>
        <p:nvSpPr>
          <p:cNvPr id="4" name="object 11">
            <a:extLst>
              <a:ext uri="{FF2B5EF4-FFF2-40B4-BE49-F238E27FC236}">
                <a16:creationId xmlns:a16="http://schemas.microsoft.com/office/drawing/2014/main" id="{10D34413-DA51-D9D8-29E8-6DE8F8A5EFCE}"/>
              </a:ext>
            </a:extLst>
          </p:cNvPr>
          <p:cNvSpPr/>
          <p:nvPr/>
        </p:nvSpPr>
        <p:spPr>
          <a:xfrm>
            <a:off x="11397941" y="0"/>
            <a:ext cx="794059" cy="6857615"/>
          </a:xfrm>
          <a:custGeom>
            <a:avLst/>
            <a:gdLst/>
            <a:ahLst/>
            <a:cxnLst/>
            <a:rect l="l" t="t" r="r" b="b"/>
            <a:pathLst>
              <a:path w="1309369" h="11308715">
                <a:moveTo>
                  <a:pt x="1308860" y="0"/>
                </a:moveTo>
                <a:lnTo>
                  <a:pt x="0" y="0"/>
                </a:lnTo>
                <a:lnTo>
                  <a:pt x="0" y="11308556"/>
                </a:lnTo>
                <a:lnTo>
                  <a:pt x="1308860" y="11308556"/>
                </a:lnTo>
                <a:lnTo>
                  <a:pt x="1308860" y="0"/>
                </a:lnTo>
                <a:close/>
              </a:path>
            </a:pathLst>
          </a:custGeom>
          <a:solidFill>
            <a:schemeClr val="tx1"/>
          </a:solidFill>
          <a:ln>
            <a:noFill/>
          </a:ln>
        </p:spPr>
        <p:txBody>
          <a:bodyPr wrap="square" lIns="0" tIns="0" rIns="0" bIns="0" rtlCol="0"/>
          <a:lstStyle/>
          <a:p>
            <a:endParaRPr sz="1092"/>
          </a:p>
        </p:txBody>
      </p:sp>
      <p:sp>
        <p:nvSpPr>
          <p:cNvPr id="2" name="Espace réservé du pied de page 4">
            <a:extLst>
              <a:ext uri="{FF2B5EF4-FFF2-40B4-BE49-F238E27FC236}">
                <a16:creationId xmlns:a16="http://schemas.microsoft.com/office/drawing/2014/main" id="{97ADE9E6-DC8A-B79F-0E6A-9D6F3EC57782}"/>
              </a:ext>
            </a:extLst>
          </p:cNvPr>
          <p:cNvSpPr>
            <a:spLocks noGrp="1"/>
          </p:cNvSpPr>
          <p:nvPr>
            <p:ph type="ftr" sz="quarter" idx="3"/>
          </p:nvPr>
        </p:nvSpPr>
        <p:spPr>
          <a:xfrm rot="16200000">
            <a:off x="9737570" y="2572960"/>
            <a:ext cx="4114800" cy="365125"/>
          </a:xfrm>
          <a:prstGeom prst="rect">
            <a:avLst/>
          </a:prstGeom>
        </p:spPr>
        <p:txBody>
          <a:bodyPr vert="horz" lIns="91440" tIns="45720" rIns="91440" bIns="45720" rtlCol="0" anchor="ctr"/>
          <a:lstStyle>
            <a:lvl1pPr>
              <a:defRPr lang="en-US" sz="728" dirty="0">
                <a:solidFill>
                  <a:schemeClr val="bg1"/>
                </a:solidFill>
                <a:latin typeface="Poppins" pitchFamily="2" charset="77"/>
                <a:cs typeface="Poppins" pitchFamily="2" charset="77"/>
              </a:defRPr>
            </a:lvl1pPr>
          </a:lstStyle>
          <a:p>
            <a:pPr algn="r"/>
            <a:r>
              <a:rPr lang="fr-FR"/>
              <a:t>Architectes des grandes transformations</a:t>
            </a:r>
            <a:endParaRPr lang="fr-US"/>
          </a:p>
        </p:txBody>
      </p:sp>
      <p:sp>
        <p:nvSpPr>
          <p:cNvPr id="3" name="Espace réservé du numéro de diapositive 18">
            <a:extLst>
              <a:ext uri="{FF2B5EF4-FFF2-40B4-BE49-F238E27FC236}">
                <a16:creationId xmlns:a16="http://schemas.microsoft.com/office/drawing/2014/main" id="{40599553-1744-B948-F679-B18C359A2A19}"/>
              </a:ext>
            </a:extLst>
          </p:cNvPr>
          <p:cNvSpPr>
            <a:spLocks noGrp="1"/>
          </p:cNvSpPr>
          <p:nvPr>
            <p:ph type="sldNum" sz="quarter" idx="4"/>
          </p:nvPr>
        </p:nvSpPr>
        <p:spPr>
          <a:xfrm>
            <a:off x="11588253" y="165403"/>
            <a:ext cx="420073" cy="365125"/>
          </a:xfrm>
          <a:prstGeom prst="rect">
            <a:avLst/>
          </a:prstGeom>
        </p:spPr>
        <p:txBody>
          <a:bodyPr/>
          <a:lstStyle>
            <a:lvl1pPr algn="ctr">
              <a:defRPr lang="en-US" sz="667" b="1" smtClean="0">
                <a:solidFill>
                  <a:schemeClr val="bg1"/>
                </a:solidFill>
                <a:latin typeface="Poppins" pitchFamily="2" charset="77"/>
                <a:cs typeface="Poppins" pitchFamily="2" charset="77"/>
              </a:defRPr>
            </a:lvl1pPr>
          </a:lstStyle>
          <a:p>
            <a:fld id="{8042310B-17DC-C845-9B99-8FE29D3E9696}" type="slidenum">
              <a:rPr lang="fr-FR" smtClean="0"/>
              <a:pPr/>
              <a:t>‹N°›</a:t>
            </a:fld>
            <a:endParaRPr lang="fr-FR" dirty="0"/>
          </a:p>
        </p:txBody>
      </p:sp>
      <p:sp>
        <p:nvSpPr>
          <p:cNvPr id="5" name="object 14">
            <a:extLst>
              <a:ext uri="{FF2B5EF4-FFF2-40B4-BE49-F238E27FC236}">
                <a16:creationId xmlns:a16="http://schemas.microsoft.com/office/drawing/2014/main" id="{0BEBFB05-8DE3-A267-9D37-864C2BE599F7}"/>
              </a:ext>
            </a:extLst>
          </p:cNvPr>
          <p:cNvSpPr/>
          <p:nvPr/>
        </p:nvSpPr>
        <p:spPr>
          <a:xfrm>
            <a:off x="11397456" y="6063824"/>
            <a:ext cx="794059" cy="0"/>
          </a:xfrm>
          <a:custGeom>
            <a:avLst/>
            <a:gdLst/>
            <a:ahLst/>
            <a:cxnLst/>
            <a:rect l="l" t="t" r="r" b="b"/>
            <a:pathLst>
              <a:path w="1309369">
                <a:moveTo>
                  <a:pt x="0" y="0"/>
                </a:moveTo>
                <a:lnTo>
                  <a:pt x="1308860" y="0"/>
                </a:lnTo>
              </a:path>
            </a:pathLst>
          </a:custGeom>
          <a:ln w="7853">
            <a:solidFill>
              <a:schemeClr val="bg1"/>
            </a:solidFill>
          </a:ln>
        </p:spPr>
        <p:txBody>
          <a:bodyPr wrap="square" lIns="0" tIns="0" rIns="0" bIns="0" rtlCol="0"/>
          <a:lstStyle/>
          <a:p>
            <a:endParaRPr sz="1092"/>
          </a:p>
        </p:txBody>
      </p:sp>
      <p:grpSp>
        <p:nvGrpSpPr>
          <p:cNvPr id="6" name="Graphique 21">
            <a:extLst>
              <a:ext uri="{FF2B5EF4-FFF2-40B4-BE49-F238E27FC236}">
                <a16:creationId xmlns:a16="http://schemas.microsoft.com/office/drawing/2014/main" id="{53708514-84A2-1B09-3C16-DCBB1DDB6761}"/>
              </a:ext>
            </a:extLst>
          </p:cNvPr>
          <p:cNvGrpSpPr/>
          <p:nvPr/>
        </p:nvGrpSpPr>
        <p:grpSpPr>
          <a:xfrm>
            <a:off x="11646607" y="6340088"/>
            <a:ext cx="329427" cy="214383"/>
            <a:chOff x="19204770" y="10455275"/>
            <a:chExt cx="543212" cy="353534"/>
          </a:xfrm>
        </p:grpSpPr>
        <p:sp>
          <p:nvSpPr>
            <p:cNvPr id="7" name="Forme libre : forme 3">
              <a:extLst>
                <a:ext uri="{FF2B5EF4-FFF2-40B4-BE49-F238E27FC236}">
                  <a16:creationId xmlns:a16="http://schemas.microsoft.com/office/drawing/2014/main" id="{31C42F6D-7A13-B8E3-17A5-85FE87D2A64D}"/>
                </a:ext>
              </a:extLst>
            </p:cNvPr>
            <p:cNvSpPr/>
            <p:nvPr/>
          </p:nvSpPr>
          <p:spPr>
            <a:xfrm>
              <a:off x="19204770" y="10455275"/>
              <a:ext cx="373208" cy="353534"/>
            </a:xfrm>
            <a:custGeom>
              <a:avLst/>
              <a:gdLst>
                <a:gd name="connsiteX0" fmla="*/ 187219 w 373208"/>
                <a:gd name="connsiteY0" fmla="*/ 0 h 353534"/>
                <a:gd name="connsiteX1" fmla="*/ 0 w 373208"/>
                <a:gd name="connsiteY1" fmla="*/ 177228 h 353534"/>
                <a:gd name="connsiteX2" fmla="*/ 185990 w 373208"/>
                <a:gd name="connsiteY2" fmla="*/ 353534 h 353534"/>
                <a:gd name="connsiteX3" fmla="*/ 373209 w 373208"/>
                <a:gd name="connsiteY3" fmla="*/ 175998 h 353534"/>
                <a:gd name="connsiteX4" fmla="*/ 187219 w 373208"/>
                <a:gd name="connsiteY4" fmla="*/ 0 h 353534"/>
                <a:gd name="connsiteX5" fmla="*/ 187219 w 373208"/>
                <a:gd name="connsiteY5" fmla="*/ 252777 h 353534"/>
                <a:gd name="connsiteX6" fmla="*/ 115437 w 373208"/>
                <a:gd name="connsiteY6" fmla="*/ 175922 h 353534"/>
                <a:gd name="connsiteX7" fmla="*/ 185990 w 373208"/>
                <a:gd name="connsiteY7" fmla="*/ 100373 h 353534"/>
                <a:gd name="connsiteX8" fmla="*/ 257772 w 373208"/>
                <a:gd name="connsiteY8" fmla="*/ 177228 h 353534"/>
                <a:gd name="connsiteX9" fmla="*/ 187219 w 373208"/>
                <a:gd name="connsiteY9" fmla="*/ 252777 h 353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73208" h="353534">
                  <a:moveTo>
                    <a:pt x="187219" y="0"/>
                  </a:moveTo>
                  <a:cubicBezTo>
                    <a:pt x="78623" y="0"/>
                    <a:pt x="0" y="81159"/>
                    <a:pt x="0" y="177228"/>
                  </a:cubicBezTo>
                  <a:cubicBezTo>
                    <a:pt x="0" y="273297"/>
                    <a:pt x="78008" y="353534"/>
                    <a:pt x="185990" y="353534"/>
                  </a:cubicBezTo>
                  <a:cubicBezTo>
                    <a:pt x="293971" y="353534"/>
                    <a:pt x="373209" y="272144"/>
                    <a:pt x="373209" y="175998"/>
                  </a:cubicBezTo>
                  <a:cubicBezTo>
                    <a:pt x="373209" y="79853"/>
                    <a:pt x="295201" y="0"/>
                    <a:pt x="187219" y="0"/>
                  </a:cubicBezTo>
                  <a:moveTo>
                    <a:pt x="187219" y="252777"/>
                  </a:moveTo>
                  <a:cubicBezTo>
                    <a:pt x="145410" y="252777"/>
                    <a:pt x="115437" y="217193"/>
                    <a:pt x="115437" y="175922"/>
                  </a:cubicBezTo>
                  <a:cubicBezTo>
                    <a:pt x="115437" y="134650"/>
                    <a:pt x="142951" y="100373"/>
                    <a:pt x="185990" y="100373"/>
                  </a:cubicBezTo>
                  <a:cubicBezTo>
                    <a:pt x="227799" y="100373"/>
                    <a:pt x="257772" y="135957"/>
                    <a:pt x="257772" y="177228"/>
                  </a:cubicBezTo>
                  <a:cubicBezTo>
                    <a:pt x="257772" y="218499"/>
                    <a:pt x="230566" y="252777"/>
                    <a:pt x="187219" y="252777"/>
                  </a:cubicBezTo>
                </a:path>
              </a:pathLst>
            </a:custGeom>
            <a:solidFill>
              <a:schemeClr val="bg1"/>
            </a:solidFill>
            <a:ln w="7647" cap="flat">
              <a:noFill/>
              <a:prstDash val="solid"/>
              <a:miter/>
            </a:ln>
          </p:spPr>
          <p:txBody>
            <a:bodyPr rtlCol="0" anchor="ctr"/>
            <a:lstStyle/>
            <a:p>
              <a:endParaRPr lang="fr-FR" sz="1092"/>
            </a:p>
          </p:txBody>
        </p:sp>
        <p:sp>
          <p:nvSpPr>
            <p:cNvPr id="8" name="Forme libre : forme 4">
              <a:extLst>
                <a:ext uri="{FF2B5EF4-FFF2-40B4-BE49-F238E27FC236}">
                  <a16:creationId xmlns:a16="http://schemas.microsoft.com/office/drawing/2014/main" id="{47A73EB0-AB80-9491-022A-C1D2B9AF734E}"/>
                </a:ext>
              </a:extLst>
            </p:cNvPr>
            <p:cNvSpPr/>
            <p:nvPr/>
          </p:nvSpPr>
          <p:spPr>
            <a:xfrm>
              <a:off x="19603033" y="10663629"/>
              <a:ext cx="144948" cy="144948"/>
            </a:xfrm>
            <a:custGeom>
              <a:avLst/>
              <a:gdLst>
                <a:gd name="connsiteX0" fmla="*/ 144949 w 144948"/>
                <a:gd name="connsiteY0" fmla="*/ 72474 h 144948"/>
                <a:gd name="connsiteX1" fmla="*/ 72474 w 144948"/>
                <a:gd name="connsiteY1" fmla="*/ 144949 h 144948"/>
                <a:gd name="connsiteX2" fmla="*/ 0 w 144948"/>
                <a:gd name="connsiteY2" fmla="*/ 72474 h 144948"/>
                <a:gd name="connsiteX3" fmla="*/ 72474 w 144948"/>
                <a:gd name="connsiteY3" fmla="*/ 0 h 144948"/>
                <a:gd name="connsiteX4" fmla="*/ 144949 w 144948"/>
                <a:gd name="connsiteY4" fmla="*/ 72474 h 1449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4948" h="144948">
                  <a:moveTo>
                    <a:pt x="144949" y="72474"/>
                  </a:moveTo>
                  <a:cubicBezTo>
                    <a:pt x="144949" y="112501"/>
                    <a:pt x="112501" y="144949"/>
                    <a:pt x="72474" y="144949"/>
                  </a:cubicBezTo>
                  <a:cubicBezTo>
                    <a:pt x="32448" y="144949"/>
                    <a:pt x="0" y="112501"/>
                    <a:pt x="0" y="72474"/>
                  </a:cubicBezTo>
                  <a:cubicBezTo>
                    <a:pt x="0" y="32448"/>
                    <a:pt x="32448" y="0"/>
                    <a:pt x="72474" y="0"/>
                  </a:cubicBezTo>
                  <a:cubicBezTo>
                    <a:pt x="112501" y="0"/>
                    <a:pt x="144949" y="32448"/>
                    <a:pt x="144949" y="72474"/>
                  </a:cubicBezTo>
                </a:path>
              </a:pathLst>
            </a:custGeom>
            <a:solidFill>
              <a:srgbClr val="0099D9"/>
            </a:solidFill>
            <a:ln w="7647" cap="flat">
              <a:noFill/>
              <a:prstDash val="solid"/>
              <a:miter/>
            </a:ln>
          </p:spPr>
          <p:txBody>
            <a:bodyPr rtlCol="0" anchor="ctr"/>
            <a:lstStyle/>
            <a:p>
              <a:endParaRPr lang="fr-FR" sz="1092"/>
            </a:p>
          </p:txBody>
        </p:sp>
      </p:grpSp>
      <p:sp>
        <p:nvSpPr>
          <p:cNvPr id="20" name="Espace réservé du texte 22">
            <a:extLst>
              <a:ext uri="{FF2B5EF4-FFF2-40B4-BE49-F238E27FC236}">
                <a16:creationId xmlns:a16="http://schemas.microsoft.com/office/drawing/2014/main" id="{8C8EBFD8-2352-3161-FECA-F5229C0183A6}"/>
              </a:ext>
            </a:extLst>
          </p:cNvPr>
          <p:cNvSpPr>
            <a:spLocks noGrp="1"/>
          </p:cNvSpPr>
          <p:nvPr>
            <p:ph type="body" sz="quarter" idx="17" hasCustomPrompt="1"/>
          </p:nvPr>
        </p:nvSpPr>
        <p:spPr>
          <a:xfrm>
            <a:off x="1139871" y="360437"/>
            <a:ext cx="9871029" cy="263149"/>
          </a:xfrm>
          <a:noFill/>
        </p:spPr>
        <p:txBody>
          <a:bodyPr wrap="square" anchor="b">
            <a:noAutofit/>
          </a:bodyPr>
          <a:lstStyle>
            <a:lvl1pPr marL="0" indent="0">
              <a:lnSpc>
                <a:spcPct val="120000"/>
              </a:lnSpc>
              <a:spcBef>
                <a:spcPts val="0"/>
              </a:spcBef>
              <a:spcAft>
                <a:spcPts val="600"/>
              </a:spcAft>
              <a:buNone/>
              <a:defRPr sz="1200" b="0">
                <a:solidFill>
                  <a:schemeClr val="tx2"/>
                </a:solidFill>
              </a:defRPr>
            </a:lvl1pPr>
          </a:lstStyle>
          <a:p>
            <a:pPr lvl="0"/>
            <a:r>
              <a:rPr lang="fr-FR" dirty="0"/>
              <a:t>Titre ici. Par exemple « Références »</a:t>
            </a:r>
          </a:p>
        </p:txBody>
      </p:sp>
      <p:sp>
        <p:nvSpPr>
          <p:cNvPr id="9" name="Titre 17">
            <a:extLst>
              <a:ext uri="{FF2B5EF4-FFF2-40B4-BE49-F238E27FC236}">
                <a16:creationId xmlns:a16="http://schemas.microsoft.com/office/drawing/2014/main" id="{B58FA6E9-5568-B8FD-B9AF-F5E4F6538D88}"/>
              </a:ext>
            </a:extLst>
          </p:cNvPr>
          <p:cNvSpPr>
            <a:spLocks noGrp="1"/>
          </p:cNvSpPr>
          <p:nvPr>
            <p:ph type="title" hasCustomPrompt="1"/>
          </p:nvPr>
        </p:nvSpPr>
        <p:spPr>
          <a:xfrm>
            <a:off x="1139871" y="1726354"/>
            <a:ext cx="4079829" cy="291618"/>
          </a:xfrm>
          <a:noFill/>
        </p:spPr>
        <p:txBody>
          <a:bodyPr wrap="square" anchor="ctr" anchorCtr="0">
            <a:spAutoFit/>
          </a:bodyPr>
          <a:lstStyle>
            <a:lvl1pPr>
              <a:lnSpc>
                <a:spcPct val="90000"/>
              </a:lnSpc>
              <a:spcAft>
                <a:spcPts val="600"/>
              </a:spcAft>
              <a:defRPr sz="1400">
                <a:solidFill>
                  <a:schemeClr val="tx1"/>
                </a:solidFill>
              </a:defRPr>
            </a:lvl1pPr>
          </a:lstStyle>
          <a:p>
            <a:r>
              <a:rPr lang="fr-FR" dirty="0"/>
              <a:t>Titre ici. Exemple « La nature du projet »</a:t>
            </a:r>
          </a:p>
        </p:txBody>
      </p:sp>
      <p:sp>
        <p:nvSpPr>
          <p:cNvPr id="10" name="Espace réservé du texte 2">
            <a:extLst>
              <a:ext uri="{FF2B5EF4-FFF2-40B4-BE49-F238E27FC236}">
                <a16:creationId xmlns:a16="http://schemas.microsoft.com/office/drawing/2014/main" id="{38C2883F-82A9-1392-1DFD-2B9DC5D1B448}"/>
              </a:ext>
            </a:extLst>
          </p:cNvPr>
          <p:cNvSpPr>
            <a:spLocks noGrp="1"/>
          </p:cNvSpPr>
          <p:nvPr>
            <p:ph idx="1" hasCustomPrompt="1"/>
          </p:nvPr>
        </p:nvSpPr>
        <p:spPr>
          <a:xfrm>
            <a:off x="1149927" y="2017972"/>
            <a:ext cx="4069773" cy="1912062"/>
          </a:xfrm>
          <a:prstGeom prst="rect">
            <a:avLst/>
          </a:prstGeom>
        </p:spPr>
        <p:txBody>
          <a:bodyPr vert="horz" wrap="square" lIns="91440" tIns="45720" rIns="91440" bIns="45720" rtlCol="0">
            <a:spAutoFit/>
          </a:bodyPr>
          <a:lstStyle>
            <a:lvl1pPr marL="0" indent="0">
              <a:lnSpc>
                <a:spcPct val="120000"/>
              </a:lnSpc>
              <a:spcBef>
                <a:spcPts val="0"/>
              </a:spcBef>
              <a:buClr>
                <a:schemeClr val="tx2"/>
              </a:buClr>
              <a:buNone/>
              <a:defRPr lang="fr-FR" dirty="0">
                <a:solidFill>
                  <a:schemeClr val="tx1"/>
                </a:solidFill>
                <a:latin typeface="Poppins" pitchFamily="2" charset="77"/>
                <a:cs typeface="Poppins" pitchFamily="2" charset="77"/>
              </a:defRPr>
            </a:lvl1pPr>
            <a:lvl2pPr>
              <a:lnSpc>
                <a:spcPct val="120000"/>
              </a:lnSpc>
              <a:spcBef>
                <a:spcPts val="0"/>
              </a:spcBef>
              <a:buClr>
                <a:schemeClr val="tx2"/>
              </a:buClr>
              <a:defRPr lang="fr-FR" dirty="0">
                <a:solidFill>
                  <a:schemeClr val="bg1"/>
                </a:solidFill>
                <a:latin typeface="Poppins" pitchFamily="2" charset="77"/>
                <a:cs typeface="Poppins" pitchFamily="2" charset="77"/>
              </a:defRPr>
            </a:lvl2pPr>
            <a:lvl3pPr>
              <a:lnSpc>
                <a:spcPct val="120000"/>
              </a:lnSpc>
              <a:spcBef>
                <a:spcPts val="0"/>
              </a:spcBef>
              <a:buClr>
                <a:schemeClr val="tx2"/>
              </a:buClr>
              <a:defRPr lang="fr-FR" dirty="0">
                <a:solidFill>
                  <a:schemeClr val="bg1"/>
                </a:solidFill>
                <a:latin typeface="Poppins" pitchFamily="2" charset="77"/>
                <a:cs typeface="Poppins" pitchFamily="2" charset="77"/>
              </a:defRPr>
            </a:lvl3pPr>
            <a:lvl4pPr>
              <a:lnSpc>
                <a:spcPct val="120000"/>
              </a:lnSpc>
              <a:spcBef>
                <a:spcPts val="0"/>
              </a:spcBef>
              <a:buClr>
                <a:schemeClr val="tx2"/>
              </a:buClr>
              <a:defRPr lang="fr-FR" dirty="0">
                <a:solidFill>
                  <a:schemeClr val="bg1"/>
                </a:solidFill>
                <a:latin typeface="Poppins" pitchFamily="2" charset="77"/>
                <a:cs typeface="Poppins" pitchFamily="2" charset="77"/>
              </a:defRPr>
            </a:lvl4pPr>
            <a:lvl5pPr>
              <a:lnSpc>
                <a:spcPct val="120000"/>
              </a:lnSpc>
              <a:spcBef>
                <a:spcPts val="0"/>
              </a:spcBef>
              <a:buClr>
                <a:schemeClr val="tx2"/>
              </a:buClr>
              <a:defRPr lang="fr-FR" dirty="0">
                <a:solidFill>
                  <a:schemeClr val="bg1"/>
                </a:solidFill>
                <a:latin typeface="Poppins" pitchFamily="2" charset="77"/>
                <a:cs typeface="Poppins" pitchFamily="2" charset="77"/>
              </a:defRPr>
            </a:lvl5pPr>
          </a:lstStyle>
          <a:p>
            <a:pPr lvl="0">
              <a:spcAft>
                <a:spcPts val="600"/>
              </a:spcAft>
            </a:pPr>
            <a:r>
              <a:rPr lang="fr-FR" dirty="0"/>
              <a:t>At </a:t>
            </a:r>
            <a:r>
              <a:rPr lang="fr-FR" dirty="0" err="1"/>
              <a:t>vero</a:t>
            </a:r>
            <a:r>
              <a:rPr lang="fr-FR" dirty="0"/>
              <a:t> </a:t>
            </a:r>
            <a:r>
              <a:rPr lang="fr-FR" dirty="0" err="1"/>
              <a:t>eos</a:t>
            </a:r>
            <a:r>
              <a:rPr lang="fr-FR" dirty="0"/>
              <a:t> et </a:t>
            </a:r>
            <a:r>
              <a:rPr lang="fr-FR" dirty="0" err="1"/>
              <a:t>accusamus</a:t>
            </a:r>
            <a:r>
              <a:rPr lang="fr-FR" dirty="0"/>
              <a:t> et </a:t>
            </a:r>
            <a:r>
              <a:rPr lang="fr-FR" dirty="0" err="1"/>
              <a:t>iusto</a:t>
            </a:r>
            <a:r>
              <a:rPr lang="fr-FR" dirty="0"/>
              <a:t> </a:t>
            </a:r>
            <a:r>
              <a:rPr lang="fr-FR" dirty="0" err="1"/>
              <a:t>odio</a:t>
            </a:r>
            <a:r>
              <a:rPr lang="fr-FR" dirty="0"/>
              <a:t> </a:t>
            </a:r>
            <a:r>
              <a:rPr lang="fr-FR" dirty="0" err="1"/>
              <a:t>dignissimos</a:t>
            </a:r>
            <a:r>
              <a:rPr lang="fr-FR" dirty="0"/>
              <a:t> </a:t>
            </a:r>
            <a:r>
              <a:rPr lang="fr-FR" dirty="0" err="1"/>
              <a:t>ducimus</a:t>
            </a:r>
            <a:r>
              <a:rPr lang="fr-FR" dirty="0"/>
              <a:t> qui </a:t>
            </a:r>
            <a:r>
              <a:rPr lang="fr-FR" dirty="0" err="1"/>
              <a:t>blanditiis</a:t>
            </a:r>
            <a:r>
              <a:rPr lang="fr-FR" dirty="0"/>
              <a:t> </a:t>
            </a:r>
            <a:r>
              <a:rPr lang="fr-FR" dirty="0" err="1"/>
              <a:t>praesentium</a:t>
            </a:r>
            <a:r>
              <a:rPr lang="fr-FR" dirty="0"/>
              <a:t> </a:t>
            </a:r>
            <a:r>
              <a:rPr lang="fr-FR" dirty="0" err="1"/>
              <a:t>voluptatum</a:t>
            </a:r>
            <a:r>
              <a:rPr lang="fr-FR" dirty="0"/>
              <a:t> </a:t>
            </a:r>
            <a:r>
              <a:rPr lang="fr-FR" dirty="0" err="1"/>
              <a:t>deleniti</a:t>
            </a:r>
            <a:r>
              <a:rPr lang="fr-FR" dirty="0"/>
              <a:t> </a:t>
            </a:r>
            <a:r>
              <a:rPr lang="fr-FR" dirty="0" err="1"/>
              <a:t>atque</a:t>
            </a:r>
            <a:r>
              <a:rPr lang="fr-FR" dirty="0"/>
              <a:t> </a:t>
            </a:r>
            <a:r>
              <a:rPr lang="fr-FR" dirty="0" err="1"/>
              <a:t>corrupti</a:t>
            </a:r>
            <a:r>
              <a:rPr lang="fr-FR" dirty="0"/>
              <a:t> </a:t>
            </a:r>
            <a:r>
              <a:rPr lang="fr-FR" dirty="0" err="1"/>
              <a:t>quos</a:t>
            </a:r>
            <a:r>
              <a:rPr lang="fr-FR" dirty="0"/>
              <a:t> </a:t>
            </a:r>
            <a:r>
              <a:rPr lang="fr-FR" dirty="0" err="1"/>
              <a:t>dolores</a:t>
            </a:r>
            <a:r>
              <a:rPr lang="fr-FR" dirty="0"/>
              <a:t> et </a:t>
            </a:r>
            <a:r>
              <a:rPr lang="fr-FR" dirty="0" err="1"/>
              <a:t>quas</a:t>
            </a:r>
            <a:r>
              <a:rPr lang="fr-FR" dirty="0"/>
              <a:t> </a:t>
            </a:r>
            <a:r>
              <a:rPr lang="fr-FR" dirty="0" err="1"/>
              <a:t>molestias</a:t>
            </a:r>
            <a:r>
              <a:rPr lang="fr-FR" dirty="0"/>
              <a:t> </a:t>
            </a:r>
            <a:r>
              <a:rPr lang="fr-FR" dirty="0" err="1"/>
              <a:t>excepturi</a:t>
            </a:r>
            <a:r>
              <a:rPr lang="fr-FR" dirty="0"/>
              <a:t> </a:t>
            </a:r>
            <a:r>
              <a:rPr lang="fr-FR" dirty="0" err="1"/>
              <a:t>sint</a:t>
            </a:r>
            <a:r>
              <a:rPr lang="fr-FR" dirty="0"/>
              <a:t> </a:t>
            </a:r>
            <a:r>
              <a:rPr lang="fr-FR" dirty="0" err="1"/>
              <a:t>occaecati</a:t>
            </a:r>
            <a:r>
              <a:rPr lang="fr-FR" dirty="0"/>
              <a:t> </a:t>
            </a:r>
            <a:r>
              <a:rPr lang="fr-FR" dirty="0" err="1"/>
              <a:t>cupiditate</a:t>
            </a:r>
            <a:r>
              <a:rPr lang="fr-FR" dirty="0"/>
              <a:t> non provident, </a:t>
            </a:r>
            <a:r>
              <a:rPr lang="fr-FR" dirty="0" err="1"/>
              <a:t>similique</a:t>
            </a:r>
            <a:r>
              <a:rPr lang="fr-FR" dirty="0"/>
              <a:t> </a:t>
            </a:r>
            <a:r>
              <a:rPr lang="fr-FR" dirty="0" err="1"/>
              <a:t>sunt</a:t>
            </a:r>
            <a:r>
              <a:rPr lang="fr-FR" dirty="0"/>
              <a:t> in culpa qui officia </a:t>
            </a:r>
            <a:r>
              <a:rPr lang="fr-FR" dirty="0" err="1"/>
              <a:t>deserunt</a:t>
            </a:r>
            <a:r>
              <a:rPr lang="fr-FR" dirty="0"/>
              <a:t> </a:t>
            </a:r>
            <a:r>
              <a:rPr lang="fr-FR" dirty="0" err="1"/>
              <a:t>mollitia</a:t>
            </a:r>
            <a:r>
              <a:rPr lang="fr-FR" dirty="0"/>
              <a:t> </a:t>
            </a:r>
            <a:r>
              <a:rPr lang="fr-FR" dirty="0" err="1"/>
              <a:t>animi</a:t>
            </a:r>
            <a:r>
              <a:rPr lang="fr-FR" dirty="0"/>
              <a:t>, id est </a:t>
            </a:r>
            <a:r>
              <a:rPr lang="fr-FR" dirty="0" err="1"/>
              <a:t>laborum</a:t>
            </a:r>
            <a:r>
              <a:rPr lang="fr-FR" dirty="0"/>
              <a:t> et </a:t>
            </a:r>
            <a:r>
              <a:rPr lang="fr-FR" dirty="0" err="1"/>
              <a:t>dolorum</a:t>
            </a:r>
            <a:r>
              <a:rPr lang="fr-FR" dirty="0"/>
              <a:t> </a:t>
            </a:r>
            <a:r>
              <a:rPr lang="fr-FR" dirty="0" err="1"/>
              <a:t>fuga</a:t>
            </a:r>
            <a:r>
              <a:rPr lang="fr-FR" dirty="0"/>
              <a:t>. Et </a:t>
            </a:r>
            <a:r>
              <a:rPr lang="fr-FR" dirty="0" err="1"/>
              <a:t>harum</a:t>
            </a:r>
            <a:r>
              <a:rPr lang="fr-FR" dirty="0"/>
              <a:t> </a:t>
            </a:r>
            <a:r>
              <a:rPr lang="fr-FR" dirty="0" err="1"/>
              <a:t>quidem</a:t>
            </a:r>
            <a:r>
              <a:rPr lang="fr-FR" dirty="0"/>
              <a:t> </a:t>
            </a:r>
            <a:r>
              <a:rPr lang="fr-FR" dirty="0" err="1"/>
              <a:t>rerum</a:t>
            </a:r>
            <a:r>
              <a:rPr lang="fr-FR" dirty="0"/>
              <a:t> </a:t>
            </a:r>
            <a:r>
              <a:rPr lang="fr-FR" dirty="0" err="1"/>
              <a:t>facilis</a:t>
            </a:r>
            <a:r>
              <a:rPr lang="fr-FR" dirty="0"/>
              <a:t> est et </a:t>
            </a:r>
            <a:r>
              <a:rPr lang="fr-FR" dirty="0" err="1"/>
              <a:t>expedita</a:t>
            </a:r>
            <a:r>
              <a:rPr lang="fr-FR" dirty="0"/>
              <a:t> </a:t>
            </a:r>
            <a:r>
              <a:rPr lang="fr-FR" dirty="0" err="1"/>
              <a:t>distinctio</a:t>
            </a:r>
            <a:r>
              <a:rPr lang="fr-FR" dirty="0"/>
              <a:t>. Nam libero </a:t>
            </a:r>
            <a:r>
              <a:rPr lang="fr-FR" dirty="0" err="1"/>
              <a:t>tempore</a:t>
            </a:r>
            <a:r>
              <a:rPr lang="fr-FR" dirty="0"/>
              <a:t>, cum </a:t>
            </a:r>
            <a:r>
              <a:rPr lang="fr-FR" dirty="0" err="1"/>
              <a:t>soluta</a:t>
            </a:r>
            <a:r>
              <a:rPr lang="fr-FR" dirty="0"/>
              <a:t> </a:t>
            </a:r>
            <a:r>
              <a:rPr lang="fr-FR" dirty="0" err="1"/>
              <a:t>nobis</a:t>
            </a:r>
            <a:r>
              <a:rPr lang="fr-FR" dirty="0"/>
              <a:t> est </a:t>
            </a:r>
            <a:r>
              <a:rPr lang="fr-FR" dirty="0" err="1"/>
              <a:t>eligendi</a:t>
            </a:r>
            <a:r>
              <a:rPr lang="fr-FR" dirty="0"/>
              <a:t> </a:t>
            </a:r>
            <a:r>
              <a:rPr lang="fr-FR" dirty="0" err="1"/>
              <a:t>optio</a:t>
            </a:r>
            <a:r>
              <a:rPr lang="fr-FR" dirty="0"/>
              <a:t> </a:t>
            </a:r>
            <a:r>
              <a:rPr lang="fr-FR" dirty="0" err="1"/>
              <a:t>cumque</a:t>
            </a:r>
            <a:r>
              <a:rPr lang="fr-FR" dirty="0"/>
              <a:t> nihil </a:t>
            </a:r>
            <a:r>
              <a:rPr lang="fr-FR" dirty="0" err="1"/>
              <a:t>impedit</a:t>
            </a:r>
            <a:r>
              <a:rPr lang="fr-FR" dirty="0"/>
              <a:t> quo minus id</a:t>
            </a:r>
          </a:p>
        </p:txBody>
      </p:sp>
    </p:spTree>
    <p:extLst>
      <p:ext uri="{BB962C8B-B14F-4D97-AF65-F5344CB8AC3E}">
        <p14:creationId xmlns:p14="http://schemas.microsoft.com/office/powerpoint/2010/main" val="3250134561"/>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p:cSld name="Référence Light 14">
    <p:spTree>
      <p:nvGrpSpPr>
        <p:cNvPr id="1" name=""/>
        <p:cNvGrpSpPr/>
        <p:nvPr/>
      </p:nvGrpSpPr>
      <p:grpSpPr>
        <a:xfrm>
          <a:off x="0" y="0"/>
          <a:ext cx="0" cy="0"/>
          <a:chOff x="0" y="0"/>
          <a:chExt cx="0" cy="0"/>
        </a:xfrm>
      </p:grpSpPr>
      <p:pic>
        <p:nvPicPr>
          <p:cNvPr id="17" name="Image 16">
            <a:extLst>
              <a:ext uri="{FF2B5EF4-FFF2-40B4-BE49-F238E27FC236}">
                <a16:creationId xmlns:a16="http://schemas.microsoft.com/office/drawing/2014/main" id="{E325A0B9-21A3-9A34-FBF7-D6585C2C6E7A}"/>
              </a:ext>
            </a:extLst>
          </p:cNvPr>
          <p:cNvPicPr>
            <a:picLocks noChangeAspect="1"/>
          </p:cNvPicPr>
          <p:nvPr/>
        </p:nvPicPr>
        <p:blipFill>
          <a:blip r:embed="rId2"/>
          <a:srcRect/>
          <a:stretch/>
        </p:blipFill>
        <p:spPr>
          <a:xfrm>
            <a:off x="3742" y="0"/>
            <a:ext cx="12173698" cy="6858000"/>
          </a:xfrm>
          <a:prstGeom prst="rect">
            <a:avLst/>
          </a:prstGeom>
        </p:spPr>
      </p:pic>
      <p:sp>
        <p:nvSpPr>
          <p:cNvPr id="4" name="object 11">
            <a:extLst>
              <a:ext uri="{FF2B5EF4-FFF2-40B4-BE49-F238E27FC236}">
                <a16:creationId xmlns:a16="http://schemas.microsoft.com/office/drawing/2014/main" id="{10D34413-DA51-D9D8-29E8-6DE8F8A5EFCE}"/>
              </a:ext>
            </a:extLst>
          </p:cNvPr>
          <p:cNvSpPr/>
          <p:nvPr/>
        </p:nvSpPr>
        <p:spPr>
          <a:xfrm>
            <a:off x="11397941" y="0"/>
            <a:ext cx="794059" cy="6857615"/>
          </a:xfrm>
          <a:custGeom>
            <a:avLst/>
            <a:gdLst/>
            <a:ahLst/>
            <a:cxnLst/>
            <a:rect l="l" t="t" r="r" b="b"/>
            <a:pathLst>
              <a:path w="1309369" h="11308715">
                <a:moveTo>
                  <a:pt x="1308860" y="0"/>
                </a:moveTo>
                <a:lnTo>
                  <a:pt x="0" y="0"/>
                </a:lnTo>
                <a:lnTo>
                  <a:pt x="0" y="11308556"/>
                </a:lnTo>
                <a:lnTo>
                  <a:pt x="1308860" y="11308556"/>
                </a:lnTo>
                <a:lnTo>
                  <a:pt x="1308860" y="0"/>
                </a:lnTo>
                <a:close/>
              </a:path>
            </a:pathLst>
          </a:custGeom>
          <a:solidFill>
            <a:schemeClr val="tx1"/>
          </a:solidFill>
          <a:ln>
            <a:noFill/>
          </a:ln>
        </p:spPr>
        <p:txBody>
          <a:bodyPr wrap="square" lIns="0" tIns="0" rIns="0" bIns="0" rtlCol="0"/>
          <a:lstStyle/>
          <a:p>
            <a:endParaRPr sz="1092"/>
          </a:p>
        </p:txBody>
      </p:sp>
      <p:sp>
        <p:nvSpPr>
          <p:cNvPr id="2" name="Espace réservé du pied de page 4">
            <a:extLst>
              <a:ext uri="{FF2B5EF4-FFF2-40B4-BE49-F238E27FC236}">
                <a16:creationId xmlns:a16="http://schemas.microsoft.com/office/drawing/2014/main" id="{97ADE9E6-DC8A-B79F-0E6A-9D6F3EC57782}"/>
              </a:ext>
            </a:extLst>
          </p:cNvPr>
          <p:cNvSpPr>
            <a:spLocks noGrp="1"/>
          </p:cNvSpPr>
          <p:nvPr>
            <p:ph type="ftr" sz="quarter" idx="3"/>
          </p:nvPr>
        </p:nvSpPr>
        <p:spPr>
          <a:xfrm rot="16200000">
            <a:off x="9737570" y="2572960"/>
            <a:ext cx="4114800" cy="365125"/>
          </a:xfrm>
          <a:prstGeom prst="rect">
            <a:avLst/>
          </a:prstGeom>
        </p:spPr>
        <p:txBody>
          <a:bodyPr vert="horz" lIns="91440" tIns="45720" rIns="91440" bIns="45720" rtlCol="0" anchor="ctr"/>
          <a:lstStyle>
            <a:lvl1pPr>
              <a:defRPr lang="en-US" sz="728" dirty="0">
                <a:solidFill>
                  <a:schemeClr val="bg1"/>
                </a:solidFill>
                <a:latin typeface="Poppins" pitchFamily="2" charset="77"/>
                <a:cs typeface="Poppins" pitchFamily="2" charset="77"/>
              </a:defRPr>
            </a:lvl1pPr>
          </a:lstStyle>
          <a:p>
            <a:pPr algn="r"/>
            <a:r>
              <a:rPr lang="fr-FR"/>
              <a:t>Architectes des grandes transformations</a:t>
            </a:r>
            <a:endParaRPr lang="fr-US"/>
          </a:p>
        </p:txBody>
      </p:sp>
      <p:sp>
        <p:nvSpPr>
          <p:cNvPr id="3" name="Espace réservé du numéro de diapositive 18">
            <a:extLst>
              <a:ext uri="{FF2B5EF4-FFF2-40B4-BE49-F238E27FC236}">
                <a16:creationId xmlns:a16="http://schemas.microsoft.com/office/drawing/2014/main" id="{40599553-1744-B948-F679-B18C359A2A19}"/>
              </a:ext>
            </a:extLst>
          </p:cNvPr>
          <p:cNvSpPr>
            <a:spLocks noGrp="1"/>
          </p:cNvSpPr>
          <p:nvPr>
            <p:ph type="sldNum" sz="quarter" idx="4"/>
          </p:nvPr>
        </p:nvSpPr>
        <p:spPr>
          <a:xfrm>
            <a:off x="11588253" y="165403"/>
            <a:ext cx="420073" cy="365125"/>
          </a:xfrm>
          <a:prstGeom prst="rect">
            <a:avLst/>
          </a:prstGeom>
        </p:spPr>
        <p:txBody>
          <a:bodyPr/>
          <a:lstStyle>
            <a:lvl1pPr algn="ctr">
              <a:defRPr lang="en-US" sz="667" b="1" smtClean="0">
                <a:solidFill>
                  <a:schemeClr val="bg1"/>
                </a:solidFill>
                <a:latin typeface="Poppins" pitchFamily="2" charset="77"/>
                <a:cs typeface="Poppins" pitchFamily="2" charset="77"/>
              </a:defRPr>
            </a:lvl1pPr>
          </a:lstStyle>
          <a:p>
            <a:fld id="{8042310B-17DC-C845-9B99-8FE29D3E9696}" type="slidenum">
              <a:rPr lang="fr-FR" smtClean="0"/>
              <a:pPr/>
              <a:t>‹N°›</a:t>
            </a:fld>
            <a:endParaRPr lang="fr-FR" dirty="0"/>
          </a:p>
        </p:txBody>
      </p:sp>
      <p:sp>
        <p:nvSpPr>
          <p:cNvPr id="5" name="object 14">
            <a:extLst>
              <a:ext uri="{FF2B5EF4-FFF2-40B4-BE49-F238E27FC236}">
                <a16:creationId xmlns:a16="http://schemas.microsoft.com/office/drawing/2014/main" id="{0BEBFB05-8DE3-A267-9D37-864C2BE599F7}"/>
              </a:ext>
            </a:extLst>
          </p:cNvPr>
          <p:cNvSpPr/>
          <p:nvPr/>
        </p:nvSpPr>
        <p:spPr>
          <a:xfrm>
            <a:off x="11397456" y="6063824"/>
            <a:ext cx="794059" cy="0"/>
          </a:xfrm>
          <a:custGeom>
            <a:avLst/>
            <a:gdLst/>
            <a:ahLst/>
            <a:cxnLst/>
            <a:rect l="l" t="t" r="r" b="b"/>
            <a:pathLst>
              <a:path w="1309369">
                <a:moveTo>
                  <a:pt x="0" y="0"/>
                </a:moveTo>
                <a:lnTo>
                  <a:pt x="1308860" y="0"/>
                </a:lnTo>
              </a:path>
            </a:pathLst>
          </a:custGeom>
          <a:ln w="7853">
            <a:solidFill>
              <a:schemeClr val="bg1"/>
            </a:solidFill>
          </a:ln>
        </p:spPr>
        <p:txBody>
          <a:bodyPr wrap="square" lIns="0" tIns="0" rIns="0" bIns="0" rtlCol="0"/>
          <a:lstStyle/>
          <a:p>
            <a:endParaRPr sz="1092"/>
          </a:p>
        </p:txBody>
      </p:sp>
      <p:grpSp>
        <p:nvGrpSpPr>
          <p:cNvPr id="6" name="Graphique 21">
            <a:extLst>
              <a:ext uri="{FF2B5EF4-FFF2-40B4-BE49-F238E27FC236}">
                <a16:creationId xmlns:a16="http://schemas.microsoft.com/office/drawing/2014/main" id="{53708514-84A2-1B09-3C16-DCBB1DDB6761}"/>
              </a:ext>
            </a:extLst>
          </p:cNvPr>
          <p:cNvGrpSpPr/>
          <p:nvPr/>
        </p:nvGrpSpPr>
        <p:grpSpPr>
          <a:xfrm>
            <a:off x="11646607" y="6340088"/>
            <a:ext cx="329427" cy="214383"/>
            <a:chOff x="19204770" y="10455275"/>
            <a:chExt cx="543212" cy="353534"/>
          </a:xfrm>
        </p:grpSpPr>
        <p:sp>
          <p:nvSpPr>
            <p:cNvPr id="7" name="Forme libre : forme 3">
              <a:extLst>
                <a:ext uri="{FF2B5EF4-FFF2-40B4-BE49-F238E27FC236}">
                  <a16:creationId xmlns:a16="http://schemas.microsoft.com/office/drawing/2014/main" id="{31C42F6D-7A13-B8E3-17A5-85FE87D2A64D}"/>
                </a:ext>
              </a:extLst>
            </p:cNvPr>
            <p:cNvSpPr/>
            <p:nvPr/>
          </p:nvSpPr>
          <p:spPr>
            <a:xfrm>
              <a:off x="19204770" y="10455275"/>
              <a:ext cx="373208" cy="353534"/>
            </a:xfrm>
            <a:custGeom>
              <a:avLst/>
              <a:gdLst>
                <a:gd name="connsiteX0" fmla="*/ 187219 w 373208"/>
                <a:gd name="connsiteY0" fmla="*/ 0 h 353534"/>
                <a:gd name="connsiteX1" fmla="*/ 0 w 373208"/>
                <a:gd name="connsiteY1" fmla="*/ 177228 h 353534"/>
                <a:gd name="connsiteX2" fmla="*/ 185990 w 373208"/>
                <a:gd name="connsiteY2" fmla="*/ 353534 h 353534"/>
                <a:gd name="connsiteX3" fmla="*/ 373209 w 373208"/>
                <a:gd name="connsiteY3" fmla="*/ 175998 h 353534"/>
                <a:gd name="connsiteX4" fmla="*/ 187219 w 373208"/>
                <a:gd name="connsiteY4" fmla="*/ 0 h 353534"/>
                <a:gd name="connsiteX5" fmla="*/ 187219 w 373208"/>
                <a:gd name="connsiteY5" fmla="*/ 252777 h 353534"/>
                <a:gd name="connsiteX6" fmla="*/ 115437 w 373208"/>
                <a:gd name="connsiteY6" fmla="*/ 175922 h 353534"/>
                <a:gd name="connsiteX7" fmla="*/ 185990 w 373208"/>
                <a:gd name="connsiteY7" fmla="*/ 100373 h 353534"/>
                <a:gd name="connsiteX8" fmla="*/ 257772 w 373208"/>
                <a:gd name="connsiteY8" fmla="*/ 177228 h 353534"/>
                <a:gd name="connsiteX9" fmla="*/ 187219 w 373208"/>
                <a:gd name="connsiteY9" fmla="*/ 252777 h 353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73208" h="353534">
                  <a:moveTo>
                    <a:pt x="187219" y="0"/>
                  </a:moveTo>
                  <a:cubicBezTo>
                    <a:pt x="78623" y="0"/>
                    <a:pt x="0" y="81159"/>
                    <a:pt x="0" y="177228"/>
                  </a:cubicBezTo>
                  <a:cubicBezTo>
                    <a:pt x="0" y="273297"/>
                    <a:pt x="78008" y="353534"/>
                    <a:pt x="185990" y="353534"/>
                  </a:cubicBezTo>
                  <a:cubicBezTo>
                    <a:pt x="293971" y="353534"/>
                    <a:pt x="373209" y="272144"/>
                    <a:pt x="373209" y="175998"/>
                  </a:cubicBezTo>
                  <a:cubicBezTo>
                    <a:pt x="373209" y="79853"/>
                    <a:pt x="295201" y="0"/>
                    <a:pt x="187219" y="0"/>
                  </a:cubicBezTo>
                  <a:moveTo>
                    <a:pt x="187219" y="252777"/>
                  </a:moveTo>
                  <a:cubicBezTo>
                    <a:pt x="145410" y="252777"/>
                    <a:pt x="115437" y="217193"/>
                    <a:pt x="115437" y="175922"/>
                  </a:cubicBezTo>
                  <a:cubicBezTo>
                    <a:pt x="115437" y="134650"/>
                    <a:pt x="142951" y="100373"/>
                    <a:pt x="185990" y="100373"/>
                  </a:cubicBezTo>
                  <a:cubicBezTo>
                    <a:pt x="227799" y="100373"/>
                    <a:pt x="257772" y="135957"/>
                    <a:pt x="257772" y="177228"/>
                  </a:cubicBezTo>
                  <a:cubicBezTo>
                    <a:pt x="257772" y="218499"/>
                    <a:pt x="230566" y="252777"/>
                    <a:pt x="187219" y="252777"/>
                  </a:cubicBezTo>
                </a:path>
              </a:pathLst>
            </a:custGeom>
            <a:solidFill>
              <a:schemeClr val="bg1"/>
            </a:solidFill>
            <a:ln w="7647" cap="flat">
              <a:noFill/>
              <a:prstDash val="solid"/>
              <a:miter/>
            </a:ln>
          </p:spPr>
          <p:txBody>
            <a:bodyPr rtlCol="0" anchor="ctr"/>
            <a:lstStyle/>
            <a:p>
              <a:endParaRPr lang="fr-FR" sz="1092"/>
            </a:p>
          </p:txBody>
        </p:sp>
        <p:sp>
          <p:nvSpPr>
            <p:cNvPr id="8" name="Forme libre : forme 4">
              <a:extLst>
                <a:ext uri="{FF2B5EF4-FFF2-40B4-BE49-F238E27FC236}">
                  <a16:creationId xmlns:a16="http://schemas.microsoft.com/office/drawing/2014/main" id="{47A73EB0-AB80-9491-022A-C1D2B9AF734E}"/>
                </a:ext>
              </a:extLst>
            </p:cNvPr>
            <p:cNvSpPr/>
            <p:nvPr/>
          </p:nvSpPr>
          <p:spPr>
            <a:xfrm>
              <a:off x="19603033" y="10663629"/>
              <a:ext cx="144948" cy="144948"/>
            </a:xfrm>
            <a:custGeom>
              <a:avLst/>
              <a:gdLst>
                <a:gd name="connsiteX0" fmla="*/ 144949 w 144948"/>
                <a:gd name="connsiteY0" fmla="*/ 72474 h 144948"/>
                <a:gd name="connsiteX1" fmla="*/ 72474 w 144948"/>
                <a:gd name="connsiteY1" fmla="*/ 144949 h 144948"/>
                <a:gd name="connsiteX2" fmla="*/ 0 w 144948"/>
                <a:gd name="connsiteY2" fmla="*/ 72474 h 144948"/>
                <a:gd name="connsiteX3" fmla="*/ 72474 w 144948"/>
                <a:gd name="connsiteY3" fmla="*/ 0 h 144948"/>
                <a:gd name="connsiteX4" fmla="*/ 144949 w 144948"/>
                <a:gd name="connsiteY4" fmla="*/ 72474 h 1449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4948" h="144948">
                  <a:moveTo>
                    <a:pt x="144949" y="72474"/>
                  </a:moveTo>
                  <a:cubicBezTo>
                    <a:pt x="144949" y="112501"/>
                    <a:pt x="112501" y="144949"/>
                    <a:pt x="72474" y="144949"/>
                  </a:cubicBezTo>
                  <a:cubicBezTo>
                    <a:pt x="32448" y="144949"/>
                    <a:pt x="0" y="112501"/>
                    <a:pt x="0" y="72474"/>
                  </a:cubicBezTo>
                  <a:cubicBezTo>
                    <a:pt x="0" y="32448"/>
                    <a:pt x="32448" y="0"/>
                    <a:pt x="72474" y="0"/>
                  </a:cubicBezTo>
                  <a:cubicBezTo>
                    <a:pt x="112501" y="0"/>
                    <a:pt x="144949" y="32448"/>
                    <a:pt x="144949" y="72474"/>
                  </a:cubicBezTo>
                </a:path>
              </a:pathLst>
            </a:custGeom>
            <a:solidFill>
              <a:srgbClr val="0099D9"/>
            </a:solidFill>
            <a:ln w="7647" cap="flat">
              <a:noFill/>
              <a:prstDash val="solid"/>
              <a:miter/>
            </a:ln>
          </p:spPr>
          <p:txBody>
            <a:bodyPr rtlCol="0" anchor="ctr"/>
            <a:lstStyle/>
            <a:p>
              <a:endParaRPr lang="fr-FR" sz="1092"/>
            </a:p>
          </p:txBody>
        </p:sp>
      </p:grpSp>
      <p:sp>
        <p:nvSpPr>
          <p:cNvPr id="20" name="Espace réservé du texte 22">
            <a:extLst>
              <a:ext uri="{FF2B5EF4-FFF2-40B4-BE49-F238E27FC236}">
                <a16:creationId xmlns:a16="http://schemas.microsoft.com/office/drawing/2014/main" id="{8C8EBFD8-2352-3161-FECA-F5229C0183A6}"/>
              </a:ext>
            </a:extLst>
          </p:cNvPr>
          <p:cNvSpPr>
            <a:spLocks noGrp="1"/>
          </p:cNvSpPr>
          <p:nvPr>
            <p:ph type="body" sz="quarter" idx="17" hasCustomPrompt="1"/>
          </p:nvPr>
        </p:nvSpPr>
        <p:spPr>
          <a:xfrm>
            <a:off x="1139871" y="360437"/>
            <a:ext cx="9871029" cy="263149"/>
          </a:xfrm>
          <a:noFill/>
        </p:spPr>
        <p:txBody>
          <a:bodyPr wrap="square" anchor="b">
            <a:noAutofit/>
          </a:bodyPr>
          <a:lstStyle>
            <a:lvl1pPr marL="0" indent="0">
              <a:lnSpc>
                <a:spcPct val="120000"/>
              </a:lnSpc>
              <a:spcBef>
                <a:spcPts val="0"/>
              </a:spcBef>
              <a:spcAft>
                <a:spcPts val="600"/>
              </a:spcAft>
              <a:buNone/>
              <a:defRPr sz="1200" b="0">
                <a:solidFill>
                  <a:schemeClr val="tx2"/>
                </a:solidFill>
              </a:defRPr>
            </a:lvl1pPr>
          </a:lstStyle>
          <a:p>
            <a:pPr lvl="0"/>
            <a:r>
              <a:rPr lang="fr-FR" dirty="0"/>
              <a:t>Titre ici. Par exemple « Références »</a:t>
            </a:r>
          </a:p>
        </p:txBody>
      </p:sp>
      <p:sp>
        <p:nvSpPr>
          <p:cNvPr id="9" name="Titre 17">
            <a:extLst>
              <a:ext uri="{FF2B5EF4-FFF2-40B4-BE49-F238E27FC236}">
                <a16:creationId xmlns:a16="http://schemas.microsoft.com/office/drawing/2014/main" id="{B58FA6E9-5568-B8FD-B9AF-F5E4F6538D88}"/>
              </a:ext>
            </a:extLst>
          </p:cNvPr>
          <p:cNvSpPr>
            <a:spLocks noGrp="1"/>
          </p:cNvSpPr>
          <p:nvPr>
            <p:ph type="title" hasCustomPrompt="1"/>
          </p:nvPr>
        </p:nvSpPr>
        <p:spPr>
          <a:xfrm>
            <a:off x="1139871" y="1726354"/>
            <a:ext cx="4079829" cy="291618"/>
          </a:xfrm>
          <a:noFill/>
        </p:spPr>
        <p:txBody>
          <a:bodyPr wrap="square" anchor="ctr" anchorCtr="0">
            <a:spAutoFit/>
          </a:bodyPr>
          <a:lstStyle>
            <a:lvl1pPr>
              <a:lnSpc>
                <a:spcPct val="90000"/>
              </a:lnSpc>
              <a:spcAft>
                <a:spcPts val="600"/>
              </a:spcAft>
              <a:defRPr sz="1400">
                <a:solidFill>
                  <a:schemeClr val="tx1"/>
                </a:solidFill>
              </a:defRPr>
            </a:lvl1pPr>
          </a:lstStyle>
          <a:p>
            <a:r>
              <a:rPr lang="fr-FR" dirty="0"/>
              <a:t>Titre ici. Exemple « La nature du projet »</a:t>
            </a:r>
          </a:p>
        </p:txBody>
      </p:sp>
      <p:sp>
        <p:nvSpPr>
          <p:cNvPr id="10" name="Espace réservé du texte 2">
            <a:extLst>
              <a:ext uri="{FF2B5EF4-FFF2-40B4-BE49-F238E27FC236}">
                <a16:creationId xmlns:a16="http://schemas.microsoft.com/office/drawing/2014/main" id="{38C2883F-82A9-1392-1DFD-2B9DC5D1B448}"/>
              </a:ext>
            </a:extLst>
          </p:cNvPr>
          <p:cNvSpPr>
            <a:spLocks noGrp="1"/>
          </p:cNvSpPr>
          <p:nvPr>
            <p:ph idx="1" hasCustomPrompt="1"/>
          </p:nvPr>
        </p:nvSpPr>
        <p:spPr>
          <a:xfrm>
            <a:off x="1149927" y="2017972"/>
            <a:ext cx="4069773" cy="1912062"/>
          </a:xfrm>
          <a:prstGeom prst="rect">
            <a:avLst/>
          </a:prstGeom>
        </p:spPr>
        <p:txBody>
          <a:bodyPr vert="horz" wrap="square" lIns="91440" tIns="45720" rIns="91440" bIns="45720" rtlCol="0">
            <a:spAutoFit/>
          </a:bodyPr>
          <a:lstStyle>
            <a:lvl1pPr marL="0" indent="0">
              <a:lnSpc>
                <a:spcPct val="120000"/>
              </a:lnSpc>
              <a:spcBef>
                <a:spcPts val="0"/>
              </a:spcBef>
              <a:buClr>
                <a:schemeClr val="tx2"/>
              </a:buClr>
              <a:buNone/>
              <a:defRPr lang="fr-FR" dirty="0">
                <a:solidFill>
                  <a:schemeClr val="tx1"/>
                </a:solidFill>
                <a:latin typeface="Poppins" pitchFamily="2" charset="77"/>
                <a:cs typeface="Poppins" pitchFamily="2" charset="77"/>
              </a:defRPr>
            </a:lvl1pPr>
            <a:lvl2pPr>
              <a:lnSpc>
                <a:spcPct val="120000"/>
              </a:lnSpc>
              <a:spcBef>
                <a:spcPts val="0"/>
              </a:spcBef>
              <a:buClr>
                <a:schemeClr val="tx2"/>
              </a:buClr>
              <a:defRPr lang="fr-FR" dirty="0">
                <a:solidFill>
                  <a:schemeClr val="bg1"/>
                </a:solidFill>
                <a:latin typeface="Poppins" pitchFamily="2" charset="77"/>
                <a:cs typeface="Poppins" pitchFamily="2" charset="77"/>
              </a:defRPr>
            </a:lvl2pPr>
            <a:lvl3pPr>
              <a:lnSpc>
                <a:spcPct val="120000"/>
              </a:lnSpc>
              <a:spcBef>
                <a:spcPts val="0"/>
              </a:spcBef>
              <a:buClr>
                <a:schemeClr val="tx2"/>
              </a:buClr>
              <a:defRPr lang="fr-FR" dirty="0">
                <a:solidFill>
                  <a:schemeClr val="bg1"/>
                </a:solidFill>
                <a:latin typeface="Poppins" pitchFamily="2" charset="77"/>
                <a:cs typeface="Poppins" pitchFamily="2" charset="77"/>
              </a:defRPr>
            </a:lvl3pPr>
            <a:lvl4pPr>
              <a:lnSpc>
                <a:spcPct val="120000"/>
              </a:lnSpc>
              <a:spcBef>
                <a:spcPts val="0"/>
              </a:spcBef>
              <a:buClr>
                <a:schemeClr val="tx2"/>
              </a:buClr>
              <a:defRPr lang="fr-FR" dirty="0">
                <a:solidFill>
                  <a:schemeClr val="bg1"/>
                </a:solidFill>
                <a:latin typeface="Poppins" pitchFamily="2" charset="77"/>
                <a:cs typeface="Poppins" pitchFamily="2" charset="77"/>
              </a:defRPr>
            </a:lvl4pPr>
            <a:lvl5pPr>
              <a:lnSpc>
                <a:spcPct val="120000"/>
              </a:lnSpc>
              <a:spcBef>
                <a:spcPts val="0"/>
              </a:spcBef>
              <a:buClr>
                <a:schemeClr val="tx2"/>
              </a:buClr>
              <a:defRPr lang="fr-FR" dirty="0">
                <a:solidFill>
                  <a:schemeClr val="bg1"/>
                </a:solidFill>
                <a:latin typeface="Poppins" pitchFamily="2" charset="77"/>
                <a:cs typeface="Poppins" pitchFamily="2" charset="77"/>
              </a:defRPr>
            </a:lvl5pPr>
          </a:lstStyle>
          <a:p>
            <a:pPr lvl="0">
              <a:spcAft>
                <a:spcPts val="600"/>
              </a:spcAft>
            </a:pPr>
            <a:r>
              <a:rPr lang="fr-FR" dirty="0"/>
              <a:t>At </a:t>
            </a:r>
            <a:r>
              <a:rPr lang="fr-FR" dirty="0" err="1"/>
              <a:t>vero</a:t>
            </a:r>
            <a:r>
              <a:rPr lang="fr-FR" dirty="0"/>
              <a:t> </a:t>
            </a:r>
            <a:r>
              <a:rPr lang="fr-FR" dirty="0" err="1"/>
              <a:t>eos</a:t>
            </a:r>
            <a:r>
              <a:rPr lang="fr-FR" dirty="0"/>
              <a:t> et </a:t>
            </a:r>
            <a:r>
              <a:rPr lang="fr-FR" dirty="0" err="1"/>
              <a:t>accusamus</a:t>
            </a:r>
            <a:r>
              <a:rPr lang="fr-FR" dirty="0"/>
              <a:t> et </a:t>
            </a:r>
            <a:r>
              <a:rPr lang="fr-FR" dirty="0" err="1"/>
              <a:t>iusto</a:t>
            </a:r>
            <a:r>
              <a:rPr lang="fr-FR" dirty="0"/>
              <a:t> </a:t>
            </a:r>
            <a:r>
              <a:rPr lang="fr-FR" dirty="0" err="1"/>
              <a:t>odio</a:t>
            </a:r>
            <a:r>
              <a:rPr lang="fr-FR" dirty="0"/>
              <a:t> </a:t>
            </a:r>
            <a:r>
              <a:rPr lang="fr-FR" dirty="0" err="1"/>
              <a:t>dignissimos</a:t>
            </a:r>
            <a:r>
              <a:rPr lang="fr-FR" dirty="0"/>
              <a:t> </a:t>
            </a:r>
            <a:r>
              <a:rPr lang="fr-FR" dirty="0" err="1"/>
              <a:t>ducimus</a:t>
            </a:r>
            <a:r>
              <a:rPr lang="fr-FR" dirty="0"/>
              <a:t> qui </a:t>
            </a:r>
            <a:r>
              <a:rPr lang="fr-FR" dirty="0" err="1"/>
              <a:t>blanditiis</a:t>
            </a:r>
            <a:r>
              <a:rPr lang="fr-FR" dirty="0"/>
              <a:t> </a:t>
            </a:r>
            <a:r>
              <a:rPr lang="fr-FR" dirty="0" err="1"/>
              <a:t>praesentium</a:t>
            </a:r>
            <a:r>
              <a:rPr lang="fr-FR" dirty="0"/>
              <a:t> </a:t>
            </a:r>
            <a:r>
              <a:rPr lang="fr-FR" dirty="0" err="1"/>
              <a:t>voluptatum</a:t>
            </a:r>
            <a:r>
              <a:rPr lang="fr-FR" dirty="0"/>
              <a:t> </a:t>
            </a:r>
            <a:r>
              <a:rPr lang="fr-FR" dirty="0" err="1"/>
              <a:t>deleniti</a:t>
            </a:r>
            <a:r>
              <a:rPr lang="fr-FR" dirty="0"/>
              <a:t> </a:t>
            </a:r>
            <a:r>
              <a:rPr lang="fr-FR" dirty="0" err="1"/>
              <a:t>atque</a:t>
            </a:r>
            <a:r>
              <a:rPr lang="fr-FR" dirty="0"/>
              <a:t> </a:t>
            </a:r>
            <a:r>
              <a:rPr lang="fr-FR" dirty="0" err="1"/>
              <a:t>corrupti</a:t>
            </a:r>
            <a:r>
              <a:rPr lang="fr-FR" dirty="0"/>
              <a:t> </a:t>
            </a:r>
            <a:r>
              <a:rPr lang="fr-FR" dirty="0" err="1"/>
              <a:t>quos</a:t>
            </a:r>
            <a:r>
              <a:rPr lang="fr-FR" dirty="0"/>
              <a:t> </a:t>
            </a:r>
            <a:r>
              <a:rPr lang="fr-FR" dirty="0" err="1"/>
              <a:t>dolores</a:t>
            </a:r>
            <a:r>
              <a:rPr lang="fr-FR" dirty="0"/>
              <a:t> et </a:t>
            </a:r>
            <a:r>
              <a:rPr lang="fr-FR" dirty="0" err="1"/>
              <a:t>quas</a:t>
            </a:r>
            <a:r>
              <a:rPr lang="fr-FR" dirty="0"/>
              <a:t> </a:t>
            </a:r>
            <a:r>
              <a:rPr lang="fr-FR" dirty="0" err="1"/>
              <a:t>molestias</a:t>
            </a:r>
            <a:r>
              <a:rPr lang="fr-FR" dirty="0"/>
              <a:t> </a:t>
            </a:r>
            <a:r>
              <a:rPr lang="fr-FR" dirty="0" err="1"/>
              <a:t>excepturi</a:t>
            </a:r>
            <a:r>
              <a:rPr lang="fr-FR" dirty="0"/>
              <a:t> </a:t>
            </a:r>
            <a:r>
              <a:rPr lang="fr-FR" dirty="0" err="1"/>
              <a:t>sint</a:t>
            </a:r>
            <a:r>
              <a:rPr lang="fr-FR" dirty="0"/>
              <a:t> </a:t>
            </a:r>
            <a:r>
              <a:rPr lang="fr-FR" dirty="0" err="1"/>
              <a:t>occaecati</a:t>
            </a:r>
            <a:r>
              <a:rPr lang="fr-FR" dirty="0"/>
              <a:t> </a:t>
            </a:r>
            <a:r>
              <a:rPr lang="fr-FR" dirty="0" err="1"/>
              <a:t>cupiditate</a:t>
            </a:r>
            <a:r>
              <a:rPr lang="fr-FR" dirty="0"/>
              <a:t> non provident, </a:t>
            </a:r>
            <a:r>
              <a:rPr lang="fr-FR" dirty="0" err="1"/>
              <a:t>similique</a:t>
            </a:r>
            <a:r>
              <a:rPr lang="fr-FR" dirty="0"/>
              <a:t> </a:t>
            </a:r>
            <a:r>
              <a:rPr lang="fr-FR" dirty="0" err="1"/>
              <a:t>sunt</a:t>
            </a:r>
            <a:r>
              <a:rPr lang="fr-FR" dirty="0"/>
              <a:t> in culpa qui officia </a:t>
            </a:r>
            <a:r>
              <a:rPr lang="fr-FR" dirty="0" err="1"/>
              <a:t>deserunt</a:t>
            </a:r>
            <a:r>
              <a:rPr lang="fr-FR" dirty="0"/>
              <a:t> </a:t>
            </a:r>
            <a:r>
              <a:rPr lang="fr-FR" dirty="0" err="1"/>
              <a:t>mollitia</a:t>
            </a:r>
            <a:r>
              <a:rPr lang="fr-FR" dirty="0"/>
              <a:t> </a:t>
            </a:r>
            <a:r>
              <a:rPr lang="fr-FR" dirty="0" err="1"/>
              <a:t>animi</a:t>
            </a:r>
            <a:r>
              <a:rPr lang="fr-FR" dirty="0"/>
              <a:t>, id est </a:t>
            </a:r>
            <a:r>
              <a:rPr lang="fr-FR" dirty="0" err="1"/>
              <a:t>laborum</a:t>
            </a:r>
            <a:r>
              <a:rPr lang="fr-FR" dirty="0"/>
              <a:t> et </a:t>
            </a:r>
            <a:r>
              <a:rPr lang="fr-FR" dirty="0" err="1"/>
              <a:t>dolorum</a:t>
            </a:r>
            <a:r>
              <a:rPr lang="fr-FR" dirty="0"/>
              <a:t> </a:t>
            </a:r>
            <a:r>
              <a:rPr lang="fr-FR" dirty="0" err="1"/>
              <a:t>fuga</a:t>
            </a:r>
            <a:r>
              <a:rPr lang="fr-FR" dirty="0"/>
              <a:t>. Et </a:t>
            </a:r>
            <a:r>
              <a:rPr lang="fr-FR" dirty="0" err="1"/>
              <a:t>harum</a:t>
            </a:r>
            <a:r>
              <a:rPr lang="fr-FR" dirty="0"/>
              <a:t> </a:t>
            </a:r>
            <a:r>
              <a:rPr lang="fr-FR" dirty="0" err="1"/>
              <a:t>quidem</a:t>
            </a:r>
            <a:r>
              <a:rPr lang="fr-FR" dirty="0"/>
              <a:t> </a:t>
            </a:r>
            <a:r>
              <a:rPr lang="fr-FR" dirty="0" err="1"/>
              <a:t>rerum</a:t>
            </a:r>
            <a:r>
              <a:rPr lang="fr-FR" dirty="0"/>
              <a:t> </a:t>
            </a:r>
            <a:r>
              <a:rPr lang="fr-FR" dirty="0" err="1"/>
              <a:t>facilis</a:t>
            </a:r>
            <a:r>
              <a:rPr lang="fr-FR" dirty="0"/>
              <a:t> est et </a:t>
            </a:r>
            <a:r>
              <a:rPr lang="fr-FR" dirty="0" err="1"/>
              <a:t>expedita</a:t>
            </a:r>
            <a:r>
              <a:rPr lang="fr-FR" dirty="0"/>
              <a:t> </a:t>
            </a:r>
            <a:r>
              <a:rPr lang="fr-FR" dirty="0" err="1"/>
              <a:t>distinctio</a:t>
            </a:r>
            <a:r>
              <a:rPr lang="fr-FR" dirty="0"/>
              <a:t>. Nam libero </a:t>
            </a:r>
            <a:r>
              <a:rPr lang="fr-FR" dirty="0" err="1"/>
              <a:t>tempore</a:t>
            </a:r>
            <a:r>
              <a:rPr lang="fr-FR" dirty="0"/>
              <a:t>, cum </a:t>
            </a:r>
            <a:r>
              <a:rPr lang="fr-FR" dirty="0" err="1"/>
              <a:t>soluta</a:t>
            </a:r>
            <a:r>
              <a:rPr lang="fr-FR" dirty="0"/>
              <a:t> </a:t>
            </a:r>
            <a:r>
              <a:rPr lang="fr-FR" dirty="0" err="1"/>
              <a:t>nobis</a:t>
            </a:r>
            <a:r>
              <a:rPr lang="fr-FR" dirty="0"/>
              <a:t> est </a:t>
            </a:r>
            <a:r>
              <a:rPr lang="fr-FR" dirty="0" err="1"/>
              <a:t>eligendi</a:t>
            </a:r>
            <a:r>
              <a:rPr lang="fr-FR" dirty="0"/>
              <a:t> </a:t>
            </a:r>
            <a:r>
              <a:rPr lang="fr-FR" dirty="0" err="1"/>
              <a:t>optio</a:t>
            </a:r>
            <a:r>
              <a:rPr lang="fr-FR" dirty="0"/>
              <a:t> </a:t>
            </a:r>
            <a:r>
              <a:rPr lang="fr-FR" dirty="0" err="1"/>
              <a:t>cumque</a:t>
            </a:r>
            <a:r>
              <a:rPr lang="fr-FR" dirty="0"/>
              <a:t> nihil </a:t>
            </a:r>
            <a:r>
              <a:rPr lang="fr-FR" dirty="0" err="1"/>
              <a:t>impedit</a:t>
            </a:r>
            <a:r>
              <a:rPr lang="fr-FR" dirty="0"/>
              <a:t> quo minus id</a:t>
            </a:r>
          </a:p>
        </p:txBody>
      </p:sp>
    </p:spTree>
    <p:extLst>
      <p:ext uri="{BB962C8B-B14F-4D97-AF65-F5344CB8AC3E}">
        <p14:creationId xmlns:p14="http://schemas.microsoft.com/office/powerpoint/2010/main" val="180904611"/>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preserve="1">
  <p:cSld name="Référence Light 15">
    <p:spTree>
      <p:nvGrpSpPr>
        <p:cNvPr id="1" name=""/>
        <p:cNvGrpSpPr/>
        <p:nvPr/>
      </p:nvGrpSpPr>
      <p:grpSpPr>
        <a:xfrm>
          <a:off x="0" y="0"/>
          <a:ext cx="0" cy="0"/>
          <a:chOff x="0" y="0"/>
          <a:chExt cx="0" cy="0"/>
        </a:xfrm>
      </p:grpSpPr>
      <p:pic>
        <p:nvPicPr>
          <p:cNvPr id="17" name="Image 16">
            <a:extLst>
              <a:ext uri="{FF2B5EF4-FFF2-40B4-BE49-F238E27FC236}">
                <a16:creationId xmlns:a16="http://schemas.microsoft.com/office/drawing/2014/main" id="{E325A0B9-21A3-9A34-FBF7-D6585C2C6E7A}"/>
              </a:ext>
            </a:extLst>
          </p:cNvPr>
          <p:cNvPicPr>
            <a:picLocks noChangeAspect="1"/>
          </p:cNvPicPr>
          <p:nvPr/>
        </p:nvPicPr>
        <p:blipFill>
          <a:blip r:embed="rId2"/>
          <a:srcRect/>
          <a:stretch/>
        </p:blipFill>
        <p:spPr>
          <a:xfrm>
            <a:off x="3742" y="0"/>
            <a:ext cx="12173698" cy="6858000"/>
          </a:xfrm>
          <a:prstGeom prst="rect">
            <a:avLst/>
          </a:prstGeom>
        </p:spPr>
      </p:pic>
      <p:sp>
        <p:nvSpPr>
          <p:cNvPr id="4" name="object 11">
            <a:extLst>
              <a:ext uri="{FF2B5EF4-FFF2-40B4-BE49-F238E27FC236}">
                <a16:creationId xmlns:a16="http://schemas.microsoft.com/office/drawing/2014/main" id="{10D34413-DA51-D9D8-29E8-6DE8F8A5EFCE}"/>
              </a:ext>
            </a:extLst>
          </p:cNvPr>
          <p:cNvSpPr/>
          <p:nvPr/>
        </p:nvSpPr>
        <p:spPr>
          <a:xfrm>
            <a:off x="11397941" y="0"/>
            <a:ext cx="794059" cy="6857615"/>
          </a:xfrm>
          <a:custGeom>
            <a:avLst/>
            <a:gdLst/>
            <a:ahLst/>
            <a:cxnLst/>
            <a:rect l="l" t="t" r="r" b="b"/>
            <a:pathLst>
              <a:path w="1309369" h="11308715">
                <a:moveTo>
                  <a:pt x="1308860" y="0"/>
                </a:moveTo>
                <a:lnTo>
                  <a:pt x="0" y="0"/>
                </a:lnTo>
                <a:lnTo>
                  <a:pt x="0" y="11308556"/>
                </a:lnTo>
                <a:lnTo>
                  <a:pt x="1308860" y="11308556"/>
                </a:lnTo>
                <a:lnTo>
                  <a:pt x="1308860" y="0"/>
                </a:lnTo>
                <a:close/>
              </a:path>
            </a:pathLst>
          </a:custGeom>
          <a:solidFill>
            <a:schemeClr val="tx1"/>
          </a:solidFill>
          <a:ln>
            <a:noFill/>
          </a:ln>
        </p:spPr>
        <p:txBody>
          <a:bodyPr wrap="square" lIns="0" tIns="0" rIns="0" bIns="0" rtlCol="0"/>
          <a:lstStyle/>
          <a:p>
            <a:endParaRPr sz="1092"/>
          </a:p>
        </p:txBody>
      </p:sp>
      <p:sp>
        <p:nvSpPr>
          <p:cNvPr id="2" name="Espace réservé du pied de page 4">
            <a:extLst>
              <a:ext uri="{FF2B5EF4-FFF2-40B4-BE49-F238E27FC236}">
                <a16:creationId xmlns:a16="http://schemas.microsoft.com/office/drawing/2014/main" id="{97ADE9E6-DC8A-B79F-0E6A-9D6F3EC57782}"/>
              </a:ext>
            </a:extLst>
          </p:cNvPr>
          <p:cNvSpPr>
            <a:spLocks noGrp="1"/>
          </p:cNvSpPr>
          <p:nvPr>
            <p:ph type="ftr" sz="quarter" idx="3"/>
          </p:nvPr>
        </p:nvSpPr>
        <p:spPr>
          <a:xfrm rot="16200000">
            <a:off x="9737570" y="2572960"/>
            <a:ext cx="4114800" cy="365125"/>
          </a:xfrm>
          <a:prstGeom prst="rect">
            <a:avLst/>
          </a:prstGeom>
        </p:spPr>
        <p:txBody>
          <a:bodyPr vert="horz" lIns="91440" tIns="45720" rIns="91440" bIns="45720" rtlCol="0" anchor="ctr"/>
          <a:lstStyle>
            <a:lvl1pPr>
              <a:defRPr lang="en-US" sz="728" dirty="0">
                <a:solidFill>
                  <a:schemeClr val="bg1"/>
                </a:solidFill>
                <a:latin typeface="Poppins" pitchFamily="2" charset="77"/>
                <a:cs typeface="Poppins" pitchFamily="2" charset="77"/>
              </a:defRPr>
            </a:lvl1pPr>
          </a:lstStyle>
          <a:p>
            <a:pPr algn="r"/>
            <a:r>
              <a:rPr lang="fr-FR"/>
              <a:t>Architectes des grandes transformations</a:t>
            </a:r>
            <a:endParaRPr lang="fr-US"/>
          </a:p>
        </p:txBody>
      </p:sp>
      <p:sp>
        <p:nvSpPr>
          <p:cNvPr id="3" name="Espace réservé du numéro de diapositive 18">
            <a:extLst>
              <a:ext uri="{FF2B5EF4-FFF2-40B4-BE49-F238E27FC236}">
                <a16:creationId xmlns:a16="http://schemas.microsoft.com/office/drawing/2014/main" id="{40599553-1744-B948-F679-B18C359A2A19}"/>
              </a:ext>
            </a:extLst>
          </p:cNvPr>
          <p:cNvSpPr>
            <a:spLocks noGrp="1"/>
          </p:cNvSpPr>
          <p:nvPr>
            <p:ph type="sldNum" sz="quarter" idx="4"/>
          </p:nvPr>
        </p:nvSpPr>
        <p:spPr>
          <a:xfrm>
            <a:off x="11588253" y="165403"/>
            <a:ext cx="420073" cy="365125"/>
          </a:xfrm>
          <a:prstGeom prst="rect">
            <a:avLst/>
          </a:prstGeom>
        </p:spPr>
        <p:txBody>
          <a:bodyPr/>
          <a:lstStyle>
            <a:lvl1pPr algn="ctr">
              <a:defRPr lang="en-US" sz="667" b="1" smtClean="0">
                <a:solidFill>
                  <a:schemeClr val="bg1"/>
                </a:solidFill>
                <a:latin typeface="Poppins" pitchFamily="2" charset="77"/>
                <a:cs typeface="Poppins" pitchFamily="2" charset="77"/>
              </a:defRPr>
            </a:lvl1pPr>
          </a:lstStyle>
          <a:p>
            <a:fld id="{8042310B-17DC-C845-9B99-8FE29D3E9696}" type="slidenum">
              <a:rPr lang="fr-FR" smtClean="0"/>
              <a:pPr/>
              <a:t>‹N°›</a:t>
            </a:fld>
            <a:endParaRPr lang="fr-FR" dirty="0"/>
          </a:p>
        </p:txBody>
      </p:sp>
      <p:sp>
        <p:nvSpPr>
          <p:cNvPr id="5" name="object 14">
            <a:extLst>
              <a:ext uri="{FF2B5EF4-FFF2-40B4-BE49-F238E27FC236}">
                <a16:creationId xmlns:a16="http://schemas.microsoft.com/office/drawing/2014/main" id="{0BEBFB05-8DE3-A267-9D37-864C2BE599F7}"/>
              </a:ext>
            </a:extLst>
          </p:cNvPr>
          <p:cNvSpPr/>
          <p:nvPr/>
        </p:nvSpPr>
        <p:spPr>
          <a:xfrm>
            <a:off x="11397456" y="6063824"/>
            <a:ext cx="794059" cy="0"/>
          </a:xfrm>
          <a:custGeom>
            <a:avLst/>
            <a:gdLst/>
            <a:ahLst/>
            <a:cxnLst/>
            <a:rect l="l" t="t" r="r" b="b"/>
            <a:pathLst>
              <a:path w="1309369">
                <a:moveTo>
                  <a:pt x="0" y="0"/>
                </a:moveTo>
                <a:lnTo>
                  <a:pt x="1308860" y="0"/>
                </a:lnTo>
              </a:path>
            </a:pathLst>
          </a:custGeom>
          <a:ln w="7853">
            <a:solidFill>
              <a:schemeClr val="bg1"/>
            </a:solidFill>
          </a:ln>
        </p:spPr>
        <p:txBody>
          <a:bodyPr wrap="square" lIns="0" tIns="0" rIns="0" bIns="0" rtlCol="0"/>
          <a:lstStyle/>
          <a:p>
            <a:endParaRPr sz="1092"/>
          </a:p>
        </p:txBody>
      </p:sp>
      <p:grpSp>
        <p:nvGrpSpPr>
          <p:cNvPr id="6" name="Graphique 21">
            <a:extLst>
              <a:ext uri="{FF2B5EF4-FFF2-40B4-BE49-F238E27FC236}">
                <a16:creationId xmlns:a16="http://schemas.microsoft.com/office/drawing/2014/main" id="{53708514-84A2-1B09-3C16-DCBB1DDB6761}"/>
              </a:ext>
            </a:extLst>
          </p:cNvPr>
          <p:cNvGrpSpPr/>
          <p:nvPr/>
        </p:nvGrpSpPr>
        <p:grpSpPr>
          <a:xfrm>
            <a:off x="11646607" y="6340088"/>
            <a:ext cx="329427" cy="214383"/>
            <a:chOff x="19204770" y="10455275"/>
            <a:chExt cx="543212" cy="353534"/>
          </a:xfrm>
        </p:grpSpPr>
        <p:sp>
          <p:nvSpPr>
            <p:cNvPr id="7" name="Forme libre : forme 3">
              <a:extLst>
                <a:ext uri="{FF2B5EF4-FFF2-40B4-BE49-F238E27FC236}">
                  <a16:creationId xmlns:a16="http://schemas.microsoft.com/office/drawing/2014/main" id="{31C42F6D-7A13-B8E3-17A5-85FE87D2A64D}"/>
                </a:ext>
              </a:extLst>
            </p:cNvPr>
            <p:cNvSpPr/>
            <p:nvPr/>
          </p:nvSpPr>
          <p:spPr>
            <a:xfrm>
              <a:off x="19204770" y="10455275"/>
              <a:ext cx="373208" cy="353534"/>
            </a:xfrm>
            <a:custGeom>
              <a:avLst/>
              <a:gdLst>
                <a:gd name="connsiteX0" fmla="*/ 187219 w 373208"/>
                <a:gd name="connsiteY0" fmla="*/ 0 h 353534"/>
                <a:gd name="connsiteX1" fmla="*/ 0 w 373208"/>
                <a:gd name="connsiteY1" fmla="*/ 177228 h 353534"/>
                <a:gd name="connsiteX2" fmla="*/ 185990 w 373208"/>
                <a:gd name="connsiteY2" fmla="*/ 353534 h 353534"/>
                <a:gd name="connsiteX3" fmla="*/ 373209 w 373208"/>
                <a:gd name="connsiteY3" fmla="*/ 175998 h 353534"/>
                <a:gd name="connsiteX4" fmla="*/ 187219 w 373208"/>
                <a:gd name="connsiteY4" fmla="*/ 0 h 353534"/>
                <a:gd name="connsiteX5" fmla="*/ 187219 w 373208"/>
                <a:gd name="connsiteY5" fmla="*/ 252777 h 353534"/>
                <a:gd name="connsiteX6" fmla="*/ 115437 w 373208"/>
                <a:gd name="connsiteY6" fmla="*/ 175922 h 353534"/>
                <a:gd name="connsiteX7" fmla="*/ 185990 w 373208"/>
                <a:gd name="connsiteY7" fmla="*/ 100373 h 353534"/>
                <a:gd name="connsiteX8" fmla="*/ 257772 w 373208"/>
                <a:gd name="connsiteY8" fmla="*/ 177228 h 353534"/>
                <a:gd name="connsiteX9" fmla="*/ 187219 w 373208"/>
                <a:gd name="connsiteY9" fmla="*/ 252777 h 353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73208" h="353534">
                  <a:moveTo>
                    <a:pt x="187219" y="0"/>
                  </a:moveTo>
                  <a:cubicBezTo>
                    <a:pt x="78623" y="0"/>
                    <a:pt x="0" y="81159"/>
                    <a:pt x="0" y="177228"/>
                  </a:cubicBezTo>
                  <a:cubicBezTo>
                    <a:pt x="0" y="273297"/>
                    <a:pt x="78008" y="353534"/>
                    <a:pt x="185990" y="353534"/>
                  </a:cubicBezTo>
                  <a:cubicBezTo>
                    <a:pt x="293971" y="353534"/>
                    <a:pt x="373209" y="272144"/>
                    <a:pt x="373209" y="175998"/>
                  </a:cubicBezTo>
                  <a:cubicBezTo>
                    <a:pt x="373209" y="79853"/>
                    <a:pt x="295201" y="0"/>
                    <a:pt x="187219" y="0"/>
                  </a:cubicBezTo>
                  <a:moveTo>
                    <a:pt x="187219" y="252777"/>
                  </a:moveTo>
                  <a:cubicBezTo>
                    <a:pt x="145410" y="252777"/>
                    <a:pt x="115437" y="217193"/>
                    <a:pt x="115437" y="175922"/>
                  </a:cubicBezTo>
                  <a:cubicBezTo>
                    <a:pt x="115437" y="134650"/>
                    <a:pt x="142951" y="100373"/>
                    <a:pt x="185990" y="100373"/>
                  </a:cubicBezTo>
                  <a:cubicBezTo>
                    <a:pt x="227799" y="100373"/>
                    <a:pt x="257772" y="135957"/>
                    <a:pt x="257772" y="177228"/>
                  </a:cubicBezTo>
                  <a:cubicBezTo>
                    <a:pt x="257772" y="218499"/>
                    <a:pt x="230566" y="252777"/>
                    <a:pt x="187219" y="252777"/>
                  </a:cubicBezTo>
                </a:path>
              </a:pathLst>
            </a:custGeom>
            <a:solidFill>
              <a:schemeClr val="bg1"/>
            </a:solidFill>
            <a:ln w="7647" cap="flat">
              <a:noFill/>
              <a:prstDash val="solid"/>
              <a:miter/>
            </a:ln>
          </p:spPr>
          <p:txBody>
            <a:bodyPr rtlCol="0" anchor="ctr"/>
            <a:lstStyle/>
            <a:p>
              <a:endParaRPr lang="fr-FR" sz="1092"/>
            </a:p>
          </p:txBody>
        </p:sp>
        <p:sp>
          <p:nvSpPr>
            <p:cNvPr id="8" name="Forme libre : forme 4">
              <a:extLst>
                <a:ext uri="{FF2B5EF4-FFF2-40B4-BE49-F238E27FC236}">
                  <a16:creationId xmlns:a16="http://schemas.microsoft.com/office/drawing/2014/main" id="{47A73EB0-AB80-9491-022A-C1D2B9AF734E}"/>
                </a:ext>
              </a:extLst>
            </p:cNvPr>
            <p:cNvSpPr/>
            <p:nvPr/>
          </p:nvSpPr>
          <p:spPr>
            <a:xfrm>
              <a:off x="19603033" y="10663629"/>
              <a:ext cx="144948" cy="144948"/>
            </a:xfrm>
            <a:custGeom>
              <a:avLst/>
              <a:gdLst>
                <a:gd name="connsiteX0" fmla="*/ 144949 w 144948"/>
                <a:gd name="connsiteY0" fmla="*/ 72474 h 144948"/>
                <a:gd name="connsiteX1" fmla="*/ 72474 w 144948"/>
                <a:gd name="connsiteY1" fmla="*/ 144949 h 144948"/>
                <a:gd name="connsiteX2" fmla="*/ 0 w 144948"/>
                <a:gd name="connsiteY2" fmla="*/ 72474 h 144948"/>
                <a:gd name="connsiteX3" fmla="*/ 72474 w 144948"/>
                <a:gd name="connsiteY3" fmla="*/ 0 h 144948"/>
                <a:gd name="connsiteX4" fmla="*/ 144949 w 144948"/>
                <a:gd name="connsiteY4" fmla="*/ 72474 h 1449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4948" h="144948">
                  <a:moveTo>
                    <a:pt x="144949" y="72474"/>
                  </a:moveTo>
                  <a:cubicBezTo>
                    <a:pt x="144949" y="112501"/>
                    <a:pt x="112501" y="144949"/>
                    <a:pt x="72474" y="144949"/>
                  </a:cubicBezTo>
                  <a:cubicBezTo>
                    <a:pt x="32448" y="144949"/>
                    <a:pt x="0" y="112501"/>
                    <a:pt x="0" y="72474"/>
                  </a:cubicBezTo>
                  <a:cubicBezTo>
                    <a:pt x="0" y="32448"/>
                    <a:pt x="32448" y="0"/>
                    <a:pt x="72474" y="0"/>
                  </a:cubicBezTo>
                  <a:cubicBezTo>
                    <a:pt x="112501" y="0"/>
                    <a:pt x="144949" y="32448"/>
                    <a:pt x="144949" y="72474"/>
                  </a:cubicBezTo>
                </a:path>
              </a:pathLst>
            </a:custGeom>
            <a:solidFill>
              <a:srgbClr val="0099D9"/>
            </a:solidFill>
            <a:ln w="7647" cap="flat">
              <a:noFill/>
              <a:prstDash val="solid"/>
              <a:miter/>
            </a:ln>
          </p:spPr>
          <p:txBody>
            <a:bodyPr rtlCol="0" anchor="ctr"/>
            <a:lstStyle/>
            <a:p>
              <a:endParaRPr lang="fr-FR" sz="1092"/>
            </a:p>
          </p:txBody>
        </p:sp>
      </p:grpSp>
      <p:sp>
        <p:nvSpPr>
          <p:cNvPr id="20" name="Espace réservé du texte 22">
            <a:extLst>
              <a:ext uri="{FF2B5EF4-FFF2-40B4-BE49-F238E27FC236}">
                <a16:creationId xmlns:a16="http://schemas.microsoft.com/office/drawing/2014/main" id="{8C8EBFD8-2352-3161-FECA-F5229C0183A6}"/>
              </a:ext>
            </a:extLst>
          </p:cNvPr>
          <p:cNvSpPr>
            <a:spLocks noGrp="1"/>
          </p:cNvSpPr>
          <p:nvPr>
            <p:ph type="body" sz="quarter" idx="17" hasCustomPrompt="1"/>
          </p:nvPr>
        </p:nvSpPr>
        <p:spPr>
          <a:xfrm>
            <a:off x="1139871" y="360437"/>
            <a:ext cx="9871029" cy="263149"/>
          </a:xfrm>
          <a:noFill/>
        </p:spPr>
        <p:txBody>
          <a:bodyPr wrap="square" anchor="b">
            <a:noAutofit/>
          </a:bodyPr>
          <a:lstStyle>
            <a:lvl1pPr marL="0" indent="0">
              <a:lnSpc>
                <a:spcPct val="120000"/>
              </a:lnSpc>
              <a:spcBef>
                <a:spcPts val="0"/>
              </a:spcBef>
              <a:spcAft>
                <a:spcPts val="600"/>
              </a:spcAft>
              <a:buNone/>
              <a:defRPr sz="1200" b="0">
                <a:solidFill>
                  <a:schemeClr val="tx2"/>
                </a:solidFill>
              </a:defRPr>
            </a:lvl1pPr>
          </a:lstStyle>
          <a:p>
            <a:pPr lvl="0"/>
            <a:r>
              <a:rPr lang="fr-FR" dirty="0"/>
              <a:t>Titre ici. Par exemple « Références »</a:t>
            </a:r>
          </a:p>
        </p:txBody>
      </p:sp>
      <p:sp>
        <p:nvSpPr>
          <p:cNvPr id="9" name="Titre 17">
            <a:extLst>
              <a:ext uri="{FF2B5EF4-FFF2-40B4-BE49-F238E27FC236}">
                <a16:creationId xmlns:a16="http://schemas.microsoft.com/office/drawing/2014/main" id="{B58FA6E9-5568-B8FD-B9AF-F5E4F6538D88}"/>
              </a:ext>
            </a:extLst>
          </p:cNvPr>
          <p:cNvSpPr>
            <a:spLocks noGrp="1"/>
          </p:cNvSpPr>
          <p:nvPr>
            <p:ph type="title" hasCustomPrompt="1"/>
          </p:nvPr>
        </p:nvSpPr>
        <p:spPr>
          <a:xfrm>
            <a:off x="1139871" y="1726354"/>
            <a:ext cx="4079829" cy="291618"/>
          </a:xfrm>
          <a:noFill/>
        </p:spPr>
        <p:txBody>
          <a:bodyPr wrap="square" anchor="ctr" anchorCtr="0">
            <a:spAutoFit/>
          </a:bodyPr>
          <a:lstStyle>
            <a:lvl1pPr>
              <a:lnSpc>
                <a:spcPct val="90000"/>
              </a:lnSpc>
              <a:spcAft>
                <a:spcPts val="600"/>
              </a:spcAft>
              <a:defRPr sz="1400">
                <a:solidFill>
                  <a:schemeClr val="tx1"/>
                </a:solidFill>
              </a:defRPr>
            </a:lvl1pPr>
          </a:lstStyle>
          <a:p>
            <a:r>
              <a:rPr lang="fr-FR" dirty="0"/>
              <a:t>Titre ici. Exemple « La nature du projet »</a:t>
            </a:r>
          </a:p>
        </p:txBody>
      </p:sp>
      <p:sp>
        <p:nvSpPr>
          <p:cNvPr id="10" name="Espace réservé du texte 2">
            <a:extLst>
              <a:ext uri="{FF2B5EF4-FFF2-40B4-BE49-F238E27FC236}">
                <a16:creationId xmlns:a16="http://schemas.microsoft.com/office/drawing/2014/main" id="{38C2883F-82A9-1392-1DFD-2B9DC5D1B448}"/>
              </a:ext>
            </a:extLst>
          </p:cNvPr>
          <p:cNvSpPr>
            <a:spLocks noGrp="1"/>
          </p:cNvSpPr>
          <p:nvPr>
            <p:ph idx="1" hasCustomPrompt="1"/>
          </p:nvPr>
        </p:nvSpPr>
        <p:spPr>
          <a:xfrm>
            <a:off x="1149927" y="2017972"/>
            <a:ext cx="4069773" cy="1912062"/>
          </a:xfrm>
          <a:prstGeom prst="rect">
            <a:avLst/>
          </a:prstGeom>
        </p:spPr>
        <p:txBody>
          <a:bodyPr vert="horz" wrap="square" lIns="91440" tIns="45720" rIns="91440" bIns="45720" rtlCol="0">
            <a:spAutoFit/>
          </a:bodyPr>
          <a:lstStyle>
            <a:lvl1pPr marL="0" indent="0">
              <a:lnSpc>
                <a:spcPct val="120000"/>
              </a:lnSpc>
              <a:spcBef>
                <a:spcPts val="0"/>
              </a:spcBef>
              <a:buClr>
                <a:schemeClr val="tx2"/>
              </a:buClr>
              <a:buNone/>
              <a:defRPr lang="fr-FR" dirty="0">
                <a:solidFill>
                  <a:schemeClr val="tx1"/>
                </a:solidFill>
                <a:latin typeface="Poppins" pitchFamily="2" charset="77"/>
                <a:cs typeface="Poppins" pitchFamily="2" charset="77"/>
              </a:defRPr>
            </a:lvl1pPr>
            <a:lvl2pPr>
              <a:lnSpc>
                <a:spcPct val="120000"/>
              </a:lnSpc>
              <a:spcBef>
                <a:spcPts val="0"/>
              </a:spcBef>
              <a:buClr>
                <a:schemeClr val="tx2"/>
              </a:buClr>
              <a:defRPr lang="fr-FR" dirty="0">
                <a:solidFill>
                  <a:schemeClr val="bg1"/>
                </a:solidFill>
                <a:latin typeface="Poppins" pitchFamily="2" charset="77"/>
                <a:cs typeface="Poppins" pitchFamily="2" charset="77"/>
              </a:defRPr>
            </a:lvl2pPr>
            <a:lvl3pPr>
              <a:lnSpc>
                <a:spcPct val="120000"/>
              </a:lnSpc>
              <a:spcBef>
                <a:spcPts val="0"/>
              </a:spcBef>
              <a:buClr>
                <a:schemeClr val="tx2"/>
              </a:buClr>
              <a:defRPr lang="fr-FR" dirty="0">
                <a:solidFill>
                  <a:schemeClr val="bg1"/>
                </a:solidFill>
                <a:latin typeface="Poppins" pitchFamily="2" charset="77"/>
                <a:cs typeface="Poppins" pitchFamily="2" charset="77"/>
              </a:defRPr>
            </a:lvl3pPr>
            <a:lvl4pPr>
              <a:lnSpc>
                <a:spcPct val="120000"/>
              </a:lnSpc>
              <a:spcBef>
                <a:spcPts val="0"/>
              </a:spcBef>
              <a:buClr>
                <a:schemeClr val="tx2"/>
              </a:buClr>
              <a:defRPr lang="fr-FR" dirty="0">
                <a:solidFill>
                  <a:schemeClr val="bg1"/>
                </a:solidFill>
                <a:latin typeface="Poppins" pitchFamily="2" charset="77"/>
                <a:cs typeface="Poppins" pitchFamily="2" charset="77"/>
              </a:defRPr>
            </a:lvl4pPr>
            <a:lvl5pPr>
              <a:lnSpc>
                <a:spcPct val="120000"/>
              </a:lnSpc>
              <a:spcBef>
                <a:spcPts val="0"/>
              </a:spcBef>
              <a:buClr>
                <a:schemeClr val="tx2"/>
              </a:buClr>
              <a:defRPr lang="fr-FR" dirty="0">
                <a:solidFill>
                  <a:schemeClr val="bg1"/>
                </a:solidFill>
                <a:latin typeface="Poppins" pitchFamily="2" charset="77"/>
                <a:cs typeface="Poppins" pitchFamily="2" charset="77"/>
              </a:defRPr>
            </a:lvl5pPr>
          </a:lstStyle>
          <a:p>
            <a:pPr lvl="0">
              <a:spcAft>
                <a:spcPts val="600"/>
              </a:spcAft>
            </a:pPr>
            <a:r>
              <a:rPr lang="fr-FR" dirty="0"/>
              <a:t>At </a:t>
            </a:r>
            <a:r>
              <a:rPr lang="fr-FR" dirty="0" err="1"/>
              <a:t>vero</a:t>
            </a:r>
            <a:r>
              <a:rPr lang="fr-FR" dirty="0"/>
              <a:t> </a:t>
            </a:r>
            <a:r>
              <a:rPr lang="fr-FR" dirty="0" err="1"/>
              <a:t>eos</a:t>
            </a:r>
            <a:r>
              <a:rPr lang="fr-FR" dirty="0"/>
              <a:t> et </a:t>
            </a:r>
            <a:r>
              <a:rPr lang="fr-FR" dirty="0" err="1"/>
              <a:t>accusamus</a:t>
            </a:r>
            <a:r>
              <a:rPr lang="fr-FR" dirty="0"/>
              <a:t> et </a:t>
            </a:r>
            <a:r>
              <a:rPr lang="fr-FR" dirty="0" err="1"/>
              <a:t>iusto</a:t>
            </a:r>
            <a:r>
              <a:rPr lang="fr-FR" dirty="0"/>
              <a:t> </a:t>
            </a:r>
            <a:r>
              <a:rPr lang="fr-FR" dirty="0" err="1"/>
              <a:t>odio</a:t>
            </a:r>
            <a:r>
              <a:rPr lang="fr-FR" dirty="0"/>
              <a:t> </a:t>
            </a:r>
            <a:r>
              <a:rPr lang="fr-FR" dirty="0" err="1"/>
              <a:t>dignissimos</a:t>
            </a:r>
            <a:r>
              <a:rPr lang="fr-FR" dirty="0"/>
              <a:t> </a:t>
            </a:r>
            <a:r>
              <a:rPr lang="fr-FR" dirty="0" err="1"/>
              <a:t>ducimus</a:t>
            </a:r>
            <a:r>
              <a:rPr lang="fr-FR" dirty="0"/>
              <a:t> qui </a:t>
            </a:r>
            <a:r>
              <a:rPr lang="fr-FR" dirty="0" err="1"/>
              <a:t>blanditiis</a:t>
            </a:r>
            <a:r>
              <a:rPr lang="fr-FR" dirty="0"/>
              <a:t> </a:t>
            </a:r>
            <a:r>
              <a:rPr lang="fr-FR" dirty="0" err="1"/>
              <a:t>praesentium</a:t>
            </a:r>
            <a:r>
              <a:rPr lang="fr-FR" dirty="0"/>
              <a:t> </a:t>
            </a:r>
            <a:r>
              <a:rPr lang="fr-FR" dirty="0" err="1"/>
              <a:t>voluptatum</a:t>
            </a:r>
            <a:r>
              <a:rPr lang="fr-FR" dirty="0"/>
              <a:t> </a:t>
            </a:r>
            <a:r>
              <a:rPr lang="fr-FR" dirty="0" err="1"/>
              <a:t>deleniti</a:t>
            </a:r>
            <a:r>
              <a:rPr lang="fr-FR" dirty="0"/>
              <a:t> </a:t>
            </a:r>
            <a:r>
              <a:rPr lang="fr-FR" dirty="0" err="1"/>
              <a:t>atque</a:t>
            </a:r>
            <a:r>
              <a:rPr lang="fr-FR" dirty="0"/>
              <a:t> </a:t>
            </a:r>
            <a:r>
              <a:rPr lang="fr-FR" dirty="0" err="1"/>
              <a:t>corrupti</a:t>
            </a:r>
            <a:r>
              <a:rPr lang="fr-FR" dirty="0"/>
              <a:t> </a:t>
            </a:r>
            <a:r>
              <a:rPr lang="fr-FR" dirty="0" err="1"/>
              <a:t>quos</a:t>
            </a:r>
            <a:r>
              <a:rPr lang="fr-FR" dirty="0"/>
              <a:t> </a:t>
            </a:r>
            <a:r>
              <a:rPr lang="fr-FR" dirty="0" err="1"/>
              <a:t>dolores</a:t>
            </a:r>
            <a:r>
              <a:rPr lang="fr-FR" dirty="0"/>
              <a:t> et </a:t>
            </a:r>
            <a:r>
              <a:rPr lang="fr-FR" dirty="0" err="1"/>
              <a:t>quas</a:t>
            </a:r>
            <a:r>
              <a:rPr lang="fr-FR" dirty="0"/>
              <a:t> </a:t>
            </a:r>
            <a:r>
              <a:rPr lang="fr-FR" dirty="0" err="1"/>
              <a:t>molestias</a:t>
            </a:r>
            <a:r>
              <a:rPr lang="fr-FR" dirty="0"/>
              <a:t> </a:t>
            </a:r>
            <a:r>
              <a:rPr lang="fr-FR" dirty="0" err="1"/>
              <a:t>excepturi</a:t>
            </a:r>
            <a:r>
              <a:rPr lang="fr-FR" dirty="0"/>
              <a:t> </a:t>
            </a:r>
            <a:r>
              <a:rPr lang="fr-FR" dirty="0" err="1"/>
              <a:t>sint</a:t>
            </a:r>
            <a:r>
              <a:rPr lang="fr-FR" dirty="0"/>
              <a:t> </a:t>
            </a:r>
            <a:r>
              <a:rPr lang="fr-FR" dirty="0" err="1"/>
              <a:t>occaecati</a:t>
            </a:r>
            <a:r>
              <a:rPr lang="fr-FR" dirty="0"/>
              <a:t> </a:t>
            </a:r>
            <a:r>
              <a:rPr lang="fr-FR" dirty="0" err="1"/>
              <a:t>cupiditate</a:t>
            </a:r>
            <a:r>
              <a:rPr lang="fr-FR" dirty="0"/>
              <a:t> non provident, </a:t>
            </a:r>
            <a:r>
              <a:rPr lang="fr-FR" dirty="0" err="1"/>
              <a:t>similique</a:t>
            </a:r>
            <a:r>
              <a:rPr lang="fr-FR" dirty="0"/>
              <a:t> </a:t>
            </a:r>
            <a:r>
              <a:rPr lang="fr-FR" dirty="0" err="1"/>
              <a:t>sunt</a:t>
            </a:r>
            <a:r>
              <a:rPr lang="fr-FR" dirty="0"/>
              <a:t> in culpa qui officia </a:t>
            </a:r>
            <a:r>
              <a:rPr lang="fr-FR" dirty="0" err="1"/>
              <a:t>deserunt</a:t>
            </a:r>
            <a:r>
              <a:rPr lang="fr-FR" dirty="0"/>
              <a:t> </a:t>
            </a:r>
            <a:r>
              <a:rPr lang="fr-FR" dirty="0" err="1"/>
              <a:t>mollitia</a:t>
            </a:r>
            <a:r>
              <a:rPr lang="fr-FR" dirty="0"/>
              <a:t> </a:t>
            </a:r>
            <a:r>
              <a:rPr lang="fr-FR" dirty="0" err="1"/>
              <a:t>animi</a:t>
            </a:r>
            <a:r>
              <a:rPr lang="fr-FR" dirty="0"/>
              <a:t>, id est </a:t>
            </a:r>
            <a:r>
              <a:rPr lang="fr-FR" dirty="0" err="1"/>
              <a:t>laborum</a:t>
            </a:r>
            <a:r>
              <a:rPr lang="fr-FR" dirty="0"/>
              <a:t> et </a:t>
            </a:r>
            <a:r>
              <a:rPr lang="fr-FR" dirty="0" err="1"/>
              <a:t>dolorum</a:t>
            </a:r>
            <a:r>
              <a:rPr lang="fr-FR" dirty="0"/>
              <a:t> </a:t>
            </a:r>
            <a:r>
              <a:rPr lang="fr-FR" dirty="0" err="1"/>
              <a:t>fuga</a:t>
            </a:r>
            <a:r>
              <a:rPr lang="fr-FR" dirty="0"/>
              <a:t>. Et </a:t>
            </a:r>
            <a:r>
              <a:rPr lang="fr-FR" dirty="0" err="1"/>
              <a:t>harum</a:t>
            </a:r>
            <a:r>
              <a:rPr lang="fr-FR" dirty="0"/>
              <a:t> </a:t>
            </a:r>
            <a:r>
              <a:rPr lang="fr-FR" dirty="0" err="1"/>
              <a:t>quidem</a:t>
            </a:r>
            <a:r>
              <a:rPr lang="fr-FR" dirty="0"/>
              <a:t> </a:t>
            </a:r>
            <a:r>
              <a:rPr lang="fr-FR" dirty="0" err="1"/>
              <a:t>rerum</a:t>
            </a:r>
            <a:r>
              <a:rPr lang="fr-FR" dirty="0"/>
              <a:t> </a:t>
            </a:r>
            <a:r>
              <a:rPr lang="fr-FR" dirty="0" err="1"/>
              <a:t>facilis</a:t>
            </a:r>
            <a:r>
              <a:rPr lang="fr-FR" dirty="0"/>
              <a:t> est et </a:t>
            </a:r>
            <a:r>
              <a:rPr lang="fr-FR" dirty="0" err="1"/>
              <a:t>expedita</a:t>
            </a:r>
            <a:r>
              <a:rPr lang="fr-FR" dirty="0"/>
              <a:t> </a:t>
            </a:r>
            <a:r>
              <a:rPr lang="fr-FR" dirty="0" err="1"/>
              <a:t>distinctio</a:t>
            </a:r>
            <a:r>
              <a:rPr lang="fr-FR" dirty="0"/>
              <a:t>. Nam libero </a:t>
            </a:r>
            <a:r>
              <a:rPr lang="fr-FR" dirty="0" err="1"/>
              <a:t>tempore</a:t>
            </a:r>
            <a:r>
              <a:rPr lang="fr-FR" dirty="0"/>
              <a:t>, cum </a:t>
            </a:r>
            <a:r>
              <a:rPr lang="fr-FR" dirty="0" err="1"/>
              <a:t>soluta</a:t>
            </a:r>
            <a:r>
              <a:rPr lang="fr-FR" dirty="0"/>
              <a:t> </a:t>
            </a:r>
            <a:r>
              <a:rPr lang="fr-FR" dirty="0" err="1"/>
              <a:t>nobis</a:t>
            </a:r>
            <a:r>
              <a:rPr lang="fr-FR" dirty="0"/>
              <a:t> est </a:t>
            </a:r>
            <a:r>
              <a:rPr lang="fr-FR" dirty="0" err="1"/>
              <a:t>eligendi</a:t>
            </a:r>
            <a:r>
              <a:rPr lang="fr-FR" dirty="0"/>
              <a:t> </a:t>
            </a:r>
            <a:r>
              <a:rPr lang="fr-FR" dirty="0" err="1"/>
              <a:t>optio</a:t>
            </a:r>
            <a:r>
              <a:rPr lang="fr-FR" dirty="0"/>
              <a:t> </a:t>
            </a:r>
            <a:r>
              <a:rPr lang="fr-FR" dirty="0" err="1"/>
              <a:t>cumque</a:t>
            </a:r>
            <a:r>
              <a:rPr lang="fr-FR" dirty="0"/>
              <a:t> nihil </a:t>
            </a:r>
            <a:r>
              <a:rPr lang="fr-FR" dirty="0" err="1"/>
              <a:t>impedit</a:t>
            </a:r>
            <a:r>
              <a:rPr lang="fr-FR" dirty="0"/>
              <a:t> quo minus id</a:t>
            </a:r>
          </a:p>
        </p:txBody>
      </p:sp>
    </p:spTree>
    <p:extLst>
      <p:ext uri="{BB962C8B-B14F-4D97-AF65-F5344CB8AC3E}">
        <p14:creationId xmlns:p14="http://schemas.microsoft.com/office/powerpoint/2010/main" val="597514953"/>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preserve="1">
  <p:cSld name="Référence Light 16">
    <p:spTree>
      <p:nvGrpSpPr>
        <p:cNvPr id="1" name=""/>
        <p:cNvGrpSpPr/>
        <p:nvPr/>
      </p:nvGrpSpPr>
      <p:grpSpPr>
        <a:xfrm>
          <a:off x="0" y="0"/>
          <a:ext cx="0" cy="0"/>
          <a:chOff x="0" y="0"/>
          <a:chExt cx="0" cy="0"/>
        </a:xfrm>
      </p:grpSpPr>
      <p:pic>
        <p:nvPicPr>
          <p:cNvPr id="17" name="Image 16">
            <a:extLst>
              <a:ext uri="{FF2B5EF4-FFF2-40B4-BE49-F238E27FC236}">
                <a16:creationId xmlns:a16="http://schemas.microsoft.com/office/drawing/2014/main" id="{E325A0B9-21A3-9A34-FBF7-D6585C2C6E7A}"/>
              </a:ext>
            </a:extLst>
          </p:cNvPr>
          <p:cNvPicPr>
            <a:picLocks noChangeAspect="1"/>
          </p:cNvPicPr>
          <p:nvPr/>
        </p:nvPicPr>
        <p:blipFill>
          <a:blip r:embed="rId2"/>
          <a:srcRect/>
          <a:stretch/>
        </p:blipFill>
        <p:spPr>
          <a:xfrm>
            <a:off x="3742" y="0"/>
            <a:ext cx="12173698" cy="6857999"/>
          </a:xfrm>
          <a:prstGeom prst="rect">
            <a:avLst/>
          </a:prstGeom>
        </p:spPr>
      </p:pic>
      <p:sp>
        <p:nvSpPr>
          <p:cNvPr id="4" name="object 11">
            <a:extLst>
              <a:ext uri="{FF2B5EF4-FFF2-40B4-BE49-F238E27FC236}">
                <a16:creationId xmlns:a16="http://schemas.microsoft.com/office/drawing/2014/main" id="{10D34413-DA51-D9D8-29E8-6DE8F8A5EFCE}"/>
              </a:ext>
            </a:extLst>
          </p:cNvPr>
          <p:cNvSpPr/>
          <p:nvPr/>
        </p:nvSpPr>
        <p:spPr>
          <a:xfrm>
            <a:off x="11397941" y="0"/>
            <a:ext cx="794059" cy="6857615"/>
          </a:xfrm>
          <a:custGeom>
            <a:avLst/>
            <a:gdLst/>
            <a:ahLst/>
            <a:cxnLst/>
            <a:rect l="l" t="t" r="r" b="b"/>
            <a:pathLst>
              <a:path w="1309369" h="11308715">
                <a:moveTo>
                  <a:pt x="1308860" y="0"/>
                </a:moveTo>
                <a:lnTo>
                  <a:pt x="0" y="0"/>
                </a:lnTo>
                <a:lnTo>
                  <a:pt x="0" y="11308556"/>
                </a:lnTo>
                <a:lnTo>
                  <a:pt x="1308860" y="11308556"/>
                </a:lnTo>
                <a:lnTo>
                  <a:pt x="1308860" y="0"/>
                </a:lnTo>
                <a:close/>
              </a:path>
            </a:pathLst>
          </a:custGeom>
          <a:solidFill>
            <a:schemeClr val="tx1"/>
          </a:solidFill>
          <a:ln>
            <a:noFill/>
          </a:ln>
        </p:spPr>
        <p:txBody>
          <a:bodyPr wrap="square" lIns="0" tIns="0" rIns="0" bIns="0" rtlCol="0"/>
          <a:lstStyle/>
          <a:p>
            <a:endParaRPr sz="1092"/>
          </a:p>
        </p:txBody>
      </p:sp>
      <p:sp>
        <p:nvSpPr>
          <p:cNvPr id="2" name="Espace réservé du pied de page 4">
            <a:extLst>
              <a:ext uri="{FF2B5EF4-FFF2-40B4-BE49-F238E27FC236}">
                <a16:creationId xmlns:a16="http://schemas.microsoft.com/office/drawing/2014/main" id="{97ADE9E6-DC8A-B79F-0E6A-9D6F3EC57782}"/>
              </a:ext>
            </a:extLst>
          </p:cNvPr>
          <p:cNvSpPr>
            <a:spLocks noGrp="1"/>
          </p:cNvSpPr>
          <p:nvPr>
            <p:ph type="ftr" sz="quarter" idx="3"/>
          </p:nvPr>
        </p:nvSpPr>
        <p:spPr>
          <a:xfrm rot="16200000">
            <a:off x="9737570" y="2572960"/>
            <a:ext cx="4114800" cy="365125"/>
          </a:xfrm>
          <a:prstGeom prst="rect">
            <a:avLst/>
          </a:prstGeom>
        </p:spPr>
        <p:txBody>
          <a:bodyPr vert="horz" lIns="91440" tIns="45720" rIns="91440" bIns="45720" rtlCol="0" anchor="ctr"/>
          <a:lstStyle>
            <a:lvl1pPr>
              <a:defRPr lang="en-US" sz="728" dirty="0">
                <a:solidFill>
                  <a:schemeClr val="bg1"/>
                </a:solidFill>
                <a:latin typeface="Poppins" pitchFamily="2" charset="77"/>
                <a:cs typeface="Poppins" pitchFamily="2" charset="77"/>
              </a:defRPr>
            </a:lvl1pPr>
          </a:lstStyle>
          <a:p>
            <a:pPr algn="r"/>
            <a:r>
              <a:rPr lang="fr-FR"/>
              <a:t>Architectes des grandes transformations</a:t>
            </a:r>
            <a:endParaRPr lang="fr-US"/>
          </a:p>
        </p:txBody>
      </p:sp>
      <p:sp>
        <p:nvSpPr>
          <p:cNvPr id="3" name="Espace réservé du numéro de diapositive 18">
            <a:extLst>
              <a:ext uri="{FF2B5EF4-FFF2-40B4-BE49-F238E27FC236}">
                <a16:creationId xmlns:a16="http://schemas.microsoft.com/office/drawing/2014/main" id="{40599553-1744-B948-F679-B18C359A2A19}"/>
              </a:ext>
            </a:extLst>
          </p:cNvPr>
          <p:cNvSpPr>
            <a:spLocks noGrp="1"/>
          </p:cNvSpPr>
          <p:nvPr>
            <p:ph type="sldNum" sz="quarter" idx="4"/>
          </p:nvPr>
        </p:nvSpPr>
        <p:spPr>
          <a:xfrm>
            <a:off x="11588253" y="165403"/>
            <a:ext cx="420073" cy="365125"/>
          </a:xfrm>
          <a:prstGeom prst="rect">
            <a:avLst/>
          </a:prstGeom>
        </p:spPr>
        <p:txBody>
          <a:bodyPr/>
          <a:lstStyle>
            <a:lvl1pPr algn="ctr">
              <a:defRPr lang="en-US" sz="667" b="1" smtClean="0">
                <a:solidFill>
                  <a:schemeClr val="bg1"/>
                </a:solidFill>
                <a:latin typeface="Poppins" pitchFamily="2" charset="77"/>
                <a:cs typeface="Poppins" pitchFamily="2" charset="77"/>
              </a:defRPr>
            </a:lvl1pPr>
          </a:lstStyle>
          <a:p>
            <a:fld id="{8042310B-17DC-C845-9B99-8FE29D3E9696}" type="slidenum">
              <a:rPr lang="fr-FR" smtClean="0"/>
              <a:pPr/>
              <a:t>‹N°›</a:t>
            </a:fld>
            <a:endParaRPr lang="fr-FR" dirty="0"/>
          </a:p>
        </p:txBody>
      </p:sp>
      <p:sp>
        <p:nvSpPr>
          <p:cNvPr id="5" name="object 14">
            <a:extLst>
              <a:ext uri="{FF2B5EF4-FFF2-40B4-BE49-F238E27FC236}">
                <a16:creationId xmlns:a16="http://schemas.microsoft.com/office/drawing/2014/main" id="{0BEBFB05-8DE3-A267-9D37-864C2BE599F7}"/>
              </a:ext>
            </a:extLst>
          </p:cNvPr>
          <p:cNvSpPr/>
          <p:nvPr/>
        </p:nvSpPr>
        <p:spPr>
          <a:xfrm>
            <a:off x="11397456" y="6063824"/>
            <a:ext cx="794059" cy="0"/>
          </a:xfrm>
          <a:custGeom>
            <a:avLst/>
            <a:gdLst/>
            <a:ahLst/>
            <a:cxnLst/>
            <a:rect l="l" t="t" r="r" b="b"/>
            <a:pathLst>
              <a:path w="1309369">
                <a:moveTo>
                  <a:pt x="0" y="0"/>
                </a:moveTo>
                <a:lnTo>
                  <a:pt x="1308860" y="0"/>
                </a:lnTo>
              </a:path>
            </a:pathLst>
          </a:custGeom>
          <a:ln w="7853">
            <a:solidFill>
              <a:schemeClr val="bg1"/>
            </a:solidFill>
          </a:ln>
        </p:spPr>
        <p:txBody>
          <a:bodyPr wrap="square" lIns="0" tIns="0" rIns="0" bIns="0" rtlCol="0"/>
          <a:lstStyle/>
          <a:p>
            <a:endParaRPr sz="1092"/>
          </a:p>
        </p:txBody>
      </p:sp>
      <p:grpSp>
        <p:nvGrpSpPr>
          <p:cNvPr id="6" name="Graphique 21">
            <a:extLst>
              <a:ext uri="{FF2B5EF4-FFF2-40B4-BE49-F238E27FC236}">
                <a16:creationId xmlns:a16="http://schemas.microsoft.com/office/drawing/2014/main" id="{53708514-84A2-1B09-3C16-DCBB1DDB6761}"/>
              </a:ext>
            </a:extLst>
          </p:cNvPr>
          <p:cNvGrpSpPr/>
          <p:nvPr/>
        </p:nvGrpSpPr>
        <p:grpSpPr>
          <a:xfrm>
            <a:off x="11646607" y="6340088"/>
            <a:ext cx="329427" cy="214383"/>
            <a:chOff x="19204770" y="10455275"/>
            <a:chExt cx="543212" cy="353534"/>
          </a:xfrm>
        </p:grpSpPr>
        <p:sp>
          <p:nvSpPr>
            <p:cNvPr id="7" name="Forme libre : forme 3">
              <a:extLst>
                <a:ext uri="{FF2B5EF4-FFF2-40B4-BE49-F238E27FC236}">
                  <a16:creationId xmlns:a16="http://schemas.microsoft.com/office/drawing/2014/main" id="{31C42F6D-7A13-B8E3-17A5-85FE87D2A64D}"/>
                </a:ext>
              </a:extLst>
            </p:cNvPr>
            <p:cNvSpPr/>
            <p:nvPr/>
          </p:nvSpPr>
          <p:spPr>
            <a:xfrm>
              <a:off x="19204770" y="10455275"/>
              <a:ext cx="373208" cy="353534"/>
            </a:xfrm>
            <a:custGeom>
              <a:avLst/>
              <a:gdLst>
                <a:gd name="connsiteX0" fmla="*/ 187219 w 373208"/>
                <a:gd name="connsiteY0" fmla="*/ 0 h 353534"/>
                <a:gd name="connsiteX1" fmla="*/ 0 w 373208"/>
                <a:gd name="connsiteY1" fmla="*/ 177228 h 353534"/>
                <a:gd name="connsiteX2" fmla="*/ 185990 w 373208"/>
                <a:gd name="connsiteY2" fmla="*/ 353534 h 353534"/>
                <a:gd name="connsiteX3" fmla="*/ 373209 w 373208"/>
                <a:gd name="connsiteY3" fmla="*/ 175998 h 353534"/>
                <a:gd name="connsiteX4" fmla="*/ 187219 w 373208"/>
                <a:gd name="connsiteY4" fmla="*/ 0 h 353534"/>
                <a:gd name="connsiteX5" fmla="*/ 187219 w 373208"/>
                <a:gd name="connsiteY5" fmla="*/ 252777 h 353534"/>
                <a:gd name="connsiteX6" fmla="*/ 115437 w 373208"/>
                <a:gd name="connsiteY6" fmla="*/ 175922 h 353534"/>
                <a:gd name="connsiteX7" fmla="*/ 185990 w 373208"/>
                <a:gd name="connsiteY7" fmla="*/ 100373 h 353534"/>
                <a:gd name="connsiteX8" fmla="*/ 257772 w 373208"/>
                <a:gd name="connsiteY8" fmla="*/ 177228 h 353534"/>
                <a:gd name="connsiteX9" fmla="*/ 187219 w 373208"/>
                <a:gd name="connsiteY9" fmla="*/ 252777 h 353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73208" h="353534">
                  <a:moveTo>
                    <a:pt x="187219" y="0"/>
                  </a:moveTo>
                  <a:cubicBezTo>
                    <a:pt x="78623" y="0"/>
                    <a:pt x="0" y="81159"/>
                    <a:pt x="0" y="177228"/>
                  </a:cubicBezTo>
                  <a:cubicBezTo>
                    <a:pt x="0" y="273297"/>
                    <a:pt x="78008" y="353534"/>
                    <a:pt x="185990" y="353534"/>
                  </a:cubicBezTo>
                  <a:cubicBezTo>
                    <a:pt x="293971" y="353534"/>
                    <a:pt x="373209" y="272144"/>
                    <a:pt x="373209" y="175998"/>
                  </a:cubicBezTo>
                  <a:cubicBezTo>
                    <a:pt x="373209" y="79853"/>
                    <a:pt x="295201" y="0"/>
                    <a:pt x="187219" y="0"/>
                  </a:cubicBezTo>
                  <a:moveTo>
                    <a:pt x="187219" y="252777"/>
                  </a:moveTo>
                  <a:cubicBezTo>
                    <a:pt x="145410" y="252777"/>
                    <a:pt x="115437" y="217193"/>
                    <a:pt x="115437" y="175922"/>
                  </a:cubicBezTo>
                  <a:cubicBezTo>
                    <a:pt x="115437" y="134650"/>
                    <a:pt x="142951" y="100373"/>
                    <a:pt x="185990" y="100373"/>
                  </a:cubicBezTo>
                  <a:cubicBezTo>
                    <a:pt x="227799" y="100373"/>
                    <a:pt x="257772" y="135957"/>
                    <a:pt x="257772" y="177228"/>
                  </a:cubicBezTo>
                  <a:cubicBezTo>
                    <a:pt x="257772" y="218499"/>
                    <a:pt x="230566" y="252777"/>
                    <a:pt x="187219" y="252777"/>
                  </a:cubicBezTo>
                </a:path>
              </a:pathLst>
            </a:custGeom>
            <a:solidFill>
              <a:schemeClr val="bg1"/>
            </a:solidFill>
            <a:ln w="7647" cap="flat">
              <a:noFill/>
              <a:prstDash val="solid"/>
              <a:miter/>
            </a:ln>
          </p:spPr>
          <p:txBody>
            <a:bodyPr rtlCol="0" anchor="ctr"/>
            <a:lstStyle/>
            <a:p>
              <a:endParaRPr lang="fr-FR" sz="1092"/>
            </a:p>
          </p:txBody>
        </p:sp>
        <p:sp>
          <p:nvSpPr>
            <p:cNvPr id="8" name="Forme libre : forme 4">
              <a:extLst>
                <a:ext uri="{FF2B5EF4-FFF2-40B4-BE49-F238E27FC236}">
                  <a16:creationId xmlns:a16="http://schemas.microsoft.com/office/drawing/2014/main" id="{47A73EB0-AB80-9491-022A-C1D2B9AF734E}"/>
                </a:ext>
              </a:extLst>
            </p:cNvPr>
            <p:cNvSpPr/>
            <p:nvPr/>
          </p:nvSpPr>
          <p:spPr>
            <a:xfrm>
              <a:off x="19603033" y="10663629"/>
              <a:ext cx="144948" cy="144948"/>
            </a:xfrm>
            <a:custGeom>
              <a:avLst/>
              <a:gdLst>
                <a:gd name="connsiteX0" fmla="*/ 144949 w 144948"/>
                <a:gd name="connsiteY0" fmla="*/ 72474 h 144948"/>
                <a:gd name="connsiteX1" fmla="*/ 72474 w 144948"/>
                <a:gd name="connsiteY1" fmla="*/ 144949 h 144948"/>
                <a:gd name="connsiteX2" fmla="*/ 0 w 144948"/>
                <a:gd name="connsiteY2" fmla="*/ 72474 h 144948"/>
                <a:gd name="connsiteX3" fmla="*/ 72474 w 144948"/>
                <a:gd name="connsiteY3" fmla="*/ 0 h 144948"/>
                <a:gd name="connsiteX4" fmla="*/ 144949 w 144948"/>
                <a:gd name="connsiteY4" fmla="*/ 72474 h 1449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4948" h="144948">
                  <a:moveTo>
                    <a:pt x="144949" y="72474"/>
                  </a:moveTo>
                  <a:cubicBezTo>
                    <a:pt x="144949" y="112501"/>
                    <a:pt x="112501" y="144949"/>
                    <a:pt x="72474" y="144949"/>
                  </a:cubicBezTo>
                  <a:cubicBezTo>
                    <a:pt x="32448" y="144949"/>
                    <a:pt x="0" y="112501"/>
                    <a:pt x="0" y="72474"/>
                  </a:cubicBezTo>
                  <a:cubicBezTo>
                    <a:pt x="0" y="32448"/>
                    <a:pt x="32448" y="0"/>
                    <a:pt x="72474" y="0"/>
                  </a:cubicBezTo>
                  <a:cubicBezTo>
                    <a:pt x="112501" y="0"/>
                    <a:pt x="144949" y="32448"/>
                    <a:pt x="144949" y="72474"/>
                  </a:cubicBezTo>
                </a:path>
              </a:pathLst>
            </a:custGeom>
            <a:solidFill>
              <a:srgbClr val="0099D9"/>
            </a:solidFill>
            <a:ln w="7647" cap="flat">
              <a:noFill/>
              <a:prstDash val="solid"/>
              <a:miter/>
            </a:ln>
          </p:spPr>
          <p:txBody>
            <a:bodyPr rtlCol="0" anchor="ctr"/>
            <a:lstStyle/>
            <a:p>
              <a:endParaRPr lang="fr-FR" sz="1092"/>
            </a:p>
          </p:txBody>
        </p:sp>
      </p:grpSp>
      <p:sp>
        <p:nvSpPr>
          <p:cNvPr id="20" name="Espace réservé du texte 22">
            <a:extLst>
              <a:ext uri="{FF2B5EF4-FFF2-40B4-BE49-F238E27FC236}">
                <a16:creationId xmlns:a16="http://schemas.microsoft.com/office/drawing/2014/main" id="{8C8EBFD8-2352-3161-FECA-F5229C0183A6}"/>
              </a:ext>
            </a:extLst>
          </p:cNvPr>
          <p:cNvSpPr>
            <a:spLocks noGrp="1"/>
          </p:cNvSpPr>
          <p:nvPr>
            <p:ph type="body" sz="quarter" idx="17" hasCustomPrompt="1"/>
          </p:nvPr>
        </p:nvSpPr>
        <p:spPr>
          <a:xfrm>
            <a:off x="1139871" y="360437"/>
            <a:ext cx="9871029" cy="263149"/>
          </a:xfrm>
          <a:noFill/>
        </p:spPr>
        <p:txBody>
          <a:bodyPr wrap="square" anchor="b">
            <a:noAutofit/>
          </a:bodyPr>
          <a:lstStyle>
            <a:lvl1pPr marL="0" indent="0">
              <a:lnSpc>
                <a:spcPct val="120000"/>
              </a:lnSpc>
              <a:spcBef>
                <a:spcPts val="0"/>
              </a:spcBef>
              <a:spcAft>
                <a:spcPts val="600"/>
              </a:spcAft>
              <a:buNone/>
              <a:defRPr sz="1200" b="0">
                <a:solidFill>
                  <a:schemeClr val="tx2"/>
                </a:solidFill>
              </a:defRPr>
            </a:lvl1pPr>
          </a:lstStyle>
          <a:p>
            <a:pPr lvl="0"/>
            <a:r>
              <a:rPr lang="fr-FR" dirty="0"/>
              <a:t>Titre ici. Par exemple « Références »</a:t>
            </a:r>
          </a:p>
        </p:txBody>
      </p:sp>
      <p:sp>
        <p:nvSpPr>
          <p:cNvPr id="9" name="Titre 17">
            <a:extLst>
              <a:ext uri="{FF2B5EF4-FFF2-40B4-BE49-F238E27FC236}">
                <a16:creationId xmlns:a16="http://schemas.microsoft.com/office/drawing/2014/main" id="{B58FA6E9-5568-B8FD-B9AF-F5E4F6538D88}"/>
              </a:ext>
            </a:extLst>
          </p:cNvPr>
          <p:cNvSpPr>
            <a:spLocks noGrp="1"/>
          </p:cNvSpPr>
          <p:nvPr>
            <p:ph type="title" hasCustomPrompt="1"/>
          </p:nvPr>
        </p:nvSpPr>
        <p:spPr>
          <a:xfrm>
            <a:off x="1139871" y="1726354"/>
            <a:ext cx="4079829" cy="291618"/>
          </a:xfrm>
          <a:noFill/>
        </p:spPr>
        <p:txBody>
          <a:bodyPr wrap="square" anchor="ctr" anchorCtr="0">
            <a:spAutoFit/>
          </a:bodyPr>
          <a:lstStyle>
            <a:lvl1pPr>
              <a:lnSpc>
                <a:spcPct val="90000"/>
              </a:lnSpc>
              <a:spcAft>
                <a:spcPts val="600"/>
              </a:spcAft>
              <a:defRPr sz="1400">
                <a:solidFill>
                  <a:schemeClr val="tx1"/>
                </a:solidFill>
              </a:defRPr>
            </a:lvl1pPr>
          </a:lstStyle>
          <a:p>
            <a:r>
              <a:rPr lang="fr-FR" dirty="0"/>
              <a:t>Titre ici. Exemple « La nature du projet »</a:t>
            </a:r>
          </a:p>
        </p:txBody>
      </p:sp>
      <p:sp>
        <p:nvSpPr>
          <p:cNvPr id="10" name="Espace réservé du texte 2">
            <a:extLst>
              <a:ext uri="{FF2B5EF4-FFF2-40B4-BE49-F238E27FC236}">
                <a16:creationId xmlns:a16="http://schemas.microsoft.com/office/drawing/2014/main" id="{38C2883F-82A9-1392-1DFD-2B9DC5D1B448}"/>
              </a:ext>
            </a:extLst>
          </p:cNvPr>
          <p:cNvSpPr>
            <a:spLocks noGrp="1"/>
          </p:cNvSpPr>
          <p:nvPr>
            <p:ph idx="1" hasCustomPrompt="1"/>
          </p:nvPr>
        </p:nvSpPr>
        <p:spPr>
          <a:xfrm>
            <a:off x="1149927" y="2017972"/>
            <a:ext cx="4069773" cy="1912062"/>
          </a:xfrm>
          <a:prstGeom prst="rect">
            <a:avLst/>
          </a:prstGeom>
        </p:spPr>
        <p:txBody>
          <a:bodyPr vert="horz" wrap="square" lIns="91440" tIns="45720" rIns="91440" bIns="45720" rtlCol="0">
            <a:spAutoFit/>
          </a:bodyPr>
          <a:lstStyle>
            <a:lvl1pPr marL="0" indent="0">
              <a:lnSpc>
                <a:spcPct val="120000"/>
              </a:lnSpc>
              <a:spcBef>
                <a:spcPts val="0"/>
              </a:spcBef>
              <a:buClr>
                <a:schemeClr val="tx2"/>
              </a:buClr>
              <a:buNone/>
              <a:defRPr lang="fr-FR" dirty="0">
                <a:solidFill>
                  <a:schemeClr val="tx1"/>
                </a:solidFill>
                <a:latin typeface="Poppins" pitchFamily="2" charset="77"/>
                <a:cs typeface="Poppins" pitchFamily="2" charset="77"/>
              </a:defRPr>
            </a:lvl1pPr>
            <a:lvl2pPr>
              <a:lnSpc>
                <a:spcPct val="120000"/>
              </a:lnSpc>
              <a:spcBef>
                <a:spcPts val="0"/>
              </a:spcBef>
              <a:buClr>
                <a:schemeClr val="tx2"/>
              </a:buClr>
              <a:defRPr lang="fr-FR" dirty="0">
                <a:solidFill>
                  <a:schemeClr val="bg1"/>
                </a:solidFill>
                <a:latin typeface="Poppins" pitchFamily="2" charset="77"/>
                <a:cs typeface="Poppins" pitchFamily="2" charset="77"/>
              </a:defRPr>
            </a:lvl2pPr>
            <a:lvl3pPr>
              <a:lnSpc>
                <a:spcPct val="120000"/>
              </a:lnSpc>
              <a:spcBef>
                <a:spcPts val="0"/>
              </a:spcBef>
              <a:buClr>
                <a:schemeClr val="tx2"/>
              </a:buClr>
              <a:defRPr lang="fr-FR" dirty="0">
                <a:solidFill>
                  <a:schemeClr val="bg1"/>
                </a:solidFill>
                <a:latin typeface="Poppins" pitchFamily="2" charset="77"/>
                <a:cs typeface="Poppins" pitchFamily="2" charset="77"/>
              </a:defRPr>
            </a:lvl3pPr>
            <a:lvl4pPr>
              <a:lnSpc>
                <a:spcPct val="120000"/>
              </a:lnSpc>
              <a:spcBef>
                <a:spcPts val="0"/>
              </a:spcBef>
              <a:buClr>
                <a:schemeClr val="tx2"/>
              </a:buClr>
              <a:defRPr lang="fr-FR" dirty="0">
                <a:solidFill>
                  <a:schemeClr val="bg1"/>
                </a:solidFill>
                <a:latin typeface="Poppins" pitchFamily="2" charset="77"/>
                <a:cs typeface="Poppins" pitchFamily="2" charset="77"/>
              </a:defRPr>
            </a:lvl4pPr>
            <a:lvl5pPr>
              <a:lnSpc>
                <a:spcPct val="120000"/>
              </a:lnSpc>
              <a:spcBef>
                <a:spcPts val="0"/>
              </a:spcBef>
              <a:buClr>
                <a:schemeClr val="tx2"/>
              </a:buClr>
              <a:defRPr lang="fr-FR" dirty="0">
                <a:solidFill>
                  <a:schemeClr val="bg1"/>
                </a:solidFill>
                <a:latin typeface="Poppins" pitchFamily="2" charset="77"/>
                <a:cs typeface="Poppins" pitchFamily="2" charset="77"/>
              </a:defRPr>
            </a:lvl5pPr>
          </a:lstStyle>
          <a:p>
            <a:pPr lvl="0">
              <a:spcAft>
                <a:spcPts val="600"/>
              </a:spcAft>
            </a:pPr>
            <a:r>
              <a:rPr lang="fr-FR" dirty="0"/>
              <a:t>At </a:t>
            </a:r>
            <a:r>
              <a:rPr lang="fr-FR" dirty="0" err="1"/>
              <a:t>vero</a:t>
            </a:r>
            <a:r>
              <a:rPr lang="fr-FR" dirty="0"/>
              <a:t> </a:t>
            </a:r>
            <a:r>
              <a:rPr lang="fr-FR" dirty="0" err="1"/>
              <a:t>eos</a:t>
            </a:r>
            <a:r>
              <a:rPr lang="fr-FR" dirty="0"/>
              <a:t> et </a:t>
            </a:r>
            <a:r>
              <a:rPr lang="fr-FR" dirty="0" err="1"/>
              <a:t>accusamus</a:t>
            </a:r>
            <a:r>
              <a:rPr lang="fr-FR" dirty="0"/>
              <a:t> et </a:t>
            </a:r>
            <a:r>
              <a:rPr lang="fr-FR" dirty="0" err="1"/>
              <a:t>iusto</a:t>
            </a:r>
            <a:r>
              <a:rPr lang="fr-FR" dirty="0"/>
              <a:t> </a:t>
            </a:r>
            <a:r>
              <a:rPr lang="fr-FR" dirty="0" err="1"/>
              <a:t>odio</a:t>
            </a:r>
            <a:r>
              <a:rPr lang="fr-FR" dirty="0"/>
              <a:t> </a:t>
            </a:r>
            <a:r>
              <a:rPr lang="fr-FR" dirty="0" err="1"/>
              <a:t>dignissimos</a:t>
            </a:r>
            <a:r>
              <a:rPr lang="fr-FR" dirty="0"/>
              <a:t> </a:t>
            </a:r>
            <a:r>
              <a:rPr lang="fr-FR" dirty="0" err="1"/>
              <a:t>ducimus</a:t>
            </a:r>
            <a:r>
              <a:rPr lang="fr-FR" dirty="0"/>
              <a:t> qui </a:t>
            </a:r>
            <a:r>
              <a:rPr lang="fr-FR" dirty="0" err="1"/>
              <a:t>blanditiis</a:t>
            </a:r>
            <a:r>
              <a:rPr lang="fr-FR" dirty="0"/>
              <a:t> </a:t>
            </a:r>
            <a:r>
              <a:rPr lang="fr-FR" dirty="0" err="1"/>
              <a:t>praesentium</a:t>
            </a:r>
            <a:r>
              <a:rPr lang="fr-FR" dirty="0"/>
              <a:t> </a:t>
            </a:r>
            <a:r>
              <a:rPr lang="fr-FR" dirty="0" err="1"/>
              <a:t>voluptatum</a:t>
            </a:r>
            <a:r>
              <a:rPr lang="fr-FR" dirty="0"/>
              <a:t> </a:t>
            </a:r>
            <a:r>
              <a:rPr lang="fr-FR" dirty="0" err="1"/>
              <a:t>deleniti</a:t>
            </a:r>
            <a:r>
              <a:rPr lang="fr-FR" dirty="0"/>
              <a:t> </a:t>
            </a:r>
            <a:r>
              <a:rPr lang="fr-FR" dirty="0" err="1"/>
              <a:t>atque</a:t>
            </a:r>
            <a:r>
              <a:rPr lang="fr-FR" dirty="0"/>
              <a:t> </a:t>
            </a:r>
            <a:r>
              <a:rPr lang="fr-FR" dirty="0" err="1"/>
              <a:t>corrupti</a:t>
            </a:r>
            <a:r>
              <a:rPr lang="fr-FR" dirty="0"/>
              <a:t> </a:t>
            </a:r>
            <a:r>
              <a:rPr lang="fr-FR" dirty="0" err="1"/>
              <a:t>quos</a:t>
            </a:r>
            <a:r>
              <a:rPr lang="fr-FR" dirty="0"/>
              <a:t> </a:t>
            </a:r>
            <a:r>
              <a:rPr lang="fr-FR" dirty="0" err="1"/>
              <a:t>dolores</a:t>
            </a:r>
            <a:r>
              <a:rPr lang="fr-FR" dirty="0"/>
              <a:t> et </a:t>
            </a:r>
            <a:r>
              <a:rPr lang="fr-FR" dirty="0" err="1"/>
              <a:t>quas</a:t>
            </a:r>
            <a:r>
              <a:rPr lang="fr-FR" dirty="0"/>
              <a:t> </a:t>
            </a:r>
            <a:r>
              <a:rPr lang="fr-FR" dirty="0" err="1"/>
              <a:t>molestias</a:t>
            </a:r>
            <a:r>
              <a:rPr lang="fr-FR" dirty="0"/>
              <a:t> </a:t>
            </a:r>
            <a:r>
              <a:rPr lang="fr-FR" dirty="0" err="1"/>
              <a:t>excepturi</a:t>
            </a:r>
            <a:r>
              <a:rPr lang="fr-FR" dirty="0"/>
              <a:t> </a:t>
            </a:r>
            <a:r>
              <a:rPr lang="fr-FR" dirty="0" err="1"/>
              <a:t>sint</a:t>
            </a:r>
            <a:r>
              <a:rPr lang="fr-FR" dirty="0"/>
              <a:t> </a:t>
            </a:r>
            <a:r>
              <a:rPr lang="fr-FR" dirty="0" err="1"/>
              <a:t>occaecati</a:t>
            </a:r>
            <a:r>
              <a:rPr lang="fr-FR" dirty="0"/>
              <a:t> </a:t>
            </a:r>
            <a:r>
              <a:rPr lang="fr-FR" dirty="0" err="1"/>
              <a:t>cupiditate</a:t>
            </a:r>
            <a:r>
              <a:rPr lang="fr-FR" dirty="0"/>
              <a:t> non provident, </a:t>
            </a:r>
            <a:r>
              <a:rPr lang="fr-FR" dirty="0" err="1"/>
              <a:t>similique</a:t>
            </a:r>
            <a:r>
              <a:rPr lang="fr-FR" dirty="0"/>
              <a:t> </a:t>
            </a:r>
            <a:r>
              <a:rPr lang="fr-FR" dirty="0" err="1"/>
              <a:t>sunt</a:t>
            </a:r>
            <a:r>
              <a:rPr lang="fr-FR" dirty="0"/>
              <a:t> in culpa qui officia </a:t>
            </a:r>
            <a:r>
              <a:rPr lang="fr-FR" dirty="0" err="1"/>
              <a:t>deserunt</a:t>
            </a:r>
            <a:r>
              <a:rPr lang="fr-FR" dirty="0"/>
              <a:t> </a:t>
            </a:r>
            <a:r>
              <a:rPr lang="fr-FR" dirty="0" err="1"/>
              <a:t>mollitia</a:t>
            </a:r>
            <a:r>
              <a:rPr lang="fr-FR" dirty="0"/>
              <a:t> </a:t>
            </a:r>
            <a:r>
              <a:rPr lang="fr-FR" dirty="0" err="1"/>
              <a:t>animi</a:t>
            </a:r>
            <a:r>
              <a:rPr lang="fr-FR" dirty="0"/>
              <a:t>, id est </a:t>
            </a:r>
            <a:r>
              <a:rPr lang="fr-FR" dirty="0" err="1"/>
              <a:t>laborum</a:t>
            </a:r>
            <a:r>
              <a:rPr lang="fr-FR" dirty="0"/>
              <a:t> et </a:t>
            </a:r>
            <a:r>
              <a:rPr lang="fr-FR" dirty="0" err="1"/>
              <a:t>dolorum</a:t>
            </a:r>
            <a:r>
              <a:rPr lang="fr-FR" dirty="0"/>
              <a:t> </a:t>
            </a:r>
            <a:r>
              <a:rPr lang="fr-FR" dirty="0" err="1"/>
              <a:t>fuga</a:t>
            </a:r>
            <a:r>
              <a:rPr lang="fr-FR" dirty="0"/>
              <a:t>. Et </a:t>
            </a:r>
            <a:r>
              <a:rPr lang="fr-FR" dirty="0" err="1"/>
              <a:t>harum</a:t>
            </a:r>
            <a:r>
              <a:rPr lang="fr-FR" dirty="0"/>
              <a:t> </a:t>
            </a:r>
            <a:r>
              <a:rPr lang="fr-FR" dirty="0" err="1"/>
              <a:t>quidem</a:t>
            </a:r>
            <a:r>
              <a:rPr lang="fr-FR" dirty="0"/>
              <a:t> </a:t>
            </a:r>
            <a:r>
              <a:rPr lang="fr-FR" dirty="0" err="1"/>
              <a:t>rerum</a:t>
            </a:r>
            <a:r>
              <a:rPr lang="fr-FR" dirty="0"/>
              <a:t> </a:t>
            </a:r>
            <a:r>
              <a:rPr lang="fr-FR" dirty="0" err="1"/>
              <a:t>facilis</a:t>
            </a:r>
            <a:r>
              <a:rPr lang="fr-FR" dirty="0"/>
              <a:t> est et </a:t>
            </a:r>
            <a:r>
              <a:rPr lang="fr-FR" dirty="0" err="1"/>
              <a:t>expedita</a:t>
            </a:r>
            <a:r>
              <a:rPr lang="fr-FR" dirty="0"/>
              <a:t> </a:t>
            </a:r>
            <a:r>
              <a:rPr lang="fr-FR" dirty="0" err="1"/>
              <a:t>distinctio</a:t>
            </a:r>
            <a:r>
              <a:rPr lang="fr-FR" dirty="0"/>
              <a:t>. Nam libero </a:t>
            </a:r>
            <a:r>
              <a:rPr lang="fr-FR" dirty="0" err="1"/>
              <a:t>tempore</a:t>
            </a:r>
            <a:r>
              <a:rPr lang="fr-FR" dirty="0"/>
              <a:t>, cum </a:t>
            </a:r>
            <a:r>
              <a:rPr lang="fr-FR" dirty="0" err="1"/>
              <a:t>soluta</a:t>
            </a:r>
            <a:r>
              <a:rPr lang="fr-FR" dirty="0"/>
              <a:t> </a:t>
            </a:r>
            <a:r>
              <a:rPr lang="fr-FR" dirty="0" err="1"/>
              <a:t>nobis</a:t>
            </a:r>
            <a:r>
              <a:rPr lang="fr-FR" dirty="0"/>
              <a:t> est </a:t>
            </a:r>
            <a:r>
              <a:rPr lang="fr-FR" dirty="0" err="1"/>
              <a:t>eligendi</a:t>
            </a:r>
            <a:r>
              <a:rPr lang="fr-FR" dirty="0"/>
              <a:t> </a:t>
            </a:r>
            <a:r>
              <a:rPr lang="fr-FR" dirty="0" err="1"/>
              <a:t>optio</a:t>
            </a:r>
            <a:r>
              <a:rPr lang="fr-FR" dirty="0"/>
              <a:t> </a:t>
            </a:r>
            <a:r>
              <a:rPr lang="fr-FR" dirty="0" err="1"/>
              <a:t>cumque</a:t>
            </a:r>
            <a:r>
              <a:rPr lang="fr-FR" dirty="0"/>
              <a:t> nihil </a:t>
            </a:r>
            <a:r>
              <a:rPr lang="fr-FR" dirty="0" err="1"/>
              <a:t>impedit</a:t>
            </a:r>
            <a:r>
              <a:rPr lang="fr-FR" dirty="0"/>
              <a:t> quo minus id</a:t>
            </a:r>
          </a:p>
        </p:txBody>
      </p:sp>
    </p:spTree>
    <p:extLst>
      <p:ext uri="{BB962C8B-B14F-4D97-AF65-F5344CB8AC3E}">
        <p14:creationId xmlns:p14="http://schemas.microsoft.com/office/powerpoint/2010/main" val="25859108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image" Target="../media/image6.png"/><Relationship Id="rId3" Type="http://schemas.openxmlformats.org/officeDocument/2006/relationships/slideLayout" Target="../slideLayouts/slideLayout3.xml"/><Relationship Id="rId21" Type="http://schemas.openxmlformats.org/officeDocument/2006/relationships/image" Target="../media/image1.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image" Target="../media/image5.png"/><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image" Target="../media/image4.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image" Target="../media/image3.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32.xml"/><Relationship Id="rId18" Type="http://schemas.openxmlformats.org/officeDocument/2006/relationships/slideLayout" Target="../slideLayouts/slideLayout37.xml"/><Relationship Id="rId26" Type="http://schemas.openxmlformats.org/officeDocument/2006/relationships/slideLayout" Target="../slideLayouts/slideLayout45.xml"/><Relationship Id="rId39" Type="http://schemas.openxmlformats.org/officeDocument/2006/relationships/slideLayout" Target="../slideLayouts/slideLayout58.xml"/><Relationship Id="rId21" Type="http://schemas.openxmlformats.org/officeDocument/2006/relationships/slideLayout" Target="../slideLayouts/slideLayout40.xml"/><Relationship Id="rId34" Type="http://schemas.openxmlformats.org/officeDocument/2006/relationships/slideLayout" Target="../slideLayouts/slideLayout53.xml"/><Relationship Id="rId42" Type="http://schemas.openxmlformats.org/officeDocument/2006/relationships/slideLayout" Target="../slideLayouts/slideLayout61.xml"/><Relationship Id="rId7" Type="http://schemas.openxmlformats.org/officeDocument/2006/relationships/slideLayout" Target="../slideLayouts/slideLayout26.xml"/><Relationship Id="rId2" Type="http://schemas.openxmlformats.org/officeDocument/2006/relationships/slideLayout" Target="../slideLayouts/slideLayout21.xml"/><Relationship Id="rId16" Type="http://schemas.openxmlformats.org/officeDocument/2006/relationships/slideLayout" Target="../slideLayouts/slideLayout35.xml"/><Relationship Id="rId29" Type="http://schemas.openxmlformats.org/officeDocument/2006/relationships/slideLayout" Target="../slideLayouts/slideLayout48.xml"/><Relationship Id="rId1" Type="http://schemas.openxmlformats.org/officeDocument/2006/relationships/slideLayout" Target="../slideLayouts/slideLayout20.xml"/><Relationship Id="rId6" Type="http://schemas.openxmlformats.org/officeDocument/2006/relationships/slideLayout" Target="../slideLayouts/slideLayout25.xml"/><Relationship Id="rId11" Type="http://schemas.openxmlformats.org/officeDocument/2006/relationships/slideLayout" Target="../slideLayouts/slideLayout30.xml"/><Relationship Id="rId24" Type="http://schemas.openxmlformats.org/officeDocument/2006/relationships/slideLayout" Target="../slideLayouts/slideLayout43.xml"/><Relationship Id="rId32" Type="http://schemas.openxmlformats.org/officeDocument/2006/relationships/slideLayout" Target="../slideLayouts/slideLayout51.xml"/><Relationship Id="rId37" Type="http://schemas.openxmlformats.org/officeDocument/2006/relationships/slideLayout" Target="../slideLayouts/slideLayout56.xml"/><Relationship Id="rId40" Type="http://schemas.openxmlformats.org/officeDocument/2006/relationships/slideLayout" Target="../slideLayouts/slideLayout59.xml"/><Relationship Id="rId45" Type="http://schemas.openxmlformats.org/officeDocument/2006/relationships/slideLayout" Target="../slideLayouts/slideLayout64.xml"/><Relationship Id="rId5" Type="http://schemas.openxmlformats.org/officeDocument/2006/relationships/slideLayout" Target="../slideLayouts/slideLayout24.xml"/><Relationship Id="rId15" Type="http://schemas.openxmlformats.org/officeDocument/2006/relationships/slideLayout" Target="../slideLayouts/slideLayout34.xml"/><Relationship Id="rId23" Type="http://schemas.openxmlformats.org/officeDocument/2006/relationships/slideLayout" Target="../slideLayouts/slideLayout42.xml"/><Relationship Id="rId28" Type="http://schemas.openxmlformats.org/officeDocument/2006/relationships/slideLayout" Target="../slideLayouts/slideLayout47.xml"/><Relationship Id="rId36" Type="http://schemas.openxmlformats.org/officeDocument/2006/relationships/slideLayout" Target="../slideLayouts/slideLayout55.xml"/><Relationship Id="rId10" Type="http://schemas.openxmlformats.org/officeDocument/2006/relationships/slideLayout" Target="../slideLayouts/slideLayout29.xml"/><Relationship Id="rId19" Type="http://schemas.openxmlformats.org/officeDocument/2006/relationships/slideLayout" Target="../slideLayouts/slideLayout38.xml"/><Relationship Id="rId31" Type="http://schemas.openxmlformats.org/officeDocument/2006/relationships/slideLayout" Target="../slideLayouts/slideLayout50.xml"/><Relationship Id="rId44" Type="http://schemas.openxmlformats.org/officeDocument/2006/relationships/slideLayout" Target="../slideLayouts/slideLayout63.xml"/><Relationship Id="rId4" Type="http://schemas.openxmlformats.org/officeDocument/2006/relationships/slideLayout" Target="../slideLayouts/slideLayout23.xml"/><Relationship Id="rId9" Type="http://schemas.openxmlformats.org/officeDocument/2006/relationships/slideLayout" Target="../slideLayouts/slideLayout28.xml"/><Relationship Id="rId14" Type="http://schemas.openxmlformats.org/officeDocument/2006/relationships/slideLayout" Target="../slideLayouts/slideLayout33.xml"/><Relationship Id="rId22" Type="http://schemas.openxmlformats.org/officeDocument/2006/relationships/slideLayout" Target="../slideLayouts/slideLayout41.xml"/><Relationship Id="rId27" Type="http://schemas.openxmlformats.org/officeDocument/2006/relationships/slideLayout" Target="../slideLayouts/slideLayout46.xml"/><Relationship Id="rId30" Type="http://schemas.openxmlformats.org/officeDocument/2006/relationships/slideLayout" Target="../slideLayouts/slideLayout49.xml"/><Relationship Id="rId35" Type="http://schemas.openxmlformats.org/officeDocument/2006/relationships/slideLayout" Target="../slideLayouts/slideLayout54.xml"/><Relationship Id="rId43" Type="http://schemas.openxmlformats.org/officeDocument/2006/relationships/slideLayout" Target="../slideLayouts/slideLayout62.xml"/><Relationship Id="rId8" Type="http://schemas.openxmlformats.org/officeDocument/2006/relationships/slideLayout" Target="../slideLayouts/slideLayout27.xml"/><Relationship Id="rId3" Type="http://schemas.openxmlformats.org/officeDocument/2006/relationships/slideLayout" Target="../slideLayouts/slideLayout22.xml"/><Relationship Id="rId12" Type="http://schemas.openxmlformats.org/officeDocument/2006/relationships/slideLayout" Target="../slideLayouts/slideLayout31.xml"/><Relationship Id="rId17" Type="http://schemas.openxmlformats.org/officeDocument/2006/relationships/slideLayout" Target="../slideLayouts/slideLayout36.xml"/><Relationship Id="rId25" Type="http://schemas.openxmlformats.org/officeDocument/2006/relationships/slideLayout" Target="../slideLayouts/slideLayout44.xml"/><Relationship Id="rId33" Type="http://schemas.openxmlformats.org/officeDocument/2006/relationships/slideLayout" Target="../slideLayouts/slideLayout52.xml"/><Relationship Id="rId38" Type="http://schemas.openxmlformats.org/officeDocument/2006/relationships/slideLayout" Target="../slideLayouts/slideLayout57.xml"/><Relationship Id="rId46" Type="http://schemas.openxmlformats.org/officeDocument/2006/relationships/theme" Target="../theme/theme2.xml"/><Relationship Id="rId20" Type="http://schemas.openxmlformats.org/officeDocument/2006/relationships/slideLayout" Target="../slideLayouts/slideLayout39.xml"/><Relationship Id="rId41" Type="http://schemas.openxmlformats.org/officeDocument/2006/relationships/slideLayout" Target="../slideLayouts/slideLayout6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97016177-6CC1-08DB-F05F-E5956EB380E3}"/>
              </a:ext>
            </a:extLst>
          </p:cNvPr>
          <p:cNvSpPr>
            <a:spLocks noGrp="1"/>
          </p:cNvSpPr>
          <p:nvPr>
            <p:ph type="title"/>
          </p:nvPr>
        </p:nvSpPr>
        <p:spPr>
          <a:xfrm>
            <a:off x="1143000" y="666134"/>
            <a:ext cx="9829800" cy="340093"/>
          </a:xfrm>
          <a:prstGeom prst="rect">
            <a:avLst/>
          </a:prstGeom>
          <a:noFill/>
        </p:spPr>
        <p:txBody>
          <a:bodyPr vert="horz" wrap="square" lIns="91440" tIns="45720" rIns="91440" bIns="45720" rtlCol="0" anchor="ctr" anchorCtr="0">
            <a:spAutoFit/>
          </a:bodyPr>
          <a:lstStyle/>
          <a:p>
            <a:pPr lvl="0" defTabSz="554492"/>
            <a:r>
              <a:rPr lang="fr-FR" dirty="0"/>
              <a:t>Modifiez le style du titre</a:t>
            </a:r>
            <a:endParaRPr lang="en-US" dirty="0"/>
          </a:p>
        </p:txBody>
      </p:sp>
      <p:sp>
        <p:nvSpPr>
          <p:cNvPr id="3" name="Espace réservé du texte 2">
            <a:extLst>
              <a:ext uri="{FF2B5EF4-FFF2-40B4-BE49-F238E27FC236}">
                <a16:creationId xmlns:a16="http://schemas.microsoft.com/office/drawing/2014/main" id="{10A1030E-08A2-F365-6BF2-6D88EF6DFD5D}"/>
              </a:ext>
            </a:extLst>
          </p:cNvPr>
          <p:cNvSpPr>
            <a:spLocks noGrp="1"/>
          </p:cNvSpPr>
          <p:nvPr>
            <p:ph type="body" idx="1"/>
          </p:nvPr>
        </p:nvSpPr>
        <p:spPr>
          <a:xfrm>
            <a:off x="1143000" y="1257300"/>
            <a:ext cx="6972300" cy="1433469"/>
          </a:xfrm>
          <a:prstGeom prst="rect">
            <a:avLst/>
          </a:prstGeom>
        </p:spPr>
        <p:txBody>
          <a:bodyPr vert="horz" lIns="91440" tIns="45720" rIns="91440" bIns="45720" rtlCol="0">
            <a:spAutoFit/>
          </a:bodyPr>
          <a:lstStyle/>
          <a:p>
            <a:pPr marL="0" lvl="0" indent="0" defTabSz="554492">
              <a:spcBef>
                <a:spcPts val="606"/>
              </a:spcBef>
              <a:spcAft>
                <a:spcPts val="600"/>
              </a:spcAft>
              <a:buClr>
                <a:schemeClr val="tx2"/>
              </a:buClr>
              <a:buNone/>
            </a:pPr>
            <a:r>
              <a:rPr lang="fr-FR" dirty="0"/>
              <a:t>Cliquez pour modifier les styles du texte du masque</a:t>
            </a:r>
          </a:p>
          <a:p>
            <a:pPr marL="415869" lvl="1" indent="-138623" defTabSz="554492">
              <a:spcBef>
                <a:spcPts val="303"/>
              </a:spcBef>
              <a:spcAft>
                <a:spcPts val="600"/>
              </a:spcAft>
              <a:buClr>
                <a:schemeClr val="tx2"/>
              </a:buClr>
            </a:pPr>
            <a:r>
              <a:rPr lang="fr-FR" dirty="0"/>
              <a:t>Deuxième niveau</a:t>
            </a:r>
          </a:p>
          <a:p>
            <a:pPr marL="554492" lvl="2" indent="0" defTabSz="554492">
              <a:spcBef>
                <a:spcPts val="303"/>
              </a:spcBef>
              <a:spcAft>
                <a:spcPts val="600"/>
              </a:spcAft>
              <a:buClr>
                <a:schemeClr val="tx2"/>
              </a:buClr>
              <a:buNone/>
            </a:pPr>
            <a:r>
              <a:rPr lang="fr-FR" dirty="0"/>
              <a:t>Troisième niveau</a:t>
            </a:r>
          </a:p>
          <a:p>
            <a:pPr marL="831738" lvl="3" indent="0" defTabSz="554492">
              <a:spcBef>
                <a:spcPts val="303"/>
              </a:spcBef>
              <a:spcAft>
                <a:spcPts val="600"/>
              </a:spcAft>
              <a:buClr>
                <a:schemeClr val="tx2"/>
              </a:buClr>
              <a:buNone/>
            </a:pPr>
            <a:r>
              <a:rPr lang="fr-FR" dirty="0"/>
              <a:t>Quatrième niveau</a:t>
            </a:r>
          </a:p>
          <a:p>
            <a:pPr marL="1108984" lvl="4" indent="0" defTabSz="554492">
              <a:spcBef>
                <a:spcPts val="303"/>
              </a:spcBef>
              <a:spcAft>
                <a:spcPts val="600"/>
              </a:spcAft>
              <a:buClr>
                <a:schemeClr val="tx2"/>
              </a:buClr>
              <a:buNone/>
            </a:pPr>
            <a:r>
              <a:rPr lang="fr-FR" dirty="0"/>
              <a:t>Cinquième niveau</a:t>
            </a:r>
            <a:endParaRPr lang="en-US" dirty="0"/>
          </a:p>
        </p:txBody>
      </p:sp>
      <p:sp>
        <p:nvSpPr>
          <p:cNvPr id="7" name="object 11">
            <a:extLst>
              <a:ext uri="{FF2B5EF4-FFF2-40B4-BE49-F238E27FC236}">
                <a16:creationId xmlns:a16="http://schemas.microsoft.com/office/drawing/2014/main" id="{983863DF-FCCC-1118-C6B6-E6139958B9A3}"/>
              </a:ext>
            </a:extLst>
          </p:cNvPr>
          <p:cNvSpPr/>
          <p:nvPr/>
        </p:nvSpPr>
        <p:spPr>
          <a:xfrm>
            <a:off x="11397941" y="0"/>
            <a:ext cx="794059" cy="6857615"/>
          </a:xfrm>
          <a:custGeom>
            <a:avLst/>
            <a:gdLst/>
            <a:ahLst/>
            <a:cxnLst/>
            <a:rect l="l" t="t" r="r" b="b"/>
            <a:pathLst>
              <a:path w="1309369" h="11308715">
                <a:moveTo>
                  <a:pt x="1308860" y="0"/>
                </a:moveTo>
                <a:lnTo>
                  <a:pt x="0" y="0"/>
                </a:lnTo>
                <a:lnTo>
                  <a:pt x="0" y="11308556"/>
                </a:lnTo>
                <a:lnTo>
                  <a:pt x="1308860" y="11308556"/>
                </a:lnTo>
                <a:lnTo>
                  <a:pt x="1308860" y="0"/>
                </a:lnTo>
                <a:close/>
              </a:path>
            </a:pathLst>
          </a:custGeom>
          <a:solidFill>
            <a:schemeClr val="tx1"/>
          </a:solidFill>
          <a:ln>
            <a:noFill/>
          </a:ln>
        </p:spPr>
        <p:txBody>
          <a:bodyPr wrap="square" lIns="0" tIns="0" rIns="0" bIns="0" rtlCol="0"/>
          <a:lstStyle/>
          <a:p>
            <a:endParaRPr sz="1092"/>
          </a:p>
        </p:txBody>
      </p:sp>
      <p:sp>
        <p:nvSpPr>
          <p:cNvPr id="8" name="object 14">
            <a:extLst>
              <a:ext uri="{FF2B5EF4-FFF2-40B4-BE49-F238E27FC236}">
                <a16:creationId xmlns:a16="http://schemas.microsoft.com/office/drawing/2014/main" id="{75936D6E-5AF9-0A2D-7460-FCEEC215C8BB}"/>
              </a:ext>
            </a:extLst>
          </p:cNvPr>
          <p:cNvSpPr/>
          <p:nvPr/>
        </p:nvSpPr>
        <p:spPr>
          <a:xfrm>
            <a:off x="11397456" y="6063824"/>
            <a:ext cx="794059" cy="0"/>
          </a:xfrm>
          <a:custGeom>
            <a:avLst/>
            <a:gdLst/>
            <a:ahLst/>
            <a:cxnLst/>
            <a:rect l="l" t="t" r="r" b="b"/>
            <a:pathLst>
              <a:path w="1309369">
                <a:moveTo>
                  <a:pt x="0" y="0"/>
                </a:moveTo>
                <a:lnTo>
                  <a:pt x="1308860" y="0"/>
                </a:lnTo>
              </a:path>
            </a:pathLst>
          </a:custGeom>
          <a:ln w="7853">
            <a:solidFill>
              <a:schemeClr val="bg1"/>
            </a:solidFill>
          </a:ln>
        </p:spPr>
        <p:txBody>
          <a:bodyPr wrap="square" lIns="0" tIns="0" rIns="0" bIns="0" rtlCol="0"/>
          <a:lstStyle/>
          <a:p>
            <a:endParaRPr sz="1092"/>
          </a:p>
        </p:txBody>
      </p:sp>
      <p:grpSp>
        <p:nvGrpSpPr>
          <p:cNvPr id="11" name="Graphique 21">
            <a:extLst>
              <a:ext uri="{FF2B5EF4-FFF2-40B4-BE49-F238E27FC236}">
                <a16:creationId xmlns:a16="http://schemas.microsoft.com/office/drawing/2014/main" id="{B92B0201-9E36-6781-5CCC-23EF58240711}"/>
              </a:ext>
            </a:extLst>
          </p:cNvPr>
          <p:cNvGrpSpPr/>
          <p:nvPr/>
        </p:nvGrpSpPr>
        <p:grpSpPr>
          <a:xfrm>
            <a:off x="11646607" y="6340088"/>
            <a:ext cx="329427" cy="214383"/>
            <a:chOff x="19204770" y="10455275"/>
            <a:chExt cx="543212" cy="353534"/>
          </a:xfrm>
        </p:grpSpPr>
        <p:sp>
          <p:nvSpPr>
            <p:cNvPr id="12" name="Forme libre : forme 3">
              <a:extLst>
                <a:ext uri="{FF2B5EF4-FFF2-40B4-BE49-F238E27FC236}">
                  <a16:creationId xmlns:a16="http://schemas.microsoft.com/office/drawing/2014/main" id="{3A1C572D-55BF-F3B9-C9E6-D97E3B3A7313}"/>
                </a:ext>
              </a:extLst>
            </p:cNvPr>
            <p:cNvSpPr/>
            <p:nvPr/>
          </p:nvSpPr>
          <p:spPr>
            <a:xfrm>
              <a:off x="19204770" y="10455275"/>
              <a:ext cx="373208" cy="353534"/>
            </a:xfrm>
            <a:custGeom>
              <a:avLst/>
              <a:gdLst>
                <a:gd name="connsiteX0" fmla="*/ 187219 w 373208"/>
                <a:gd name="connsiteY0" fmla="*/ 0 h 353534"/>
                <a:gd name="connsiteX1" fmla="*/ 0 w 373208"/>
                <a:gd name="connsiteY1" fmla="*/ 177228 h 353534"/>
                <a:gd name="connsiteX2" fmla="*/ 185990 w 373208"/>
                <a:gd name="connsiteY2" fmla="*/ 353534 h 353534"/>
                <a:gd name="connsiteX3" fmla="*/ 373209 w 373208"/>
                <a:gd name="connsiteY3" fmla="*/ 175998 h 353534"/>
                <a:gd name="connsiteX4" fmla="*/ 187219 w 373208"/>
                <a:gd name="connsiteY4" fmla="*/ 0 h 353534"/>
                <a:gd name="connsiteX5" fmla="*/ 187219 w 373208"/>
                <a:gd name="connsiteY5" fmla="*/ 252777 h 353534"/>
                <a:gd name="connsiteX6" fmla="*/ 115437 w 373208"/>
                <a:gd name="connsiteY6" fmla="*/ 175922 h 353534"/>
                <a:gd name="connsiteX7" fmla="*/ 185990 w 373208"/>
                <a:gd name="connsiteY7" fmla="*/ 100373 h 353534"/>
                <a:gd name="connsiteX8" fmla="*/ 257772 w 373208"/>
                <a:gd name="connsiteY8" fmla="*/ 177228 h 353534"/>
                <a:gd name="connsiteX9" fmla="*/ 187219 w 373208"/>
                <a:gd name="connsiteY9" fmla="*/ 252777 h 353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73208" h="353534">
                  <a:moveTo>
                    <a:pt x="187219" y="0"/>
                  </a:moveTo>
                  <a:cubicBezTo>
                    <a:pt x="78623" y="0"/>
                    <a:pt x="0" y="81159"/>
                    <a:pt x="0" y="177228"/>
                  </a:cubicBezTo>
                  <a:cubicBezTo>
                    <a:pt x="0" y="273297"/>
                    <a:pt x="78008" y="353534"/>
                    <a:pt x="185990" y="353534"/>
                  </a:cubicBezTo>
                  <a:cubicBezTo>
                    <a:pt x="293971" y="353534"/>
                    <a:pt x="373209" y="272144"/>
                    <a:pt x="373209" y="175998"/>
                  </a:cubicBezTo>
                  <a:cubicBezTo>
                    <a:pt x="373209" y="79853"/>
                    <a:pt x="295201" y="0"/>
                    <a:pt x="187219" y="0"/>
                  </a:cubicBezTo>
                  <a:moveTo>
                    <a:pt x="187219" y="252777"/>
                  </a:moveTo>
                  <a:cubicBezTo>
                    <a:pt x="145410" y="252777"/>
                    <a:pt x="115437" y="217193"/>
                    <a:pt x="115437" y="175922"/>
                  </a:cubicBezTo>
                  <a:cubicBezTo>
                    <a:pt x="115437" y="134650"/>
                    <a:pt x="142951" y="100373"/>
                    <a:pt x="185990" y="100373"/>
                  </a:cubicBezTo>
                  <a:cubicBezTo>
                    <a:pt x="227799" y="100373"/>
                    <a:pt x="257772" y="135957"/>
                    <a:pt x="257772" y="177228"/>
                  </a:cubicBezTo>
                  <a:cubicBezTo>
                    <a:pt x="257772" y="218499"/>
                    <a:pt x="230566" y="252777"/>
                    <a:pt x="187219" y="252777"/>
                  </a:cubicBezTo>
                </a:path>
              </a:pathLst>
            </a:custGeom>
            <a:solidFill>
              <a:schemeClr val="bg1"/>
            </a:solidFill>
            <a:ln w="7647" cap="flat">
              <a:noFill/>
              <a:prstDash val="solid"/>
              <a:miter/>
            </a:ln>
          </p:spPr>
          <p:txBody>
            <a:bodyPr rtlCol="0" anchor="ctr"/>
            <a:lstStyle/>
            <a:p>
              <a:endParaRPr lang="fr-FR" sz="1092"/>
            </a:p>
          </p:txBody>
        </p:sp>
        <p:sp>
          <p:nvSpPr>
            <p:cNvPr id="13" name="Forme libre : forme 4">
              <a:extLst>
                <a:ext uri="{FF2B5EF4-FFF2-40B4-BE49-F238E27FC236}">
                  <a16:creationId xmlns:a16="http://schemas.microsoft.com/office/drawing/2014/main" id="{92A7DFC3-ABB3-853C-C16B-A0E196C6F3A6}"/>
                </a:ext>
              </a:extLst>
            </p:cNvPr>
            <p:cNvSpPr/>
            <p:nvPr/>
          </p:nvSpPr>
          <p:spPr>
            <a:xfrm>
              <a:off x="19603033" y="10663629"/>
              <a:ext cx="144948" cy="144948"/>
            </a:xfrm>
            <a:custGeom>
              <a:avLst/>
              <a:gdLst>
                <a:gd name="connsiteX0" fmla="*/ 144949 w 144948"/>
                <a:gd name="connsiteY0" fmla="*/ 72474 h 144948"/>
                <a:gd name="connsiteX1" fmla="*/ 72474 w 144948"/>
                <a:gd name="connsiteY1" fmla="*/ 144949 h 144948"/>
                <a:gd name="connsiteX2" fmla="*/ 0 w 144948"/>
                <a:gd name="connsiteY2" fmla="*/ 72474 h 144948"/>
                <a:gd name="connsiteX3" fmla="*/ 72474 w 144948"/>
                <a:gd name="connsiteY3" fmla="*/ 0 h 144948"/>
                <a:gd name="connsiteX4" fmla="*/ 144949 w 144948"/>
                <a:gd name="connsiteY4" fmla="*/ 72474 h 1449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4948" h="144948">
                  <a:moveTo>
                    <a:pt x="144949" y="72474"/>
                  </a:moveTo>
                  <a:cubicBezTo>
                    <a:pt x="144949" y="112501"/>
                    <a:pt x="112501" y="144949"/>
                    <a:pt x="72474" y="144949"/>
                  </a:cubicBezTo>
                  <a:cubicBezTo>
                    <a:pt x="32448" y="144949"/>
                    <a:pt x="0" y="112501"/>
                    <a:pt x="0" y="72474"/>
                  </a:cubicBezTo>
                  <a:cubicBezTo>
                    <a:pt x="0" y="32448"/>
                    <a:pt x="32448" y="0"/>
                    <a:pt x="72474" y="0"/>
                  </a:cubicBezTo>
                  <a:cubicBezTo>
                    <a:pt x="112501" y="0"/>
                    <a:pt x="144949" y="32448"/>
                    <a:pt x="144949" y="72474"/>
                  </a:cubicBezTo>
                </a:path>
              </a:pathLst>
            </a:custGeom>
            <a:solidFill>
              <a:srgbClr val="0099D9"/>
            </a:solidFill>
            <a:ln w="7647" cap="flat">
              <a:noFill/>
              <a:prstDash val="solid"/>
              <a:miter/>
            </a:ln>
          </p:spPr>
          <p:txBody>
            <a:bodyPr rtlCol="0" anchor="ctr"/>
            <a:lstStyle/>
            <a:p>
              <a:endParaRPr lang="fr-FR" sz="1092"/>
            </a:p>
          </p:txBody>
        </p:sp>
      </p:grpSp>
      <p:sp>
        <p:nvSpPr>
          <p:cNvPr id="15" name="Espace réservé du pied de page 4">
            <a:extLst>
              <a:ext uri="{FF2B5EF4-FFF2-40B4-BE49-F238E27FC236}">
                <a16:creationId xmlns:a16="http://schemas.microsoft.com/office/drawing/2014/main" id="{AD36B326-6C23-C6D2-B370-13977BA0A7A2}"/>
              </a:ext>
            </a:extLst>
          </p:cNvPr>
          <p:cNvSpPr>
            <a:spLocks noGrp="1"/>
          </p:cNvSpPr>
          <p:nvPr>
            <p:ph type="ftr" sz="quarter" idx="3"/>
          </p:nvPr>
        </p:nvSpPr>
        <p:spPr>
          <a:xfrm rot="16200000">
            <a:off x="9737570" y="2572960"/>
            <a:ext cx="4114800" cy="365125"/>
          </a:xfrm>
          <a:prstGeom prst="rect">
            <a:avLst/>
          </a:prstGeom>
        </p:spPr>
        <p:txBody>
          <a:bodyPr vert="horz" lIns="91440" tIns="45720" rIns="91440" bIns="45720" rtlCol="0" anchor="ctr"/>
          <a:lstStyle>
            <a:lvl1pPr>
              <a:defRPr lang="en-US" sz="728" dirty="0">
                <a:solidFill>
                  <a:schemeClr val="bg1"/>
                </a:solidFill>
                <a:latin typeface="Poppins" pitchFamily="2" charset="77"/>
                <a:cs typeface="Poppins" pitchFamily="2" charset="77"/>
              </a:defRPr>
            </a:lvl1pPr>
          </a:lstStyle>
          <a:p>
            <a:endParaRPr lang="fr-FR"/>
          </a:p>
        </p:txBody>
      </p:sp>
      <p:sp>
        <p:nvSpPr>
          <p:cNvPr id="20" name="Espace réservé du numéro de diapositive 18">
            <a:extLst>
              <a:ext uri="{FF2B5EF4-FFF2-40B4-BE49-F238E27FC236}">
                <a16:creationId xmlns:a16="http://schemas.microsoft.com/office/drawing/2014/main" id="{2889CA96-8F6F-7546-B1D3-4836E4920CEF}"/>
              </a:ext>
            </a:extLst>
          </p:cNvPr>
          <p:cNvSpPr>
            <a:spLocks noGrp="1"/>
          </p:cNvSpPr>
          <p:nvPr>
            <p:ph type="sldNum" sz="quarter" idx="4"/>
          </p:nvPr>
        </p:nvSpPr>
        <p:spPr>
          <a:xfrm>
            <a:off x="11588253" y="165403"/>
            <a:ext cx="420073" cy="365125"/>
          </a:xfrm>
          <a:prstGeom prst="rect">
            <a:avLst/>
          </a:prstGeom>
        </p:spPr>
        <p:txBody>
          <a:bodyPr/>
          <a:lstStyle>
            <a:lvl1pPr algn="ctr">
              <a:defRPr lang="en-US" sz="800" b="1" smtClean="0">
                <a:solidFill>
                  <a:schemeClr val="bg1"/>
                </a:solidFill>
                <a:latin typeface="Poppins" pitchFamily="2" charset="77"/>
                <a:cs typeface="Poppins" pitchFamily="2" charset="77"/>
              </a:defRPr>
            </a:lvl1pPr>
          </a:lstStyle>
          <a:p>
            <a:fld id="{DB34802F-08A5-CF4A-8AFE-09DC492A8170}" type="slidenum">
              <a:rPr lang="fr-FR" smtClean="0"/>
              <a:t>‹N°›</a:t>
            </a:fld>
            <a:endParaRPr lang="fr-FR"/>
          </a:p>
        </p:txBody>
      </p:sp>
      <p:pic>
        <p:nvPicPr>
          <p:cNvPr id="29" name="Image 28">
            <a:extLst>
              <a:ext uri="{FF2B5EF4-FFF2-40B4-BE49-F238E27FC236}">
                <a16:creationId xmlns:a16="http://schemas.microsoft.com/office/drawing/2014/main" id="{D69E06E0-75B0-D8CE-47BA-D5CA4E9BA7B2}"/>
              </a:ext>
            </a:extLst>
          </p:cNvPr>
          <p:cNvPicPr>
            <a:picLocks noChangeAspect="1"/>
          </p:cNvPicPr>
          <p:nvPr/>
        </p:nvPicPr>
        <p:blipFill>
          <a:blip r:embed="rId21" cstate="hqprint">
            <a:extLst>
              <a:ext uri="{28A0092B-C50C-407E-A947-70E740481C1C}">
                <a14:useLocalDpi xmlns:a14="http://schemas.microsoft.com/office/drawing/2010/main"/>
              </a:ext>
            </a:extLst>
          </a:blip>
          <a:stretch>
            <a:fillRect/>
          </a:stretch>
        </p:blipFill>
        <p:spPr>
          <a:xfrm>
            <a:off x="-14330" y="-687114"/>
            <a:ext cx="3214122" cy="233853"/>
          </a:xfrm>
          <a:prstGeom prst="rect">
            <a:avLst/>
          </a:prstGeom>
        </p:spPr>
      </p:pic>
      <p:sp>
        <p:nvSpPr>
          <p:cNvPr id="30" name="ZoneTexte 29">
            <a:extLst>
              <a:ext uri="{FF2B5EF4-FFF2-40B4-BE49-F238E27FC236}">
                <a16:creationId xmlns:a16="http://schemas.microsoft.com/office/drawing/2014/main" id="{49936731-04D9-C6D2-F64F-FD22DC4EC93E}"/>
              </a:ext>
            </a:extLst>
          </p:cNvPr>
          <p:cNvSpPr txBox="1"/>
          <p:nvPr/>
        </p:nvSpPr>
        <p:spPr>
          <a:xfrm>
            <a:off x="-83525" y="-1272665"/>
            <a:ext cx="3352200" cy="415498"/>
          </a:xfrm>
          <a:prstGeom prst="rect">
            <a:avLst/>
          </a:prstGeom>
          <a:noFill/>
        </p:spPr>
        <p:txBody>
          <a:bodyPr wrap="none" rtlCol="0">
            <a:spAutoFit/>
          </a:bodyPr>
          <a:lstStyle/>
          <a:p>
            <a:r>
              <a:rPr lang="en-US" sz="1200" b="1" dirty="0">
                <a:solidFill>
                  <a:schemeClr val="tx1">
                    <a:lumMod val="50000"/>
                    <a:lumOff val="50000"/>
                  </a:schemeClr>
                </a:solidFill>
                <a:latin typeface="+mj-lt"/>
              </a:rPr>
              <a:t>Couleurs par </a:t>
            </a:r>
            <a:r>
              <a:rPr lang="fr-FR" sz="1200" b="1" noProof="0" dirty="0">
                <a:solidFill>
                  <a:schemeClr val="tx1">
                    <a:lumMod val="50000"/>
                    <a:lumOff val="50000"/>
                  </a:schemeClr>
                </a:solidFill>
                <a:latin typeface="+mj-lt"/>
              </a:rPr>
              <a:t>défaut</a:t>
            </a:r>
            <a:r>
              <a:rPr lang="en-US" sz="1200" b="1" dirty="0">
                <a:solidFill>
                  <a:schemeClr val="tx1">
                    <a:lumMod val="50000"/>
                    <a:lumOff val="50000"/>
                  </a:schemeClr>
                </a:solidFill>
                <a:latin typeface="+mj-lt"/>
              </a:rPr>
              <a:t> et proportions </a:t>
            </a:r>
            <a:r>
              <a:rPr lang="fr-FR" sz="1200" b="1" noProof="0" dirty="0">
                <a:solidFill>
                  <a:schemeClr val="tx1">
                    <a:lumMod val="50000"/>
                    <a:lumOff val="50000"/>
                  </a:schemeClr>
                </a:solidFill>
                <a:latin typeface="+mj-lt"/>
              </a:rPr>
              <a:t>d’usage</a:t>
            </a:r>
            <a:br>
              <a:rPr lang="en-US" sz="1200" b="1" dirty="0">
                <a:solidFill>
                  <a:schemeClr val="tx1">
                    <a:lumMod val="50000"/>
                    <a:lumOff val="50000"/>
                  </a:schemeClr>
                </a:solidFill>
                <a:latin typeface="+mj-lt"/>
              </a:rPr>
            </a:br>
            <a:r>
              <a:rPr lang="en-US" sz="900" b="0" i="1" dirty="0">
                <a:solidFill>
                  <a:schemeClr val="tx1">
                    <a:lumMod val="50000"/>
                    <a:lumOff val="50000"/>
                  </a:schemeClr>
                </a:solidFill>
                <a:latin typeface="+mj-lt"/>
              </a:rPr>
              <a:t>texts, titles, graphical elements</a:t>
            </a:r>
            <a:endParaRPr lang="en-US" sz="1200" b="0" i="1" dirty="0">
              <a:solidFill>
                <a:schemeClr val="tx1">
                  <a:lumMod val="50000"/>
                  <a:lumOff val="50000"/>
                </a:schemeClr>
              </a:solidFill>
              <a:latin typeface="+mj-lt"/>
            </a:endParaRPr>
          </a:p>
        </p:txBody>
      </p:sp>
      <p:sp>
        <p:nvSpPr>
          <p:cNvPr id="31" name="ZoneTexte 30">
            <a:extLst>
              <a:ext uri="{FF2B5EF4-FFF2-40B4-BE49-F238E27FC236}">
                <a16:creationId xmlns:a16="http://schemas.microsoft.com/office/drawing/2014/main" id="{932E1919-C4FF-9563-76CD-A876464B06E7}"/>
              </a:ext>
            </a:extLst>
          </p:cNvPr>
          <p:cNvSpPr txBox="1"/>
          <p:nvPr/>
        </p:nvSpPr>
        <p:spPr>
          <a:xfrm>
            <a:off x="5050611" y="-1272665"/>
            <a:ext cx="1901483" cy="415498"/>
          </a:xfrm>
          <a:prstGeom prst="rect">
            <a:avLst/>
          </a:prstGeom>
          <a:noFill/>
        </p:spPr>
        <p:txBody>
          <a:bodyPr wrap="none" rtlCol="0">
            <a:spAutoFit/>
          </a:bodyPr>
          <a:lstStyle/>
          <a:p>
            <a:r>
              <a:rPr lang="en-US" sz="1200" b="1" dirty="0">
                <a:solidFill>
                  <a:schemeClr val="tx1">
                    <a:lumMod val="50000"/>
                    <a:lumOff val="50000"/>
                  </a:schemeClr>
                </a:solidFill>
                <a:latin typeface="+mj-lt"/>
              </a:rPr>
              <a:t>Categorical Data colors</a:t>
            </a:r>
            <a:br>
              <a:rPr lang="en-US" sz="1200" b="1" dirty="0">
                <a:solidFill>
                  <a:schemeClr val="tx1">
                    <a:lumMod val="50000"/>
                    <a:lumOff val="50000"/>
                  </a:schemeClr>
                </a:solidFill>
                <a:latin typeface="+mj-lt"/>
              </a:rPr>
            </a:br>
            <a:r>
              <a:rPr lang="en-US" sz="900" b="0" i="1" dirty="0" err="1">
                <a:solidFill>
                  <a:schemeClr val="tx1">
                    <a:lumMod val="50000"/>
                    <a:lumOff val="50000"/>
                  </a:schemeClr>
                </a:solidFill>
                <a:latin typeface="+mj-lt"/>
              </a:rPr>
              <a:t>datavizualisation</a:t>
            </a:r>
            <a:endParaRPr lang="en-US" sz="1200" b="0" i="1" dirty="0">
              <a:solidFill>
                <a:schemeClr val="tx1">
                  <a:lumMod val="50000"/>
                  <a:lumOff val="50000"/>
                </a:schemeClr>
              </a:solidFill>
              <a:latin typeface="+mj-lt"/>
            </a:endParaRPr>
          </a:p>
        </p:txBody>
      </p:sp>
      <p:sp>
        <p:nvSpPr>
          <p:cNvPr id="32" name="ZoneTexte 31">
            <a:extLst>
              <a:ext uri="{FF2B5EF4-FFF2-40B4-BE49-F238E27FC236}">
                <a16:creationId xmlns:a16="http://schemas.microsoft.com/office/drawing/2014/main" id="{7BC6C712-91F2-A6E2-D234-D5BA8B4117F7}"/>
              </a:ext>
            </a:extLst>
          </p:cNvPr>
          <p:cNvSpPr txBox="1"/>
          <p:nvPr/>
        </p:nvSpPr>
        <p:spPr>
          <a:xfrm>
            <a:off x="8248756" y="-1272665"/>
            <a:ext cx="2666999" cy="415498"/>
          </a:xfrm>
          <a:prstGeom prst="rect">
            <a:avLst/>
          </a:prstGeom>
          <a:noFill/>
        </p:spPr>
        <p:txBody>
          <a:bodyPr wrap="square" rtlCol="0">
            <a:spAutoFit/>
          </a:bodyPr>
          <a:lstStyle/>
          <a:p>
            <a:r>
              <a:rPr lang="fr-FR" sz="1200" b="1" noProof="0" dirty="0">
                <a:solidFill>
                  <a:schemeClr val="tx1">
                    <a:lumMod val="50000"/>
                    <a:lumOff val="50000"/>
                  </a:schemeClr>
                </a:solidFill>
                <a:latin typeface="+mj-lt"/>
              </a:rPr>
              <a:t>Données</a:t>
            </a:r>
            <a:r>
              <a:rPr lang="en-US" sz="1200" b="1" dirty="0">
                <a:solidFill>
                  <a:schemeClr val="tx1">
                    <a:lumMod val="50000"/>
                    <a:lumOff val="50000"/>
                  </a:schemeClr>
                </a:solidFill>
                <a:latin typeface="+mj-lt"/>
              </a:rPr>
              <a:t> continues et </a:t>
            </a:r>
            <a:r>
              <a:rPr lang="fr-FR" sz="1200" b="1" noProof="0" dirty="0">
                <a:solidFill>
                  <a:schemeClr val="tx1">
                    <a:lumMod val="50000"/>
                    <a:lumOff val="50000"/>
                  </a:schemeClr>
                </a:solidFill>
                <a:latin typeface="+mj-lt"/>
              </a:rPr>
              <a:t>divergentes</a:t>
            </a:r>
            <a:br>
              <a:rPr lang="en-US" sz="1200" b="1" dirty="0">
                <a:solidFill>
                  <a:schemeClr val="tx1">
                    <a:lumMod val="50000"/>
                    <a:lumOff val="50000"/>
                  </a:schemeClr>
                </a:solidFill>
                <a:latin typeface="+mj-lt"/>
              </a:rPr>
            </a:br>
            <a:r>
              <a:rPr lang="en-US" sz="900" b="0" dirty="0">
                <a:solidFill>
                  <a:schemeClr val="tx1">
                    <a:lumMod val="50000"/>
                    <a:lumOff val="50000"/>
                  </a:schemeClr>
                </a:solidFill>
                <a:latin typeface="+mj-lt"/>
              </a:rPr>
              <a:t>Min/max </a:t>
            </a:r>
            <a:r>
              <a:rPr lang="en-US" sz="900" b="0" i="1" dirty="0">
                <a:solidFill>
                  <a:schemeClr val="tx1">
                    <a:lumMod val="50000"/>
                    <a:lumOff val="50000"/>
                  </a:schemeClr>
                </a:solidFill>
                <a:latin typeface="+mj-lt"/>
              </a:rPr>
              <a:t>e.g. from -20°C to +30°C</a:t>
            </a:r>
            <a:endParaRPr lang="en-US" sz="1200" b="0" i="1" dirty="0">
              <a:solidFill>
                <a:schemeClr val="tx1">
                  <a:lumMod val="50000"/>
                  <a:lumOff val="50000"/>
                </a:schemeClr>
              </a:solidFill>
              <a:latin typeface="+mj-lt"/>
            </a:endParaRPr>
          </a:p>
        </p:txBody>
      </p:sp>
      <p:sp>
        <p:nvSpPr>
          <p:cNvPr id="33" name="ZoneTexte 32">
            <a:extLst>
              <a:ext uri="{FF2B5EF4-FFF2-40B4-BE49-F238E27FC236}">
                <a16:creationId xmlns:a16="http://schemas.microsoft.com/office/drawing/2014/main" id="{3F116D41-4C2D-0DDD-3DD2-2E02151CA307}"/>
              </a:ext>
            </a:extLst>
          </p:cNvPr>
          <p:cNvSpPr txBox="1"/>
          <p:nvPr/>
        </p:nvSpPr>
        <p:spPr>
          <a:xfrm>
            <a:off x="10900122" y="-1272665"/>
            <a:ext cx="1383712" cy="415498"/>
          </a:xfrm>
          <a:prstGeom prst="rect">
            <a:avLst/>
          </a:prstGeom>
          <a:noFill/>
        </p:spPr>
        <p:txBody>
          <a:bodyPr wrap="none" rtlCol="0">
            <a:spAutoFit/>
          </a:bodyPr>
          <a:lstStyle/>
          <a:p>
            <a:r>
              <a:rPr lang="en-US" sz="1200" b="1" i="1" dirty="0">
                <a:solidFill>
                  <a:schemeClr val="tx1">
                    <a:lumMod val="50000"/>
                    <a:lumOff val="50000"/>
                  </a:schemeClr>
                </a:solidFill>
                <a:latin typeface="+mj-lt"/>
              </a:rPr>
              <a:t>Semantical data</a:t>
            </a:r>
            <a:br>
              <a:rPr lang="en-US" sz="1200" b="1" i="1" dirty="0">
                <a:solidFill>
                  <a:schemeClr val="tx1">
                    <a:lumMod val="50000"/>
                    <a:lumOff val="50000"/>
                  </a:schemeClr>
                </a:solidFill>
                <a:latin typeface="+mj-lt"/>
              </a:rPr>
            </a:br>
            <a:r>
              <a:rPr lang="en-US" sz="900" b="0" i="1" dirty="0">
                <a:solidFill>
                  <a:schemeClr val="tx1">
                    <a:lumMod val="50000"/>
                    <a:lumOff val="50000"/>
                  </a:schemeClr>
                </a:solidFill>
                <a:latin typeface="+mj-lt"/>
              </a:rPr>
              <a:t>good, bad, caution, info</a:t>
            </a:r>
            <a:endParaRPr lang="en-US" sz="1200" b="0" i="1" dirty="0">
              <a:solidFill>
                <a:schemeClr val="tx1">
                  <a:lumMod val="50000"/>
                  <a:lumOff val="50000"/>
                </a:schemeClr>
              </a:solidFill>
              <a:latin typeface="+mj-lt"/>
            </a:endParaRPr>
          </a:p>
        </p:txBody>
      </p:sp>
      <p:grpSp>
        <p:nvGrpSpPr>
          <p:cNvPr id="34" name="Groupe 33">
            <a:extLst>
              <a:ext uri="{FF2B5EF4-FFF2-40B4-BE49-F238E27FC236}">
                <a16:creationId xmlns:a16="http://schemas.microsoft.com/office/drawing/2014/main" id="{33B5D6D9-DAA6-3AE5-F963-CC13CB07C53D}"/>
              </a:ext>
            </a:extLst>
          </p:cNvPr>
          <p:cNvGrpSpPr/>
          <p:nvPr/>
        </p:nvGrpSpPr>
        <p:grpSpPr>
          <a:xfrm rot="16200000">
            <a:off x="1519414" y="-1933185"/>
            <a:ext cx="177114" cy="3232055"/>
            <a:chOff x="12192000" y="3618000"/>
            <a:chExt cx="177114" cy="3232055"/>
          </a:xfrm>
          <a:effectLst>
            <a:outerShdw blurRad="50800" dist="38100" dir="16200000" rotWithShape="0">
              <a:prstClr val="black">
                <a:alpha val="40000"/>
              </a:prstClr>
            </a:outerShdw>
          </a:effectLst>
        </p:grpSpPr>
        <p:sp>
          <p:nvSpPr>
            <p:cNvPr id="35" name="Rectangle 34">
              <a:extLst>
                <a:ext uri="{FF2B5EF4-FFF2-40B4-BE49-F238E27FC236}">
                  <a16:creationId xmlns:a16="http://schemas.microsoft.com/office/drawing/2014/main" id="{60255728-6F97-56B4-476C-72CCBF98CB25}"/>
                </a:ext>
              </a:extLst>
            </p:cNvPr>
            <p:cNvSpPr>
              <a:spLocks noChangeAspect="1"/>
            </p:cNvSpPr>
            <p:nvPr/>
          </p:nvSpPr>
          <p:spPr>
            <a:xfrm>
              <a:off x="12192000" y="3618000"/>
              <a:ext cx="177114" cy="360000"/>
            </a:xfrm>
            <a:prstGeom prst="rect">
              <a:avLst/>
            </a:prstGeom>
            <a:solidFill>
              <a:srgbClr val="E6F5FC"/>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srgbClr val="FEFEFE"/>
                </a:solidFill>
                <a:effectLst/>
                <a:uLnTx/>
                <a:uFillTx/>
                <a:latin typeface="Arial"/>
                <a:ea typeface="+mn-ea"/>
                <a:cs typeface="+mn-cs"/>
              </a:endParaRPr>
            </a:p>
          </p:txBody>
        </p:sp>
        <p:sp>
          <p:nvSpPr>
            <p:cNvPr id="36" name="Rectangle 35">
              <a:extLst>
                <a:ext uri="{FF2B5EF4-FFF2-40B4-BE49-F238E27FC236}">
                  <a16:creationId xmlns:a16="http://schemas.microsoft.com/office/drawing/2014/main" id="{07D1F2FB-8943-6FC1-35B3-FEFE58E0DC2A}"/>
                </a:ext>
              </a:extLst>
            </p:cNvPr>
            <p:cNvSpPr>
              <a:spLocks noChangeAspect="1"/>
            </p:cNvSpPr>
            <p:nvPr/>
          </p:nvSpPr>
          <p:spPr>
            <a:xfrm>
              <a:off x="12192000" y="3978000"/>
              <a:ext cx="177114" cy="360000"/>
            </a:xfrm>
            <a:prstGeom prst="rect">
              <a:avLst/>
            </a:prstGeom>
            <a:solidFill>
              <a:srgbClr val="B2E1F6"/>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srgbClr val="FEFEFE"/>
                </a:solidFill>
                <a:effectLst/>
                <a:uLnTx/>
                <a:uFillTx/>
                <a:latin typeface="Arial"/>
                <a:ea typeface="+mn-ea"/>
                <a:cs typeface="+mn-cs"/>
              </a:endParaRPr>
            </a:p>
          </p:txBody>
        </p:sp>
        <p:sp>
          <p:nvSpPr>
            <p:cNvPr id="37" name="Rectangle 36">
              <a:extLst>
                <a:ext uri="{FF2B5EF4-FFF2-40B4-BE49-F238E27FC236}">
                  <a16:creationId xmlns:a16="http://schemas.microsoft.com/office/drawing/2014/main" id="{F448546D-F560-A588-74EE-E3394CDF1FC5}"/>
                </a:ext>
              </a:extLst>
            </p:cNvPr>
            <p:cNvSpPr>
              <a:spLocks noChangeAspect="1"/>
            </p:cNvSpPr>
            <p:nvPr/>
          </p:nvSpPr>
          <p:spPr>
            <a:xfrm>
              <a:off x="12192000" y="4338000"/>
              <a:ext cx="177114" cy="360000"/>
            </a:xfrm>
            <a:prstGeom prst="rect">
              <a:avLst/>
            </a:prstGeom>
            <a:solidFill>
              <a:srgbClr val="66C4ED"/>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srgbClr val="FEFEFE"/>
                </a:solidFill>
                <a:effectLst/>
                <a:uLnTx/>
                <a:uFillTx/>
                <a:latin typeface="Arial"/>
                <a:ea typeface="+mn-ea"/>
                <a:cs typeface="+mn-cs"/>
              </a:endParaRPr>
            </a:p>
          </p:txBody>
        </p:sp>
        <p:sp>
          <p:nvSpPr>
            <p:cNvPr id="38" name="Rectangle 37">
              <a:extLst>
                <a:ext uri="{FF2B5EF4-FFF2-40B4-BE49-F238E27FC236}">
                  <a16:creationId xmlns:a16="http://schemas.microsoft.com/office/drawing/2014/main" id="{0BF92C43-6B46-2A41-3115-D649F0CB3F6B}"/>
                </a:ext>
              </a:extLst>
            </p:cNvPr>
            <p:cNvSpPr>
              <a:spLocks noChangeAspect="1"/>
            </p:cNvSpPr>
            <p:nvPr/>
          </p:nvSpPr>
          <p:spPr>
            <a:xfrm>
              <a:off x="12192000" y="4698000"/>
              <a:ext cx="177114" cy="360000"/>
            </a:xfrm>
            <a:prstGeom prst="rect">
              <a:avLst/>
            </a:prstGeom>
            <a:solidFill>
              <a:srgbClr val="33B1E5"/>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srgbClr val="FEFEFE"/>
                </a:solidFill>
                <a:effectLst/>
                <a:uLnTx/>
                <a:uFillTx/>
                <a:latin typeface="Arial"/>
                <a:ea typeface="+mn-ea"/>
                <a:cs typeface="+mn-cs"/>
              </a:endParaRPr>
            </a:p>
          </p:txBody>
        </p:sp>
        <p:sp>
          <p:nvSpPr>
            <p:cNvPr id="39" name="Rectangle 38">
              <a:extLst>
                <a:ext uri="{FF2B5EF4-FFF2-40B4-BE49-F238E27FC236}">
                  <a16:creationId xmlns:a16="http://schemas.microsoft.com/office/drawing/2014/main" id="{D7C0BB6E-5C5C-A79B-761E-6B8C19C9F579}"/>
                </a:ext>
              </a:extLst>
            </p:cNvPr>
            <p:cNvSpPr>
              <a:spLocks noChangeAspect="1"/>
            </p:cNvSpPr>
            <p:nvPr/>
          </p:nvSpPr>
          <p:spPr>
            <a:xfrm>
              <a:off x="12192000" y="5058000"/>
              <a:ext cx="177114" cy="360000"/>
            </a:xfrm>
            <a:prstGeom prst="rect">
              <a:avLst/>
            </a:prstGeom>
            <a:solidFill>
              <a:srgbClr val="009DD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srgbClr val="FEFEFE"/>
                </a:solidFill>
                <a:effectLst/>
                <a:uLnTx/>
                <a:uFillTx/>
                <a:latin typeface="Arial"/>
                <a:ea typeface="+mn-ea"/>
                <a:cs typeface="+mn-cs"/>
              </a:endParaRPr>
            </a:p>
          </p:txBody>
        </p:sp>
        <p:sp>
          <p:nvSpPr>
            <p:cNvPr id="40" name="Rectangle 39">
              <a:extLst>
                <a:ext uri="{FF2B5EF4-FFF2-40B4-BE49-F238E27FC236}">
                  <a16:creationId xmlns:a16="http://schemas.microsoft.com/office/drawing/2014/main" id="{B51E7C93-59ED-CC5B-57FE-20F847C02245}"/>
                </a:ext>
              </a:extLst>
            </p:cNvPr>
            <p:cNvSpPr>
              <a:spLocks noChangeAspect="1"/>
            </p:cNvSpPr>
            <p:nvPr/>
          </p:nvSpPr>
          <p:spPr>
            <a:xfrm>
              <a:off x="12192000" y="5418000"/>
              <a:ext cx="177114" cy="360000"/>
            </a:xfrm>
            <a:prstGeom prst="rect">
              <a:avLst/>
            </a:prstGeom>
            <a:solidFill>
              <a:srgbClr val="0079B8"/>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srgbClr val="FEFEFE"/>
                </a:solidFill>
                <a:effectLst/>
                <a:uLnTx/>
                <a:uFillTx/>
                <a:latin typeface="Arial"/>
                <a:ea typeface="+mn-ea"/>
                <a:cs typeface="+mn-cs"/>
              </a:endParaRPr>
            </a:p>
          </p:txBody>
        </p:sp>
        <p:sp>
          <p:nvSpPr>
            <p:cNvPr id="41" name="Rectangle 40">
              <a:extLst>
                <a:ext uri="{FF2B5EF4-FFF2-40B4-BE49-F238E27FC236}">
                  <a16:creationId xmlns:a16="http://schemas.microsoft.com/office/drawing/2014/main" id="{4BFE2662-81F9-AEC0-27FC-6D1C9038B4C1}"/>
                </a:ext>
              </a:extLst>
            </p:cNvPr>
            <p:cNvSpPr>
              <a:spLocks noChangeAspect="1"/>
            </p:cNvSpPr>
            <p:nvPr/>
          </p:nvSpPr>
          <p:spPr>
            <a:xfrm>
              <a:off x="12192000" y="5770055"/>
              <a:ext cx="177114" cy="360000"/>
            </a:xfrm>
            <a:prstGeom prst="rect">
              <a:avLst/>
            </a:prstGeom>
            <a:solidFill>
              <a:srgbClr val="015C9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srgbClr val="FEFEFE"/>
                </a:solidFill>
                <a:effectLst/>
                <a:uLnTx/>
                <a:uFillTx/>
                <a:latin typeface="Arial"/>
                <a:ea typeface="+mn-ea"/>
                <a:cs typeface="+mn-cs"/>
              </a:endParaRPr>
            </a:p>
          </p:txBody>
        </p:sp>
        <p:sp>
          <p:nvSpPr>
            <p:cNvPr id="42" name="Rectangle 41">
              <a:extLst>
                <a:ext uri="{FF2B5EF4-FFF2-40B4-BE49-F238E27FC236}">
                  <a16:creationId xmlns:a16="http://schemas.microsoft.com/office/drawing/2014/main" id="{3900C66F-60EA-1E1C-7552-E5BA562AD231}"/>
                </a:ext>
              </a:extLst>
            </p:cNvPr>
            <p:cNvSpPr>
              <a:spLocks noChangeAspect="1"/>
            </p:cNvSpPr>
            <p:nvPr/>
          </p:nvSpPr>
          <p:spPr>
            <a:xfrm>
              <a:off x="12192000" y="6130055"/>
              <a:ext cx="177114" cy="360000"/>
            </a:xfrm>
            <a:prstGeom prst="rect">
              <a:avLst/>
            </a:prstGeom>
            <a:solidFill>
              <a:srgbClr val="00406B"/>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srgbClr val="FEFEFE"/>
                </a:solidFill>
                <a:effectLst/>
                <a:uLnTx/>
                <a:uFillTx/>
                <a:latin typeface="Arial"/>
                <a:ea typeface="+mn-ea"/>
                <a:cs typeface="+mn-cs"/>
              </a:endParaRPr>
            </a:p>
          </p:txBody>
        </p:sp>
        <p:sp>
          <p:nvSpPr>
            <p:cNvPr id="43" name="Rectangle 42">
              <a:extLst>
                <a:ext uri="{FF2B5EF4-FFF2-40B4-BE49-F238E27FC236}">
                  <a16:creationId xmlns:a16="http://schemas.microsoft.com/office/drawing/2014/main" id="{7F367695-E64E-4F9D-DAA5-834124C1F223}"/>
                </a:ext>
              </a:extLst>
            </p:cNvPr>
            <p:cNvSpPr>
              <a:spLocks noChangeAspect="1"/>
            </p:cNvSpPr>
            <p:nvPr/>
          </p:nvSpPr>
          <p:spPr>
            <a:xfrm>
              <a:off x="12192000" y="6490055"/>
              <a:ext cx="177114" cy="360000"/>
            </a:xfrm>
            <a:prstGeom prst="rect">
              <a:avLst/>
            </a:prstGeom>
            <a:solidFill>
              <a:srgbClr val="001F46"/>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dirty="0">
                <a:ln>
                  <a:noFill/>
                </a:ln>
                <a:solidFill>
                  <a:srgbClr val="FEFEFE"/>
                </a:solidFill>
                <a:effectLst/>
                <a:uLnTx/>
                <a:uFillTx/>
                <a:latin typeface="Arial"/>
                <a:ea typeface="+mn-ea"/>
                <a:cs typeface="+mn-cs"/>
              </a:endParaRPr>
            </a:p>
          </p:txBody>
        </p:sp>
      </p:grpSp>
      <p:sp>
        <p:nvSpPr>
          <p:cNvPr id="44" name="Rectangle 43">
            <a:extLst>
              <a:ext uri="{FF2B5EF4-FFF2-40B4-BE49-F238E27FC236}">
                <a16:creationId xmlns:a16="http://schemas.microsoft.com/office/drawing/2014/main" id="{6775BA0D-9EB0-A958-9514-C5D85D4B0AF5}"/>
              </a:ext>
            </a:extLst>
          </p:cNvPr>
          <p:cNvSpPr>
            <a:spLocks noChangeAspect="1"/>
          </p:cNvSpPr>
          <p:nvPr/>
        </p:nvSpPr>
        <p:spPr>
          <a:xfrm>
            <a:off x="3194971" y="-687114"/>
            <a:ext cx="360000" cy="458514"/>
          </a:xfrm>
          <a:prstGeom prst="rect">
            <a:avLst/>
          </a:prstGeom>
          <a:solidFill>
            <a:schemeClr val="bg2"/>
          </a:solidFill>
          <a:ln w="12700" cap="flat" cmpd="sng" algn="ctr">
            <a:noFill/>
            <a:prstDash val="solid"/>
            <a:miter lim="800000"/>
          </a:ln>
          <a:effectLst>
            <a:outerShdw blurRad="50800" dist="38100" algn="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srgbClr val="FEFEFE"/>
              </a:solidFill>
              <a:effectLst/>
              <a:uLnTx/>
              <a:uFillTx/>
              <a:latin typeface="Arial"/>
              <a:ea typeface="+mn-ea"/>
              <a:cs typeface="+mn-cs"/>
            </a:endParaRPr>
          </a:p>
        </p:txBody>
      </p:sp>
      <p:pic>
        <p:nvPicPr>
          <p:cNvPr id="45" name="Image 44">
            <a:extLst>
              <a:ext uri="{FF2B5EF4-FFF2-40B4-BE49-F238E27FC236}">
                <a16:creationId xmlns:a16="http://schemas.microsoft.com/office/drawing/2014/main" id="{37D020F2-D28C-68DC-7ECE-BB15D4956D8E}"/>
              </a:ext>
            </a:extLst>
          </p:cNvPr>
          <p:cNvPicPr>
            <a:picLocks noChangeAspect="1"/>
          </p:cNvPicPr>
          <p:nvPr/>
        </p:nvPicPr>
        <p:blipFill>
          <a:blip r:embed="rId22" cstate="hqprint">
            <a:extLst>
              <a:ext uri="{28A0092B-C50C-407E-A947-70E740481C1C}">
                <a14:useLocalDpi xmlns:a14="http://schemas.microsoft.com/office/drawing/2010/main"/>
              </a:ext>
            </a:extLst>
          </a:blip>
          <a:stretch>
            <a:fillRect/>
          </a:stretch>
        </p:blipFill>
        <p:spPr>
          <a:xfrm>
            <a:off x="10992268" y="-684814"/>
            <a:ext cx="996358" cy="210768"/>
          </a:xfrm>
          <a:prstGeom prst="rect">
            <a:avLst/>
          </a:prstGeom>
        </p:spPr>
      </p:pic>
      <p:pic>
        <p:nvPicPr>
          <p:cNvPr id="46" name="Image 45">
            <a:extLst>
              <a:ext uri="{FF2B5EF4-FFF2-40B4-BE49-F238E27FC236}">
                <a16:creationId xmlns:a16="http://schemas.microsoft.com/office/drawing/2014/main" id="{1B2957BD-B016-BB05-4124-EA0E3EB599DE}"/>
              </a:ext>
            </a:extLst>
          </p:cNvPr>
          <p:cNvPicPr>
            <a:picLocks noChangeAspect="1"/>
          </p:cNvPicPr>
          <p:nvPr/>
        </p:nvPicPr>
        <p:blipFill>
          <a:blip r:embed="rId23" cstate="hqprint">
            <a:extLst>
              <a:ext uri="{28A0092B-C50C-407E-A947-70E740481C1C}">
                <a14:useLocalDpi xmlns:a14="http://schemas.microsoft.com/office/drawing/2010/main"/>
              </a:ext>
            </a:extLst>
          </a:blip>
          <a:stretch>
            <a:fillRect/>
          </a:stretch>
        </p:blipFill>
        <p:spPr>
          <a:xfrm>
            <a:off x="8319971" y="-684815"/>
            <a:ext cx="1298176" cy="210998"/>
          </a:xfrm>
          <a:prstGeom prst="rect">
            <a:avLst/>
          </a:prstGeom>
        </p:spPr>
      </p:pic>
      <p:pic>
        <p:nvPicPr>
          <p:cNvPr id="47" name="Image 46">
            <a:extLst>
              <a:ext uri="{FF2B5EF4-FFF2-40B4-BE49-F238E27FC236}">
                <a16:creationId xmlns:a16="http://schemas.microsoft.com/office/drawing/2014/main" id="{CECB444C-1791-3DAD-6D81-9AA1218D88C1}"/>
              </a:ext>
            </a:extLst>
          </p:cNvPr>
          <p:cNvPicPr>
            <a:picLocks noChangeAspect="1"/>
          </p:cNvPicPr>
          <p:nvPr/>
        </p:nvPicPr>
        <p:blipFill>
          <a:blip r:embed="rId24" cstate="hqprint">
            <a:extLst>
              <a:ext uri="{28A0092B-C50C-407E-A947-70E740481C1C}">
                <a14:useLocalDpi xmlns:a14="http://schemas.microsoft.com/office/drawing/2010/main"/>
              </a:ext>
            </a:extLst>
          </a:blip>
          <a:stretch>
            <a:fillRect/>
          </a:stretch>
        </p:blipFill>
        <p:spPr>
          <a:xfrm>
            <a:off x="3614053" y="-682287"/>
            <a:ext cx="1281206" cy="208240"/>
          </a:xfrm>
          <a:prstGeom prst="rect">
            <a:avLst/>
          </a:prstGeom>
        </p:spPr>
      </p:pic>
      <p:pic>
        <p:nvPicPr>
          <p:cNvPr id="51" name="Image 50">
            <a:extLst>
              <a:ext uri="{FF2B5EF4-FFF2-40B4-BE49-F238E27FC236}">
                <a16:creationId xmlns:a16="http://schemas.microsoft.com/office/drawing/2014/main" id="{85C87FB6-EA11-30C5-3BA8-F6C15462D1F1}"/>
              </a:ext>
            </a:extLst>
          </p:cNvPr>
          <p:cNvPicPr>
            <a:picLocks noChangeAspect="1"/>
          </p:cNvPicPr>
          <p:nvPr/>
        </p:nvPicPr>
        <p:blipFill>
          <a:blip r:embed="rId25" cstate="hqprint">
            <a:extLst>
              <a:ext uri="{28A0092B-C50C-407E-A947-70E740481C1C}">
                <a14:useLocalDpi xmlns:a14="http://schemas.microsoft.com/office/drawing/2010/main"/>
              </a:ext>
            </a:extLst>
          </a:blip>
          <a:stretch>
            <a:fillRect/>
          </a:stretch>
        </p:blipFill>
        <p:spPr>
          <a:xfrm>
            <a:off x="8319972" y="-358968"/>
            <a:ext cx="1298175" cy="210998"/>
          </a:xfrm>
          <a:prstGeom prst="rect">
            <a:avLst/>
          </a:prstGeom>
        </p:spPr>
      </p:pic>
      <p:cxnSp>
        <p:nvCxnSpPr>
          <p:cNvPr id="57" name="Connecteur droit 56">
            <a:extLst>
              <a:ext uri="{FF2B5EF4-FFF2-40B4-BE49-F238E27FC236}">
                <a16:creationId xmlns:a16="http://schemas.microsoft.com/office/drawing/2014/main" id="{CDC81707-5D6A-C324-F267-EDF808E5F394}"/>
              </a:ext>
            </a:extLst>
          </p:cNvPr>
          <p:cNvCxnSpPr>
            <a:cxnSpLocks/>
          </p:cNvCxnSpPr>
          <p:nvPr/>
        </p:nvCxnSpPr>
        <p:spPr>
          <a:xfrm>
            <a:off x="10900122" y="-1272666"/>
            <a:ext cx="0" cy="118872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5" name="Connecteur droit 54">
            <a:extLst>
              <a:ext uri="{FF2B5EF4-FFF2-40B4-BE49-F238E27FC236}">
                <a16:creationId xmlns:a16="http://schemas.microsoft.com/office/drawing/2014/main" id="{FB088FA6-8856-6588-BEFC-794A63A482FF}"/>
              </a:ext>
            </a:extLst>
          </p:cNvPr>
          <p:cNvCxnSpPr>
            <a:cxnSpLocks/>
          </p:cNvCxnSpPr>
          <p:nvPr/>
        </p:nvCxnSpPr>
        <p:spPr>
          <a:xfrm>
            <a:off x="8229600" y="-1270249"/>
            <a:ext cx="0" cy="118872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8" name="Connecteur droit 57">
            <a:extLst>
              <a:ext uri="{FF2B5EF4-FFF2-40B4-BE49-F238E27FC236}">
                <a16:creationId xmlns:a16="http://schemas.microsoft.com/office/drawing/2014/main" id="{2FF35E90-B88F-BC6C-6053-5A3829A99049}"/>
              </a:ext>
            </a:extLst>
          </p:cNvPr>
          <p:cNvCxnSpPr>
            <a:cxnSpLocks/>
          </p:cNvCxnSpPr>
          <p:nvPr/>
        </p:nvCxnSpPr>
        <p:spPr>
          <a:xfrm>
            <a:off x="5058150" y="-1272666"/>
            <a:ext cx="0" cy="118872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pic>
        <p:nvPicPr>
          <p:cNvPr id="62" name="Image 61">
            <a:extLst>
              <a:ext uri="{FF2B5EF4-FFF2-40B4-BE49-F238E27FC236}">
                <a16:creationId xmlns:a16="http://schemas.microsoft.com/office/drawing/2014/main" id="{D7583C27-60F4-4588-5F6B-991CFF5CC21E}"/>
              </a:ext>
            </a:extLst>
          </p:cNvPr>
          <p:cNvPicPr>
            <a:picLocks noChangeAspect="1"/>
          </p:cNvPicPr>
          <p:nvPr/>
        </p:nvPicPr>
        <p:blipFill>
          <a:blip r:embed="rId26" cstate="hqprint">
            <a:extLst>
              <a:ext uri="{28A0092B-C50C-407E-A947-70E740481C1C}">
                <a14:useLocalDpi xmlns:a14="http://schemas.microsoft.com/office/drawing/2010/main"/>
              </a:ext>
            </a:extLst>
          </a:blip>
          <a:stretch>
            <a:fillRect/>
          </a:stretch>
        </p:blipFill>
        <p:spPr>
          <a:xfrm>
            <a:off x="5152975" y="-687753"/>
            <a:ext cx="2924225" cy="209110"/>
          </a:xfrm>
          <a:prstGeom prst="rect">
            <a:avLst/>
          </a:prstGeom>
        </p:spPr>
      </p:pic>
      <p:grpSp>
        <p:nvGrpSpPr>
          <p:cNvPr id="4" name="Groupe 3">
            <a:extLst>
              <a:ext uri="{FF2B5EF4-FFF2-40B4-BE49-F238E27FC236}">
                <a16:creationId xmlns:a16="http://schemas.microsoft.com/office/drawing/2014/main" id="{229A527A-E40C-2117-FD69-0F4BCD8BAB15}"/>
              </a:ext>
            </a:extLst>
          </p:cNvPr>
          <p:cNvGrpSpPr/>
          <p:nvPr/>
        </p:nvGrpSpPr>
        <p:grpSpPr>
          <a:xfrm rot="5400000">
            <a:off x="5791699" y="2389469"/>
            <a:ext cx="532402" cy="9829800"/>
            <a:chOff x="-686042" y="1667816"/>
            <a:chExt cx="532402" cy="4233649"/>
          </a:xfrm>
          <a:noFill/>
        </p:grpSpPr>
        <p:grpSp>
          <p:nvGrpSpPr>
            <p:cNvPr id="48" name="Group 65">
              <a:extLst>
                <a:ext uri="{FF2B5EF4-FFF2-40B4-BE49-F238E27FC236}">
                  <a16:creationId xmlns:a16="http://schemas.microsoft.com/office/drawing/2014/main" id="{44781BF1-DB52-4E56-9AEF-739575CD023E}"/>
                </a:ext>
              </a:extLst>
            </p:cNvPr>
            <p:cNvGrpSpPr/>
            <p:nvPr/>
          </p:nvGrpSpPr>
          <p:grpSpPr>
            <a:xfrm>
              <a:off x="-686042" y="1669575"/>
              <a:ext cx="76803" cy="4231890"/>
              <a:chOff x="-279739" y="1825625"/>
              <a:chExt cx="89877" cy="4231890"/>
            </a:xfrm>
            <a:grpFill/>
          </p:grpSpPr>
          <p:sp>
            <p:nvSpPr>
              <p:cNvPr id="64" name="Rectangle 63">
                <a:extLst>
                  <a:ext uri="{FF2B5EF4-FFF2-40B4-BE49-F238E27FC236}">
                    <a16:creationId xmlns:a16="http://schemas.microsoft.com/office/drawing/2014/main" id="{269BB373-D0A1-3C64-8AB5-627AF64722F3}"/>
                  </a:ext>
                </a:extLst>
              </p:cNvPr>
              <p:cNvSpPr/>
              <p:nvPr/>
            </p:nvSpPr>
            <p:spPr bwMode="auto">
              <a:xfrm>
                <a:off x="-279739" y="3552584"/>
                <a:ext cx="88780" cy="2504931"/>
              </a:xfrm>
              <a:prstGeom prst="rect">
                <a:avLst/>
              </a:prstGeom>
              <a:grpFill/>
              <a:ln w="9525">
                <a:solidFill>
                  <a:schemeClr val="tx1">
                    <a:lumMod val="50000"/>
                    <a:lumOff val="50000"/>
                  </a:schemeClr>
                </a:solidFill>
                <a:prstDash val="sysDash"/>
                <a:round/>
                <a:headEnd/>
                <a:tailEnd/>
              </a:ln>
            </p:spPr>
            <p:txBody>
              <a:bodyPr lIns="72000" tIns="36000" rIns="72000" bIns="36000" rtlCol="0" anchor="ctr">
                <a:prstTxWarp prst="textNoShape">
                  <a:avLst/>
                </a:prstTxWarp>
                <a:noAutofit/>
              </a:bodyPr>
              <a:lstStyle/>
              <a:p>
                <a:pPr algn="ctr" fontAlgn="base">
                  <a:lnSpc>
                    <a:spcPct val="112000"/>
                  </a:lnSpc>
                  <a:spcAft>
                    <a:spcPct val="0"/>
                  </a:spcAft>
                  <a:buFont typeface="Abadi MT Condensed Extra Bold" pitchFamily="-106" charset="0"/>
                  <a:buNone/>
                </a:pPr>
                <a:endParaRPr lang="en-GB" sz="1400" b="0" i="0">
                  <a:solidFill>
                    <a:srgbClr val="000000"/>
                  </a:solidFill>
                  <a:latin typeface="Helvetica" pitchFamily="2" charset="0"/>
                </a:endParaRPr>
              </a:p>
            </p:txBody>
          </p:sp>
          <p:sp>
            <p:nvSpPr>
              <p:cNvPr id="65" name="Rectangle 64">
                <a:extLst>
                  <a:ext uri="{FF2B5EF4-FFF2-40B4-BE49-F238E27FC236}">
                    <a16:creationId xmlns:a16="http://schemas.microsoft.com/office/drawing/2014/main" id="{7C1172CB-C5CC-BBA7-764A-9B7D628EB313}"/>
                  </a:ext>
                </a:extLst>
              </p:cNvPr>
              <p:cNvSpPr/>
              <p:nvPr/>
            </p:nvSpPr>
            <p:spPr bwMode="auto">
              <a:xfrm>
                <a:off x="-278640" y="1825625"/>
                <a:ext cx="88778" cy="1602427"/>
              </a:xfrm>
              <a:prstGeom prst="rect">
                <a:avLst/>
              </a:prstGeom>
              <a:grpFill/>
              <a:ln w="9525">
                <a:solidFill>
                  <a:schemeClr val="tx1">
                    <a:lumMod val="50000"/>
                    <a:lumOff val="50000"/>
                  </a:schemeClr>
                </a:solidFill>
                <a:prstDash val="sysDash"/>
                <a:round/>
                <a:headEnd/>
                <a:tailEnd/>
              </a:ln>
            </p:spPr>
            <p:txBody>
              <a:bodyPr lIns="72000" tIns="36000" rIns="72000" bIns="36000" rtlCol="0" anchor="ctr">
                <a:prstTxWarp prst="textNoShape">
                  <a:avLst/>
                </a:prstTxWarp>
                <a:noAutofit/>
              </a:bodyPr>
              <a:lstStyle/>
              <a:p>
                <a:pPr algn="ctr" fontAlgn="base">
                  <a:lnSpc>
                    <a:spcPct val="112000"/>
                  </a:lnSpc>
                  <a:spcAft>
                    <a:spcPct val="0"/>
                  </a:spcAft>
                  <a:buFont typeface="Abadi MT Condensed Extra Bold" pitchFamily="-106" charset="0"/>
                  <a:buNone/>
                </a:pPr>
                <a:endParaRPr lang="en-GB" sz="1400" b="0" i="0">
                  <a:solidFill>
                    <a:srgbClr val="000000"/>
                  </a:solidFill>
                  <a:latin typeface="Helvetica" pitchFamily="2" charset="0"/>
                </a:endParaRPr>
              </a:p>
            </p:txBody>
          </p:sp>
        </p:grpSp>
        <p:grpSp>
          <p:nvGrpSpPr>
            <p:cNvPr id="49" name="Group 68">
              <a:extLst>
                <a:ext uri="{FF2B5EF4-FFF2-40B4-BE49-F238E27FC236}">
                  <a16:creationId xmlns:a16="http://schemas.microsoft.com/office/drawing/2014/main" id="{0E69B734-AECA-A40B-6E08-E5D6BA9ACC1D}"/>
                </a:ext>
              </a:extLst>
            </p:cNvPr>
            <p:cNvGrpSpPr/>
            <p:nvPr/>
          </p:nvGrpSpPr>
          <p:grpSpPr>
            <a:xfrm rot="10800000">
              <a:off x="-543939" y="1667816"/>
              <a:ext cx="89065" cy="4231889"/>
              <a:chOff x="-279739" y="1825626"/>
              <a:chExt cx="104227" cy="4231889"/>
            </a:xfrm>
            <a:grpFill/>
          </p:grpSpPr>
          <p:sp>
            <p:nvSpPr>
              <p:cNvPr id="61" name="Rectangle 60">
                <a:extLst>
                  <a:ext uri="{FF2B5EF4-FFF2-40B4-BE49-F238E27FC236}">
                    <a16:creationId xmlns:a16="http://schemas.microsoft.com/office/drawing/2014/main" id="{9A323879-ED0F-5941-31EC-8ADD39015A0F}"/>
                  </a:ext>
                </a:extLst>
              </p:cNvPr>
              <p:cNvSpPr/>
              <p:nvPr/>
            </p:nvSpPr>
            <p:spPr bwMode="auto">
              <a:xfrm>
                <a:off x="-279739" y="3552584"/>
                <a:ext cx="98743" cy="2504931"/>
              </a:xfrm>
              <a:prstGeom prst="rect">
                <a:avLst/>
              </a:prstGeom>
              <a:grpFill/>
              <a:ln w="9525">
                <a:solidFill>
                  <a:schemeClr val="tx1">
                    <a:lumMod val="50000"/>
                    <a:lumOff val="50000"/>
                  </a:schemeClr>
                </a:solidFill>
                <a:prstDash val="sysDash"/>
                <a:round/>
                <a:headEnd/>
                <a:tailEnd/>
              </a:ln>
            </p:spPr>
            <p:txBody>
              <a:bodyPr lIns="72000" tIns="36000" rIns="72000" bIns="36000" rtlCol="0" anchor="ctr">
                <a:prstTxWarp prst="textNoShape">
                  <a:avLst/>
                </a:prstTxWarp>
                <a:noAutofit/>
              </a:bodyPr>
              <a:lstStyle/>
              <a:p>
                <a:pPr algn="ctr" fontAlgn="base">
                  <a:lnSpc>
                    <a:spcPct val="112000"/>
                  </a:lnSpc>
                  <a:spcAft>
                    <a:spcPct val="0"/>
                  </a:spcAft>
                  <a:buFont typeface="Abadi MT Condensed Extra Bold" pitchFamily="-106" charset="0"/>
                  <a:buNone/>
                </a:pPr>
                <a:endParaRPr lang="en-GB" sz="1400" b="0" i="0">
                  <a:solidFill>
                    <a:srgbClr val="000000"/>
                  </a:solidFill>
                  <a:latin typeface="Helvetica" pitchFamily="2" charset="0"/>
                </a:endParaRPr>
              </a:p>
            </p:txBody>
          </p:sp>
          <p:sp>
            <p:nvSpPr>
              <p:cNvPr id="63" name="Rectangle 62">
                <a:extLst>
                  <a:ext uri="{FF2B5EF4-FFF2-40B4-BE49-F238E27FC236}">
                    <a16:creationId xmlns:a16="http://schemas.microsoft.com/office/drawing/2014/main" id="{6D6394AD-6AB5-C6DF-EE6B-6FAB3C6C64E0}"/>
                  </a:ext>
                </a:extLst>
              </p:cNvPr>
              <p:cNvSpPr/>
              <p:nvPr/>
            </p:nvSpPr>
            <p:spPr bwMode="auto">
              <a:xfrm>
                <a:off x="-278640" y="1825626"/>
                <a:ext cx="103128" cy="1602427"/>
              </a:xfrm>
              <a:prstGeom prst="rect">
                <a:avLst/>
              </a:prstGeom>
              <a:grpFill/>
              <a:ln w="9525">
                <a:solidFill>
                  <a:schemeClr val="tx1">
                    <a:lumMod val="50000"/>
                    <a:lumOff val="50000"/>
                  </a:schemeClr>
                </a:solidFill>
                <a:prstDash val="sysDash"/>
                <a:round/>
                <a:headEnd/>
                <a:tailEnd/>
              </a:ln>
            </p:spPr>
            <p:txBody>
              <a:bodyPr lIns="72000" tIns="36000" rIns="72000" bIns="36000" rtlCol="0" anchor="ctr">
                <a:prstTxWarp prst="textNoShape">
                  <a:avLst/>
                </a:prstTxWarp>
                <a:noAutofit/>
              </a:bodyPr>
              <a:lstStyle/>
              <a:p>
                <a:pPr algn="ctr" fontAlgn="base">
                  <a:lnSpc>
                    <a:spcPct val="112000"/>
                  </a:lnSpc>
                  <a:spcAft>
                    <a:spcPct val="0"/>
                  </a:spcAft>
                  <a:buFont typeface="Abadi MT Condensed Extra Bold" pitchFamily="-106" charset="0"/>
                  <a:buNone/>
                </a:pPr>
                <a:endParaRPr lang="en-GB" sz="1400" b="0" i="0">
                  <a:solidFill>
                    <a:srgbClr val="000000"/>
                  </a:solidFill>
                  <a:latin typeface="Helvetica" pitchFamily="2" charset="0"/>
                </a:endParaRPr>
              </a:p>
            </p:txBody>
          </p:sp>
        </p:grpSp>
        <p:sp>
          <p:nvSpPr>
            <p:cNvPr id="50" name="Rectangle 49">
              <a:extLst>
                <a:ext uri="{FF2B5EF4-FFF2-40B4-BE49-F238E27FC236}">
                  <a16:creationId xmlns:a16="http://schemas.microsoft.com/office/drawing/2014/main" id="{00E23AA1-1341-DD5A-DD24-8A1271E05D33}"/>
                </a:ext>
              </a:extLst>
            </p:cNvPr>
            <p:cNvSpPr/>
            <p:nvPr/>
          </p:nvSpPr>
          <p:spPr bwMode="auto">
            <a:xfrm flipH="1">
              <a:off x="-391108" y="1672248"/>
              <a:ext cx="87680" cy="1016056"/>
            </a:xfrm>
            <a:prstGeom prst="rect">
              <a:avLst/>
            </a:prstGeom>
            <a:grpFill/>
            <a:ln w="9525">
              <a:solidFill>
                <a:schemeClr val="tx1">
                  <a:lumMod val="50000"/>
                  <a:lumOff val="50000"/>
                </a:schemeClr>
              </a:solidFill>
              <a:prstDash val="sysDash"/>
              <a:round/>
              <a:headEnd/>
              <a:tailEnd/>
            </a:ln>
          </p:spPr>
          <p:txBody>
            <a:bodyPr lIns="72000" tIns="36000" rIns="72000" bIns="36000" rtlCol="0" anchor="ctr">
              <a:prstTxWarp prst="textNoShape">
                <a:avLst/>
              </a:prstTxWarp>
              <a:noAutofit/>
            </a:bodyPr>
            <a:lstStyle/>
            <a:p>
              <a:pPr algn="ctr" fontAlgn="base">
                <a:lnSpc>
                  <a:spcPct val="112000"/>
                </a:lnSpc>
                <a:spcAft>
                  <a:spcPct val="0"/>
                </a:spcAft>
                <a:buFont typeface="Abadi MT Condensed Extra Bold" pitchFamily="-106" charset="0"/>
                <a:buNone/>
              </a:pPr>
              <a:endParaRPr lang="en-GB" sz="1400" b="0" i="0">
                <a:solidFill>
                  <a:srgbClr val="000000"/>
                </a:solidFill>
                <a:latin typeface="Helvetica" pitchFamily="2" charset="0"/>
              </a:endParaRPr>
            </a:p>
          </p:txBody>
        </p:sp>
        <p:sp>
          <p:nvSpPr>
            <p:cNvPr id="52" name="Rectangle 51">
              <a:extLst>
                <a:ext uri="{FF2B5EF4-FFF2-40B4-BE49-F238E27FC236}">
                  <a16:creationId xmlns:a16="http://schemas.microsoft.com/office/drawing/2014/main" id="{FFB50F53-3980-AF2A-B7A5-B3572ED636BC}"/>
                </a:ext>
              </a:extLst>
            </p:cNvPr>
            <p:cNvSpPr/>
            <p:nvPr/>
          </p:nvSpPr>
          <p:spPr bwMode="auto">
            <a:xfrm flipH="1">
              <a:off x="-391108" y="2742715"/>
              <a:ext cx="87680" cy="1016056"/>
            </a:xfrm>
            <a:prstGeom prst="rect">
              <a:avLst/>
            </a:prstGeom>
            <a:grpFill/>
            <a:ln w="9525">
              <a:solidFill>
                <a:schemeClr val="tx1">
                  <a:lumMod val="50000"/>
                  <a:lumOff val="50000"/>
                </a:schemeClr>
              </a:solidFill>
              <a:prstDash val="sysDash"/>
              <a:round/>
              <a:headEnd/>
              <a:tailEnd/>
            </a:ln>
          </p:spPr>
          <p:txBody>
            <a:bodyPr lIns="72000" tIns="36000" rIns="72000" bIns="36000" rtlCol="0" anchor="ctr">
              <a:prstTxWarp prst="textNoShape">
                <a:avLst/>
              </a:prstTxWarp>
              <a:noAutofit/>
            </a:bodyPr>
            <a:lstStyle/>
            <a:p>
              <a:pPr algn="ctr" fontAlgn="base">
                <a:lnSpc>
                  <a:spcPct val="112000"/>
                </a:lnSpc>
                <a:spcAft>
                  <a:spcPct val="0"/>
                </a:spcAft>
                <a:buFont typeface="Abadi MT Condensed Extra Bold" pitchFamily="-106" charset="0"/>
                <a:buNone/>
              </a:pPr>
              <a:endParaRPr lang="en-GB" sz="1400" b="0" i="0">
                <a:solidFill>
                  <a:srgbClr val="000000"/>
                </a:solidFill>
                <a:latin typeface="Helvetica" pitchFamily="2" charset="0"/>
              </a:endParaRPr>
            </a:p>
          </p:txBody>
        </p:sp>
        <p:sp>
          <p:nvSpPr>
            <p:cNvPr id="53" name="Rectangle 52">
              <a:extLst>
                <a:ext uri="{FF2B5EF4-FFF2-40B4-BE49-F238E27FC236}">
                  <a16:creationId xmlns:a16="http://schemas.microsoft.com/office/drawing/2014/main" id="{C775ABA4-C885-6AA7-4DDD-BE28DB4C07F7}"/>
                </a:ext>
              </a:extLst>
            </p:cNvPr>
            <p:cNvSpPr/>
            <p:nvPr/>
          </p:nvSpPr>
          <p:spPr bwMode="auto">
            <a:xfrm flipH="1">
              <a:off x="-391108" y="3813182"/>
              <a:ext cx="87680" cy="1016056"/>
            </a:xfrm>
            <a:prstGeom prst="rect">
              <a:avLst/>
            </a:prstGeom>
            <a:grpFill/>
            <a:ln w="9525">
              <a:solidFill>
                <a:schemeClr val="tx1">
                  <a:lumMod val="50000"/>
                  <a:lumOff val="50000"/>
                </a:schemeClr>
              </a:solidFill>
              <a:prstDash val="sysDash"/>
              <a:round/>
              <a:headEnd/>
              <a:tailEnd/>
            </a:ln>
          </p:spPr>
          <p:txBody>
            <a:bodyPr lIns="72000" tIns="36000" rIns="72000" bIns="36000" rtlCol="0" anchor="ctr">
              <a:prstTxWarp prst="textNoShape">
                <a:avLst/>
              </a:prstTxWarp>
              <a:noAutofit/>
            </a:bodyPr>
            <a:lstStyle/>
            <a:p>
              <a:pPr algn="ctr" fontAlgn="base">
                <a:lnSpc>
                  <a:spcPct val="112000"/>
                </a:lnSpc>
                <a:spcAft>
                  <a:spcPct val="0"/>
                </a:spcAft>
                <a:buFont typeface="Abadi MT Condensed Extra Bold" pitchFamily="-106" charset="0"/>
                <a:buNone/>
              </a:pPr>
              <a:endParaRPr lang="en-GB" sz="1400" b="0" i="0">
                <a:solidFill>
                  <a:srgbClr val="000000"/>
                </a:solidFill>
                <a:latin typeface="Helvetica" pitchFamily="2" charset="0"/>
              </a:endParaRPr>
            </a:p>
          </p:txBody>
        </p:sp>
        <p:sp>
          <p:nvSpPr>
            <p:cNvPr id="54" name="Rectangle 53">
              <a:extLst>
                <a:ext uri="{FF2B5EF4-FFF2-40B4-BE49-F238E27FC236}">
                  <a16:creationId xmlns:a16="http://schemas.microsoft.com/office/drawing/2014/main" id="{2E05A8FC-0046-C781-5ECF-9B12CBF3F241}"/>
                </a:ext>
              </a:extLst>
            </p:cNvPr>
            <p:cNvSpPr/>
            <p:nvPr/>
          </p:nvSpPr>
          <p:spPr bwMode="auto">
            <a:xfrm flipH="1">
              <a:off x="-391108" y="4883650"/>
              <a:ext cx="87680" cy="1016056"/>
            </a:xfrm>
            <a:prstGeom prst="rect">
              <a:avLst/>
            </a:prstGeom>
            <a:grpFill/>
            <a:ln w="9525">
              <a:solidFill>
                <a:schemeClr val="tx1">
                  <a:lumMod val="50000"/>
                  <a:lumOff val="50000"/>
                </a:schemeClr>
              </a:solidFill>
              <a:prstDash val="sysDash"/>
              <a:round/>
              <a:headEnd/>
              <a:tailEnd/>
            </a:ln>
          </p:spPr>
          <p:txBody>
            <a:bodyPr lIns="72000" tIns="36000" rIns="72000" bIns="36000" rtlCol="0" anchor="ctr">
              <a:prstTxWarp prst="textNoShape">
                <a:avLst/>
              </a:prstTxWarp>
              <a:noAutofit/>
            </a:bodyPr>
            <a:lstStyle/>
            <a:p>
              <a:pPr algn="ctr" fontAlgn="base">
                <a:lnSpc>
                  <a:spcPct val="112000"/>
                </a:lnSpc>
                <a:spcAft>
                  <a:spcPct val="0"/>
                </a:spcAft>
                <a:buFont typeface="Abadi MT Condensed Extra Bold" pitchFamily="-106" charset="0"/>
                <a:buNone/>
              </a:pPr>
              <a:endParaRPr lang="en-GB" sz="1400" b="0" i="0">
                <a:solidFill>
                  <a:srgbClr val="000000"/>
                </a:solidFill>
                <a:latin typeface="Helvetica" pitchFamily="2" charset="0"/>
              </a:endParaRPr>
            </a:p>
          </p:txBody>
        </p:sp>
        <p:sp>
          <p:nvSpPr>
            <p:cNvPr id="56" name="Rectangle 55">
              <a:extLst>
                <a:ext uri="{FF2B5EF4-FFF2-40B4-BE49-F238E27FC236}">
                  <a16:creationId xmlns:a16="http://schemas.microsoft.com/office/drawing/2014/main" id="{AF9FCD38-F175-0988-5C65-B26B9E05229C}"/>
                </a:ext>
              </a:extLst>
            </p:cNvPr>
            <p:cNvSpPr/>
            <p:nvPr/>
          </p:nvSpPr>
          <p:spPr bwMode="auto">
            <a:xfrm flipH="1">
              <a:off x="-238020" y="4591433"/>
              <a:ext cx="84380" cy="1307168"/>
            </a:xfrm>
            <a:prstGeom prst="rect">
              <a:avLst/>
            </a:prstGeom>
            <a:grpFill/>
            <a:ln w="9525">
              <a:solidFill>
                <a:schemeClr val="tx1">
                  <a:lumMod val="50000"/>
                  <a:lumOff val="50000"/>
                </a:schemeClr>
              </a:solidFill>
              <a:prstDash val="sysDash"/>
              <a:round/>
              <a:headEnd/>
              <a:tailEnd/>
            </a:ln>
          </p:spPr>
          <p:txBody>
            <a:bodyPr lIns="72000" tIns="36000" rIns="72000" bIns="36000" rtlCol="0" anchor="ctr">
              <a:prstTxWarp prst="textNoShape">
                <a:avLst/>
              </a:prstTxWarp>
              <a:noAutofit/>
            </a:bodyPr>
            <a:lstStyle/>
            <a:p>
              <a:pPr algn="ctr" fontAlgn="base">
                <a:lnSpc>
                  <a:spcPct val="112000"/>
                </a:lnSpc>
                <a:spcAft>
                  <a:spcPct val="0"/>
                </a:spcAft>
                <a:buFont typeface="Abadi MT Condensed Extra Bold" pitchFamily="-106" charset="0"/>
                <a:buNone/>
              </a:pPr>
              <a:endParaRPr lang="en-GB" sz="1400" b="0" i="0">
                <a:solidFill>
                  <a:srgbClr val="000000"/>
                </a:solidFill>
                <a:latin typeface="Helvetica" pitchFamily="2" charset="0"/>
              </a:endParaRPr>
            </a:p>
          </p:txBody>
        </p:sp>
        <p:sp>
          <p:nvSpPr>
            <p:cNvPr id="59" name="Rectangle 58">
              <a:extLst>
                <a:ext uri="{FF2B5EF4-FFF2-40B4-BE49-F238E27FC236}">
                  <a16:creationId xmlns:a16="http://schemas.microsoft.com/office/drawing/2014/main" id="{F95BFC1E-706E-C249-2B01-8BC9C15ACAD6}"/>
                </a:ext>
              </a:extLst>
            </p:cNvPr>
            <p:cNvSpPr/>
            <p:nvPr/>
          </p:nvSpPr>
          <p:spPr bwMode="auto">
            <a:xfrm flipH="1">
              <a:off x="-238020" y="3133916"/>
              <a:ext cx="84380" cy="1307168"/>
            </a:xfrm>
            <a:prstGeom prst="rect">
              <a:avLst/>
            </a:prstGeom>
            <a:grpFill/>
            <a:ln w="9525">
              <a:solidFill>
                <a:schemeClr val="tx1">
                  <a:lumMod val="50000"/>
                  <a:lumOff val="50000"/>
                </a:schemeClr>
              </a:solidFill>
              <a:prstDash val="sysDash"/>
              <a:round/>
              <a:headEnd/>
              <a:tailEnd/>
            </a:ln>
          </p:spPr>
          <p:txBody>
            <a:bodyPr lIns="72000" tIns="36000" rIns="72000" bIns="36000" rtlCol="0" anchor="ctr">
              <a:prstTxWarp prst="textNoShape">
                <a:avLst/>
              </a:prstTxWarp>
              <a:noAutofit/>
            </a:bodyPr>
            <a:lstStyle/>
            <a:p>
              <a:pPr algn="ctr" fontAlgn="base">
                <a:lnSpc>
                  <a:spcPct val="112000"/>
                </a:lnSpc>
                <a:spcAft>
                  <a:spcPct val="0"/>
                </a:spcAft>
                <a:buFont typeface="Abadi MT Condensed Extra Bold" pitchFamily="-106" charset="0"/>
                <a:buNone/>
              </a:pPr>
              <a:endParaRPr lang="en-GB" sz="1400" b="0" i="0">
                <a:solidFill>
                  <a:srgbClr val="000000"/>
                </a:solidFill>
                <a:latin typeface="Helvetica" pitchFamily="2" charset="0"/>
              </a:endParaRPr>
            </a:p>
          </p:txBody>
        </p:sp>
        <p:sp>
          <p:nvSpPr>
            <p:cNvPr id="60" name="Rectangle 59">
              <a:extLst>
                <a:ext uri="{FF2B5EF4-FFF2-40B4-BE49-F238E27FC236}">
                  <a16:creationId xmlns:a16="http://schemas.microsoft.com/office/drawing/2014/main" id="{5E33CB38-114A-F02A-821C-502F1D57AFD2}"/>
                </a:ext>
              </a:extLst>
            </p:cNvPr>
            <p:cNvSpPr/>
            <p:nvPr/>
          </p:nvSpPr>
          <p:spPr bwMode="auto">
            <a:xfrm flipH="1">
              <a:off x="-238020" y="1676400"/>
              <a:ext cx="84380" cy="1307168"/>
            </a:xfrm>
            <a:prstGeom prst="rect">
              <a:avLst/>
            </a:prstGeom>
            <a:grpFill/>
            <a:ln w="9525">
              <a:solidFill>
                <a:schemeClr val="tx1">
                  <a:lumMod val="50000"/>
                  <a:lumOff val="50000"/>
                </a:schemeClr>
              </a:solidFill>
              <a:prstDash val="sysDash"/>
              <a:round/>
              <a:headEnd/>
              <a:tailEnd/>
            </a:ln>
          </p:spPr>
          <p:txBody>
            <a:bodyPr lIns="72000" tIns="36000" rIns="72000" bIns="36000" rtlCol="0" anchor="ctr">
              <a:prstTxWarp prst="textNoShape">
                <a:avLst/>
              </a:prstTxWarp>
              <a:noAutofit/>
            </a:bodyPr>
            <a:lstStyle/>
            <a:p>
              <a:pPr algn="ctr" fontAlgn="base">
                <a:lnSpc>
                  <a:spcPct val="112000"/>
                </a:lnSpc>
                <a:spcAft>
                  <a:spcPct val="0"/>
                </a:spcAft>
                <a:buFont typeface="Abadi MT Condensed Extra Bold" pitchFamily="-106" charset="0"/>
                <a:buNone/>
              </a:pPr>
              <a:endParaRPr lang="en-GB" sz="1400" b="0" i="0">
                <a:solidFill>
                  <a:srgbClr val="000000"/>
                </a:solidFill>
                <a:latin typeface="Helvetica" pitchFamily="2" charset="0"/>
              </a:endParaRPr>
            </a:p>
          </p:txBody>
        </p:sp>
      </p:grpSp>
      <p:sp>
        <p:nvSpPr>
          <p:cNvPr id="70" name="ZoneTexte 69">
            <a:extLst>
              <a:ext uri="{FF2B5EF4-FFF2-40B4-BE49-F238E27FC236}">
                <a16:creationId xmlns:a16="http://schemas.microsoft.com/office/drawing/2014/main" id="{6FFC056F-46A9-A4B1-3285-189ABA2EBA55}"/>
              </a:ext>
            </a:extLst>
          </p:cNvPr>
          <p:cNvSpPr txBox="1"/>
          <p:nvPr/>
        </p:nvSpPr>
        <p:spPr>
          <a:xfrm>
            <a:off x="1045674" y="7614425"/>
            <a:ext cx="3793026" cy="276999"/>
          </a:xfrm>
          <a:prstGeom prst="rect">
            <a:avLst/>
          </a:prstGeom>
          <a:noFill/>
        </p:spPr>
        <p:txBody>
          <a:bodyPr wrap="none" rtlCol="0">
            <a:spAutoFit/>
          </a:bodyPr>
          <a:lstStyle/>
          <a:p>
            <a:r>
              <a:rPr lang="fr-FR" sz="1200" b="1" dirty="0">
                <a:solidFill>
                  <a:schemeClr val="tx1">
                    <a:lumMod val="50000"/>
                    <a:lumOff val="50000"/>
                  </a:schemeClr>
                </a:solidFill>
                <a:latin typeface="+mj-lt"/>
              </a:rPr>
              <a:t>Guide pour gérer les alignements horizontaux</a:t>
            </a:r>
            <a:endParaRPr lang="en-US" sz="1200" b="0" i="1" dirty="0">
              <a:solidFill>
                <a:schemeClr val="tx1">
                  <a:lumMod val="50000"/>
                  <a:lumOff val="50000"/>
                </a:schemeClr>
              </a:solidFill>
              <a:latin typeface="+mj-lt"/>
            </a:endParaRPr>
          </a:p>
        </p:txBody>
      </p:sp>
      <p:sp>
        <p:nvSpPr>
          <p:cNvPr id="72" name="Ellipse 71">
            <a:extLst>
              <a:ext uri="{FF2B5EF4-FFF2-40B4-BE49-F238E27FC236}">
                <a16:creationId xmlns:a16="http://schemas.microsoft.com/office/drawing/2014/main" id="{5D76BADB-EF78-85AB-94CE-2241F85C1338}"/>
              </a:ext>
            </a:extLst>
          </p:cNvPr>
          <p:cNvSpPr/>
          <p:nvPr/>
        </p:nvSpPr>
        <p:spPr>
          <a:xfrm>
            <a:off x="6020543" y="7340660"/>
            <a:ext cx="80122" cy="80122"/>
          </a:xfrm>
          <a:prstGeom prst="ellipse">
            <a:avLst/>
          </a:prstGeom>
          <a:solidFill>
            <a:srgbClr val="86909A"/>
          </a:solidFill>
          <a:ln>
            <a:noFill/>
          </a:ln>
        </p:spPr>
        <p:txBody>
          <a:bodyPr wrap="square" lIns="182880" tIns="182880" rIns="182880" bIns="182880" rtlCol="0" anchor="ctr"/>
          <a:lstStyle/>
          <a:p>
            <a:pPr algn="l" defTabSz="554492">
              <a:spcAft>
                <a:spcPts val="600"/>
              </a:spcAft>
            </a:pPr>
            <a:endParaRPr lang="fr-FR" sz="1100" dirty="0">
              <a:latin typeface="Poppins" pitchFamily="2" charset="77"/>
              <a:cs typeface="Poppins" pitchFamily="2" charset="77"/>
            </a:endParaRPr>
          </a:p>
        </p:txBody>
      </p:sp>
      <p:sp>
        <p:nvSpPr>
          <p:cNvPr id="6" name="ZoneTexte 5">
            <a:extLst>
              <a:ext uri="{FF2B5EF4-FFF2-40B4-BE49-F238E27FC236}">
                <a16:creationId xmlns:a16="http://schemas.microsoft.com/office/drawing/2014/main" id="{2674BB3D-B29F-B17B-4AAF-828616060884}"/>
              </a:ext>
            </a:extLst>
          </p:cNvPr>
          <p:cNvSpPr txBox="1"/>
          <p:nvPr>
            <p:extLst>
              <p:ext uri="{1162E1C5-73C7-4A58-AE30-91384D911F3F}">
                <p184:classification xmlns:p184="http://schemas.microsoft.com/office/powerpoint/2018/4/main" val="ftr"/>
              </p:ext>
            </p:extLst>
          </p:nvPr>
        </p:nvSpPr>
        <p:spPr>
          <a:xfrm>
            <a:off x="63500" y="6687820"/>
            <a:ext cx="1743075" cy="106680"/>
          </a:xfrm>
          <a:prstGeom prst="rect">
            <a:avLst/>
          </a:prstGeom>
        </p:spPr>
        <p:txBody>
          <a:bodyPr horzOverflow="overflow" lIns="0" tIns="0" rIns="0" bIns="0">
            <a:spAutoFit/>
          </a:bodyPr>
          <a:lstStyle/>
          <a:p>
            <a:pPr algn="l"/>
            <a:r>
              <a:rPr lang="fr-FR" sz="700">
                <a:solidFill>
                  <a:srgbClr val="000000"/>
                </a:solidFill>
                <a:latin typeface="Calibri" panose="020F0502020204030204" pitchFamily="34" charset="0"/>
                <a:ea typeface="Calibri" panose="020F0502020204030204" pitchFamily="34" charset="0"/>
                <a:cs typeface="Calibri" panose="020F0502020204030204" pitchFamily="34" charset="0"/>
              </a:rPr>
              <a:t>Public [ ] Interne [ ] Restreint [X] Confidentiel [ ]</a:t>
            </a:r>
          </a:p>
        </p:txBody>
      </p:sp>
    </p:spTree>
    <p:extLst>
      <p:ext uri="{BB962C8B-B14F-4D97-AF65-F5344CB8AC3E}">
        <p14:creationId xmlns:p14="http://schemas.microsoft.com/office/powerpoint/2010/main" val="161166988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Lst>
  <p:txStyles>
    <p:titleStyle>
      <a:lvl1pPr algn="l" defTabSz="914400" rtl="0" eaLnBrk="1" latinLnBrk="0" hangingPunct="1">
        <a:lnSpc>
          <a:spcPct val="120000"/>
        </a:lnSpc>
        <a:spcBef>
          <a:spcPct val="0"/>
        </a:spcBef>
        <a:buNone/>
        <a:defRPr lang="en-US" sz="1400" b="1" i="0" kern="1200">
          <a:solidFill>
            <a:schemeClr val="tx1"/>
          </a:solidFill>
          <a:latin typeface="Poppins" pitchFamily="2" charset="77"/>
          <a:ea typeface="+mj-ea"/>
          <a:cs typeface="Poppins" pitchFamily="2" charset="77"/>
        </a:defRPr>
      </a:lvl1pPr>
    </p:titleStyle>
    <p:bodyStyle>
      <a:lvl1pPr marL="0" indent="-228600" algn="l" defTabSz="914400" rtl="0" eaLnBrk="1" latinLnBrk="0" hangingPunct="1">
        <a:lnSpc>
          <a:spcPct val="120000"/>
        </a:lnSpc>
        <a:spcBef>
          <a:spcPts val="0"/>
        </a:spcBef>
        <a:buFontTx/>
        <a:buNone/>
        <a:defRPr lang="fr-FR" sz="1100" b="0" i="0" kern="1200" smtClean="0">
          <a:solidFill>
            <a:schemeClr val="tx1"/>
          </a:solidFill>
          <a:latin typeface="Poppins" pitchFamily="2" charset="77"/>
          <a:ea typeface="+mn-ea"/>
          <a:cs typeface="Poppins" pitchFamily="2" charset="77"/>
        </a:defRPr>
      </a:lvl1pPr>
      <a:lvl2pPr marL="277246" indent="0" algn="l" defTabSz="914400" rtl="0" eaLnBrk="1" latinLnBrk="0" hangingPunct="1">
        <a:lnSpc>
          <a:spcPct val="120000"/>
        </a:lnSpc>
        <a:spcBef>
          <a:spcPts val="0"/>
        </a:spcBef>
        <a:buFontTx/>
        <a:buNone/>
        <a:defRPr lang="fr-FR" sz="1000" b="0" i="0" kern="1200" smtClean="0">
          <a:solidFill>
            <a:schemeClr val="bg1">
              <a:lumMod val="50000"/>
            </a:schemeClr>
          </a:solidFill>
          <a:latin typeface="Poppins" pitchFamily="2" charset="77"/>
          <a:ea typeface="+mn-ea"/>
          <a:cs typeface="Poppins" pitchFamily="2" charset="77"/>
        </a:defRPr>
      </a:lvl2pPr>
      <a:lvl3pPr marL="1143000" indent="-228600" algn="l" defTabSz="914400" rtl="0" eaLnBrk="1" latinLnBrk="0" hangingPunct="1">
        <a:lnSpc>
          <a:spcPct val="120000"/>
        </a:lnSpc>
        <a:spcBef>
          <a:spcPts val="0"/>
        </a:spcBef>
        <a:buFontTx/>
        <a:buNone/>
        <a:defRPr lang="fr-FR" sz="900" b="0" i="0" kern="1200" smtClean="0">
          <a:solidFill>
            <a:schemeClr val="tx1">
              <a:lumMod val="75000"/>
              <a:lumOff val="25000"/>
            </a:schemeClr>
          </a:solidFill>
          <a:latin typeface="Poppins" pitchFamily="2" charset="77"/>
          <a:ea typeface="+mn-ea"/>
          <a:cs typeface="Poppins" pitchFamily="2" charset="77"/>
        </a:defRPr>
      </a:lvl3pPr>
      <a:lvl4pPr marL="1600200" indent="-228600" algn="l" defTabSz="914400" rtl="0" eaLnBrk="1" latinLnBrk="0" hangingPunct="1">
        <a:lnSpc>
          <a:spcPct val="120000"/>
        </a:lnSpc>
        <a:spcBef>
          <a:spcPts val="0"/>
        </a:spcBef>
        <a:buFontTx/>
        <a:buNone/>
        <a:defRPr lang="fr-FR" sz="900" b="0" i="0" kern="1200" smtClean="0">
          <a:solidFill>
            <a:schemeClr val="tx1">
              <a:lumMod val="75000"/>
              <a:lumOff val="25000"/>
            </a:schemeClr>
          </a:solidFill>
          <a:latin typeface="Poppins" pitchFamily="2" charset="77"/>
          <a:ea typeface="+mn-ea"/>
          <a:cs typeface="Poppins" pitchFamily="2" charset="77"/>
        </a:defRPr>
      </a:lvl4pPr>
      <a:lvl5pPr marL="2057400" indent="-228600" algn="l" defTabSz="914400" rtl="0" eaLnBrk="1" latinLnBrk="0" hangingPunct="1">
        <a:lnSpc>
          <a:spcPct val="120000"/>
        </a:lnSpc>
        <a:spcBef>
          <a:spcPts val="0"/>
        </a:spcBef>
        <a:buFontTx/>
        <a:buNone/>
        <a:defRPr lang="en-US" sz="900" b="0" i="0" kern="1200" dirty="0">
          <a:solidFill>
            <a:schemeClr val="tx1">
              <a:lumMod val="75000"/>
              <a:lumOff val="25000"/>
            </a:schemeClr>
          </a:solidFill>
          <a:latin typeface="Poppins" pitchFamily="2" charset="77"/>
          <a:ea typeface="+mn-ea"/>
          <a:cs typeface="Poppins" pitchFamily="2" charset="77"/>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7176">
          <p15:clr>
            <a:srgbClr val="000000"/>
          </p15:clr>
        </p15:guide>
        <p15:guide id="2" pos="720">
          <p15:clr>
            <a:srgbClr val="000000"/>
          </p15:clr>
        </p15:guide>
        <p15:guide id="3" orient="horz" pos="3816">
          <p15:clr>
            <a:srgbClr val="F26B43"/>
          </p15:clr>
        </p15:guide>
        <p15:guide id="4" pos="6912">
          <p15:clr>
            <a:srgbClr val="F26B43"/>
          </p15:clr>
        </p15:guide>
        <p15:guide id="5" pos="6648">
          <p15:clr>
            <a:srgbClr val="FBAE40"/>
          </p15:clr>
        </p15:guide>
        <p15:guide id="6" pos="6384">
          <p15:clr>
            <a:srgbClr val="9FCC3B"/>
          </p15:clr>
        </p15:guide>
        <p15:guide id="7" pos="984">
          <p15:clr>
            <a:srgbClr val="9FCC3B"/>
          </p15:clr>
        </p15:guide>
        <p15:guide id="8" pos="6144">
          <p15:clr>
            <a:srgbClr val="9FCC3B"/>
          </p15:clr>
        </p15:guide>
        <p15:guide id="9" pos="1224">
          <p15:clr>
            <a:srgbClr val="9FCC3B"/>
          </p15:clr>
        </p15:guide>
        <p15:guide id="10" pos="5880">
          <p15:clr>
            <a:srgbClr val="9FCC3B"/>
          </p15:clr>
        </p15:guide>
        <p15:guide id="11" pos="5616">
          <p15:clr>
            <a:srgbClr val="9FCC3B"/>
          </p15:clr>
        </p15:guide>
        <p15:guide id="12" pos="1488">
          <p15:clr>
            <a:srgbClr val="9FCC3B"/>
          </p15:clr>
        </p15:guide>
        <p15:guide id="13" pos="1752">
          <p15:clr>
            <a:srgbClr val="9FCC3B"/>
          </p15:clr>
        </p15:guide>
        <p15:guide id="14" pos="5376">
          <p15:clr>
            <a:srgbClr val="9FCC3B"/>
          </p15:clr>
        </p15:guide>
        <p15:guide id="15" pos="2016">
          <p15:clr>
            <a:srgbClr val="9FCC3B"/>
          </p15:clr>
        </p15:guide>
        <p15:guide id="16" pos="2280">
          <p15:clr>
            <a:srgbClr val="9FCC3B"/>
          </p15:clr>
        </p15:guide>
        <p15:guide id="17" pos="2520">
          <p15:clr>
            <a:srgbClr val="9FCC3B"/>
          </p15:clr>
        </p15:guide>
        <p15:guide id="18" pos="2784">
          <p15:clr>
            <a:srgbClr val="9FCC3B"/>
          </p15:clr>
        </p15:guide>
        <p15:guide id="19" pos="3288">
          <p15:clr>
            <a:srgbClr val="9FCC3B"/>
          </p15:clr>
        </p15:guide>
        <p15:guide id="20" pos="3552">
          <p15:clr>
            <a:srgbClr val="9FCC3B"/>
          </p15:clr>
        </p15:guide>
        <p15:guide id="21" pos="3816">
          <p15:clr>
            <a:srgbClr val="9FCC3B"/>
          </p15:clr>
        </p15:guide>
        <p15:guide id="22" pos="4080">
          <p15:clr>
            <a:srgbClr val="9FCC3B"/>
          </p15:clr>
        </p15:guide>
        <p15:guide id="23" pos="4344">
          <p15:clr>
            <a:srgbClr val="9FCC3B"/>
          </p15:clr>
        </p15:guide>
        <p15:guide id="24" pos="4584">
          <p15:clr>
            <a:srgbClr val="9FCC3B"/>
          </p15:clr>
        </p15:guide>
        <p15:guide id="25" pos="4848">
          <p15:clr>
            <a:srgbClr val="9FCC3B"/>
          </p15:clr>
        </p15:guide>
        <p15:guide id="26" pos="5112">
          <p15:clr>
            <a:srgbClr val="9FCC3B"/>
          </p15:clr>
        </p15:guide>
        <p15:guide id="27" orient="horz" pos="1056">
          <p15:clr>
            <a:srgbClr val="9FCC3B"/>
          </p15:clr>
        </p15:guide>
        <p15:guide id="28" orient="horz" pos="792">
          <p15:clr>
            <a:srgbClr val="F26B43"/>
          </p15:clr>
        </p15:guide>
        <p15:guide id="29" pos="3048">
          <p15:clr>
            <a:srgbClr val="9FCC3B"/>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97016177-6CC1-08DB-F05F-E5956EB380E3}"/>
              </a:ext>
            </a:extLst>
          </p:cNvPr>
          <p:cNvSpPr>
            <a:spLocks noGrp="1"/>
          </p:cNvSpPr>
          <p:nvPr>
            <p:ph type="title"/>
          </p:nvPr>
        </p:nvSpPr>
        <p:spPr>
          <a:xfrm>
            <a:off x="646689" y="226564"/>
            <a:ext cx="9829800" cy="340093"/>
          </a:xfrm>
          <a:prstGeom prst="rect">
            <a:avLst/>
          </a:prstGeom>
          <a:noFill/>
        </p:spPr>
        <p:txBody>
          <a:bodyPr vert="horz" wrap="square" lIns="91440" tIns="45720" rIns="91440" bIns="45720" rtlCol="0" anchor="ctr" anchorCtr="0">
            <a:spAutoFit/>
          </a:bodyPr>
          <a:lstStyle/>
          <a:p>
            <a:pPr lvl="0" defTabSz="554492"/>
            <a:r>
              <a:rPr lang="fr-FR" dirty="0"/>
              <a:t>Modifiez le style du titre</a:t>
            </a:r>
            <a:endParaRPr lang="en-US" dirty="0"/>
          </a:p>
        </p:txBody>
      </p:sp>
      <p:sp>
        <p:nvSpPr>
          <p:cNvPr id="3" name="Espace réservé du texte 2">
            <a:extLst>
              <a:ext uri="{FF2B5EF4-FFF2-40B4-BE49-F238E27FC236}">
                <a16:creationId xmlns:a16="http://schemas.microsoft.com/office/drawing/2014/main" id="{10A1030E-08A2-F365-6BF2-6D88EF6DFD5D}"/>
              </a:ext>
            </a:extLst>
          </p:cNvPr>
          <p:cNvSpPr>
            <a:spLocks noGrp="1"/>
          </p:cNvSpPr>
          <p:nvPr>
            <p:ph type="body" idx="1"/>
          </p:nvPr>
        </p:nvSpPr>
        <p:spPr>
          <a:xfrm>
            <a:off x="646689" y="817730"/>
            <a:ext cx="6972300" cy="1433469"/>
          </a:xfrm>
          <a:prstGeom prst="rect">
            <a:avLst/>
          </a:prstGeom>
        </p:spPr>
        <p:txBody>
          <a:bodyPr vert="horz" lIns="91440" tIns="45720" rIns="91440" bIns="45720" rtlCol="0">
            <a:spAutoFit/>
          </a:bodyPr>
          <a:lstStyle/>
          <a:p>
            <a:pPr marL="0" lvl="0" indent="0" defTabSz="554492">
              <a:spcBef>
                <a:spcPts val="606"/>
              </a:spcBef>
              <a:spcAft>
                <a:spcPts val="600"/>
              </a:spcAft>
              <a:buClr>
                <a:schemeClr val="tx2"/>
              </a:buClr>
              <a:buNone/>
            </a:pPr>
            <a:r>
              <a:rPr lang="fr-FR" dirty="0"/>
              <a:t>Cliquez pour modifier les styles du texte du masque</a:t>
            </a:r>
          </a:p>
          <a:p>
            <a:pPr marL="415869" lvl="1" indent="-138623" defTabSz="554492">
              <a:spcBef>
                <a:spcPts val="303"/>
              </a:spcBef>
              <a:spcAft>
                <a:spcPts val="600"/>
              </a:spcAft>
              <a:buClr>
                <a:schemeClr val="tx2"/>
              </a:buClr>
            </a:pPr>
            <a:r>
              <a:rPr lang="fr-FR" dirty="0"/>
              <a:t>Deuxième niveau</a:t>
            </a:r>
          </a:p>
          <a:p>
            <a:pPr marL="554492" lvl="2" indent="0" defTabSz="554492">
              <a:spcBef>
                <a:spcPts val="303"/>
              </a:spcBef>
              <a:spcAft>
                <a:spcPts val="600"/>
              </a:spcAft>
              <a:buClr>
                <a:schemeClr val="tx2"/>
              </a:buClr>
              <a:buNone/>
            </a:pPr>
            <a:r>
              <a:rPr lang="fr-FR" dirty="0"/>
              <a:t>Troisième niveau</a:t>
            </a:r>
          </a:p>
          <a:p>
            <a:pPr marL="831738" lvl="3" indent="0" defTabSz="554492">
              <a:spcBef>
                <a:spcPts val="303"/>
              </a:spcBef>
              <a:spcAft>
                <a:spcPts val="600"/>
              </a:spcAft>
              <a:buClr>
                <a:schemeClr val="tx2"/>
              </a:buClr>
              <a:buNone/>
            </a:pPr>
            <a:r>
              <a:rPr lang="fr-FR" dirty="0"/>
              <a:t>Quatrième niveau</a:t>
            </a:r>
          </a:p>
          <a:p>
            <a:pPr marL="1108984" lvl="4" indent="0" defTabSz="554492">
              <a:spcBef>
                <a:spcPts val="303"/>
              </a:spcBef>
              <a:spcAft>
                <a:spcPts val="600"/>
              </a:spcAft>
              <a:buClr>
                <a:schemeClr val="tx2"/>
              </a:buClr>
              <a:buNone/>
            </a:pPr>
            <a:r>
              <a:rPr lang="fr-FR" dirty="0"/>
              <a:t>Cinquième niveau</a:t>
            </a:r>
            <a:endParaRPr lang="en-US" dirty="0"/>
          </a:p>
        </p:txBody>
      </p:sp>
      <p:sp>
        <p:nvSpPr>
          <p:cNvPr id="7" name="object 11">
            <a:extLst>
              <a:ext uri="{FF2B5EF4-FFF2-40B4-BE49-F238E27FC236}">
                <a16:creationId xmlns:a16="http://schemas.microsoft.com/office/drawing/2014/main" id="{983863DF-FCCC-1118-C6B6-E6139958B9A3}"/>
              </a:ext>
            </a:extLst>
          </p:cNvPr>
          <p:cNvSpPr/>
          <p:nvPr/>
        </p:nvSpPr>
        <p:spPr>
          <a:xfrm>
            <a:off x="11397941" y="0"/>
            <a:ext cx="794059" cy="6857615"/>
          </a:xfrm>
          <a:custGeom>
            <a:avLst/>
            <a:gdLst/>
            <a:ahLst/>
            <a:cxnLst/>
            <a:rect l="l" t="t" r="r" b="b"/>
            <a:pathLst>
              <a:path w="1309369" h="11308715">
                <a:moveTo>
                  <a:pt x="1308860" y="0"/>
                </a:moveTo>
                <a:lnTo>
                  <a:pt x="0" y="0"/>
                </a:lnTo>
                <a:lnTo>
                  <a:pt x="0" y="11308556"/>
                </a:lnTo>
                <a:lnTo>
                  <a:pt x="1308860" y="11308556"/>
                </a:lnTo>
                <a:lnTo>
                  <a:pt x="1308860" y="0"/>
                </a:lnTo>
                <a:close/>
              </a:path>
            </a:pathLst>
          </a:custGeom>
          <a:solidFill>
            <a:schemeClr val="tx1"/>
          </a:solidFill>
          <a:ln>
            <a:noFill/>
          </a:ln>
        </p:spPr>
        <p:txBody>
          <a:bodyPr wrap="square" lIns="0" tIns="0" rIns="0" bIns="0" rtlCol="0"/>
          <a:lstStyle/>
          <a:p>
            <a:endParaRPr sz="1092"/>
          </a:p>
        </p:txBody>
      </p:sp>
      <p:sp>
        <p:nvSpPr>
          <p:cNvPr id="8" name="object 14">
            <a:extLst>
              <a:ext uri="{FF2B5EF4-FFF2-40B4-BE49-F238E27FC236}">
                <a16:creationId xmlns:a16="http://schemas.microsoft.com/office/drawing/2014/main" id="{75936D6E-5AF9-0A2D-7460-FCEEC215C8BB}"/>
              </a:ext>
            </a:extLst>
          </p:cNvPr>
          <p:cNvSpPr/>
          <p:nvPr/>
        </p:nvSpPr>
        <p:spPr>
          <a:xfrm>
            <a:off x="11397456" y="6063824"/>
            <a:ext cx="794059" cy="0"/>
          </a:xfrm>
          <a:custGeom>
            <a:avLst/>
            <a:gdLst/>
            <a:ahLst/>
            <a:cxnLst/>
            <a:rect l="l" t="t" r="r" b="b"/>
            <a:pathLst>
              <a:path w="1309369">
                <a:moveTo>
                  <a:pt x="0" y="0"/>
                </a:moveTo>
                <a:lnTo>
                  <a:pt x="1308860" y="0"/>
                </a:lnTo>
              </a:path>
            </a:pathLst>
          </a:custGeom>
          <a:ln w="7853">
            <a:solidFill>
              <a:schemeClr val="bg1"/>
            </a:solidFill>
          </a:ln>
        </p:spPr>
        <p:txBody>
          <a:bodyPr wrap="square" lIns="0" tIns="0" rIns="0" bIns="0" rtlCol="0"/>
          <a:lstStyle/>
          <a:p>
            <a:endParaRPr sz="1092"/>
          </a:p>
        </p:txBody>
      </p:sp>
      <p:grpSp>
        <p:nvGrpSpPr>
          <p:cNvPr id="11" name="Graphique 21">
            <a:extLst>
              <a:ext uri="{FF2B5EF4-FFF2-40B4-BE49-F238E27FC236}">
                <a16:creationId xmlns:a16="http://schemas.microsoft.com/office/drawing/2014/main" id="{B92B0201-9E36-6781-5CCC-23EF58240711}"/>
              </a:ext>
            </a:extLst>
          </p:cNvPr>
          <p:cNvGrpSpPr/>
          <p:nvPr/>
        </p:nvGrpSpPr>
        <p:grpSpPr>
          <a:xfrm>
            <a:off x="11646607" y="6340088"/>
            <a:ext cx="329427" cy="214383"/>
            <a:chOff x="19204770" y="10455275"/>
            <a:chExt cx="543212" cy="353534"/>
          </a:xfrm>
        </p:grpSpPr>
        <p:sp>
          <p:nvSpPr>
            <p:cNvPr id="12" name="Forme libre : forme 3">
              <a:extLst>
                <a:ext uri="{FF2B5EF4-FFF2-40B4-BE49-F238E27FC236}">
                  <a16:creationId xmlns:a16="http://schemas.microsoft.com/office/drawing/2014/main" id="{3A1C572D-55BF-F3B9-C9E6-D97E3B3A7313}"/>
                </a:ext>
              </a:extLst>
            </p:cNvPr>
            <p:cNvSpPr/>
            <p:nvPr/>
          </p:nvSpPr>
          <p:spPr>
            <a:xfrm>
              <a:off x="19204770" y="10455275"/>
              <a:ext cx="373208" cy="353534"/>
            </a:xfrm>
            <a:custGeom>
              <a:avLst/>
              <a:gdLst>
                <a:gd name="connsiteX0" fmla="*/ 187219 w 373208"/>
                <a:gd name="connsiteY0" fmla="*/ 0 h 353534"/>
                <a:gd name="connsiteX1" fmla="*/ 0 w 373208"/>
                <a:gd name="connsiteY1" fmla="*/ 177228 h 353534"/>
                <a:gd name="connsiteX2" fmla="*/ 185990 w 373208"/>
                <a:gd name="connsiteY2" fmla="*/ 353534 h 353534"/>
                <a:gd name="connsiteX3" fmla="*/ 373209 w 373208"/>
                <a:gd name="connsiteY3" fmla="*/ 175998 h 353534"/>
                <a:gd name="connsiteX4" fmla="*/ 187219 w 373208"/>
                <a:gd name="connsiteY4" fmla="*/ 0 h 353534"/>
                <a:gd name="connsiteX5" fmla="*/ 187219 w 373208"/>
                <a:gd name="connsiteY5" fmla="*/ 252777 h 353534"/>
                <a:gd name="connsiteX6" fmla="*/ 115437 w 373208"/>
                <a:gd name="connsiteY6" fmla="*/ 175922 h 353534"/>
                <a:gd name="connsiteX7" fmla="*/ 185990 w 373208"/>
                <a:gd name="connsiteY7" fmla="*/ 100373 h 353534"/>
                <a:gd name="connsiteX8" fmla="*/ 257772 w 373208"/>
                <a:gd name="connsiteY8" fmla="*/ 177228 h 353534"/>
                <a:gd name="connsiteX9" fmla="*/ 187219 w 373208"/>
                <a:gd name="connsiteY9" fmla="*/ 252777 h 353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73208" h="353534">
                  <a:moveTo>
                    <a:pt x="187219" y="0"/>
                  </a:moveTo>
                  <a:cubicBezTo>
                    <a:pt x="78623" y="0"/>
                    <a:pt x="0" y="81159"/>
                    <a:pt x="0" y="177228"/>
                  </a:cubicBezTo>
                  <a:cubicBezTo>
                    <a:pt x="0" y="273297"/>
                    <a:pt x="78008" y="353534"/>
                    <a:pt x="185990" y="353534"/>
                  </a:cubicBezTo>
                  <a:cubicBezTo>
                    <a:pt x="293971" y="353534"/>
                    <a:pt x="373209" y="272144"/>
                    <a:pt x="373209" y="175998"/>
                  </a:cubicBezTo>
                  <a:cubicBezTo>
                    <a:pt x="373209" y="79853"/>
                    <a:pt x="295201" y="0"/>
                    <a:pt x="187219" y="0"/>
                  </a:cubicBezTo>
                  <a:moveTo>
                    <a:pt x="187219" y="252777"/>
                  </a:moveTo>
                  <a:cubicBezTo>
                    <a:pt x="145410" y="252777"/>
                    <a:pt x="115437" y="217193"/>
                    <a:pt x="115437" y="175922"/>
                  </a:cubicBezTo>
                  <a:cubicBezTo>
                    <a:pt x="115437" y="134650"/>
                    <a:pt x="142951" y="100373"/>
                    <a:pt x="185990" y="100373"/>
                  </a:cubicBezTo>
                  <a:cubicBezTo>
                    <a:pt x="227799" y="100373"/>
                    <a:pt x="257772" y="135957"/>
                    <a:pt x="257772" y="177228"/>
                  </a:cubicBezTo>
                  <a:cubicBezTo>
                    <a:pt x="257772" y="218499"/>
                    <a:pt x="230566" y="252777"/>
                    <a:pt x="187219" y="252777"/>
                  </a:cubicBezTo>
                </a:path>
              </a:pathLst>
            </a:custGeom>
            <a:solidFill>
              <a:schemeClr val="bg1"/>
            </a:solidFill>
            <a:ln w="7647" cap="flat">
              <a:noFill/>
              <a:prstDash val="solid"/>
              <a:miter/>
            </a:ln>
          </p:spPr>
          <p:txBody>
            <a:bodyPr rtlCol="0" anchor="ctr"/>
            <a:lstStyle/>
            <a:p>
              <a:endParaRPr lang="fr-FR" sz="1092"/>
            </a:p>
          </p:txBody>
        </p:sp>
        <p:sp>
          <p:nvSpPr>
            <p:cNvPr id="13" name="Forme libre : forme 4">
              <a:extLst>
                <a:ext uri="{FF2B5EF4-FFF2-40B4-BE49-F238E27FC236}">
                  <a16:creationId xmlns:a16="http://schemas.microsoft.com/office/drawing/2014/main" id="{92A7DFC3-ABB3-853C-C16B-A0E196C6F3A6}"/>
                </a:ext>
              </a:extLst>
            </p:cNvPr>
            <p:cNvSpPr/>
            <p:nvPr/>
          </p:nvSpPr>
          <p:spPr>
            <a:xfrm>
              <a:off x="19603033" y="10663629"/>
              <a:ext cx="144948" cy="144948"/>
            </a:xfrm>
            <a:custGeom>
              <a:avLst/>
              <a:gdLst>
                <a:gd name="connsiteX0" fmla="*/ 144949 w 144948"/>
                <a:gd name="connsiteY0" fmla="*/ 72474 h 144948"/>
                <a:gd name="connsiteX1" fmla="*/ 72474 w 144948"/>
                <a:gd name="connsiteY1" fmla="*/ 144949 h 144948"/>
                <a:gd name="connsiteX2" fmla="*/ 0 w 144948"/>
                <a:gd name="connsiteY2" fmla="*/ 72474 h 144948"/>
                <a:gd name="connsiteX3" fmla="*/ 72474 w 144948"/>
                <a:gd name="connsiteY3" fmla="*/ 0 h 144948"/>
                <a:gd name="connsiteX4" fmla="*/ 144949 w 144948"/>
                <a:gd name="connsiteY4" fmla="*/ 72474 h 1449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4948" h="144948">
                  <a:moveTo>
                    <a:pt x="144949" y="72474"/>
                  </a:moveTo>
                  <a:cubicBezTo>
                    <a:pt x="144949" y="112501"/>
                    <a:pt x="112501" y="144949"/>
                    <a:pt x="72474" y="144949"/>
                  </a:cubicBezTo>
                  <a:cubicBezTo>
                    <a:pt x="32448" y="144949"/>
                    <a:pt x="0" y="112501"/>
                    <a:pt x="0" y="72474"/>
                  </a:cubicBezTo>
                  <a:cubicBezTo>
                    <a:pt x="0" y="32448"/>
                    <a:pt x="32448" y="0"/>
                    <a:pt x="72474" y="0"/>
                  </a:cubicBezTo>
                  <a:cubicBezTo>
                    <a:pt x="112501" y="0"/>
                    <a:pt x="144949" y="32448"/>
                    <a:pt x="144949" y="72474"/>
                  </a:cubicBezTo>
                </a:path>
              </a:pathLst>
            </a:custGeom>
            <a:solidFill>
              <a:srgbClr val="0099D9"/>
            </a:solidFill>
            <a:ln w="7647" cap="flat">
              <a:noFill/>
              <a:prstDash val="solid"/>
              <a:miter/>
            </a:ln>
          </p:spPr>
          <p:txBody>
            <a:bodyPr rtlCol="0" anchor="ctr"/>
            <a:lstStyle/>
            <a:p>
              <a:endParaRPr lang="fr-FR" sz="1092"/>
            </a:p>
          </p:txBody>
        </p:sp>
      </p:grpSp>
      <p:sp>
        <p:nvSpPr>
          <p:cNvPr id="15" name="Espace réservé du pied de page 4">
            <a:extLst>
              <a:ext uri="{FF2B5EF4-FFF2-40B4-BE49-F238E27FC236}">
                <a16:creationId xmlns:a16="http://schemas.microsoft.com/office/drawing/2014/main" id="{AD36B326-6C23-C6D2-B370-13977BA0A7A2}"/>
              </a:ext>
            </a:extLst>
          </p:cNvPr>
          <p:cNvSpPr>
            <a:spLocks noGrp="1"/>
          </p:cNvSpPr>
          <p:nvPr>
            <p:ph type="ftr" sz="quarter" idx="3"/>
          </p:nvPr>
        </p:nvSpPr>
        <p:spPr>
          <a:xfrm rot="16200000">
            <a:off x="9737570" y="2572960"/>
            <a:ext cx="4114800" cy="365125"/>
          </a:xfrm>
          <a:prstGeom prst="rect">
            <a:avLst/>
          </a:prstGeom>
        </p:spPr>
        <p:txBody>
          <a:bodyPr vert="horz" lIns="91440" tIns="45720" rIns="91440" bIns="45720" rtlCol="0" anchor="ctr"/>
          <a:lstStyle>
            <a:lvl1pPr>
              <a:defRPr lang="en-US" sz="728" dirty="0">
                <a:solidFill>
                  <a:schemeClr val="bg1"/>
                </a:solidFill>
                <a:latin typeface="Poppins" pitchFamily="2" charset="77"/>
                <a:cs typeface="Poppins" pitchFamily="2" charset="77"/>
              </a:defRPr>
            </a:lvl1pPr>
          </a:lstStyle>
          <a:p>
            <a:pPr algn="r"/>
            <a:r>
              <a:rPr lang="fr-FR"/>
              <a:t>Architectes des grandes transformations</a:t>
            </a:r>
            <a:endParaRPr lang="fr-US"/>
          </a:p>
        </p:txBody>
      </p:sp>
      <p:sp>
        <p:nvSpPr>
          <p:cNvPr id="20" name="Espace réservé du numéro de diapositive 18">
            <a:extLst>
              <a:ext uri="{FF2B5EF4-FFF2-40B4-BE49-F238E27FC236}">
                <a16:creationId xmlns:a16="http://schemas.microsoft.com/office/drawing/2014/main" id="{2889CA96-8F6F-7546-B1D3-4836E4920CEF}"/>
              </a:ext>
            </a:extLst>
          </p:cNvPr>
          <p:cNvSpPr>
            <a:spLocks noGrp="1"/>
          </p:cNvSpPr>
          <p:nvPr>
            <p:ph type="sldNum" sz="quarter" idx="4"/>
          </p:nvPr>
        </p:nvSpPr>
        <p:spPr>
          <a:xfrm>
            <a:off x="11588253" y="165403"/>
            <a:ext cx="420073" cy="365125"/>
          </a:xfrm>
          <a:prstGeom prst="rect">
            <a:avLst/>
          </a:prstGeom>
        </p:spPr>
        <p:txBody>
          <a:bodyPr/>
          <a:lstStyle>
            <a:lvl1pPr algn="ctr">
              <a:defRPr lang="en-US" sz="800" b="1" smtClean="0">
                <a:solidFill>
                  <a:schemeClr val="bg1"/>
                </a:solidFill>
                <a:latin typeface="Poppins" pitchFamily="2" charset="77"/>
                <a:cs typeface="Poppins" pitchFamily="2" charset="77"/>
              </a:defRPr>
            </a:lvl1pPr>
          </a:lstStyle>
          <a:p>
            <a:fld id="{8042310B-17DC-C845-9B99-8FE29D3E9696}" type="slidenum">
              <a:rPr lang="fr-FR" smtClean="0"/>
              <a:pPr/>
              <a:t>‹N°›</a:t>
            </a:fld>
            <a:endParaRPr lang="fr-FR" dirty="0"/>
          </a:p>
        </p:txBody>
      </p:sp>
      <p:sp>
        <p:nvSpPr>
          <p:cNvPr id="48" name="ZoneTexte 47">
            <a:extLst>
              <a:ext uri="{FF2B5EF4-FFF2-40B4-BE49-F238E27FC236}">
                <a16:creationId xmlns:a16="http://schemas.microsoft.com/office/drawing/2014/main" id="{DBCDDBFF-5B4D-4E57-5D05-6C6A5C4A4173}"/>
              </a:ext>
            </a:extLst>
          </p:cNvPr>
          <p:cNvSpPr txBox="1"/>
          <p:nvPr>
            <p:extLst>
              <p:ext uri="{1162E1C5-73C7-4A58-AE30-91384D911F3F}">
                <p184:classification xmlns:p184="http://schemas.microsoft.com/office/powerpoint/2018/4/main" val="ftr"/>
              </p:ext>
            </p:extLst>
          </p:nvPr>
        </p:nvSpPr>
        <p:spPr>
          <a:xfrm>
            <a:off x="63500" y="6687820"/>
            <a:ext cx="1743075" cy="106680"/>
          </a:xfrm>
          <a:prstGeom prst="rect">
            <a:avLst/>
          </a:prstGeom>
        </p:spPr>
        <p:txBody>
          <a:bodyPr horzOverflow="overflow" lIns="0" tIns="0" rIns="0" bIns="0">
            <a:spAutoFit/>
          </a:bodyPr>
          <a:lstStyle/>
          <a:p>
            <a:pPr algn="l"/>
            <a:r>
              <a:rPr lang="fr-FR" sz="700">
                <a:solidFill>
                  <a:srgbClr val="000000"/>
                </a:solidFill>
                <a:latin typeface="Calibri" panose="020F0502020204030204" pitchFamily="34" charset="0"/>
                <a:ea typeface="Calibri" panose="020F0502020204030204" pitchFamily="34" charset="0"/>
                <a:cs typeface="Calibri" panose="020F0502020204030204" pitchFamily="34" charset="0"/>
              </a:rPr>
              <a:t>Public [ ] Interne [ ] Restreint [X] Confidentiel [ ]</a:t>
            </a:r>
          </a:p>
        </p:txBody>
      </p:sp>
    </p:spTree>
    <p:extLst>
      <p:ext uri="{BB962C8B-B14F-4D97-AF65-F5344CB8AC3E}">
        <p14:creationId xmlns:p14="http://schemas.microsoft.com/office/powerpoint/2010/main" val="126053827"/>
      </p:ext>
    </p:extLst>
  </p:cSld>
  <p:clrMap bg1="lt1" tx1="dk1" bg2="lt2" tx2="dk2" accent1="accent1" accent2="accent2" accent3="accent3" accent4="accent4" accent5="accent5" accent6="accent6" hlink="hlink" folHlink="folHlink"/>
  <p:sldLayoutIdLst>
    <p:sldLayoutId id="2147483681" r:id="rId1"/>
    <p:sldLayoutId id="2147483682" r:id="rId2"/>
    <p:sldLayoutId id="2147483683" r:id="rId3"/>
    <p:sldLayoutId id="2147483684" r:id="rId4"/>
    <p:sldLayoutId id="2147483685" r:id="rId5"/>
    <p:sldLayoutId id="2147483686" r:id="rId6"/>
    <p:sldLayoutId id="2147483687" r:id="rId7"/>
    <p:sldLayoutId id="2147483688" r:id="rId8"/>
    <p:sldLayoutId id="2147483689" r:id="rId9"/>
    <p:sldLayoutId id="2147483690" r:id="rId10"/>
    <p:sldLayoutId id="2147483691" r:id="rId11"/>
    <p:sldLayoutId id="2147483692" r:id="rId12"/>
    <p:sldLayoutId id="2147483693" r:id="rId13"/>
    <p:sldLayoutId id="2147483694" r:id="rId14"/>
    <p:sldLayoutId id="2147483695" r:id="rId15"/>
    <p:sldLayoutId id="2147483696" r:id="rId16"/>
    <p:sldLayoutId id="2147483697" r:id="rId17"/>
    <p:sldLayoutId id="2147483698" r:id="rId18"/>
    <p:sldLayoutId id="2147483699" r:id="rId19"/>
    <p:sldLayoutId id="2147483700" r:id="rId20"/>
    <p:sldLayoutId id="2147483701" r:id="rId21"/>
    <p:sldLayoutId id="2147483702" r:id="rId22"/>
    <p:sldLayoutId id="2147483703" r:id="rId23"/>
    <p:sldLayoutId id="2147483704" r:id="rId24"/>
    <p:sldLayoutId id="2147483705" r:id="rId25"/>
    <p:sldLayoutId id="2147483706" r:id="rId26"/>
    <p:sldLayoutId id="2147483707" r:id="rId27"/>
    <p:sldLayoutId id="2147483708" r:id="rId28"/>
    <p:sldLayoutId id="2147483709" r:id="rId29"/>
    <p:sldLayoutId id="2147483710" r:id="rId30"/>
    <p:sldLayoutId id="2147483711" r:id="rId31"/>
    <p:sldLayoutId id="2147483712" r:id="rId32"/>
    <p:sldLayoutId id="2147483713" r:id="rId33"/>
    <p:sldLayoutId id="2147483714" r:id="rId34"/>
    <p:sldLayoutId id="2147483715" r:id="rId35"/>
    <p:sldLayoutId id="2147483716" r:id="rId36"/>
    <p:sldLayoutId id="2147483717" r:id="rId37"/>
    <p:sldLayoutId id="2147483718" r:id="rId38"/>
    <p:sldLayoutId id="2147483719" r:id="rId39"/>
    <p:sldLayoutId id="2147483720" r:id="rId40"/>
    <p:sldLayoutId id="2147483721" r:id="rId41"/>
    <p:sldLayoutId id="2147483722" r:id="rId42"/>
    <p:sldLayoutId id="2147483723" r:id="rId43"/>
    <p:sldLayoutId id="2147483724" r:id="rId44"/>
    <p:sldLayoutId id="2147483725" r:id="rId45"/>
  </p:sldLayoutIdLst>
  <p:hf hdr="0"/>
  <p:txStyles>
    <p:titleStyle>
      <a:lvl1pPr algn="l" defTabSz="914400" rtl="0" eaLnBrk="1" latinLnBrk="0" hangingPunct="1">
        <a:lnSpc>
          <a:spcPct val="120000"/>
        </a:lnSpc>
        <a:spcBef>
          <a:spcPct val="0"/>
        </a:spcBef>
        <a:buNone/>
        <a:defRPr lang="en-US" sz="1400" b="1" i="0" kern="1200">
          <a:solidFill>
            <a:schemeClr val="tx1"/>
          </a:solidFill>
          <a:latin typeface="Poppins" pitchFamily="2" charset="77"/>
          <a:ea typeface="+mj-ea"/>
          <a:cs typeface="Poppins" pitchFamily="2" charset="77"/>
        </a:defRPr>
      </a:lvl1pPr>
    </p:titleStyle>
    <p:bodyStyle>
      <a:lvl1pPr marL="0" indent="-228600" algn="l" defTabSz="914400" rtl="0" eaLnBrk="1" latinLnBrk="0" hangingPunct="1">
        <a:lnSpc>
          <a:spcPct val="120000"/>
        </a:lnSpc>
        <a:spcBef>
          <a:spcPts val="0"/>
        </a:spcBef>
        <a:buFontTx/>
        <a:buNone/>
        <a:defRPr lang="fr-FR" sz="1100" b="0" i="0" kern="1200" smtClean="0">
          <a:solidFill>
            <a:schemeClr val="tx1"/>
          </a:solidFill>
          <a:latin typeface="Poppins" pitchFamily="2" charset="77"/>
          <a:ea typeface="+mn-ea"/>
          <a:cs typeface="Poppins" pitchFamily="2" charset="77"/>
        </a:defRPr>
      </a:lvl1pPr>
      <a:lvl2pPr marL="277246" indent="0" algn="l" defTabSz="914400" rtl="0" eaLnBrk="1" latinLnBrk="0" hangingPunct="1">
        <a:lnSpc>
          <a:spcPct val="120000"/>
        </a:lnSpc>
        <a:spcBef>
          <a:spcPts val="0"/>
        </a:spcBef>
        <a:buFontTx/>
        <a:buNone/>
        <a:defRPr lang="fr-FR" sz="1000" b="0" i="0" kern="1200" smtClean="0">
          <a:solidFill>
            <a:schemeClr val="bg1">
              <a:lumMod val="50000"/>
            </a:schemeClr>
          </a:solidFill>
          <a:latin typeface="Poppins" pitchFamily="2" charset="77"/>
          <a:ea typeface="+mn-ea"/>
          <a:cs typeface="Poppins" pitchFamily="2" charset="77"/>
        </a:defRPr>
      </a:lvl2pPr>
      <a:lvl3pPr marL="1143000" indent="-228600" algn="l" defTabSz="914400" rtl="0" eaLnBrk="1" latinLnBrk="0" hangingPunct="1">
        <a:lnSpc>
          <a:spcPct val="120000"/>
        </a:lnSpc>
        <a:spcBef>
          <a:spcPts val="0"/>
        </a:spcBef>
        <a:buFontTx/>
        <a:buNone/>
        <a:defRPr lang="fr-FR" sz="900" b="0" i="0" kern="1200" smtClean="0">
          <a:solidFill>
            <a:schemeClr val="tx1">
              <a:lumMod val="75000"/>
              <a:lumOff val="25000"/>
            </a:schemeClr>
          </a:solidFill>
          <a:latin typeface="Poppins" pitchFamily="2" charset="77"/>
          <a:ea typeface="+mn-ea"/>
          <a:cs typeface="Poppins" pitchFamily="2" charset="77"/>
        </a:defRPr>
      </a:lvl3pPr>
      <a:lvl4pPr marL="1600200" indent="-228600" algn="l" defTabSz="914400" rtl="0" eaLnBrk="1" latinLnBrk="0" hangingPunct="1">
        <a:lnSpc>
          <a:spcPct val="120000"/>
        </a:lnSpc>
        <a:spcBef>
          <a:spcPts val="0"/>
        </a:spcBef>
        <a:buFontTx/>
        <a:buNone/>
        <a:defRPr lang="fr-FR" sz="900" b="0" i="0" kern="1200" smtClean="0">
          <a:solidFill>
            <a:schemeClr val="tx1">
              <a:lumMod val="75000"/>
              <a:lumOff val="25000"/>
            </a:schemeClr>
          </a:solidFill>
          <a:latin typeface="Poppins" pitchFamily="2" charset="77"/>
          <a:ea typeface="+mn-ea"/>
          <a:cs typeface="Poppins" pitchFamily="2" charset="77"/>
        </a:defRPr>
      </a:lvl4pPr>
      <a:lvl5pPr marL="2057400" indent="-228600" algn="l" defTabSz="914400" rtl="0" eaLnBrk="1" latinLnBrk="0" hangingPunct="1">
        <a:lnSpc>
          <a:spcPct val="120000"/>
        </a:lnSpc>
        <a:spcBef>
          <a:spcPts val="0"/>
        </a:spcBef>
        <a:buFontTx/>
        <a:buNone/>
        <a:defRPr lang="en-US" sz="900" b="0" i="0" kern="1200" dirty="0">
          <a:solidFill>
            <a:schemeClr val="tx1">
              <a:lumMod val="75000"/>
              <a:lumOff val="25000"/>
            </a:schemeClr>
          </a:solidFill>
          <a:latin typeface="Poppins" pitchFamily="2" charset="77"/>
          <a:ea typeface="+mn-ea"/>
          <a:cs typeface="Poppins" pitchFamily="2" charset="77"/>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7176">
          <p15:clr>
            <a:srgbClr val="000000"/>
          </p15:clr>
        </p15:guide>
        <p15:guide id="2" pos="720">
          <p15:clr>
            <a:srgbClr val="000000"/>
          </p15:clr>
        </p15:guide>
        <p15:guide id="3" orient="horz" pos="3816">
          <p15:clr>
            <a:srgbClr val="F26B43"/>
          </p15:clr>
        </p15:guide>
        <p15:guide id="4" pos="6912">
          <p15:clr>
            <a:srgbClr val="F26B43"/>
          </p15:clr>
        </p15:guide>
        <p15:guide id="5" pos="6648">
          <p15:clr>
            <a:srgbClr val="FBAE40"/>
          </p15:clr>
        </p15:guide>
        <p15:guide id="6" pos="6384">
          <p15:clr>
            <a:srgbClr val="9FCC3B"/>
          </p15:clr>
        </p15:guide>
        <p15:guide id="7" pos="984">
          <p15:clr>
            <a:srgbClr val="9FCC3B"/>
          </p15:clr>
        </p15:guide>
        <p15:guide id="8" pos="6144">
          <p15:clr>
            <a:srgbClr val="9FCC3B"/>
          </p15:clr>
        </p15:guide>
        <p15:guide id="9" pos="1224">
          <p15:clr>
            <a:srgbClr val="9FCC3B"/>
          </p15:clr>
        </p15:guide>
        <p15:guide id="10" pos="5880">
          <p15:clr>
            <a:srgbClr val="9FCC3B"/>
          </p15:clr>
        </p15:guide>
        <p15:guide id="11" pos="5616">
          <p15:clr>
            <a:srgbClr val="9FCC3B"/>
          </p15:clr>
        </p15:guide>
        <p15:guide id="12" pos="1488">
          <p15:clr>
            <a:srgbClr val="9FCC3B"/>
          </p15:clr>
        </p15:guide>
        <p15:guide id="13" pos="1752">
          <p15:clr>
            <a:srgbClr val="9FCC3B"/>
          </p15:clr>
        </p15:guide>
        <p15:guide id="14" pos="5376">
          <p15:clr>
            <a:srgbClr val="9FCC3B"/>
          </p15:clr>
        </p15:guide>
        <p15:guide id="15" pos="2016">
          <p15:clr>
            <a:srgbClr val="9FCC3B"/>
          </p15:clr>
        </p15:guide>
        <p15:guide id="16" pos="2280">
          <p15:clr>
            <a:srgbClr val="9FCC3B"/>
          </p15:clr>
        </p15:guide>
        <p15:guide id="17" pos="2520">
          <p15:clr>
            <a:srgbClr val="9FCC3B"/>
          </p15:clr>
        </p15:guide>
        <p15:guide id="18" pos="2784">
          <p15:clr>
            <a:srgbClr val="9FCC3B"/>
          </p15:clr>
        </p15:guide>
        <p15:guide id="19" pos="3288">
          <p15:clr>
            <a:srgbClr val="9FCC3B"/>
          </p15:clr>
        </p15:guide>
        <p15:guide id="20" pos="3552">
          <p15:clr>
            <a:srgbClr val="9FCC3B"/>
          </p15:clr>
        </p15:guide>
        <p15:guide id="21" pos="3816">
          <p15:clr>
            <a:srgbClr val="9FCC3B"/>
          </p15:clr>
        </p15:guide>
        <p15:guide id="22" pos="4080">
          <p15:clr>
            <a:srgbClr val="9FCC3B"/>
          </p15:clr>
        </p15:guide>
        <p15:guide id="23" pos="4344">
          <p15:clr>
            <a:srgbClr val="9FCC3B"/>
          </p15:clr>
        </p15:guide>
        <p15:guide id="24" pos="4584">
          <p15:clr>
            <a:srgbClr val="9FCC3B"/>
          </p15:clr>
        </p15:guide>
        <p15:guide id="25" pos="4848">
          <p15:clr>
            <a:srgbClr val="9FCC3B"/>
          </p15:clr>
        </p15:guide>
        <p15:guide id="26" pos="5112">
          <p15:clr>
            <a:srgbClr val="9FCC3B"/>
          </p15:clr>
        </p15:guide>
        <p15:guide id="27" orient="horz" pos="1056">
          <p15:clr>
            <a:srgbClr val="9FCC3B"/>
          </p15:clr>
        </p15:guide>
        <p15:guide id="28" orient="horz" pos="792">
          <p15:clr>
            <a:srgbClr val="F26B43"/>
          </p15:clr>
        </p15:guide>
        <p15:guide id="29" pos="3048">
          <p15:clr>
            <a:srgbClr val="9FCC3B"/>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58.svg"/><Relationship Id="rId7" Type="http://schemas.openxmlformats.org/officeDocument/2006/relationships/image" Target="../media/image62.svg"/><Relationship Id="rId2" Type="http://schemas.openxmlformats.org/officeDocument/2006/relationships/image" Target="../media/image57.png"/><Relationship Id="rId1" Type="http://schemas.openxmlformats.org/officeDocument/2006/relationships/slideLayout" Target="../slideLayouts/slideLayout1.xml"/><Relationship Id="rId6" Type="http://schemas.openxmlformats.org/officeDocument/2006/relationships/image" Target="../media/image61.png"/><Relationship Id="rId5" Type="http://schemas.openxmlformats.org/officeDocument/2006/relationships/image" Target="../media/image60.svg"/><Relationship Id="rId4" Type="http://schemas.openxmlformats.org/officeDocument/2006/relationships/image" Target="../media/image59.png"/></Relationships>
</file>

<file path=ppt/slides/_rels/slide4.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64.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97DF26E4-2939-B5E3-FC55-91EC69689B4E}"/>
              </a:ext>
            </a:extLst>
          </p:cNvPr>
          <p:cNvSpPr>
            <a:spLocks noGrp="1"/>
          </p:cNvSpPr>
          <p:nvPr>
            <p:ph type="body" sz="quarter" idx="16"/>
          </p:nvPr>
        </p:nvSpPr>
        <p:spPr>
          <a:xfrm>
            <a:off x="539867" y="329955"/>
            <a:ext cx="10344080" cy="263149"/>
          </a:xfrm>
        </p:spPr>
        <p:txBody>
          <a:bodyPr/>
          <a:lstStyle/>
          <a:p>
            <a:r>
              <a:rPr lang="fr-FR" dirty="0"/>
              <a:t>Niveau de maturité API ciblé</a:t>
            </a:r>
          </a:p>
        </p:txBody>
      </p:sp>
      <p:sp>
        <p:nvSpPr>
          <p:cNvPr id="3" name="Titre 2">
            <a:extLst>
              <a:ext uri="{FF2B5EF4-FFF2-40B4-BE49-F238E27FC236}">
                <a16:creationId xmlns:a16="http://schemas.microsoft.com/office/drawing/2014/main" id="{92AE0E03-862D-9152-714B-20B049DA301C}"/>
              </a:ext>
            </a:extLst>
          </p:cNvPr>
          <p:cNvSpPr>
            <a:spLocks noGrp="1"/>
          </p:cNvSpPr>
          <p:nvPr>
            <p:ph type="title"/>
          </p:nvPr>
        </p:nvSpPr>
        <p:spPr>
          <a:xfrm>
            <a:off x="539866" y="598891"/>
            <a:ext cx="10344079" cy="481670"/>
          </a:xfrm>
        </p:spPr>
        <p:txBody>
          <a:bodyPr/>
          <a:lstStyle/>
          <a:p>
            <a:r>
              <a:rPr lang="fr-FR" dirty="0"/>
              <a:t>Mesurer l’effort</a:t>
            </a:r>
          </a:p>
        </p:txBody>
      </p:sp>
      <p:sp>
        <p:nvSpPr>
          <p:cNvPr id="9" name="Espace réservé du texte 2">
            <a:extLst>
              <a:ext uri="{FF2B5EF4-FFF2-40B4-BE49-F238E27FC236}">
                <a16:creationId xmlns:a16="http://schemas.microsoft.com/office/drawing/2014/main" id="{DF844388-50E9-57A7-740E-22C2CDC358D1}"/>
              </a:ext>
            </a:extLst>
          </p:cNvPr>
          <p:cNvSpPr txBox="1">
            <a:spLocks/>
          </p:cNvSpPr>
          <p:nvPr/>
        </p:nvSpPr>
        <p:spPr>
          <a:xfrm>
            <a:off x="337934" y="351749"/>
            <a:ext cx="11433652" cy="358691"/>
          </a:xfrm>
          <a:prstGeom prst="rect">
            <a:avLst/>
          </a:prstGeom>
        </p:spPr>
        <p:txBody>
          <a:bodyPr/>
          <a:lstStyle>
            <a:lvl1pPr marL="0" indent="-228600" algn="l" defTabSz="914400" rtl="0" eaLnBrk="1" latinLnBrk="0" hangingPunct="1">
              <a:lnSpc>
                <a:spcPct val="120000"/>
              </a:lnSpc>
              <a:spcBef>
                <a:spcPts val="0"/>
              </a:spcBef>
              <a:buFontTx/>
              <a:buNone/>
              <a:defRPr lang="fr-FR" sz="1100" b="0" i="0" kern="1200" smtClean="0">
                <a:solidFill>
                  <a:schemeClr val="tx1"/>
                </a:solidFill>
                <a:latin typeface="Poppins" pitchFamily="2" charset="77"/>
                <a:ea typeface="+mn-ea"/>
                <a:cs typeface="Poppins" pitchFamily="2" charset="77"/>
              </a:defRPr>
            </a:lvl1pPr>
            <a:lvl2pPr marL="277246" indent="0" algn="l" defTabSz="914400" rtl="0" eaLnBrk="1" latinLnBrk="0" hangingPunct="1">
              <a:lnSpc>
                <a:spcPct val="120000"/>
              </a:lnSpc>
              <a:spcBef>
                <a:spcPts val="0"/>
              </a:spcBef>
              <a:buFontTx/>
              <a:buNone/>
              <a:defRPr lang="fr-FR" sz="1000" b="0" i="0" kern="1200" smtClean="0">
                <a:solidFill>
                  <a:schemeClr val="bg1">
                    <a:lumMod val="50000"/>
                  </a:schemeClr>
                </a:solidFill>
                <a:latin typeface="Poppins" pitchFamily="2" charset="77"/>
                <a:ea typeface="+mn-ea"/>
                <a:cs typeface="Poppins" pitchFamily="2" charset="77"/>
              </a:defRPr>
            </a:lvl2pPr>
            <a:lvl3pPr marL="1143000" indent="-228600" algn="l" defTabSz="914400" rtl="0" eaLnBrk="1" latinLnBrk="0" hangingPunct="1">
              <a:lnSpc>
                <a:spcPct val="120000"/>
              </a:lnSpc>
              <a:spcBef>
                <a:spcPts val="0"/>
              </a:spcBef>
              <a:buFontTx/>
              <a:buNone/>
              <a:defRPr lang="fr-FR" sz="900" b="0" i="0" kern="1200" smtClean="0">
                <a:solidFill>
                  <a:schemeClr val="tx1">
                    <a:lumMod val="75000"/>
                    <a:lumOff val="25000"/>
                  </a:schemeClr>
                </a:solidFill>
                <a:latin typeface="Poppins" pitchFamily="2" charset="77"/>
                <a:ea typeface="+mn-ea"/>
                <a:cs typeface="Poppins" pitchFamily="2" charset="77"/>
              </a:defRPr>
            </a:lvl3pPr>
            <a:lvl4pPr marL="1600200" indent="-228600" algn="l" defTabSz="914400" rtl="0" eaLnBrk="1" latinLnBrk="0" hangingPunct="1">
              <a:lnSpc>
                <a:spcPct val="120000"/>
              </a:lnSpc>
              <a:spcBef>
                <a:spcPts val="0"/>
              </a:spcBef>
              <a:buFontTx/>
              <a:buNone/>
              <a:defRPr lang="fr-FR" sz="900" b="0" i="0" kern="1200" smtClean="0">
                <a:solidFill>
                  <a:schemeClr val="tx1">
                    <a:lumMod val="75000"/>
                    <a:lumOff val="25000"/>
                  </a:schemeClr>
                </a:solidFill>
                <a:latin typeface="Poppins" pitchFamily="2" charset="77"/>
                <a:ea typeface="+mn-ea"/>
                <a:cs typeface="Poppins" pitchFamily="2" charset="77"/>
              </a:defRPr>
            </a:lvl4pPr>
            <a:lvl5pPr marL="2057400" indent="-228600" algn="l" defTabSz="914400" rtl="0" eaLnBrk="1" latinLnBrk="0" hangingPunct="1">
              <a:lnSpc>
                <a:spcPct val="120000"/>
              </a:lnSpc>
              <a:spcBef>
                <a:spcPts val="0"/>
              </a:spcBef>
              <a:buFontTx/>
              <a:buNone/>
              <a:defRPr lang="en-US" sz="900" b="0" i="0" kern="1200" dirty="0">
                <a:solidFill>
                  <a:schemeClr val="tx1">
                    <a:lumMod val="75000"/>
                    <a:lumOff val="25000"/>
                  </a:schemeClr>
                </a:solidFill>
                <a:latin typeface="Poppins" pitchFamily="2" charset="77"/>
                <a:ea typeface="+mn-ea"/>
                <a:cs typeface="Poppins" pitchFamily="2" charset="77"/>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fr-FR" dirty="0"/>
          </a:p>
        </p:txBody>
      </p:sp>
      <p:sp>
        <p:nvSpPr>
          <p:cNvPr id="99" name="Rectangle : coins arrondis 98">
            <a:extLst>
              <a:ext uri="{FF2B5EF4-FFF2-40B4-BE49-F238E27FC236}">
                <a16:creationId xmlns:a16="http://schemas.microsoft.com/office/drawing/2014/main" id="{6787BA57-1FD5-3AAC-4E6D-870213E7A3F9}"/>
              </a:ext>
            </a:extLst>
          </p:cNvPr>
          <p:cNvSpPr/>
          <p:nvPr/>
        </p:nvSpPr>
        <p:spPr>
          <a:xfrm>
            <a:off x="3963851" y="5224953"/>
            <a:ext cx="6080907" cy="1358096"/>
          </a:xfrm>
          <a:prstGeom prst="roundRect">
            <a:avLst>
              <a:gd name="adj" fmla="val 9443"/>
            </a:avLst>
          </a:prstGeom>
          <a:solidFill>
            <a:sysClr val="window" lastClr="FFFFFF">
              <a:lumMod val="95000"/>
            </a:sysClr>
          </a:solidFill>
          <a:ln w="12700" cap="flat" cmpd="sng" algn="ctr">
            <a:noFill/>
            <a:prstDash val="solid"/>
            <a:miter lim="800000"/>
          </a:ln>
          <a:effectLst/>
        </p:spPr>
        <p:txBody>
          <a:bodyPr lIns="108000" tIns="0" rIns="0" bIns="0" rtlCol="0" anchor="ctr" anchorCtr="0"/>
          <a:lstStyle/>
          <a:p>
            <a:pPr marL="0" marR="0" lvl="0" indent="0" defTabSz="914400" eaLnBrk="1" fontAlgn="auto" latinLnBrk="0" hangingPunct="1">
              <a:lnSpc>
                <a:spcPct val="100000"/>
              </a:lnSpc>
              <a:spcBef>
                <a:spcPts val="0"/>
              </a:spcBef>
              <a:spcAft>
                <a:spcPts val="0"/>
              </a:spcAft>
              <a:buClrTx/>
              <a:buSzTx/>
              <a:buFontTx/>
              <a:buNone/>
              <a:tabLst/>
              <a:defRPr/>
            </a:pPr>
            <a:r>
              <a:rPr kumimoji="0" lang="fr-FR" sz="1200" b="1" i="0" u="none" strike="noStrike" kern="0" cap="none" spc="0" normalizeH="0" baseline="0" noProof="0" dirty="0">
                <a:ln>
                  <a:noFill/>
                </a:ln>
                <a:effectLst/>
                <a:uLnTx/>
                <a:uFillTx/>
                <a:latin typeface="Poppins" pitchFamily="2" charset="77"/>
                <a:cs typeface="Poppins" pitchFamily="2" charset="77"/>
                <a:sym typeface="Arial"/>
              </a:rPr>
              <a:t>Produit API Marketé</a:t>
            </a:r>
          </a:p>
          <a:p>
            <a:pPr marL="0" marR="0" lvl="0" indent="0" defTabSz="914400" eaLnBrk="1" fontAlgn="auto" latinLnBrk="0" hangingPunct="1">
              <a:lnSpc>
                <a:spcPct val="100000"/>
              </a:lnSpc>
              <a:spcBef>
                <a:spcPts val="0"/>
              </a:spcBef>
              <a:spcAft>
                <a:spcPts val="0"/>
              </a:spcAft>
              <a:buClrTx/>
              <a:buSzTx/>
              <a:buFontTx/>
              <a:buNone/>
              <a:tabLst/>
              <a:defRPr/>
            </a:pPr>
            <a:r>
              <a:rPr kumimoji="0" lang="fr-FR" sz="1100" b="0" i="0" u="none" strike="noStrike" kern="0" cap="none" spc="0" normalizeH="0" baseline="0" noProof="0" dirty="0">
                <a:ln>
                  <a:noFill/>
                </a:ln>
                <a:effectLst/>
                <a:uLnTx/>
                <a:uFillTx/>
                <a:latin typeface="Poppins" pitchFamily="2" charset="77"/>
                <a:cs typeface="Poppins" pitchFamily="2" charset="77"/>
                <a:sym typeface="Arial"/>
              </a:rPr>
              <a:t>autoporteuse, pour les </a:t>
            </a:r>
          </a:p>
          <a:p>
            <a:pPr marL="0" marR="0" lvl="0" indent="0" defTabSz="914400" eaLnBrk="1" fontAlgn="auto" latinLnBrk="0" hangingPunct="1">
              <a:lnSpc>
                <a:spcPct val="100000"/>
              </a:lnSpc>
              <a:spcBef>
                <a:spcPts val="0"/>
              </a:spcBef>
              <a:spcAft>
                <a:spcPts val="0"/>
              </a:spcAft>
              <a:buClrTx/>
              <a:buSzTx/>
              <a:buFontTx/>
              <a:buNone/>
              <a:tabLst/>
              <a:defRPr/>
            </a:pPr>
            <a:r>
              <a:rPr kumimoji="0" lang="fr-FR" sz="1100" b="0" i="0" u="none" strike="noStrike" kern="0" cap="none" spc="0" normalizeH="0" baseline="0" noProof="0" dirty="0">
                <a:ln>
                  <a:noFill/>
                </a:ln>
                <a:effectLst/>
                <a:uLnTx/>
                <a:uFillTx/>
                <a:latin typeface="Poppins" pitchFamily="2" charset="77"/>
                <a:cs typeface="Poppins" pitchFamily="2" charset="77"/>
                <a:sym typeface="Arial"/>
              </a:rPr>
              <a:t>consommateurs externes </a:t>
            </a:r>
          </a:p>
          <a:p>
            <a:pPr marL="0" marR="0" lvl="0" indent="0" defTabSz="914400" eaLnBrk="1" fontAlgn="auto" latinLnBrk="0" hangingPunct="1">
              <a:lnSpc>
                <a:spcPct val="100000"/>
              </a:lnSpc>
              <a:spcBef>
                <a:spcPts val="0"/>
              </a:spcBef>
              <a:spcAft>
                <a:spcPts val="0"/>
              </a:spcAft>
              <a:buClrTx/>
              <a:buSzTx/>
              <a:buFontTx/>
              <a:buNone/>
              <a:tabLst/>
              <a:defRPr/>
            </a:pPr>
            <a:r>
              <a:rPr kumimoji="0" lang="fr-FR" sz="1100" b="0" i="0" u="none" strike="noStrike" kern="0" cap="none" spc="0" normalizeH="0" baseline="0" noProof="0" dirty="0">
                <a:ln>
                  <a:noFill/>
                </a:ln>
                <a:effectLst/>
                <a:uLnTx/>
                <a:uFillTx/>
                <a:latin typeface="Poppins" pitchFamily="2" charset="77"/>
                <a:cs typeface="Poppins" pitchFamily="2" charset="77"/>
                <a:sym typeface="Arial"/>
              </a:rPr>
              <a:t>au domaine</a:t>
            </a:r>
          </a:p>
        </p:txBody>
      </p:sp>
      <p:sp>
        <p:nvSpPr>
          <p:cNvPr id="100" name="Rectangle : coins arrondis 99">
            <a:extLst>
              <a:ext uri="{FF2B5EF4-FFF2-40B4-BE49-F238E27FC236}">
                <a16:creationId xmlns:a16="http://schemas.microsoft.com/office/drawing/2014/main" id="{C14A0658-EB66-E0FD-EC90-EFEA633664C1}"/>
              </a:ext>
            </a:extLst>
          </p:cNvPr>
          <p:cNvSpPr/>
          <p:nvPr/>
        </p:nvSpPr>
        <p:spPr>
          <a:xfrm>
            <a:off x="3963851" y="3672993"/>
            <a:ext cx="6080907" cy="1499410"/>
          </a:xfrm>
          <a:prstGeom prst="roundRect">
            <a:avLst>
              <a:gd name="adj" fmla="val 10819"/>
            </a:avLst>
          </a:prstGeom>
          <a:solidFill>
            <a:sysClr val="window" lastClr="FFFFFF">
              <a:lumMod val="95000"/>
            </a:sysClr>
          </a:solidFill>
          <a:ln w="12700" cap="flat" cmpd="sng" algn="ctr">
            <a:noFill/>
            <a:prstDash val="solid"/>
            <a:miter lim="800000"/>
          </a:ln>
          <a:effectLst/>
        </p:spPr>
        <p:txBody>
          <a:bodyPr lIns="108000" tIns="0" rIns="0" bIns="0" rtlCol="0" anchor="ctr" anchorCtr="0"/>
          <a:lstStyle/>
          <a:p>
            <a:pPr marL="0" marR="0" lvl="0" indent="0" defTabSz="914400" eaLnBrk="1" fontAlgn="auto" latinLnBrk="0" hangingPunct="1">
              <a:lnSpc>
                <a:spcPct val="100000"/>
              </a:lnSpc>
              <a:spcBef>
                <a:spcPts val="0"/>
              </a:spcBef>
              <a:spcAft>
                <a:spcPts val="0"/>
              </a:spcAft>
              <a:buClrTx/>
              <a:buSzTx/>
              <a:buFontTx/>
              <a:buNone/>
              <a:tabLst/>
              <a:defRPr/>
            </a:pPr>
            <a:r>
              <a:rPr kumimoji="0" lang="fr-FR" sz="1200" b="1" i="0" u="none" strike="noStrike" kern="0" cap="none" spc="0" normalizeH="0" baseline="0" noProof="0" dirty="0">
                <a:ln>
                  <a:noFill/>
                </a:ln>
                <a:solidFill>
                  <a:schemeClr val="tx2"/>
                </a:solidFill>
                <a:effectLst/>
                <a:uLnTx/>
                <a:uFillTx/>
                <a:latin typeface="Poppins" pitchFamily="2" charset="77"/>
                <a:cs typeface="Poppins" pitchFamily="2" charset="77"/>
                <a:sym typeface="Arial"/>
              </a:rPr>
              <a:t>Produit API</a:t>
            </a:r>
          </a:p>
          <a:p>
            <a:pPr marL="0" marR="0" lvl="0" indent="0" defTabSz="914400" eaLnBrk="1" fontAlgn="auto" latinLnBrk="0" hangingPunct="1">
              <a:lnSpc>
                <a:spcPct val="100000"/>
              </a:lnSpc>
              <a:spcBef>
                <a:spcPts val="0"/>
              </a:spcBef>
              <a:spcAft>
                <a:spcPts val="0"/>
              </a:spcAft>
              <a:buClrTx/>
              <a:buSzTx/>
              <a:buFontTx/>
              <a:buNone/>
              <a:tabLst/>
              <a:defRPr/>
            </a:pPr>
            <a:r>
              <a:rPr kumimoji="0" lang="fr-FR" sz="1200" b="0" i="0" u="none" strike="noStrike" kern="0" cap="none" spc="0" normalizeH="0" baseline="0" noProof="0" dirty="0">
                <a:ln>
                  <a:noFill/>
                </a:ln>
                <a:solidFill>
                  <a:schemeClr val="tx2"/>
                </a:solidFill>
                <a:effectLst/>
                <a:uLnTx/>
                <a:uFillTx/>
                <a:latin typeface="Poppins" pitchFamily="2" charset="77"/>
                <a:cs typeface="Poppins" pitchFamily="2" charset="77"/>
                <a:sym typeface="Arial"/>
              </a:rPr>
              <a:t>Orientées consommateur</a:t>
            </a:r>
          </a:p>
        </p:txBody>
      </p:sp>
      <p:sp>
        <p:nvSpPr>
          <p:cNvPr id="101" name="Rectangle : coins arrondis 100">
            <a:extLst>
              <a:ext uri="{FF2B5EF4-FFF2-40B4-BE49-F238E27FC236}">
                <a16:creationId xmlns:a16="http://schemas.microsoft.com/office/drawing/2014/main" id="{3FBF7583-8787-F6FF-A492-064088544913}"/>
              </a:ext>
            </a:extLst>
          </p:cNvPr>
          <p:cNvSpPr/>
          <p:nvPr/>
        </p:nvSpPr>
        <p:spPr>
          <a:xfrm>
            <a:off x="3963851" y="2989259"/>
            <a:ext cx="6080907" cy="644405"/>
          </a:xfrm>
          <a:prstGeom prst="roundRect">
            <a:avLst/>
          </a:prstGeom>
          <a:solidFill>
            <a:sysClr val="window" lastClr="FFFFFF">
              <a:lumMod val="95000"/>
            </a:sysClr>
          </a:solidFill>
          <a:ln w="12700" cap="flat" cmpd="sng" algn="ctr">
            <a:noFill/>
            <a:prstDash val="solid"/>
            <a:miter lim="800000"/>
          </a:ln>
          <a:effectLst/>
        </p:spPr>
        <p:txBody>
          <a:bodyPr lIns="108000" tIns="0" rIns="0" bIns="0" rtlCol="0" anchor="ctr" anchorCtr="0"/>
          <a:lstStyle/>
          <a:p>
            <a:pPr marL="0" marR="0" lvl="0" indent="0" defTabSz="914400" eaLnBrk="1" fontAlgn="auto" latinLnBrk="0" hangingPunct="1">
              <a:lnSpc>
                <a:spcPct val="100000"/>
              </a:lnSpc>
              <a:spcBef>
                <a:spcPts val="0"/>
              </a:spcBef>
              <a:spcAft>
                <a:spcPts val="0"/>
              </a:spcAft>
              <a:buClrTx/>
              <a:buSzTx/>
              <a:buFontTx/>
              <a:buNone/>
              <a:tabLst/>
              <a:defRPr/>
            </a:pPr>
            <a:r>
              <a:rPr kumimoji="0" lang="fr-FR" sz="1200" b="1" i="0" u="none" strike="noStrike" kern="0" cap="none" spc="0" normalizeH="0" baseline="0" noProof="0" dirty="0">
                <a:ln>
                  <a:noFill/>
                </a:ln>
                <a:solidFill>
                  <a:schemeClr val="accent2">
                    <a:lumMod val="75000"/>
                  </a:schemeClr>
                </a:solidFill>
                <a:effectLst/>
                <a:uLnTx/>
                <a:uFillTx/>
                <a:latin typeface="Poppins" pitchFamily="2" charset="77"/>
                <a:cs typeface="Poppins" pitchFamily="2" charset="77"/>
                <a:sym typeface="Arial"/>
              </a:rPr>
              <a:t>API orientées métier</a:t>
            </a:r>
          </a:p>
          <a:p>
            <a:pPr marL="0" marR="0" lvl="0" indent="0" defTabSz="914400" eaLnBrk="1" fontAlgn="auto" latinLnBrk="0" hangingPunct="1">
              <a:lnSpc>
                <a:spcPct val="100000"/>
              </a:lnSpc>
              <a:spcBef>
                <a:spcPts val="0"/>
              </a:spcBef>
              <a:spcAft>
                <a:spcPts val="0"/>
              </a:spcAft>
              <a:buClrTx/>
              <a:buSzTx/>
              <a:buFontTx/>
              <a:buNone/>
              <a:tabLst/>
              <a:defRPr/>
            </a:pPr>
            <a:r>
              <a:rPr kumimoji="0" lang="fr-FR" sz="1200" b="0" i="0" u="none" strike="noStrike" kern="0" cap="none" spc="0" normalizeH="0" baseline="0" noProof="0" dirty="0">
                <a:ln>
                  <a:noFill/>
                </a:ln>
                <a:solidFill>
                  <a:schemeClr val="accent2">
                    <a:lumMod val="75000"/>
                  </a:schemeClr>
                </a:solidFill>
                <a:effectLst/>
                <a:uLnTx/>
                <a:uFillTx/>
                <a:latin typeface="Poppins" pitchFamily="2" charset="77"/>
                <a:cs typeface="Poppins" pitchFamily="2" charset="77"/>
                <a:sym typeface="Arial"/>
              </a:rPr>
              <a:t>Intuitives</a:t>
            </a:r>
          </a:p>
        </p:txBody>
      </p:sp>
      <p:sp>
        <p:nvSpPr>
          <p:cNvPr id="102" name="Rectangle : coins arrondis 101">
            <a:extLst>
              <a:ext uri="{FF2B5EF4-FFF2-40B4-BE49-F238E27FC236}">
                <a16:creationId xmlns:a16="http://schemas.microsoft.com/office/drawing/2014/main" id="{E4FFD91D-5503-E119-E5AD-D0B659C24647}"/>
              </a:ext>
            </a:extLst>
          </p:cNvPr>
          <p:cNvSpPr/>
          <p:nvPr/>
        </p:nvSpPr>
        <p:spPr>
          <a:xfrm>
            <a:off x="3963851" y="2311794"/>
            <a:ext cx="6080907" cy="646331"/>
          </a:xfrm>
          <a:prstGeom prst="roundRect">
            <a:avLst/>
          </a:prstGeom>
          <a:solidFill>
            <a:sysClr val="window" lastClr="FFFFFF">
              <a:lumMod val="95000"/>
            </a:sysClr>
          </a:solidFill>
          <a:ln w="12700" cap="flat" cmpd="sng" algn="ctr">
            <a:noFill/>
            <a:prstDash val="solid"/>
            <a:miter lim="800000"/>
          </a:ln>
          <a:effectLst/>
        </p:spPr>
        <p:txBody>
          <a:bodyPr lIns="108000" tIns="0" rIns="0" bIns="0" rtlCol="0" anchor="ctr" anchorCtr="0"/>
          <a:lstStyle/>
          <a:p>
            <a:pPr marL="0" marR="0" lvl="0" indent="0" defTabSz="914400" eaLnBrk="1" fontAlgn="auto" latinLnBrk="0" hangingPunct="1">
              <a:lnSpc>
                <a:spcPct val="100000"/>
              </a:lnSpc>
              <a:spcBef>
                <a:spcPts val="0"/>
              </a:spcBef>
              <a:spcAft>
                <a:spcPts val="0"/>
              </a:spcAft>
              <a:buClrTx/>
              <a:buSzTx/>
              <a:buFontTx/>
              <a:buNone/>
              <a:tabLst/>
              <a:defRPr/>
            </a:pPr>
            <a:r>
              <a:rPr kumimoji="0" lang="fr-FR" sz="1200" b="0" i="0" u="none" strike="noStrike" kern="0" cap="none" spc="0" normalizeH="0" baseline="0" noProof="0" dirty="0">
                <a:ln>
                  <a:noFill/>
                </a:ln>
                <a:solidFill>
                  <a:prstClr val="black">
                    <a:lumMod val="50000"/>
                    <a:lumOff val="50000"/>
                  </a:prstClr>
                </a:solidFill>
                <a:effectLst/>
                <a:uLnTx/>
                <a:uFillTx/>
                <a:latin typeface="Poppins" pitchFamily="2" charset="77"/>
                <a:cs typeface="Poppins" pitchFamily="2" charset="77"/>
                <a:sym typeface="Arial"/>
              </a:rPr>
              <a:t>API techniques (SaaS, progiciels..)</a:t>
            </a:r>
          </a:p>
        </p:txBody>
      </p:sp>
      <p:sp>
        <p:nvSpPr>
          <p:cNvPr id="103" name="ZoneTexte 102">
            <a:extLst>
              <a:ext uri="{FF2B5EF4-FFF2-40B4-BE49-F238E27FC236}">
                <a16:creationId xmlns:a16="http://schemas.microsoft.com/office/drawing/2014/main" id="{9EA7A62C-A659-FE8D-B91C-E035A92F5DE6}"/>
              </a:ext>
            </a:extLst>
          </p:cNvPr>
          <p:cNvSpPr txBox="1"/>
          <p:nvPr/>
        </p:nvSpPr>
        <p:spPr>
          <a:xfrm>
            <a:off x="3963851" y="1886307"/>
            <a:ext cx="2856577" cy="338554"/>
          </a:xfrm>
          <a:prstGeom prst="rect">
            <a:avLst/>
          </a:prstGeom>
          <a:noFill/>
        </p:spPr>
        <p:txBody>
          <a:bodyPr wrap="square" rtlCol="0">
            <a:spAutoFit/>
          </a:bodyPr>
          <a:lstStyle/>
          <a:p>
            <a:pPr algn="ctr">
              <a:defRPr/>
            </a:pPr>
            <a:r>
              <a:rPr lang="fr-FR" sz="1600" b="1" dirty="0">
                <a:latin typeface="Poppins" pitchFamily="2" charset="77"/>
                <a:cs typeface="Poppins" pitchFamily="2" charset="77"/>
              </a:rPr>
              <a:t>Niveau de maturité API</a:t>
            </a:r>
          </a:p>
        </p:txBody>
      </p:sp>
      <p:sp>
        <p:nvSpPr>
          <p:cNvPr id="104" name="Rectangle : coins arrondis 103">
            <a:extLst>
              <a:ext uri="{FF2B5EF4-FFF2-40B4-BE49-F238E27FC236}">
                <a16:creationId xmlns:a16="http://schemas.microsoft.com/office/drawing/2014/main" id="{7F062F71-DAE0-8D1C-D34E-399824F6CFEE}"/>
              </a:ext>
            </a:extLst>
          </p:cNvPr>
          <p:cNvSpPr/>
          <p:nvPr/>
        </p:nvSpPr>
        <p:spPr>
          <a:xfrm>
            <a:off x="539867" y="1209099"/>
            <a:ext cx="10316054" cy="590057"/>
          </a:xfrm>
          <a:prstGeom prst="roundRect">
            <a:avLst>
              <a:gd name="adj" fmla="val 15004"/>
            </a:avLst>
          </a:prstGeom>
          <a:solidFill>
            <a:srgbClr val="F5F5F5"/>
          </a:solidFill>
          <a:ln w="12700" cap="flat" cmpd="sng" algn="ctr">
            <a:noFill/>
            <a:prstDash val="solid"/>
            <a:miter lim="800000"/>
          </a:ln>
          <a:effectLst/>
        </p:spPr>
        <p:txBody>
          <a:bodyPr rtlCol="0" anchor="ctr"/>
          <a:lstStyle/>
          <a:p>
            <a:pPr marL="0" marR="0" lvl="0" indent="0" defTabSz="1219110" eaLnBrk="1" fontAlgn="auto" latinLnBrk="0" hangingPunct="1">
              <a:lnSpc>
                <a:spcPct val="100000"/>
              </a:lnSpc>
              <a:spcBef>
                <a:spcPts val="0"/>
              </a:spcBef>
              <a:spcAft>
                <a:spcPts val="0"/>
              </a:spcAft>
              <a:buClrTx/>
              <a:buSzTx/>
              <a:buFontTx/>
              <a:buNone/>
              <a:tabLst/>
              <a:defRPr/>
            </a:pPr>
            <a:r>
              <a:rPr kumimoji="0" lang="fr-FR" sz="1400" b="0" i="0" u="none" strike="noStrike" kern="0" cap="none" spc="0" normalizeH="0" baseline="0" noProof="0" dirty="0">
                <a:ln>
                  <a:noFill/>
                </a:ln>
                <a:solidFill>
                  <a:srgbClr val="1C244F"/>
                </a:solidFill>
                <a:effectLst/>
                <a:uLnTx/>
                <a:uFillTx/>
                <a:latin typeface="Poppins" pitchFamily="2" charset="77"/>
                <a:cs typeface="Poppins" pitchFamily="2" charset="77"/>
              </a:rPr>
              <a:t>Un produit API doit apporter de la valeur aux consommateurs, un ROI intéressant au global du projet</a:t>
            </a:r>
          </a:p>
        </p:txBody>
      </p:sp>
      <p:sp>
        <p:nvSpPr>
          <p:cNvPr id="105" name="ZoneTexte 104">
            <a:extLst>
              <a:ext uri="{FF2B5EF4-FFF2-40B4-BE49-F238E27FC236}">
                <a16:creationId xmlns:a16="http://schemas.microsoft.com/office/drawing/2014/main" id="{54A88F91-547B-5FAB-62F7-FD98FCD68E02}"/>
              </a:ext>
            </a:extLst>
          </p:cNvPr>
          <p:cNvSpPr txBox="1"/>
          <p:nvPr/>
        </p:nvSpPr>
        <p:spPr>
          <a:xfrm>
            <a:off x="7513185" y="1911328"/>
            <a:ext cx="1865647" cy="338554"/>
          </a:xfrm>
          <a:prstGeom prst="rect">
            <a:avLst/>
          </a:prstGeom>
          <a:noFill/>
        </p:spPr>
        <p:txBody>
          <a:bodyPr wrap="square" rtlCol="0">
            <a:spAutoFit/>
          </a:bodyPr>
          <a:lstStyle/>
          <a:p>
            <a:pPr>
              <a:defRPr/>
            </a:pPr>
            <a:r>
              <a:rPr lang="fr-FR" sz="1600" b="1" dirty="0">
                <a:latin typeface="Poppins" pitchFamily="2" charset="77"/>
                <a:cs typeface="Poppins" pitchFamily="2" charset="77"/>
              </a:rPr>
              <a:t>Documentation</a:t>
            </a:r>
          </a:p>
        </p:txBody>
      </p:sp>
      <p:sp>
        <p:nvSpPr>
          <p:cNvPr id="106" name="ZoneTexte 105">
            <a:extLst>
              <a:ext uri="{FF2B5EF4-FFF2-40B4-BE49-F238E27FC236}">
                <a16:creationId xmlns:a16="http://schemas.microsoft.com/office/drawing/2014/main" id="{9D766815-EEB8-EA61-C274-08C319A54BF4}"/>
              </a:ext>
            </a:extLst>
          </p:cNvPr>
          <p:cNvSpPr txBox="1"/>
          <p:nvPr/>
        </p:nvSpPr>
        <p:spPr>
          <a:xfrm>
            <a:off x="6978259" y="5403282"/>
            <a:ext cx="3301259" cy="1015663"/>
          </a:xfrm>
          <a:prstGeom prst="rect">
            <a:avLst/>
          </a:prstGeom>
          <a:noFill/>
        </p:spPr>
        <p:txBody>
          <a:bodyPr wrap="square">
            <a:spAutoFit/>
          </a:bodyPr>
          <a:lstStyle/>
          <a:p>
            <a:pPr defTabSz="1219052">
              <a:defRPr/>
            </a:pPr>
            <a:r>
              <a:rPr lang="fr-FR" sz="1200" dirty="0">
                <a:latin typeface="Poppins" pitchFamily="2" charset="77"/>
                <a:cs typeface="Poppins" pitchFamily="2" charset="77"/>
              </a:rPr>
              <a:t>Fiche produit marketée</a:t>
            </a:r>
          </a:p>
          <a:p>
            <a:pPr defTabSz="1219052">
              <a:defRPr/>
            </a:pPr>
            <a:r>
              <a:rPr lang="fr-FR" sz="1200" dirty="0">
                <a:latin typeface="Poppins" pitchFamily="2" charset="77"/>
                <a:cs typeface="Poppins" pitchFamily="2" charset="77"/>
              </a:rPr>
              <a:t>Cas d’usage métier marketé
Documentation produit détaillée</a:t>
            </a:r>
          </a:p>
          <a:p>
            <a:pPr defTabSz="1219052">
              <a:defRPr/>
            </a:pPr>
            <a:r>
              <a:rPr lang="fr-FR" sz="1200" dirty="0">
                <a:latin typeface="Poppins" pitchFamily="2" charset="77"/>
                <a:cs typeface="Poppins" pitchFamily="2" charset="77"/>
              </a:rPr>
              <a:t>Offres/communications commerciales</a:t>
            </a:r>
          </a:p>
          <a:p>
            <a:pPr defTabSz="1219052">
              <a:defRPr/>
            </a:pPr>
            <a:r>
              <a:rPr lang="fr-FR" sz="1200" dirty="0">
                <a:latin typeface="Poppins" pitchFamily="2" charset="77"/>
                <a:cs typeface="Poppins" pitchFamily="2" charset="77"/>
              </a:rPr>
              <a:t>Marketplace API</a:t>
            </a:r>
          </a:p>
        </p:txBody>
      </p:sp>
      <p:sp>
        <p:nvSpPr>
          <p:cNvPr id="107" name="ZoneTexte 106">
            <a:extLst>
              <a:ext uri="{FF2B5EF4-FFF2-40B4-BE49-F238E27FC236}">
                <a16:creationId xmlns:a16="http://schemas.microsoft.com/office/drawing/2014/main" id="{82262FCB-F295-7BB5-EBFC-0B545743E781}"/>
              </a:ext>
            </a:extLst>
          </p:cNvPr>
          <p:cNvSpPr txBox="1"/>
          <p:nvPr/>
        </p:nvSpPr>
        <p:spPr>
          <a:xfrm>
            <a:off x="6978259" y="3734816"/>
            <a:ext cx="3301259" cy="1384995"/>
          </a:xfrm>
          <a:prstGeom prst="rect">
            <a:avLst/>
          </a:prstGeom>
          <a:noFill/>
        </p:spPr>
        <p:txBody>
          <a:bodyPr wrap="square">
            <a:spAutoFit/>
          </a:bodyPr>
          <a:lstStyle/>
          <a:p>
            <a:pPr defTabSz="1219052">
              <a:defRPr/>
            </a:pPr>
            <a:r>
              <a:rPr lang="fr-FR" sz="1200" dirty="0">
                <a:solidFill>
                  <a:schemeClr val="tx2"/>
                </a:solidFill>
                <a:latin typeface="Poppins" pitchFamily="2" charset="77"/>
                <a:cs typeface="Poppins" pitchFamily="2" charset="77"/>
              </a:rPr>
              <a:t>Cas d’usage métier identifiés</a:t>
            </a:r>
          </a:p>
          <a:p>
            <a:pPr defTabSz="1219052">
              <a:defRPr/>
            </a:pPr>
            <a:r>
              <a:rPr lang="fr-FR" sz="1200" dirty="0">
                <a:solidFill>
                  <a:schemeClr val="tx2"/>
                </a:solidFill>
                <a:latin typeface="Poppins" pitchFamily="2" charset="77"/>
                <a:cs typeface="Poppins" pitchFamily="2" charset="77"/>
              </a:rPr>
              <a:t>Spécifications produit</a:t>
            </a:r>
          </a:p>
          <a:p>
            <a:pPr defTabSz="1219052">
              <a:defRPr/>
            </a:pPr>
            <a:r>
              <a:rPr lang="fr-FR" sz="1200" dirty="0">
                <a:solidFill>
                  <a:schemeClr val="tx2"/>
                </a:solidFill>
                <a:latin typeface="Poppins" pitchFamily="2" charset="77"/>
                <a:cs typeface="Poppins" pitchFamily="2" charset="77"/>
              </a:rPr>
              <a:t>Roadmap produit</a:t>
            </a:r>
          </a:p>
          <a:p>
            <a:pPr defTabSz="1219052">
              <a:defRPr/>
            </a:pPr>
            <a:r>
              <a:rPr lang="fr-FR" sz="1200" dirty="0">
                <a:solidFill>
                  <a:schemeClr val="tx2"/>
                </a:solidFill>
                <a:latin typeface="Poppins" pitchFamily="2" charset="77"/>
                <a:cs typeface="Poppins" pitchFamily="2" charset="77"/>
              </a:rPr>
              <a:t>Versioning et releases notes</a:t>
            </a:r>
          </a:p>
          <a:p>
            <a:pPr defTabSz="1219052">
              <a:defRPr/>
            </a:pPr>
            <a:r>
              <a:rPr lang="fr-FR" sz="1200" dirty="0">
                <a:solidFill>
                  <a:schemeClr val="tx2"/>
                </a:solidFill>
                <a:latin typeface="Poppins" pitchFamily="2" charset="77"/>
                <a:cs typeface="Poppins" pitchFamily="2" charset="77"/>
              </a:rPr>
              <a:t>Business model(s) &amp; ROI</a:t>
            </a:r>
          </a:p>
          <a:p>
            <a:pPr defTabSz="1219052">
              <a:defRPr/>
            </a:pPr>
            <a:r>
              <a:rPr lang="fr-FR" sz="1200" dirty="0">
                <a:solidFill>
                  <a:schemeClr val="tx2"/>
                </a:solidFill>
                <a:latin typeface="Poppins" pitchFamily="2" charset="77"/>
                <a:cs typeface="Poppins" pitchFamily="2" charset="77"/>
              </a:rPr>
              <a:t>Stratégie fournisseurs/consommateurs</a:t>
            </a:r>
          </a:p>
          <a:p>
            <a:pPr defTabSz="1219052">
              <a:defRPr/>
            </a:pPr>
            <a:r>
              <a:rPr lang="fr-FR" sz="1200" dirty="0">
                <a:solidFill>
                  <a:schemeClr val="tx2"/>
                </a:solidFill>
                <a:latin typeface="Poppins" pitchFamily="2" charset="77"/>
                <a:cs typeface="Poppins" pitchFamily="2" charset="77"/>
              </a:rPr>
              <a:t>Catalogue API</a:t>
            </a:r>
          </a:p>
        </p:txBody>
      </p:sp>
      <p:sp>
        <p:nvSpPr>
          <p:cNvPr id="108" name="ZoneTexte 107">
            <a:extLst>
              <a:ext uri="{FF2B5EF4-FFF2-40B4-BE49-F238E27FC236}">
                <a16:creationId xmlns:a16="http://schemas.microsoft.com/office/drawing/2014/main" id="{E7300DCA-24FF-CE01-82D6-5FA084B299D1}"/>
              </a:ext>
            </a:extLst>
          </p:cNvPr>
          <p:cNvSpPr txBox="1"/>
          <p:nvPr/>
        </p:nvSpPr>
        <p:spPr>
          <a:xfrm>
            <a:off x="6978259" y="2984532"/>
            <a:ext cx="3301259" cy="646331"/>
          </a:xfrm>
          <a:prstGeom prst="rect">
            <a:avLst/>
          </a:prstGeom>
          <a:noFill/>
        </p:spPr>
        <p:txBody>
          <a:bodyPr wrap="square">
            <a:spAutoFit/>
          </a:bodyPr>
          <a:lstStyle/>
          <a:p>
            <a:pPr defTabSz="1219052">
              <a:defRPr/>
            </a:pPr>
            <a:r>
              <a:rPr lang="en-AU" sz="1200" dirty="0">
                <a:solidFill>
                  <a:schemeClr val="accent2">
                    <a:lumMod val="75000"/>
                  </a:schemeClr>
                </a:solidFill>
                <a:latin typeface="Poppins" pitchFamily="2" charset="77"/>
                <a:cs typeface="Poppins" pitchFamily="2" charset="77"/>
              </a:rPr>
              <a:t>Design API </a:t>
            </a:r>
            <a:r>
              <a:rPr lang="en-AU" sz="1200" dirty="0" err="1">
                <a:solidFill>
                  <a:schemeClr val="accent2">
                    <a:lumMod val="75000"/>
                  </a:schemeClr>
                </a:solidFill>
                <a:latin typeface="Poppins" pitchFamily="2" charset="77"/>
                <a:cs typeface="Poppins" pitchFamily="2" charset="77"/>
              </a:rPr>
              <a:t>orienté</a:t>
            </a:r>
            <a:r>
              <a:rPr lang="en-AU" sz="1200" dirty="0">
                <a:solidFill>
                  <a:schemeClr val="accent2">
                    <a:lumMod val="75000"/>
                  </a:schemeClr>
                </a:solidFill>
                <a:latin typeface="Poppins" pitchFamily="2" charset="77"/>
                <a:cs typeface="Poppins" pitchFamily="2" charset="77"/>
              </a:rPr>
              <a:t> </a:t>
            </a:r>
            <a:r>
              <a:rPr lang="en-AU" sz="1200" dirty="0" err="1">
                <a:solidFill>
                  <a:schemeClr val="accent2">
                    <a:lumMod val="75000"/>
                  </a:schemeClr>
                </a:solidFill>
                <a:latin typeface="Poppins" pitchFamily="2" charset="77"/>
                <a:cs typeface="Poppins" pitchFamily="2" charset="77"/>
              </a:rPr>
              <a:t>métier</a:t>
            </a:r>
            <a:endParaRPr lang="en-AU" sz="1200" dirty="0">
              <a:solidFill>
                <a:schemeClr val="accent2">
                  <a:lumMod val="75000"/>
                </a:schemeClr>
              </a:solidFill>
              <a:latin typeface="Poppins" pitchFamily="2" charset="77"/>
              <a:cs typeface="Poppins" pitchFamily="2" charset="77"/>
            </a:endParaRPr>
          </a:p>
          <a:p>
            <a:pPr defTabSz="1219052">
              <a:defRPr/>
            </a:pPr>
            <a:r>
              <a:rPr lang="en-AU" sz="1200" dirty="0">
                <a:solidFill>
                  <a:schemeClr val="accent2">
                    <a:lumMod val="75000"/>
                  </a:schemeClr>
                </a:solidFill>
                <a:latin typeface="Poppins" pitchFamily="2" charset="77"/>
                <a:cs typeface="Poppins" pitchFamily="2" charset="77"/>
              </a:rPr>
              <a:t>Domain model</a:t>
            </a:r>
          </a:p>
          <a:p>
            <a:pPr defTabSz="1219052">
              <a:defRPr/>
            </a:pPr>
            <a:r>
              <a:rPr lang="en-AU" sz="1200" dirty="0" err="1">
                <a:solidFill>
                  <a:schemeClr val="accent2">
                    <a:lumMod val="75000"/>
                  </a:schemeClr>
                </a:solidFill>
                <a:latin typeface="Poppins" pitchFamily="2" charset="77"/>
                <a:cs typeface="Poppins" pitchFamily="2" charset="77"/>
              </a:rPr>
              <a:t>Consommateur</a:t>
            </a:r>
            <a:r>
              <a:rPr lang="en-AU" sz="1200" dirty="0">
                <a:solidFill>
                  <a:schemeClr val="accent2">
                    <a:lumMod val="75000"/>
                  </a:schemeClr>
                </a:solidFill>
                <a:latin typeface="Poppins" pitchFamily="2" charset="77"/>
                <a:cs typeface="Poppins" pitchFamily="2" charset="77"/>
              </a:rPr>
              <a:t>(s) </a:t>
            </a:r>
            <a:r>
              <a:rPr lang="en-AU" sz="1200" dirty="0" err="1">
                <a:solidFill>
                  <a:schemeClr val="accent2">
                    <a:lumMod val="75000"/>
                  </a:schemeClr>
                </a:solidFill>
                <a:latin typeface="Poppins" pitchFamily="2" charset="77"/>
                <a:cs typeface="Poppins" pitchFamily="2" charset="77"/>
              </a:rPr>
              <a:t>identifié</a:t>
            </a:r>
            <a:r>
              <a:rPr lang="en-AU" sz="1200" dirty="0">
                <a:solidFill>
                  <a:schemeClr val="accent2">
                    <a:lumMod val="75000"/>
                  </a:schemeClr>
                </a:solidFill>
                <a:latin typeface="Poppins" pitchFamily="2" charset="77"/>
                <a:cs typeface="Poppins" pitchFamily="2" charset="77"/>
              </a:rPr>
              <a:t>(s)</a:t>
            </a:r>
          </a:p>
        </p:txBody>
      </p:sp>
      <p:sp>
        <p:nvSpPr>
          <p:cNvPr id="109" name="ZoneTexte 108">
            <a:extLst>
              <a:ext uri="{FF2B5EF4-FFF2-40B4-BE49-F238E27FC236}">
                <a16:creationId xmlns:a16="http://schemas.microsoft.com/office/drawing/2014/main" id="{9360FBDB-286F-A228-75E0-F8149D936DFB}"/>
              </a:ext>
            </a:extLst>
          </p:cNvPr>
          <p:cNvSpPr txBox="1"/>
          <p:nvPr/>
        </p:nvSpPr>
        <p:spPr>
          <a:xfrm>
            <a:off x="6978259" y="2391883"/>
            <a:ext cx="3301259" cy="461665"/>
          </a:xfrm>
          <a:prstGeom prst="rect">
            <a:avLst/>
          </a:prstGeom>
          <a:noFill/>
        </p:spPr>
        <p:txBody>
          <a:bodyPr wrap="square">
            <a:spAutoFit/>
          </a:bodyPr>
          <a:lstStyle/>
          <a:p>
            <a:pPr defTabSz="1219052">
              <a:defRPr/>
            </a:pPr>
            <a:r>
              <a:rPr lang="en-AU" sz="1200" dirty="0">
                <a:solidFill>
                  <a:prstClr val="black">
                    <a:lumMod val="50000"/>
                    <a:lumOff val="50000"/>
                  </a:prstClr>
                </a:solidFill>
                <a:latin typeface="Poppins" pitchFamily="2" charset="77"/>
                <a:cs typeface="Poppins" pitchFamily="2" charset="77"/>
              </a:rPr>
              <a:t>Documentation technique</a:t>
            </a:r>
            <a:br>
              <a:rPr lang="en-AU" sz="1200" dirty="0">
                <a:solidFill>
                  <a:prstClr val="black">
                    <a:lumMod val="50000"/>
                    <a:lumOff val="50000"/>
                  </a:prstClr>
                </a:solidFill>
                <a:latin typeface="Poppins" pitchFamily="2" charset="77"/>
                <a:cs typeface="Poppins" pitchFamily="2" charset="77"/>
              </a:rPr>
            </a:br>
            <a:r>
              <a:rPr lang="en-AU" sz="1200" dirty="0">
                <a:solidFill>
                  <a:prstClr val="black">
                    <a:lumMod val="50000"/>
                    <a:lumOff val="50000"/>
                  </a:prstClr>
                </a:solidFill>
                <a:latin typeface="Poppins" pitchFamily="2" charset="77"/>
                <a:cs typeface="Poppins" pitchFamily="2" charset="77"/>
              </a:rPr>
              <a:t>Specification(s) </a:t>
            </a:r>
            <a:r>
              <a:rPr lang="en-AU" sz="1200" dirty="0" err="1">
                <a:solidFill>
                  <a:prstClr val="black">
                    <a:lumMod val="50000"/>
                    <a:lumOff val="50000"/>
                  </a:prstClr>
                </a:solidFill>
                <a:latin typeface="Poppins" pitchFamily="2" charset="77"/>
                <a:cs typeface="Poppins" pitchFamily="2" charset="77"/>
              </a:rPr>
              <a:t>OpenAPI</a:t>
            </a:r>
            <a:r>
              <a:rPr lang="en-AU" sz="1200" dirty="0">
                <a:solidFill>
                  <a:prstClr val="black">
                    <a:lumMod val="50000"/>
                    <a:lumOff val="50000"/>
                  </a:prstClr>
                </a:solidFill>
                <a:latin typeface="Poppins" pitchFamily="2" charset="77"/>
                <a:cs typeface="Poppins" pitchFamily="2" charset="77"/>
              </a:rPr>
              <a:t> / Async API</a:t>
            </a:r>
          </a:p>
        </p:txBody>
      </p:sp>
      <p:sp>
        <p:nvSpPr>
          <p:cNvPr id="110" name="Flèche : droite rayée 30">
            <a:extLst>
              <a:ext uri="{FF2B5EF4-FFF2-40B4-BE49-F238E27FC236}">
                <a16:creationId xmlns:a16="http://schemas.microsoft.com/office/drawing/2014/main" id="{F2EB4977-F5F5-E7A0-C4B7-CCD84F5C641D}"/>
              </a:ext>
            </a:extLst>
          </p:cNvPr>
          <p:cNvSpPr/>
          <p:nvPr/>
        </p:nvSpPr>
        <p:spPr>
          <a:xfrm rot="5400000">
            <a:off x="8602236" y="4329366"/>
            <a:ext cx="3930966" cy="576402"/>
          </a:xfrm>
          <a:prstGeom prst="stripedRightArrow">
            <a:avLst>
              <a:gd name="adj1" fmla="val 67627"/>
              <a:gd name="adj2" fmla="val 176912"/>
            </a:avLst>
          </a:prstGeom>
          <a:gradFill>
            <a:gsLst>
              <a:gs pos="100000">
                <a:srgbClr val="F0F2FA">
                  <a:alpha val="0"/>
                </a:srgbClr>
              </a:gs>
              <a:gs pos="37000">
                <a:schemeClr val="tx2"/>
              </a:gs>
            </a:gsLst>
            <a:lin ang="10800000" scaled="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fr-FR" sz="1800" b="0" i="0" u="none" strike="noStrike" kern="0" cap="none" spc="0" normalizeH="0" baseline="0" noProof="0">
                <a:ln>
                  <a:noFill/>
                </a:ln>
                <a:solidFill>
                  <a:prstClr val="white"/>
                </a:solidFill>
                <a:effectLst/>
                <a:uLnTx/>
                <a:uFillTx/>
                <a:latin typeface="Poppins" pitchFamily="2" charset="77"/>
                <a:cs typeface="Poppins" pitchFamily="2" charset="77"/>
              </a:rPr>
              <a:t>EFFORT</a:t>
            </a:r>
          </a:p>
        </p:txBody>
      </p:sp>
      <p:grpSp>
        <p:nvGrpSpPr>
          <p:cNvPr id="111" name="Groupe 110">
            <a:extLst>
              <a:ext uri="{FF2B5EF4-FFF2-40B4-BE49-F238E27FC236}">
                <a16:creationId xmlns:a16="http://schemas.microsoft.com/office/drawing/2014/main" id="{D5166DA1-4B76-D0FE-8AE4-98EFC45F27DD}"/>
              </a:ext>
            </a:extLst>
          </p:cNvPr>
          <p:cNvGrpSpPr/>
          <p:nvPr/>
        </p:nvGrpSpPr>
        <p:grpSpPr>
          <a:xfrm>
            <a:off x="717852" y="1886307"/>
            <a:ext cx="3138916" cy="4864621"/>
            <a:chOff x="4229119" y="1830469"/>
            <a:chExt cx="3138916" cy="4864621"/>
          </a:xfrm>
        </p:grpSpPr>
        <p:sp>
          <p:nvSpPr>
            <p:cNvPr id="112" name="Rectangle : coins arrondis 111">
              <a:extLst>
                <a:ext uri="{FF2B5EF4-FFF2-40B4-BE49-F238E27FC236}">
                  <a16:creationId xmlns:a16="http://schemas.microsoft.com/office/drawing/2014/main" id="{6D361CF0-F54F-8912-B3A3-927C09767B6B}"/>
                </a:ext>
              </a:extLst>
            </p:cNvPr>
            <p:cNvSpPr/>
            <p:nvPr/>
          </p:nvSpPr>
          <p:spPr>
            <a:xfrm>
              <a:off x="4242801" y="4650526"/>
              <a:ext cx="3125234" cy="949069"/>
            </a:xfrm>
            <a:prstGeom prst="roundRect">
              <a:avLst>
                <a:gd name="adj" fmla="val 0"/>
              </a:avLst>
            </a:prstGeom>
            <a:solidFill>
              <a:schemeClr val="accent5">
                <a:lumMod val="20000"/>
                <a:lumOff val="80000"/>
                <a:alpha val="5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prstClr val="white"/>
                </a:solidFill>
                <a:effectLst/>
                <a:uLnTx/>
                <a:uFillTx/>
                <a:latin typeface="Poppins" pitchFamily="2" charset="77"/>
                <a:cs typeface="Poppins" pitchFamily="2" charset="77"/>
              </a:endParaRPr>
            </a:p>
          </p:txBody>
        </p:sp>
        <p:sp>
          <p:nvSpPr>
            <p:cNvPr id="113" name="Rectangle : coins arrondis 112">
              <a:extLst>
                <a:ext uri="{FF2B5EF4-FFF2-40B4-BE49-F238E27FC236}">
                  <a16:creationId xmlns:a16="http://schemas.microsoft.com/office/drawing/2014/main" id="{F9761FFD-3660-43C7-9A4D-27C79E77731D}"/>
                </a:ext>
              </a:extLst>
            </p:cNvPr>
            <p:cNvSpPr/>
            <p:nvPr/>
          </p:nvSpPr>
          <p:spPr>
            <a:xfrm>
              <a:off x="4242801" y="5599595"/>
              <a:ext cx="3125234" cy="894239"/>
            </a:xfrm>
            <a:prstGeom prst="roundRect">
              <a:avLst>
                <a:gd name="adj" fmla="val 0"/>
              </a:avLst>
            </a:prstGeom>
            <a:solidFill>
              <a:schemeClr val="bg1">
                <a:lumMod val="95000"/>
                <a:alpha val="5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prstClr val="white"/>
                </a:solidFill>
                <a:effectLst/>
                <a:uLnTx/>
                <a:uFillTx/>
                <a:latin typeface="Poppins" pitchFamily="2" charset="77"/>
                <a:cs typeface="Poppins" pitchFamily="2" charset="77"/>
              </a:endParaRPr>
            </a:p>
          </p:txBody>
        </p:sp>
        <p:sp>
          <p:nvSpPr>
            <p:cNvPr id="114" name="Rectangle : coins arrondis 113">
              <a:extLst>
                <a:ext uri="{FF2B5EF4-FFF2-40B4-BE49-F238E27FC236}">
                  <a16:creationId xmlns:a16="http://schemas.microsoft.com/office/drawing/2014/main" id="{B53DE68A-192C-8554-24B7-5C272BF34497}"/>
                </a:ext>
              </a:extLst>
            </p:cNvPr>
            <p:cNvSpPr/>
            <p:nvPr/>
          </p:nvSpPr>
          <p:spPr>
            <a:xfrm>
              <a:off x="4242801" y="3794140"/>
              <a:ext cx="3125234" cy="846060"/>
            </a:xfrm>
            <a:prstGeom prst="roundRect">
              <a:avLst>
                <a:gd name="adj" fmla="val 0"/>
              </a:avLst>
            </a:prstGeom>
            <a:solidFill>
              <a:schemeClr val="tx2">
                <a:lumMod val="20000"/>
                <a:lumOff val="80000"/>
                <a:alpha val="5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prstClr val="white"/>
                </a:solidFill>
                <a:effectLst/>
                <a:uLnTx/>
                <a:uFillTx/>
                <a:latin typeface="Poppins" pitchFamily="2" charset="77"/>
                <a:cs typeface="Poppins" pitchFamily="2" charset="77"/>
              </a:endParaRPr>
            </a:p>
          </p:txBody>
        </p:sp>
        <p:sp>
          <p:nvSpPr>
            <p:cNvPr id="115" name="Rectangle : coins arrondis 114">
              <a:extLst>
                <a:ext uri="{FF2B5EF4-FFF2-40B4-BE49-F238E27FC236}">
                  <a16:creationId xmlns:a16="http://schemas.microsoft.com/office/drawing/2014/main" id="{22CC4676-892E-3522-57FE-4ED941E56967}"/>
                </a:ext>
              </a:extLst>
            </p:cNvPr>
            <p:cNvSpPr/>
            <p:nvPr/>
          </p:nvSpPr>
          <p:spPr>
            <a:xfrm>
              <a:off x="4242801" y="2571223"/>
              <a:ext cx="3125234" cy="1222916"/>
            </a:xfrm>
            <a:prstGeom prst="roundRect">
              <a:avLst>
                <a:gd name="adj" fmla="val 0"/>
              </a:avLst>
            </a:prstGeom>
            <a:solidFill>
              <a:sysClr val="window" lastClr="FFFFFF">
                <a:lumMod val="75000"/>
                <a:alpha val="50000"/>
              </a:sysClr>
            </a:solidFill>
            <a:ln w="12700" cap="flat" cmpd="sng" algn="ctr">
              <a:noFill/>
              <a:prstDash val="solid"/>
              <a:miter lim="800000"/>
            </a:ln>
            <a:effectLst/>
          </p:spPr>
          <p:txBody>
            <a:bodyPr rtlCol="0" anchor="ctr" anchorCtr="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prstClr val="white"/>
                </a:solidFill>
                <a:effectLst/>
                <a:uLnTx/>
                <a:uFillTx/>
                <a:latin typeface="Poppins" pitchFamily="2" charset="77"/>
                <a:cs typeface="Poppins" pitchFamily="2" charset="77"/>
              </a:endParaRPr>
            </a:p>
          </p:txBody>
        </p:sp>
        <p:sp>
          <p:nvSpPr>
            <p:cNvPr id="116" name="Ellipse 115">
              <a:extLst>
                <a:ext uri="{FF2B5EF4-FFF2-40B4-BE49-F238E27FC236}">
                  <a16:creationId xmlns:a16="http://schemas.microsoft.com/office/drawing/2014/main" id="{21DE1864-0696-5CA7-36E2-77A997808116}"/>
                </a:ext>
              </a:extLst>
            </p:cNvPr>
            <p:cNvSpPr/>
            <p:nvPr/>
          </p:nvSpPr>
          <p:spPr>
            <a:xfrm>
              <a:off x="6709432" y="2958168"/>
              <a:ext cx="444775" cy="444775"/>
            </a:xfrm>
            <a:prstGeom prst="ellipse">
              <a:avLst/>
            </a:prstGeom>
            <a:solidFill>
              <a:sysClr val="window" lastClr="FFFFFF">
                <a:lumMod val="50000"/>
              </a:sysClr>
            </a:solidFill>
            <a:ln w="12700" cap="flat" cmpd="sng" algn="ctr">
              <a:noFill/>
              <a:prstDash val="solid"/>
              <a:miter lim="800000"/>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fr-FR" sz="1800" b="0" i="0" u="none" strike="noStrike" kern="0" cap="none" spc="0" normalizeH="0" baseline="0" noProof="0" dirty="0">
                  <a:ln>
                    <a:noFill/>
                  </a:ln>
                  <a:solidFill>
                    <a:prstClr val="white"/>
                  </a:solidFill>
                  <a:effectLst/>
                  <a:uLnTx/>
                  <a:uFillTx/>
                  <a:latin typeface="Poppins" pitchFamily="2" charset="77"/>
                  <a:cs typeface="Poppins" pitchFamily="2" charset="77"/>
                  <a:sym typeface="Arial"/>
                </a:rPr>
                <a:t>P1</a:t>
              </a:r>
            </a:p>
          </p:txBody>
        </p:sp>
        <p:sp>
          <p:nvSpPr>
            <p:cNvPr id="117" name="ZoneTexte 116">
              <a:extLst>
                <a:ext uri="{FF2B5EF4-FFF2-40B4-BE49-F238E27FC236}">
                  <a16:creationId xmlns:a16="http://schemas.microsoft.com/office/drawing/2014/main" id="{BA154AA3-EC35-CC81-46EC-9FBF4687EA3E}"/>
                </a:ext>
              </a:extLst>
            </p:cNvPr>
            <p:cNvSpPr txBox="1"/>
            <p:nvPr/>
          </p:nvSpPr>
          <p:spPr>
            <a:xfrm>
              <a:off x="4660058" y="2972416"/>
              <a:ext cx="1853273" cy="646331"/>
            </a:xfrm>
            <a:prstGeom prst="rect">
              <a:avLst/>
            </a:prstGeom>
            <a:noFill/>
          </p:spPr>
          <p:txBody>
            <a:bodyPr wrap="square" rtlCol="0">
              <a:spAutoFit/>
            </a:bodyPr>
            <a:lstStyle/>
            <a:p>
              <a:pPr marL="0" marR="0" lvl="0" indent="0" algn="r" defTabSz="914400" eaLnBrk="1" fontAlgn="auto" latinLnBrk="0" hangingPunct="1">
                <a:lnSpc>
                  <a:spcPct val="100000"/>
                </a:lnSpc>
                <a:spcBef>
                  <a:spcPts val="0"/>
                </a:spcBef>
                <a:spcAft>
                  <a:spcPts val="0"/>
                </a:spcAft>
                <a:buClrTx/>
                <a:buSzTx/>
                <a:buFontTx/>
                <a:buNone/>
                <a:tabLst/>
                <a:defRPr/>
              </a:pPr>
              <a:r>
                <a:rPr kumimoji="0" lang="fr-FR" sz="1800" b="0" i="0" u="none" strike="noStrike" kern="0" cap="none" spc="0" normalizeH="0" baseline="0" noProof="0">
                  <a:ln>
                    <a:noFill/>
                  </a:ln>
                  <a:solidFill>
                    <a:srgbClr val="1E2124"/>
                  </a:solidFill>
                  <a:effectLst/>
                  <a:uLnTx/>
                  <a:uFillTx/>
                  <a:latin typeface="Poppins" pitchFamily="2" charset="77"/>
                  <a:cs typeface="Poppins" pitchFamily="2" charset="77"/>
                  <a:sym typeface="Arial"/>
                </a:rPr>
                <a:t>Intra application</a:t>
              </a:r>
            </a:p>
          </p:txBody>
        </p:sp>
        <p:sp>
          <p:nvSpPr>
            <p:cNvPr id="118" name="Ellipse 117">
              <a:extLst>
                <a:ext uri="{FF2B5EF4-FFF2-40B4-BE49-F238E27FC236}">
                  <a16:creationId xmlns:a16="http://schemas.microsoft.com/office/drawing/2014/main" id="{F4BB2582-05A2-8D90-1340-21E6CB7835FD}"/>
                </a:ext>
              </a:extLst>
            </p:cNvPr>
            <p:cNvSpPr/>
            <p:nvPr/>
          </p:nvSpPr>
          <p:spPr>
            <a:xfrm>
              <a:off x="6709432" y="3999873"/>
              <a:ext cx="444775" cy="444775"/>
            </a:xfrm>
            <a:prstGeom prst="ellipse">
              <a:avLst/>
            </a:prstGeom>
            <a:solidFill>
              <a:schemeClr val="tx2"/>
            </a:solidFill>
            <a:ln w="12700" cap="flat" cmpd="sng" algn="ctr">
              <a:noFill/>
              <a:prstDash val="solid"/>
              <a:miter lim="800000"/>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fr-FR" sz="1800" b="0" i="0" u="none" strike="noStrike" kern="0" cap="none" spc="0" normalizeH="0" baseline="0" noProof="0" dirty="0">
                  <a:ln>
                    <a:noFill/>
                  </a:ln>
                  <a:solidFill>
                    <a:prstClr val="white"/>
                  </a:solidFill>
                  <a:effectLst/>
                  <a:uLnTx/>
                  <a:uFillTx/>
                  <a:latin typeface="Poppins" pitchFamily="2" charset="77"/>
                  <a:cs typeface="Poppins" pitchFamily="2" charset="77"/>
                  <a:sym typeface="Arial"/>
                </a:rPr>
                <a:t>P2</a:t>
              </a:r>
            </a:p>
          </p:txBody>
        </p:sp>
        <p:sp>
          <p:nvSpPr>
            <p:cNvPr id="119" name="ZoneTexte 118">
              <a:extLst>
                <a:ext uri="{FF2B5EF4-FFF2-40B4-BE49-F238E27FC236}">
                  <a16:creationId xmlns:a16="http://schemas.microsoft.com/office/drawing/2014/main" id="{DB1279FD-D96A-9A82-DBC7-1DC224A024D7}"/>
                </a:ext>
              </a:extLst>
            </p:cNvPr>
            <p:cNvSpPr txBox="1"/>
            <p:nvPr/>
          </p:nvSpPr>
          <p:spPr>
            <a:xfrm>
              <a:off x="4295750" y="3899096"/>
              <a:ext cx="2217581" cy="646331"/>
            </a:xfrm>
            <a:prstGeom prst="rect">
              <a:avLst/>
            </a:prstGeom>
            <a:noFill/>
            <a:ln>
              <a:noFill/>
            </a:ln>
          </p:spPr>
          <p:txBody>
            <a:bodyPr wrap="square" rtlCol="0">
              <a:spAutoFit/>
            </a:bodyPr>
            <a:lstStyle/>
            <a:p>
              <a:pPr marL="0" marR="0" lvl="0" indent="0" algn="r" defTabSz="914400" eaLnBrk="1" fontAlgn="auto" latinLnBrk="0" hangingPunct="1">
                <a:lnSpc>
                  <a:spcPct val="100000"/>
                </a:lnSpc>
                <a:spcBef>
                  <a:spcPts val="0"/>
                </a:spcBef>
                <a:spcAft>
                  <a:spcPts val="0"/>
                </a:spcAft>
                <a:buClrTx/>
                <a:buSzTx/>
                <a:buFontTx/>
                <a:buNone/>
                <a:tabLst/>
                <a:defRPr/>
              </a:pPr>
              <a:r>
                <a:rPr kumimoji="0" lang="fr-FR" sz="1800" b="0" i="0" u="none" strike="noStrike" kern="0" cap="none" spc="0" normalizeH="0" baseline="0" noProof="0" dirty="0">
                  <a:ln>
                    <a:noFill/>
                  </a:ln>
                  <a:solidFill>
                    <a:schemeClr val="tx2"/>
                  </a:solidFill>
                  <a:effectLst/>
                  <a:uLnTx/>
                  <a:uFillTx/>
                  <a:latin typeface="Poppins" pitchFamily="2" charset="77"/>
                  <a:cs typeface="Poppins" pitchFamily="2" charset="77"/>
                  <a:sym typeface="Arial"/>
                </a:rPr>
                <a:t>Intra domaine métier</a:t>
              </a:r>
            </a:p>
          </p:txBody>
        </p:sp>
        <p:sp>
          <p:nvSpPr>
            <p:cNvPr id="120" name="Ellipse 119">
              <a:extLst>
                <a:ext uri="{FF2B5EF4-FFF2-40B4-BE49-F238E27FC236}">
                  <a16:creationId xmlns:a16="http://schemas.microsoft.com/office/drawing/2014/main" id="{6147931A-6938-C6A8-1971-6648769D22ED}"/>
                </a:ext>
              </a:extLst>
            </p:cNvPr>
            <p:cNvSpPr/>
            <p:nvPr/>
          </p:nvSpPr>
          <p:spPr>
            <a:xfrm>
              <a:off x="6709432" y="4852427"/>
              <a:ext cx="444775" cy="444775"/>
            </a:xfrm>
            <a:prstGeom prst="ellipse">
              <a:avLst/>
            </a:prstGeom>
            <a:solidFill>
              <a:schemeClr val="accent5"/>
            </a:solidFill>
            <a:ln w="12700" cap="flat" cmpd="sng" algn="ctr">
              <a:noFill/>
              <a:prstDash val="solid"/>
              <a:miter lim="800000"/>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fr-FR" sz="1800" b="0" i="0" u="none" strike="noStrike" kern="0" cap="none" spc="0" normalizeH="0" baseline="0" noProof="0" dirty="0">
                  <a:ln>
                    <a:noFill/>
                  </a:ln>
                  <a:solidFill>
                    <a:prstClr val="white"/>
                  </a:solidFill>
                  <a:effectLst/>
                  <a:uLnTx/>
                  <a:uFillTx/>
                  <a:latin typeface="Poppins" pitchFamily="2" charset="77"/>
                  <a:cs typeface="Poppins" pitchFamily="2" charset="77"/>
                  <a:sym typeface="Arial"/>
                </a:rPr>
                <a:t>P3</a:t>
              </a:r>
            </a:p>
          </p:txBody>
        </p:sp>
        <p:sp>
          <p:nvSpPr>
            <p:cNvPr id="121" name="ZoneTexte 120">
              <a:extLst>
                <a:ext uri="{FF2B5EF4-FFF2-40B4-BE49-F238E27FC236}">
                  <a16:creationId xmlns:a16="http://schemas.microsoft.com/office/drawing/2014/main" id="{DB21AE9E-81F1-D374-8193-AB09DF1BD26F}"/>
                </a:ext>
              </a:extLst>
            </p:cNvPr>
            <p:cNvSpPr txBox="1"/>
            <p:nvPr/>
          </p:nvSpPr>
          <p:spPr>
            <a:xfrm>
              <a:off x="4282068" y="4747025"/>
              <a:ext cx="2231263" cy="668269"/>
            </a:xfrm>
            <a:prstGeom prst="rect">
              <a:avLst/>
            </a:prstGeom>
            <a:noFill/>
            <a:ln>
              <a:noFill/>
            </a:ln>
          </p:spPr>
          <p:txBody>
            <a:bodyPr wrap="square" rtlCol="0">
              <a:noAutofit/>
            </a:bodyPr>
            <a:lstStyle/>
            <a:p>
              <a:pPr marL="0" marR="0" lvl="0" indent="0" algn="r" defTabSz="914400" eaLnBrk="1" fontAlgn="auto" latinLnBrk="0" hangingPunct="1">
                <a:lnSpc>
                  <a:spcPct val="100000"/>
                </a:lnSpc>
                <a:spcBef>
                  <a:spcPts val="0"/>
                </a:spcBef>
                <a:spcAft>
                  <a:spcPts val="0"/>
                </a:spcAft>
                <a:buClrTx/>
                <a:buSzTx/>
                <a:buFontTx/>
                <a:buNone/>
                <a:tabLst/>
                <a:defRPr/>
              </a:pPr>
              <a:r>
                <a:rPr kumimoji="0" lang="fr-FR" sz="1800" b="0" i="0" u="none" strike="noStrike" kern="0" cap="none" spc="0" normalizeH="0" baseline="0" noProof="0" dirty="0">
                  <a:ln>
                    <a:noFill/>
                  </a:ln>
                  <a:solidFill>
                    <a:schemeClr val="accent5"/>
                  </a:solidFill>
                  <a:effectLst/>
                  <a:uLnTx/>
                  <a:uFillTx/>
                  <a:latin typeface="Poppins" pitchFamily="2" charset="77"/>
                  <a:cs typeface="Poppins" pitchFamily="2" charset="77"/>
                  <a:sym typeface="Arial"/>
                </a:rPr>
                <a:t>Inter domaine métier</a:t>
              </a:r>
            </a:p>
          </p:txBody>
        </p:sp>
        <p:sp>
          <p:nvSpPr>
            <p:cNvPr id="122" name="Ellipse 121">
              <a:extLst>
                <a:ext uri="{FF2B5EF4-FFF2-40B4-BE49-F238E27FC236}">
                  <a16:creationId xmlns:a16="http://schemas.microsoft.com/office/drawing/2014/main" id="{0B9A8BC9-B81A-405A-F5CE-90BEADA04019}"/>
                </a:ext>
              </a:extLst>
            </p:cNvPr>
            <p:cNvSpPr/>
            <p:nvPr/>
          </p:nvSpPr>
          <p:spPr>
            <a:xfrm>
              <a:off x="6709432" y="5819597"/>
              <a:ext cx="444775" cy="444775"/>
            </a:xfrm>
            <a:prstGeom prst="ellipse">
              <a:avLst/>
            </a:prstGeom>
            <a:solidFill>
              <a:schemeClr val="tx1"/>
            </a:solidFill>
            <a:ln w="12700" cap="flat" cmpd="sng" algn="ctr">
              <a:noFill/>
              <a:prstDash val="solid"/>
              <a:miter lim="800000"/>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fr-FR" sz="1800" b="0" i="0" u="none" strike="noStrike" kern="0" cap="none" spc="0" normalizeH="0" baseline="0" noProof="0">
                  <a:ln>
                    <a:noFill/>
                  </a:ln>
                  <a:solidFill>
                    <a:prstClr val="white"/>
                  </a:solidFill>
                  <a:effectLst/>
                  <a:uLnTx/>
                  <a:uFillTx/>
                  <a:latin typeface="Poppins" pitchFamily="2" charset="77"/>
                  <a:cs typeface="Poppins" pitchFamily="2" charset="77"/>
                  <a:sym typeface="Arial"/>
                </a:rPr>
                <a:t>P4</a:t>
              </a:r>
            </a:p>
          </p:txBody>
        </p:sp>
        <p:sp>
          <p:nvSpPr>
            <p:cNvPr id="123" name="ZoneTexte 122">
              <a:extLst>
                <a:ext uri="{FF2B5EF4-FFF2-40B4-BE49-F238E27FC236}">
                  <a16:creationId xmlns:a16="http://schemas.microsoft.com/office/drawing/2014/main" id="{CF586760-D208-3B49-CA10-4E18E6242B8C}"/>
                </a:ext>
              </a:extLst>
            </p:cNvPr>
            <p:cNvSpPr txBox="1"/>
            <p:nvPr/>
          </p:nvSpPr>
          <p:spPr>
            <a:xfrm>
              <a:off x="5051862" y="5841404"/>
              <a:ext cx="1461469" cy="289380"/>
            </a:xfrm>
            <a:prstGeom prst="rect">
              <a:avLst/>
            </a:prstGeom>
            <a:noFill/>
          </p:spPr>
          <p:txBody>
            <a:bodyPr wrap="square" rtlCol="0">
              <a:noAutofit/>
            </a:bodyPr>
            <a:lstStyle/>
            <a:p>
              <a:pPr marL="0" marR="0" lvl="0" indent="0" algn="r" defTabSz="914400" eaLnBrk="1" fontAlgn="auto" latinLnBrk="0" hangingPunct="1">
                <a:lnSpc>
                  <a:spcPct val="100000"/>
                </a:lnSpc>
                <a:spcBef>
                  <a:spcPts val="0"/>
                </a:spcBef>
                <a:spcAft>
                  <a:spcPts val="0"/>
                </a:spcAft>
                <a:buClrTx/>
                <a:buSzTx/>
                <a:buFontTx/>
                <a:buNone/>
                <a:tabLst/>
                <a:defRPr/>
              </a:pPr>
              <a:r>
                <a:rPr kumimoji="0" lang="fr-FR" sz="1800" b="0" i="0" u="none" strike="noStrike" kern="0" cap="none" spc="0" normalizeH="0" baseline="0" noProof="0" dirty="0">
                  <a:ln>
                    <a:noFill/>
                  </a:ln>
                  <a:effectLst/>
                  <a:uLnTx/>
                  <a:uFillTx/>
                  <a:latin typeface="Poppins" pitchFamily="2" charset="77"/>
                  <a:cs typeface="Poppins" pitchFamily="2" charset="77"/>
                  <a:sym typeface="Arial"/>
                </a:rPr>
                <a:t>Externe</a:t>
              </a:r>
            </a:p>
          </p:txBody>
        </p:sp>
        <p:sp>
          <p:nvSpPr>
            <p:cNvPr id="124" name="ZoneTexte 123">
              <a:extLst>
                <a:ext uri="{FF2B5EF4-FFF2-40B4-BE49-F238E27FC236}">
                  <a16:creationId xmlns:a16="http://schemas.microsoft.com/office/drawing/2014/main" id="{F167591D-9B1D-ABA1-89ED-ED97F8E26EF9}"/>
                </a:ext>
              </a:extLst>
            </p:cNvPr>
            <p:cNvSpPr txBox="1"/>
            <p:nvPr/>
          </p:nvSpPr>
          <p:spPr>
            <a:xfrm>
              <a:off x="4872594" y="1830469"/>
              <a:ext cx="1865647" cy="338554"/>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fr-FR" sz="1600" b="1" i="0" u="none" strike="noStrike" kern="0" cap="none" spc="0" normalizeH="0" baseline="0" noProof="0" dirty="0">
                  <a:ln>
                    <a:noFill/>
                  </a:ln>
                  <a:effectLst/>
                  <a:uLnTx/>
                  <a:uFillTx/>
                  <a:latin typeface="Poppins" pitchFamily="2" charset="77"/>
                  <a:cs typeface="Poppins" pitchFamily="2" charset="77"/>
                </a:rPr>
                <a:t>Périmètres API</a:t>
              </a:r>
            </a:p>
          </p:txBody>
        </p:sp>
        <p:cxnSp>
          <p:nvCxnSpPr>
            <p:cNvPr id="125" name="Connecteur droit 124">
              <a:extLst>
                <a:ext uri="{FF2B5EF4-FFF2-40B4-BE49-F238E27FC236}">
                  <a16:creationId xmlns:a16="http://schemas.microsoft.com/office/drawing/2014/main" id="{DF779744-B9DC-F9B6-A974-68911C69AACE}"/>
                </a:ext>
              </a:extLst>
            </p:cNvPr>
            <p:cNvCxnSpPr>
              <a:cxnSpLocks/>
            </p:cNvCxnSpPr>
            <p:nvPr/>
          </p:nvCxnSpPr>
          <p:spPr>
            <a:xfrm>
              <a:off x="4229119" y="2166424"/>
              <a:ext cx="0" cy="4528666"/>
            </a:xfrm>
            <a:prstGeom prst="line">
              <a:avLst/>
            </a:prstGeom>
            <a:noFill/>
            <a:ln w="6350" cap="flat" cmpd="sng" algn="ctr">
              <a:solidFill>
                <a:srgbClr val="1C244F"/>
              </a:solidFill>
              <a:prstDash val="dash"/>
              <a:miter lim="800000"/>
            </a:ln>
            <a:effectLst/>
          </p:spPr>
        </p:cxnSp>
        <p:cxnSp>
          <p:nvCxnSpPr>
            <p:cNvPr id="126" name="Connecteur droit 125">
              <a:extLst>
                <a:ext uri="{FF2B5EF4-FFF2-40B4-BE49-F238E27FC236}">
                  <a16:creationId xmlns:a16="http://schemas.microsoft.com/office/drawing/2014/main" id="{D19D4AB2-91B3-5C62-9AEA-671E5834D7A4}"/>
                </a:ext>
              </a:extLst>
            </p:cNvPr>
            <p:cNvCxnSpPr>
              <a:cxnSpLocks/>
            </p:cNvCxnSpPr>
            <p:nvPr/>
          </p:nvCxnSpPr>
          <p:spPr>
            <a:xfrm>
              <a:off x="7368035" y="2166424"/>
              <a:ext cx="0" cy="4528666"/>
            </a:xfrm>
            <a:prstGeom prst="line">
              <a:avLst/>
            </a:prstGeom>
            <a:noFill/>
            <a:ln w="6350" cap="flat" cmpd="sng" algn="ctr">
              <a:solidFill>
                <a:srgbClr val="1C244F"/>
              </a:solidFill>
              <a:prstDash val="dash"/>
              <a:miter lim="800000"/>
            </a:ln>
            <a:effectLst/>
          </p:spPr>
        </p:cxnSp>
      </p:grpSp>
    </p:spTree>
    <p:extLst>
      <p:ext uri="{BB962C8B-B14F-4D97-AF65-F5344CB8AC3E}">
        <p14:creationId xmlns:p14="http://schemas.microsoft.com/office/powerpoint/2010/main" val="17160058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space réservé du texte 5">
            <a:extLst>
              <a:ext uri="{FF2B5EF4-FFF2-40B4-BE49-F238E27FC236}">
                <a16:creationId xmlns:a16="http://schemas.microsoft.com/office/drawing/2014/main" id="{A4AA0259-2132-CCAD-65D5-DA48F54F4FDC}"/>
              </a:ext>
            </a:extLst>
          </p:cNvPr>
          <p:cNvSpPr>
            <a:spLocks noGrp="1"/>
          </p:cNvSpPr>
          <p:nvPr>
            <p:ph type="body" sz="quarter" idx="16"/>
          </p:nvPr>
        </p:nvSpPr>
        <p:spPr>
          <a:xfrm>
            <a:off x="539867" y="329955"/>
            <a:ext cx="10344080" cy="263149"/>
          </a:xfrm>
        </p:spPr>
        <p:txBody>
          <a:bodyPr/>
          <a:lstStyle/>
          <a:p>
            <a:r>
              <a:rPr lang="fr-FR" dirty="0"/>
              <a:t>Pattern global d’architecture</a:t>
            </a:r>
          </a:p>
        </p:txBody>
      </p:sp>
      <p:sp>
        <p:nvSpPr>
          <p:cNvPr id="5" name="Titre 4">
            <a:extLst>
              <a:ext uri="{FF2B5EF4-FFF2-40B4-BE49-F238E27FC236}">
                <a16:creationId xmlns:a16="http://schemas.microsoft.com/office/drawing/2014/main" id="{D601F5EB-F18C-1A35-CB61-3847BC6FB650}"/>
              </a:ext>
            </a:extLst>
          </p:cNvPr>
          <p:cNvSpPr>
            <a:spLocks noGrp="1"/>
          </p:cNvSpPr>
          <p:nvPr>
            <p:ph type="title"/>
          </p:nvPr>
        </p:nvSpPr>
        <p:spPr>
          <a:xfrm>
            <a:off x="539866" y="598891"/>
            <a:ext cx="10344079" cy="481670"/>
          </a:xfrm>
        </p:spPr>
        <p:txBody>
          <a:bodyPr/>
          <a:lstStyle/>
          <a:p>
            <a:r>
              <a:rPr lang="fr-FR" dirty="0"/>
              <a:t>Principes</a:t>
            </a:r>
          </a:p>
        </p:txBody>
      </p:sp>
      <p:sp>
        <p:nvSpPr>
          <p:cNvPr id="323" name="ZoneTexte 322">
            <a:extLst>
              <a:ext uri="{FF2B5EF4-FFF2-40B4-BE49-F238E27FC236}">
                <a16:creationId xmlns:a16="http://schemas.microsoft.com/office/drawing/2014/main" id="{4AC17034-57FA-DB3B-D91A-69BAD2DB979D}"/>
              </a:ext>
            </a:extLst>
          </p:cNvPr>
          <p:cNvSpPr txBox="1"/>
          <p:nvPr/>
        </p:nvSpPr>
        <p:spPr>
          <a:xfrm>
            <a:off x="10575930" y="984321"/>
            <a:ext cx="1462345" cy="5507863"/>
          </a:xfrm>
          <a:prstGeom prst="roundRect">
            <a:avLst>
              <a:gd name="adj" fmla="val 9578"/>
            </a:avLst>
          </a:prstGeom>
          <a:solidFill>
            <a:sysClr val="window" lastClr="FFFFFF">
              <a:lumMod val="95000"/>
            </a:sysClr>
          </a:solidFill>
        </p:spPr>
        <p:txBody>
          <a:bodyPr wrap="square" lIns="36000" tIns="36000" rIns="36000" bIns="36000" rtlCol="0" anchor="t">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fr-FR" sz="1100" b="1" u="none" strike="noStrike" kern="0" cap="none" spc="0" normalizeH="0" baseline="0" noProof="0">
                <a:ln>
                  <a:noFill/>
                </a:ln>
                <a:solidFill>
                  <a:prstClr val="black"/>
                </a:solidFill>
                <a:effectLst/>
                <a:uLnTx/>
                <a:uFillTx/>
                <a:latin typeface="Poppins" pitchFamily="2" charset="77"/>
                <a:cs typeface="Poppins" pitchFamily="2" charset="77"/>
              </a:rPr>
              <a:t>Maturité des API ciblé</a:t>
            </a:r>
          </a:p>
        </p:txBody>
      </p:sp>
      <p:sp>
        <p:nvSpPr>
          <p:cNvPr id="324" name="Rectangle : coins arrondis 323">
            <a:extLst>
              <a:ext uri="{FF2B5EF4-FFF2-40B4-BE49-F238E27FC236}">
                <a16:creationId xmlns:a16="http://schemas.microsoft.com/office/drawing/2014/main" id="{C60DF67A-B054-0EB9-7193-90435DE339CE}"/>
              </a:ext>
            </a:extLst>
          </p:cNvPr>
          <p:cNvSpPr/>
          <p:nvPr/>
        </p:nvSpPr>
        <p:spPr>
          <a:xfrm rot="5400000">
            <a:off x="1678210" y="3559544"/>
            <a:ext cx="594805" cy="3238993"/>
          </a:xfrm>
          <a:prstGeom prst="roundRect">
            <a:avLst>
              <a:gd name="adj" fmla="val 13947"/>
            </a:avLst>
          </a:prstGeom>
          <a:solidFill>
            <a:sysClr val="window" lastClr="FFFFFF">
              <a:lumMod val="95000"/>
            </a:sysClr>
          </a:solidFill>
          <a:ln w="9525" cap="rnd" cmpd="sng" algn="ctr">
            <a:noFill/>
            <a:prstDash val="solid"/>
            <a:round/>
            <a:headEnd type="none" w="med" len="med"/>
            <a:tailEnd type="none" w="med" len="med"/>
          </a:ln>
          <a:effectLst/>
        </p:spPr>
        <p:txBody>
          <a:bodyPr rot="0" spcFirstLastPara="0" vertOverflow="overflow" horzOverflow="overflow" vert="vert270" wrap="square" lIns="48000" tIns="60960" rIns="48000" bIns="60960" numCol="1" spcCol="0" rtlCol="0" fromWordArt="0" anchor="t" anchorCtr="0" forceAA="0" compatLnSpc="1">
            <a:prstTxWarp prst="textNoShape">
              <a:avLst/>
            </a:prstTxWarp>
            <a:noAutofit/>
          </a:bodyPr>
          <a:lstStyle/>
          <a:p>
            <a:pPr marL="0" marR="0" lvl="0" indent="0" defTabSz="914400" eaLnBrk="1" fontAlgn="auto" latinLnBrk="0" hangingPunct="1">
              <a:lnSpc>
                <a:spcPct val="90000"/>
              </a:lnSpc>
              <a:spcBef>
                <a:spcPts val="0"/>
              </a:spcBef>
              <a:spcAft>
                <a:spcPts val="1333"/>
              </a:spcAft>
              <a:buClrTx/>
              <a:buSzTx/>
              <a:buFontTx/>
              <a:buNone/>
              <a:tabLst/>
              <a:defRPr/>
            </a:pPr>
            <a:r>
              <a:rPr kumimoji="0" lang="fr-FR" sz="900" u="none" strike="noStrike" kern="0" cap="none" spc="0" normalizeH="0" baseline="0" noProof="0" dirty="0">
                <a:ln>
                  <a:noFill/>
                </a:ln>
                <a:solidFill>
                  <a:srgbClr val="002060"/>
                </a:solidFill>
                <a:effectLst/>
                <a:uLnTx/>
                <a:uFillTx/>
                <a:latin typeface="Poppins" pitchFamily="2" charset="77"/>
                <a:cs typeface="Poppins" pitchFamily="2" charset="77"/>
              </a:rPr>
              <a:t>Processus</a:t>
            </a:r>
          </a:p>
        </p:txBody>
      </p:sp>
      <p:sp>
        <p:nvSpPr>
          <p:cNvPr id="325" name="Rectangle : coins arrondis 324">
            <a:extLst>
              <a:ext uri="{FF2B5EF4-FFF2-40B4-BE49-F238E27FC236}">
                <a16:creationId xmlns:a16="http://schemas.microsoft.com/office/drawing/2014/main" id="{F1867DE5-B372-6154-470E-4603E7225E0A}"/>
              </a:ext>
            </a:extLst>
          </p:cNvPr>
          <p:cNvSpPr/>
          <p:nvPr/>
        </p:nvSpPr>
        <p:spPr>
          <a:xfrm rot="5400000">
            <a:off x="1631294" y="4324394"/>
            <a:ext cx="670453" cy="3257178"/>
          </a:xfrm>
          <a:prstGeom prst="roundRect">
            <a:avLst>
              <a:gd name="adj" fmla="val 13947"/>
            </a:avLst>
          </a:prstGeom>
          <a:solidFill>
            <a:sysClr val="window" lastClr="FFFFFF">
              <a:lumMod val="95000"/>
            </a:sysClr>
          </a:solidFill>
          <a:ln w="9525" cap="rnd" cmpd="sng" algn="ctr">
            <a:noFill/>
            <a:prstDash val="solid"/>
            <a:round/>
            <a:headEnd type="none" w="med" len="med"/>
            <a:tailEnd type="none" w="med" len="med"/>
          </a:ln>
          <a:effectLst/>
        </p:spPr>
        <p:txBody>
          <a:bodyPr rot="0" spcFirstLastPara="0" vertOverflow="overflow" horzOverflow="overflow" vert="vert270" wrap="square" lIns="48000" tIns="60960" rIns="48000" bIns="60960" numCol="1" spcCol="0" rtlCol="0" fromWordArt="0" anchor="t" anchorCtr="0" forceAA="0" compatLnSpc="1">
            <a:prstTxWarp prst="textNoShape">
              <a:avLst/>
            </a:prstTxWarp>
            <a:noAutofit/>
          </a:bodyPr>
          <a:lstStyle/>
          <a:p>
            <a:pPr marL="0" marR="0" lvl="0" indent="0" defTabSz="914400" eaLnBrk="1" fontAlgn="auto" latinLnBrk="0" hangingPunct="1">
              <a:lnSpc>
                <a:spcPct val="90000"/>
              </a:lnSpc>
              <a:spcBef>
                <a:spcPts val="0"/>
              </a:spcBef>
              <a:spcAft>
                <a:spcPts val="1333"/>
              </a:spcAft>
              <a:buClrTx/>
              <a:buSzTx/>
              <a:buFontTx/>
              <a:buNone/>
              <a:tabLst/>
              <a:defRPr/>
            </a:pPr>
            <a:r>
              <a:rPr kumimoji="0" lang="fr-FR" sz="900" u="none" strike="noStrike" kern="0" cap="none" spc="0" normalizeH="0" baseline="0" noProof="0">
                <a:ln>
                  <a:noFill/>
                </a:ln>
                <a:solidFill>
                  <a:srgbClr val="8F7332"/>
                </a:solidFill>
                <a:effectLst/>
                <a:uLnTx/>
                <a:uFillTx/>
                <a:latin typeface="Poppins" pitchFamily="2" charset="77"/>
                <a:cs typeface="Poppins" pitchFamily="2" charset="77"/>
              </a:rPr>
              <a:t>Cœur métier</a:t>
            </a:r>
          </a:p>
        </p:txBody>
      </p:sp>
      <p:sp>
        <p:nvSpPr>
          <p:cNvPr id="326" name="Rectangle : coins arrondis 325">
            <a:extLst>
              <a:ext uri="{FF2B5EF4-FFF2-40B4-BE49-F238E27FC236}">
                <a16:creationId xmlns:a16="http://schemas.microsoft.com/office/drawing/2014/main" id="{1DB9E62B-CDBF-507F-C937-D761A3DFE1F2}"/>
              </a:ext>
            </a:extLst>
          </p:cNvPr>
          <p:cNvSpPr/>
          <p:nvPr/>
        </p:nvSpPr>
        <p:spPr>
          <a:xfrm>
            <a:off x="356119" y="1083331"/>
            <a:ext cx="3273422" cy="263148"/>
          </a:xfrm>
          <a:prstGeom prst="roundRect">
            <a:avLst>
              <a:gd name="adj" fmla="val 10810"/>
            </a:avLst>
          </a:prstGeom>
          <a:solidFill>
            <a:sysClr val="window" lastClr="FFFFFF"/>
          </a:solidFill>
          <a:ln w="19050">
            <a:solidFill>
              <a:sysClr val="windowText" lastClr="000000"/>
            </a:solidFill>
          </a:ln>
        </p:spPr>
        <p:txBody>
          <a:bodyPr wrap="square" lIns="36000" tIns="36000" rIns="36000" bIns="36000" rtlCol="0" anchor="ctr"/>
          <a:lstStyle/>
          <a:p>
            <a:pPr marL="0" marR="0" lvl="0" indent="0" algn="ctr" defTabSz="554492" eaLnBrk="1" fontAlgn="auto" latinLnBrk="0" hangingPunct="1">
              <a:lnSpc>
                <a:spcPct val="100000"/>
              </a:lnSpc>
              <a:spcBef>
                <a:spcPts val="0"/>
              </a:spcBef>
              <a:spcAft>
                <a:spcPts val="600"/>
              </a:spcAft>
              <a:buClrTx/>
              <a:buSzTx/>
              <a:buFontTx/>
              <a:buNone/>
              <a:tabLst/>
              <a:defRPr/>
            </a:pPr>
            <a:r>
              <a:rPr kumimoji="0" lang="fr-FR" sz="1000" b="1" u="none" strike="noStrike" kern="0" cap="none" spc="0" normalizeH="0" baseline="0" noProof="0" dirty="0">
                <a:ln>
                  <a:noFill/>
                </a:ln>
                <a:solidFill>
                  <a:prstClr val="black"/>
                </a:solidFill>
                <a:effectLst/>
                <a:uLnTx/>
                <a:uFillTx/>
                <a:latin typeface="Poppins" pitchFamily="2" charset="77"/>
                <a:cs typeface="Poppins" pitchFamily="2" charset="77"/>
              </a:rPr>
              <a:t>Consommateurs</a:t>
            </a:r>
          </a:p>
        </p:txBody>
      </p:sp>
      <p:sp>
        <p:nvSpPr>
          <p:cNvPr id="327" name="Rectangle : coins arrondis 326">
            <a:extLst>
              <a:ext uri="{FF2B5EF4-FFF2-40B4-BE49-F238E27FC236}">
                <a16:creationId xmlns:a16="http://schemas.microsoft.com/office/drawing/2014/main" id="{9D8A5E12-C552-AFCE-C04C-FF6EB9A0B48A}"/>
              </a:ext>
            </a:extLst>
          </p:cNvPr>
          <p:cNvSpPr/>
          <p:nvPr/>
        </p:nvSpPr>
        <p:spPr>
          <a:xfrm>
            <a:off x="337931" y="2207793"/>
            <a:ext cx="3262987" cy="670452"/>
          </a:xfrm>
          <a:prstGeom prst="roundRect">
            <a:avLst>
              <a:gd name="adj" fmla="val 0"/>
            </a:avLst>
          </a:prstGeom>
          <a:solidFill>
            <a:srgbClr val="5B6971">
              <a:lumMod val="20000"/>
              <a:lumOff val="80000"/>
            </a:srgbClr>
          </a:solidFill>
        </p:spPr>
        <p:txBody>
          <a:bodyPr wrap="square" lIns="36000" tIns="36000" rIns="36000" bIns="36000" rtlCol="0" anchor="t"/>
          <a:lstStyle/>
          <a:p>
            <a:pPr marL="0" marR="0" lvl="0" indent="0" defTabSz="554492" eaLnBrk="1" fontAlgn="auto" latinLnBrk="0" hangingPunct="1">
              <a:lnSpc>
                <a:spcPct val="100000"/>
              </a:lnSpc>
              <a:spcBef>
                <a:spcPts val="0"/>
              </a:spcBef>
              <a:spcAft>
                <a:spcPts val="600"/>
              </a:spcAft>
              <a:buClrTx/>
              <a:buSzTx/>
              <a:buFontTx/>
              <a:buNone/>
              <a:tabLst/>
              <a:defRPr/>
            </a:pPr>
            <a:r>
              <a:rPr kumimoji="0" lang="fr-FR" sz="1000" u="none" strike="noStrike" kern="0" cap="none" spc="0" normalizeH="0" baseline="0" noProof="0">
                <a:ln>
                  <a:noFill/>
                </a:ln>
                <a:solidFill>
                  <a:prstClr val="black"/>
                </a:solidFill>
                <a:effectLst/>
                <a:uLnTx/>
                <a:uFillTx/>
                <a:latin typeface="Poppins" pitchFamily="2" charset="77"/>
                <a:cs typeface="Poppins" pitchFamily="2" charset="77"/>
              </a:rPr>
              <a:t>Médiation Externe</a:t>
            </a:r>
          </a:p>
        </p:txBody>
      </p:sp>
      <p:sp>
        <p:nvSpPr>
          <p:cNvPr id="328" name="Rectangle : coins arrondis 327">
            <a:extLst>
              <a:ext uri="{FF2B5EF4-FFF2-40B4-BE49-F238E27FC236}">
                <a16:creationId xmlns:a16="http://schemas.microsoft.com/office/drawing/2014/main" id="{25C2CAAA-9C60-D2DD-BBD4-0D94CC0B5132}"/>
              </a:ext>
            </a:extLst>
          </p:cNvPr>
          <p:cNvSpPr/>
          <p:nvPr/>
        </p:nvSpPr>
        <p:spPr>
          <a:xfrm>
            <a:off x="340641" y="3855142"/>
            <a:ext cx="3257178" cy="710866"/>
          </a:xfrm>
          <a:prstGeom prst="roundRect">
            <a:avLst>
              <a:gd name="adj" fmla="val 0"/>
            </a:avLst>
          </a:prstGeom>
          <a:solidFill>
            <a:srgbClr val="5B6971">
              <a:lumMod val="20000"/>
              <a:lumOff val="80000"/>
            </a:srgbClr>
          </a:solidFill>
        </p:spPr>
        <p:txBody>
          <a:bodyPr wrap="square" lIns="36000" tIns="36000" rIns="36000" bIns="36000" rtlCol="0" anchor="t"/>
          <a:lstStyle/>
          <a:p>
            <a:pPr marL="0" marR="0" lvl="0" indent="0" defTabSz="554492" eaLnBrk="1" fontAlgn="auto" latinLnBrk="0" hangingPunct="1">
              <a:lnSpc>
                <a:spcPct val="100000"/>
              </a:lnSpc>
              <a:spcBef>
                <a:spcPts val="0"/>
              </a:spcBef>
              <a:spcAft>
                <a:spcPts val="600"/>
              </a:spcAft>
              <a:buClrTx/>
              <a:buSzTx/>
              <a:buFontTx/>
              <a:buNone/>
              <a:tabLst/>
              <a:defRPr/>
            </a:pPr>
            <a:r>
              <a:rPr kumimoji="0" lang="fr-FR" sz="1000" u="none" strike="noStrike" kern="0" cap="none" spc="0" normalizeH="0" baseline="0" noProof="0" dirty="0">
                <a:ln>
                  <a:noFill/>
                </a:ln>
                <a:solidFill>
                  <a:prstClr val="black"/>
                </a:solidFill>
                <a:effectLst/>
                <a:uLnTx/>
                <a:uFillTx/>
                <a:latin typeface="Poppins" pitchFamily="2" charset="77"/>
                <a:cs typeface="Poppins" pitchFamily="2" charset="77"/>
              </a:rPr>
              <a:t>Médiation interne</a:t>
            </a:r>
          </a:p>
        </p:txBody>
      </p:sp>
      <p:sp>
        <p:nvSpPr>
          <p:cNvPr id="329" name="Rectangle : coins arrondis 328">
            <a:extLst>
              <a:ext uri="{FF2B5EF4-FFF2-40B4-BE49-F238E27FC236}">
                <a16:creationId xmlns:a16="http://schemas.microsoft.com/office/drawing/2014/main" id="{6A79BB42-A435-00E8-21F5-AB228E38A20B}"/>
              </a:ext>
            </a:extLst>
          </p:cNvPr>
          <p:cNvSpPr/>
          <p:nvPr/>
        </p:nvSpPr>
        <p:spPr>
          <a:xfrm>
            <a:off x="274320" y="1962017"/>
            <a:ext cx="3355267" cy="4706067"/>
          </a:xfrm>
          <a:prstGeom prst="roundRect">
            <a:avLst>
              <a:gd name="adj" fmla="val 4374"/>
            </a:avLst>
          </a:prstGeom>
          <a:noFill/>
          <a:ln w="19050">
            <a:solidFill>
              <a:sysClr val="windowText" lastClr="000000"/>
            </a:solidFill>
          </a:ln>
        </p:spPr>
        <p:txBody>
          <a:bodyPr wrap="square" lIns="36000" tIns="36000" rIns="36000" bIns="36000" rtlCol="0" anchor="t"/>
          <a:lstStyle/>
          <a:p>
            <a:pPr marL="0" marR="0" lvl="0" indent="0" defTabSz="554492" eaLnBrk="1" fontAlgn="auto" latinLnBrk="0" hangingPunct="1">
              <a:lnSpc>
                <a:spcPct val="100000"/>
              </a:lnSpc>
              <a:spcBef>
                <a:spcPts val="0"/>
              </a:spcBef>
              <a:spcAft>
                <a:spcPts val="600"/>
              </a:spcAft>
              <a:buClrTx/>
              <a:buSzTx/>
              <a:buFontTx/>
              <a:buNone/>
              <a:tabLst/>
              <a:defRPr/>
            </a:pPr>
            <a:r>
              <a:rPr kumimoji="0" lang="fr-FR" sz="1000" b="1" u="none" strike="noStrike" kern="0" cap="none" spc="0" normalizeH="0" baseline="0" noProof="0">
                <a:ln>
                  <a:noFill/>
                </a:ln>
                <a:solidFill>
                  <a:prstClr val="black"/>
                </a:solidFill>
                <a:effectLst/>
                <a:uLnTx/>
                <a:uFillTx/>
                <a:latin typeface="Poppins" pitchFamily="2" charset="77"/>
                <a:cs typeface="Poppins" pitchFamily="2" charset="77"/>
              </a:rPr>
              <a:t>SI</a:t>
            </a:r>
          </a:p>
        </p:txBody>
      </p:sp>
      <p:sp>
        <p:nvSpPr>
          <p:cNvPr id="330" name="Rectangle : coins arrondis 329">
            <a:extLst>
              <a:ext uri="{FF2B5EF4-FFF2-40B4-BE49-F238E27FC236}">
                <a16:creationId xmlns:a16="http://schemas.microsoft.com/office/drawing/2014/main" id="{C9D7872D-9AAC-FB93-B453-C11125893B5F}"/>
              </a:ext>
            </a:extLst>
          </p:cNvPr>
          <p:cNvSpPr/>
          <p:nvPr/>
        </p:nvSpPr>
        <p:spPr>
          <a:xfrm>
            <a:off x="854891" y="2453081"/>
            <a:ext cx="2672110" cy="325287"/>
          </a:xfrm>
          <a:prstGeom prst="roundRect">
            <a:avLst/>
          </a:prstGeom>
          <a:solidFill>
            <a:schemeClr val="tx1"/>
          </a:solidFill>
        </p:spPr>
        <p:txBody>
          <a:bodyPr wrap="square" lIns="36000" tIns="36000" rIns="36000" bIns="36000" rtlCol="0" anchor="ctr"/>
          <a:lstStyle/>
          <a:p>
            <a:pPr marL="0" marR="0" lvl="0" indent="0" algn="ctr" defTabSz="554492" eaLnBrk="1" fontAlgn="auto" latinLnBrk="0" hangingPunct="1">
              <a:lnSpc>
                <a:spcPct val="100000"/>
              </a:lnSpc>
              <a:spcBef>
                <a:spcPts val="0"/>
              </a:spcBef>
              <a:spcAft>
                <a:spcPts val="600"/>
              </a:spcAft>
              <a:buClrTx/>
              <a:buSzTx/>
              <a:buFontTx/>
              <a:buNone/>
              <a:tabLst/>
              <a:defRPr/>
            </a:pPr>
            <a:r>
              <a:rPr kumimoji="0" lang="fr-FR" sz="1000" u="none" strike="noStrike" kern="0" cap="none" spc="0" normalizeH="0" baseline="0" noProof="0" dirty="0">
                <a:ln>
                  <a:noFill/>
                </a:ln>
                <a:solidFill>
                  <a:prstClr val="white"/>
                </a:solidFill>
                <a:effectLst/>
                <a:uLnTx/>
                <a:uFillTx/>
                <a:latin typeface="Poppins" pitchFamily="2" charset="77"/>
                <a:cs typeface="Poppins" pitchFamily="2" charset="77"/>
              </a:rPr>
              <a:t>API GW </a:t>
            </a:r>
            <a:r>
              <a:rPr kumimoji="0" lang="fr-FR" sz="1000" b="1" u="none" strike="noStrike" kern="0" cap="none" spc="0" normalizeH="0" baseline="0" noProof="0" dirty="0">
                <a:ln>
                  <a:noFill/>
                </a:ln>
                <a:solidFill>
                  <a:prstClr val="white"/>
                </a:solidFill>
                <a:effectLst/>
                <a:uLnTx/>
                <a:uFillTx/>
                <a:latin typeface="Poppins" pitchFamily="2" charset="77"/>
                <a:cs typeface="Poppins" pitchFamily="2" charset="77"/>
              </a:rPr>
              <a:t>externe</a:t>
            </a:r>
            <a:r>
              <a:rPr kumimoji="0" lang="fr-FR" sz="1000" u="none" strike="noStrike" kern="0" cap="none" spc="0" normalizeH="0" baseline="0" noProof="0" dirty="0">
                <a:ln>
                  <a:noFill/>
                </a:ln>
                <a:solidFill>
                  <a:prstClr val="white"/>
                </a:solidFill>
                <a:effectLst/>
                <a:uLnTx/>
                <a:uFillTx/>
                <a:latin typeface="Poppins" pitchFamily="2" charset="77"/>
                <a:cs typeface="Poppins" pitchFamily="2" charset="77"/>
              </a:rPr>
              <a:t>(s)</a:t>
            </a:r>
          </a:p>
        </p:txBody>
      </p:sp>
      <p:sp>
        <p:nvSpPr>
          <p:cNvPr id="331" name="Rectangle : coins arrondis 330">
            <a:extLst>
              <a:ext uri="{FF2B5EF4-FFF2-40B4-BE49-F238E27FC236}">
                <a16:creationId xmlns:a16="http://schemas.microsoft.com/office/drawing/2014/main" id="{531C62CF-C86D-5BDA-D85D-2E2965B7D2BF}"/>
              </a:ext>
            </a:extLst>
          </p:cNvPr>
          <p:cNvSpPr/>
          <p:nvPr/>
        </p:nvSpPr>
        <p:spPr>
          <a:xfrm>
            <a:off x="854892" y="4196844"/>
            <a:ext cx="2672110" cy="325287"/>
          </a:xfrm>
          <a:prstGeom prst="roundRect">
            <a:avLst/>
          </a:prstGeom>
          <a:solidFill>
            <a:schemeClr val="tx1"/>
          </a:solidFill>
        </p:spPr>
        <p:txBody>
          <a:bodyPr wrap="square" lIns="36000" tIns="36000" rIns="36000" bIns="36000" rtlCol="0" anchor="ctr"/>
          <a:lstStyle/>
          <a:p>
            <a:pPr marL="0" marR="0" lvl="0" indent="0" algn="ctr" defTabSz="554492" eaLnBrk="1" fontAlgn="auto" latinLnBrk="0" hangingPunct="1">
              <a:lnSpc>
                <a:spcPct val="100000"/>
              </a:lnSpc>
              <a:spcBef>
                <a:spcPts val="0"/>
              </a:spcBef>
              <a:spcAft>
                <a:spcPts val="600"/>
              </a:spcAft>
              <a:buClrTx/>
              <a:buSzTx/>
              <a:buFontTx/>
              <a:buNone/>
              <a:tabLst/>
              <a:defRPr/>
            </a:pPr>
            <a:r>
              <a:rPr kumimoji="0" lang="fr-FR" sz="1000" u="none" strike="noStrike" kern="0" cap="none" spc="0" normalizeH="0" baseline="0" noProof="0" dirty="0">
                <a:ln>
                  <a:noFill/>
                </a:ln>
                <a:solidFill>
                  <a:prstClr val="white"/>
                </a:solidFill>
                <a:effectLst/>
                <a:uLnTx/>
                <a:uFillTx/>
                <a:latin typeface="Poppins" pitchFamily="2" charset="77"/>
                <a:cs typeface="Poppins" pitchFamily="2" charset="77"/>
              </a:rPr>
              <a:t>API GW </a:t>
            </a:r>
            <a:r>
              <a:rPr kumimoji="0" lang="fr-FR" sz="1000" b="1" u="none" strike="noStrike" kern="0" cap="none" spc="0" normalizeH="0" baseline="0" noProof="0" dirty="0">
                <a:ln>
                  <a:noFill/>
                </a:ln>
                <a:solidFill>
                  <a:prstClr val="white"/>
                </a:solidFill>
                <a:effectLst/>
                <a:uLnTx/>
                <a:uFillTx/>
                <a:latin typeface="Poppins" pitchFamily="2" charset="77"/>
                <a:cs typeface="Poppins" pitchFamily="2" charset="77"/>
              </a:rPr>
              <a:t>interne</a:t>
            </a:r>
            <a:r>
              <a:rPr kumimoji="0" lang="fr-FR" sz="1000" u="none" strike="noStrike" kern="0" cap="none" spc="0" normalizeH="0" baseline="0" noProof="0" dirty="0">
                <a:ln>
                  <a:noFill/>
                </a:ln>
                <a:solidFill>
                  <a:prstClr val="white"/>
                </a:solidFill>
                <a:effectLst/>
                <a:uLnTx/>
                <a:uFillTx/>
                <a:latin typeface="Poppins" pitchFamily="2" charset="77"/>
                <a:cs typeface="Poppins" pitchFamily="2" charset="77"/>
              </a:rPr>
              <a:t>(s)</a:t>
            </a:r>
          </a:p>
        </p:txBody>
      </p:sp>
      <p:cxnSp>
        <p:nvCxnSpPr>
          <p:cNvPr id="332" name="Connecteur en angle 79">
            <a:extLst>
              <a:ext uri="{FF2B5EF4-FFF2-40B4-BE49-F238E27FC236}">
                <a16:creationId xmlns:a16="http://schemas.microsoft.com/office/drawing/2014/main" id="{F6D26279-ACA5-43E6-DC2C-BCBBC7FBF031}"/>
              </a:ext>
            </a:extLst>
          </p:cNvPr>
          <p:cNvCxnSpPr>
            <a:cxnSpLocks/>
            <a:endCxn id="326" idx="2"/>
          </p:cNvCxnSpPr>
          <p:nvPr/>
        </p:nvCxnSpPr>
        <p:spPr>
          <a:xfrm flipV="1">
            <a:off x="1987613" y="1346479"/>
            <a:ext cx="5217" cy="1106602"/>
          </a:xfrm>
          <a:prstGeom prst="straightConnector1">
            <a:avLst/>
          </a:prstGeom>
          <a:noFill/>
          <a:ln w="6350" cap="flat" cmpd="sng" algn="ctr">
            <a:solidFill>
              <a:srgbClr val="F09A00"/>
            </a:solidFill>
            <a:prstDash val="solid"/>
            <a:miter lim="800000"/>
            <a:headEnd type="triangle" w="med" len="med"/>
            <a:tailEnd type="none" w="med" len="med"/>
          </a:ln>
          <a:effectLst/>
        </p:spPr>
      </p:cxnSp>
      <p:sp>
        <p:nvSpPr>
          <p:cNvPr id="333" name="Cylindre 332">
            <a:extLst>
              <a:ext uri="{FF2B5EF4-FFF2-40B4-BE49-F238E27FC236}">
                <a16:creationId xmlns:a16="http://schemas.microsoft.com/office/drawing/2014/main" id="{F8CA44A6-F924-C37A-1186-D59F031A3675}"/>
              </a:ext>
            </a:extLst>
          </p:cNvPr>
          <p:cNvSpPr/>
          <p:nvPr/>
        </p:nvSpPr>
        <p:spPr>
          <a:xfrm rot="5400000">
            <a:off x="1905070" y="-130685"/>
            <a:ext cx="175518" cy="3273423"/>
          </a:xfrm>
          <a:prstGeom prst="can">
            <a:avLst/>
          </a:prstGeom>
          <a:solidFill>
            <a:schemeClr val="tx2"/>
          </a:solidFill>
        </p:spPr>
        <p:txBody>
          <a:bodyPr vert="vert270" wrap="square" lIns="36000" tIns="36000" rIns="36000" bIns="36000" rtlCol="0" anchor="ctr"/>
          <a:lstStyle/>
          <a:p>
            <a:pPr marL="0" marR="0" lvl="0" indent="0" algn="ctr" defTabSz="554492" eaLnBrk="1" fontAlgn="auto" latinLnBrk="0" hangingPunct="1">
              <a:lnSpc>
                <a:spcPct val="100000"/>
              </a:lnSpc>
              <a:spcBef>
                <a:spcPts val="0"/>
              </a:spcBef>
              <a:spcAft>
                <a:spcPts val="600"/>
              </a:spcAft>
              <a:buClrTx/>
              <a:buSzTx/>
              <a:buFontTx/>
              <a:buNone/>
              <a:tabLst/>
              <a:defRPr/>
            </a:pPr>
            <a:r>
              <a:rPr kumimoji="0" lang="fr-FR" sz="1000" u="none" strike="noStrike" kern="0" cap="none" spc="0" normalizeH="0" baseline="0" noProof="0">
                <a:ln>
                  <a:noFill/>
                </a:ln>
                <a:solidFill>
                  <a:prstClr val="white"/>
                </a:solidFill>
                <a:effectLst/>
                <a:uLnTx/>
                <a:uFillTx/>
                <a:latin typeface="Poppins" pitchFamily="2" charset="77"/>
                <a:cs typeface="Poppins" pitchFamily="2" charset="77"/>
              </a:rPr>
              <a:t>Internet</a:t>
            </a:r>
          </a:p>
        </p:txBody>
      </p:sp>
      <p:sp>
        <p:nvSpPr>
          <p:cNvPr id="334" name="ZoneTexte 333">
            <a:extLst>
              <a:ext uri="{FF2B5EF4-FFF2-40B4-BE49-F238E27FC236}">
                <a16:creationId xmlns:a16="http://schemas.microsoft.com/office/drawing/2014/main" id="{9F875579-23F4-F628-F8BE-52EEF107BC04}"/>
              </a:ext>
            </a:extLst>
          </p:cNvPr>
          <p:cNvSpPr txBox="1"/>
          <p:nvPr/>
        </p:nvSpPr>
        <p:spPr>
          <a:xfrm>
            <a:off x="3747998" y="984321"/>
            <a:ext cx="6771584" cy="5507863"/>
          </a:xfrm>
          <a:prstGeom prst="roundRect">
            <a:avLst>
              <a:gd name="adj" fmla="val 2509"/>
            </a:avLst>
          </a:prstGeom>
          <a:solidFill>
            <a:sysClr val="window" lastClr="FFFFFF">
              <a:lumMod val="95000"/>
            </a:sysClr>
          </a:solidFill>
        </p:spPr>
        <p:txBody>
          <a:bodyPr wrap="square" lIns="36000" tIns="36000" rIns="36000" bIns="36000" rtlCol="0" anchor="t">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fr-FR" sz="1100" b="1" u="none" strike="noStrike" kern="0" cap="none" spc="0" normalizeH="0" baseline="0" noProof="0">
                <a:ln>
                  <a:noFill/>
                </a:ln>
                <a:solidFill>
                  <a:prstClr val="black"/>
                </a:solidFill>
                <a:effectLst/>
                <a:uLnTx/>
                <a:uFillTx/>
                <a:latin typeface="Poppins" pitchFamily="2" charset="77"/>
                <a:cs typeface="Poppins" pitchFamily="2" charset="77"/>
              </a:rPr>
              <a:t>Principes</a:t>
            </a:r>
          </a:p>
        </p:txBody>
      </p:sp>
      <p:sp>
        <p:nvSpPr>
          <p:cNvPr id="335" name="Rectangle : coins arrondis 334">
            <a:extLst>
              <a:ext uri="{FF2B5EF4-FFF2-40B4-BE49-F238E27FC236}">
                <a16:creationId xmlns:a16="http://schemas.microsoft.com/office/drawing/2014/main" id="{503C2265-AAAB-A9B0-A007-AD3C37300946}"/>
              </a:ext>
            </a:extLst>
          </p:cNvPr>
          <p:cNvSpPr/>
          <p:nvPr/>
        </p:nvSpPr>
        <p:spPr>
          <a:xfrm rot="5400000">
            <a:off x="1639632" y="1702057"/>
            <a:ext cx="585671" cy="3189074"/>
          </a:xfrm>
          <a:prstGeom prst="roundRect">
            <a:avLst>
              <a:gd name="adj" fmla="val 13947"/>
            </a:avLst>
          </a:prstGeom>
          <a:solidFill>
            <a:sysClr val="window" lastClr="FFFFFF">
              <a:lumMod val="95000"/>
            </a:sysClr>
          </a:solidFill>
          <a:ln w="9525" cap="rnd" cmpd="sng" algn="ctr">
            <a:noFill/>
            <a:prstDash val="solid"/>
            <a:round/>
            <a:headEnd type="none" w="med" len="med"/>
            <a:tailEnd type="none" w="med" len="med"/>
          </a:ln>
          <a:effectLst/>
        </p:spPr>
        <p:txBody>
          <a:bodyPr rot="0" spcFirstLastPara="0" vertOverflow="overflow" horzOverflow="overflow" vert="vert270" wrap="square" lIns="48000" tIns="60960" rIns="48000" bIns="60960" numCol="1" spcCol="0" rtlCol="0" fromWordArt="0" anchor="t" anchorCtr="0" forceAA="0" compatLnSpc="1">
            <a:prstTxWarp prst="textNoShape">
              <a:avLst/>
            </a:prstTxWarp>
            <a:noAutofit/>
          </a:bodyPr>
          <a:lstStyle/>
          <a:p>
            <a:pPr marL="0" marR="0" lvl="0" indent="0" defTabSz="914400" eaLnBrk="1" fontAlgn="auto" latinLnBrk="0" hangingPunct="1">
              <a:lnSpc>
                <a:spcPct val="90000"/>
              </a:lnSpc>
              <a:spcBef>
                <a:spcPts val="0"/>
              </a:spcBef>
              <a:spcAft>
                <a:spcPts val="1333"/>
              </a:spcAft>
              <a:buClrTx/>
              <a:buSzTx/>
              <a:buFontTx/>
              <a:buNone/>
              <a:tabLst/>
              <a:defRPr/>
            </a:pPr>
            <a:r>
              <a:rPr kumimoji="0" lang="fr-FR" sz="900" u="none" strike="noStrike" kern="0" cap="none" spc="0" normalizeH="0" baseline="0" noProof="0" dirty="0">
                <a:ln>
                  <a:noFill/>
                </a:ln>
                <a:solidFill>
                  <a:schemeClr val="accent3">
                    <a:lumMod val="50000"/>
                  </a:schemeClr>
                </a:solidFill>
                <a:effectLst/>
                <a:uLnTx/>
                <a:uFillTx/>
                <a:latin typeface="Poppins" pitchFamily="2" charset="77"/>
                <a:cs typeface="Poppins" pitchFamily="2" charset="77"/>
              </a:rPr>
              <a:t>Usage</a:t>
            </a:r>
          </a:p>
        </p:txBody>
      </p:sp>
      <p:sp>
        <p:nvSpPr>
          <p:cNvPr id="336" name="Rectangle : coins arrondis 335">
            <a:extLst>
              <a:ext uri="{FF2B5EF4-FFF2-40B4-BE49-F238E27FC236}">
                <a16:creationId xmlns:a16="http://schemas.microsoft.com/office/drawing/2014/main" id="{F36463B6-FFD3-66B2-6418-7B3B241218EF}"/>
              </a:ext>
            </a:extLst>
          </p:cNvPr>
          <p:cNvSpPr/>
          <p:nvPr/>
        </p:nvSpPr>
        <p:spPr>
          <a:xfrm rot="5400000">
            <a:off x="1118750" y="2779518"/>
            <a:ext cx="449031" cy="976749"/>
          </a:xfrm>
          <a:prstGeom prst="roundRect">
            <a:avLst>
              <a:gd name="adj" fmla="val 13947"/>
            </a:avLst>
          </a:prstGeom>
          <a:solidFill>
            <a:srgbClr val="5B6971"/>
          </a:solidFill>
          <a:ln w="9525" cap="rnd" cmpd="sng" algn="ctr">
            <a:noFill/>
            <a:prstDash val="solid"/>
            <a:round/>
            <a:headEnd type="none" w="med" len="med"/>
            <a:tailEnd type="none" w="med" len="med"/>
          </a:ln>
          <a:effectLst/>
        </p:spPr>
        <p:txBody>
          <a:bodyPr rot="0" spcFirstLastPara="0" vertOverflow="overflow" horzOverflow="overflow" vert="vert270" wrap="square" lIns="48000" tIns="60960" rIns="48000" bIns="6096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90000"/>
              </a:lnSpc>
              <a:spcBef>
                <a:spcPts val="0"/>
              </a:spcBef>
              <a:spcAft>
                <a:spcPts val="1333"/>
              </a:spcAft>
              <a:buClrTx/>
              <a:buSzTx/>
              <a:buFontTx/>
              <a:buNone/>
              <a:tabLst/>
              <a:defRPr/>
            </a:pPr>
            <a:r>
              <a:rPr kumimoji="0" lang="fr-FR" sz="900" u="none" strike="noStrike" kern="0" cap="none" spc="0" normalizeH="0" baseline="0" noProof="0" dirty="0">
                <a:ln>
                  <a:noFill/>
                </a:ln>
                <a:solidFill>
                  <a:prstClr val="white"/>
                </a:solidFill>
                <a:effectLst/>
                <a:uLnTx/>
                <a:uFillTx/>
                <a:latin typeface="Poppins" pitchFamily="2" charset="77"/>
                <a:cs typeface="Poppins" pitchFamily="2" charset="77"/>
              </a:rPr>
              <a:t>Backend for frontends</a:t>
            </a:r>
          </a:p>
        </p:txBody>
      </p:sp>
      <p:sp>
        <p:nvSpPr>
          <p:cNvPr id="337" name="Rectangle : coins arrondis 336">
            <a:extLst>
              <a:ext uri="{FF2B5EF4-FFF2-40B4-BE49-F238E27FC236}">
                <a16:creationId xmlns:a16="http://schemas.microsoft.com/office/drawing/2014/main" id="{C872EDF9-DB5A-0D37-59AF-38AA84B80FE7}"/>
              </a:ext>
            </a:extLst>
          </p:cNvPr>
          <p:cNvSpPr/>
          <p:nvPr/>
        </p:nvSpPr>
        <p:spPr>
          <a:xfrm rot="5400000">
            <a:off x="2632338" y="2671248"/>
            <a:ext cx="449031" cy="1199623"/>
          </a:xfrm>
          <a:prstGeom prst="roundRect">
            <a:avLst>
              <a:gd name="adj" fmla="val 13947"/>
            </a:avLst>
          </a:prstGeom>
          <a:solidFill>
            <a:srgbClr val="5B6971"/>
          </a:solidFill>
          <a:ln w="9525" cap="rnd" cmpd="sng" algn="ctr">
            <a:noFill/>
            <a:prstDash val="solid"/>
            <a:round/>
            <a:headEnd type="none" w="med" len="med"/>
            <a:tailEnd type="none" w="med" len="med"/>
          </a:ln>
          <a:effectLst/>
        </p:spPr>
        <p:txBody>
          <a:bodyPr rot="0" spcFirstLastPara="0" vertOverflow="overflow" horzOverflow="overflow" vert="vert270" wrap="square" lIns="48000" tIns="60960" rIns="48000" bIns="6096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90000"/>
              </a:lnSpc>
              <a:spcBef>
                <a:spcPts val="0"/>
              </a:spcBef>
              <a:spcAft>
                <a:spcPts val="1333"/>
              </a:spcAft>
              <a:buClrTx/>
              <a:buSzTx/>
              <a:buFontTx/>
              <a:buNone/>
              <a:tabLst/>
              <a:defRPr/>
            </a:pPr>
            <a:r>
              <a:rPr kumimoji="0" lang="fr-FR" sz="900" u="none" strike="noStrike" kern="0" cap="none" spc="0" normalizeH="0" baseline="0" noProof="0">
                <a:ln>
                  <a:noFill/>
                </a:ln>
                <a:solidFill>
                  <a:prstClr val="white"/>
                </a:solidFill>
                <a:effectLst/>
                <a:uLnTx/>
                <a:uFillTx/>
                <a:latin typeface="Poppins" pitchFamily="2" charset="77"/>
                <a:cs typeface="Poppins" pitchFamily="2" charset="77"/>
              </a:rPr>
              <a:t>Façades consommateurs (optionnel)</a:t>
            </a:r>
          </a:p>
        </p:txBody>
      </p:sp>
      <p:cxnSp>
        <p:nvCxnSpPr>
          <p:cNvPr id="338" name="Connecteur droit avec flèche 337">
            <a:extLst>
              <a:ext uri="{FF2B5EF4-FFF2-40B4-BE49-F238E27FC236}">
                <a16:creationId xmlns:a16="http://schemas.microsoft.com/office/drawing/2014/main" id="{AACA4F3C-B25C-DB7F-AE17-74002F9366D6}"/>
              </a:ext>
            </a:extLst>
          </p:cNvPr>
          <p:cNvCxnSpPr>
            <a:cxnSpLocks/>
            <a:endCxn id="337" idx="1"/>
          </p:cNvCxnSpPr>
          <p:nvPr/>
        </p:nvCxnSpPr>
        <p:spPr>
          <a:xfrm flipH="1">
            <a:off x="2856853" y="2769662"/>
            <a:ext cx="1" cy="276882"/>
          </a:xfrm>
          <a:prstGeom prst="straightConnector1">
            <a:avLst/>
          </a:prstGeom>
          <a:noFill/>
          <a:ln w="6350" cap="flat" cmpd="sng" algn="ctr">
            <a:solidFill>
              <a:srgbClr val="1C244F"/>
            </a:solidFill>
            <a:prstDash val="solid"/>
            <a:miter lim="800000"/>
            <a:tailEnd type="triangle"/>
          </a:ln>
          <a:effectLst/>
        </p:spPr>
      </p:cxnSp>
      <p:cxnSp>
        <p:nvCxnSpPr>
          <p:cNvPr id="339" name="Connecteur droit avec flèche 338">
            <a:extLst>
              <a:ext uri="{FF2B5EF4-FFF2-40B4-BE49-F238E27FC236}">
                <a16:creationId xmlns:a16="http://schemas.microsoft.com/office/drawing/2014/main" id="{D5F33A11-FE96-E36C-4DAE-2BFBE4E8F1F6}"/>
              </a:ext>
            </a:extLst>
          </p:cNvPr>
          <p:cNvCxnSpPr>
            <a:cxnSpLocks/>
          </p:cNvCxnSpPr>
          <p:nvPr/>
        </p:nvCxnSpPr>
        <p:spPr>
          <a:xfrm>
            <a:off x="1424072" y="2774661"/>
            <a:ext cx="0" cy="268716"/>
          </a:xfrm>
          <a:prstGeom prst="straightConnector1">
            <a:avLst/>
          </a:prstGeom>
          <a:noFill/>
          <a:ln w="6350" cap="flat" cmpd="sng" algn="ctr">
            <a:solidFill>
              <a:srgbClr val="1C244F"/>
            </a:solidFill>
            <a:prstDash val="solid"/>
            <a:miter lim="800000"/>
            <a:tailEnd type="triangle"/>
          </a:ln>
          <a:effectLst/>
        </p:spPr>
      </p:cxnSp>
      <p:cxnSp>
        <p:nvCxnSpPr>
          <p:cNvPr id="340" name="Connecteur droit avec flèche 339">
            <a:extLst>
              <a:ext uri="{FF2B5EF4-FFF2-40B4-BE49-F238E27FC236}">
                <a16:creationId xmlns:a16="http://schemas.microsoft.com/office/drawing/2014/main" id="{F8FA7808-29B8-BC41-4E96-A8D1B6EC33F5}"/>
              </a:ext>
            </a:extLst>
          </p:cNvPr>
          <p:cNvCxnSpPr>
            <a:cxnSpLocks/>
          </p:cNvCxnSpPr>
          <p:nvPr/>
        </p:nvCxnSpPr>
        <p:spPr>
          <a:xfrm>
            <a:off x="2106862" y="2778368"/>
            <a:ext cx="0" cy="1415287"/>
          </a:xfrm>
          <a:prstGeom prst="straightConnector1">
            <a:avLst/>
          </a:prstGeom>
          <a:noFill/>
          <a:ln w="6350" cap="flat" cmpd="sng" algn="ctr">
            <a:solidFill>
              <a:srgbClr val="1C244F"/>
            </a:solidFill>
            <a:prstDash val="solid"/>
            <a:miter lim="800000"/>
            <a:tailEnd type="triangle"/>
          </a:ln>
          <a:effectLst/>
        </p:spPr>
      </p:cxnSp>
      <p:sp>
        <p:nvSpPr>
          <p:cNvPr id="341" name="Rectangle : coins arrondis 340">
            <a:extLst>
              <a:ext uri="{FF2B5EF4-FFF2-40B4-BE49-F238E27FC236}">
                <a16:creationId xmlns:a16="http://schemas.microsoft.com/office/drawing/2014/main" id="{C72971C8-5DD8-9BE7-68C2-B2E3182DCD93}"/>
              </a:ext>
            </a:extLst>
          </p:cNvPr>
          <p:cNvSpPr/>
          <p:nvPr/>
        </p:nvSpPr>
        <p:spPr>
          <a:xfrm rot="5400000">
            <a:off x="1899749" y="162322"/>
            <a:ext cx="186256" cy="3273420"/>
          </a:xfrm>
          <a:prstGeom prst="roundRect">
            <a:avLst/>
          </a:prstGeom>
          <a:solidFill>
            <a:schemeClr val="tx2"/>
          </a:solidFill>
        </p:spPr>
        <p:txBody>
          <a:bodyPr vert="vert270" wrap="square" lIns="36000" tIns="36000" rIns="36000" bIns="36000" rtlCol="0" anchor="ctr"/>
          <a:lstStyle/>
          <a:p>
            <a:pPr marL="0" marR="0" lvl="0" indent="0" algn="ctr" defTabSz="554492" eaLnBrk="1" fontAlgn="auto" latinLnBrk="0" hangingPunct="1">
              <a:lnSpc>
                <a:spcPct val="100000"/>
              </a:lnSpc>
              <a:spcBef>
                <a:spcPts val="0"/>
              </a:spcBef>
              <a:spcAft>
                <a:spcPts val="600"/>
              </a:spcAft>
              <a:buClrTx/>
              <a:buSzTx/>
              <a:buFontTx/>
              <a:buNone/>
              <a:tabLst/>
              <a:defRPr/>
            </a:pPr>
            <a:r>
              <a:rPr kumimoji="0" lang="fr-FR" sz="1000" u="none" strike="noStrike" kern="0" cap="none" spc="0" normalizeH="0" baseline="0" noProof="0">
                <a:ln>
                  <a:noFill/>
                </a:ln>
                <a:solidFill>
                  <a:prstClr val="white"/>
                </a:solidFill>
                <a:effectLst/>
                <a:uLnTx/>
                <a:uFillTx/>
                <a:latin typeface="Poppins" pitchFamily="2" charset="77"/>
                <a:cs typeface="Poppins" pitchFamily="2" charset="77"/>
              </a:rPr>
              <a:t>WAF / CDN + </a:t>
            </a:r>
            <a:r>
              <a:rPr kumimoji="0" lang="fr-FR" sz="1000" u="none" strike="noStrike" kern="0" cap="none" spc="0" normalizeH="0" baseline="0" noProof="0" err="1">
                <a:ln>
                  <a:noFill/>
                </a:ln>
                <a:solidFill>
                  <a:prstClr val="white"/>
                </a:solidFill>
                <a:effectLst/>
                <a:uLnTx/>
                <a:uFillTx/>
                <a:latin typeface="Poppins" pitchFamily="2" charset="77"/>
                <a:cs typeface="Poppins" pitchFamily="2" charset="77"/>
              </a:rPr>
              <a:t>loadbalancer</a:t>
            </a:r>
            <a:endParaRPr kumimoji="0" lang="fr-FR" sz="1000" u="none" strike="noStrike" kern="0" cap="none" spc="0" normalizeH="0" baseline="0" noProof="0">
              <a:ln>
                <a:noFill/>
              </a:ln>
              <a:solidFill>
                <a:prstClr val="white"/>
              </a:solidFill>
              <a:effectLst/>
              <a:uLnTx/>
              <a:uFillTx/>
              <a:latin typeface="Poppins" pitchFamily="2" charset="77"/>
              <a:cs typeface="Poppins" pitchFamily="2" charset="77"/>
            </a:endParaRPr>
          </a:p>
        </p:txBody>
      </p:sp>
      <p:sp>
        <p:nvSpPr>
          <p:cNvPr id="342" name="Rectangle : coins arrondis 341">
            <a:extLst>
              <a:ext uri="{FF2B5EF4-FFF2-40B4-BE49-F238E27FC236}">
                <a16:creationId xmlns:a16="http://schemas.microsoft.com/office/drawing/2014/main" id="{F167D232-6EA8-EE5D-FAD1-584F7E823710}"/>
              </a:ext>
            </a:extLst>
          </p:cNvPr>
          <p:cNvSpPr/>
          <p:nvPr/>
        </p:nvSpPr>
        <p:spPr>
          <a:xfrm>
            <a:off x="1202438" y="4809193"/>
            <a:ext cx="1301938" cy="1740869"/>
          </a:xfrm>
          <a:prstGeom prst="roundRect">
            <a:avLst/>
          </a:prstGeom>
          <a:solidFill>
            <a:srgbClr val="5B6971">
              <a:lumMod val="40000"/>
              <a:lumOff val="60000"/>
              <a:alpha val="77000"/>
            </a:srgbClr>
          </a:solidFill>
          <a:ln w="12700" cap="flat" cmpd="sng" algn="ctr">
            <a:noFill/>
            <a:prstDash val="solid"/>
            <a:miter lim="800000"/>
          </a:ln>
          <a:effectLst/>
        </p:spPr>
        <p:txBody>
          <a:bodyPr lIns="36000" rIns="36000" rtlCol="0" anchor="b"/>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fr-FR" sz="900" u="none" strike="noStrike" kern="0" cap="none" spc="0" normalizeH="0" baseline="0" noProof="0" dirty="0">
                <a:ln>
                  <a:noFill/>
                </a:ln>
                <a:solidFill>
                  <a:srgbClr val="002060"/>
                </a:solidFill>
                <a:effectLst/>
                <a:uLnTx/>
                <a:uFillTx/>
                <a:latin typeface="Poppins" pitchFamily="2" charset="77"/>
                <a:cs typeface="Poppins" pitchFamily="2" charset="77"/>
              </a:rPr>
              <a:t>Domaine métier A</a:t>
            </a:r>
          </a:p>
        </p:txBody>
      </p:sp>
      <p:sp>
        <p:nvSpPr>
          <p:cNvPr id="343" name="Rectangle : coins arrondis 342">
            <a:extLst>
              <a:ext uri="{FF2B5EF4-FFF2-40B4-BE49-F238E27FC236}">
                <a16:creationId xmlns:a16="http://schemas.microsoft.com/office/drawing/2014/main" id="{E3CB303B-8D05-B44C-C203-27C2A5F86F5B}"/>
              </a:ext>
            </a:extLst>
          </p:cNvPr>
          <p:cNvSpPr/>
          <p:nvPr/>
        </p:nvSpPr>
        <p:spPr>
          <a:xfrm>
            <a:off x="2569707" y="4809192"/>
            <a:ext cx="957298" cy="1744727"/>
          </a:xfrm>
          <a:prstGeom prst="roundRect">
            <a:avLst/>
          </a:prstGeom>
          <a:solidFill>
            <a:srgbClr val="5B6971">
              <a:lumMod val="40000"/>
              <a:lumOff val="60000"/>
              <a:alpha val="77000"/>
            </a:srgbClr>
          </a:solidFill>
          <a:ln w="12700" cap="flat" cmpd="sng" algn="ctr">
            <a:noFill/>
            <a:prstDash val="solid"/>
            <a:miter lim="800000"/>
          </a:ln>
          <a:effectLst/>
        </p:spPr>
        <p:txBody>
          <a:bodyPr lIns="36000" rIns="36000" rtlCol="0" anchor="b"/>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fr-FR" sz="900" u="none" strike="noStrike" kern="0" cap="none" spc="0" normalizeH="0" baseline="0" noProof="0">
                <a:ln>
                  <a:noFill/>
                </a:ln>
                <a:solidFill>
                  <a:srgbClr val="002060"/>
                </a:solidFill>
                <a:effectLst/>
                <a:uLnTx/>
                <a:uFillTx/>
                <a:latin typeface="Poppins" pitchFamily="2" charset="77"/>
                <a:cs typeface="Poppins" pitchFamily="2" charset="77"/>
              </a:rPr>
              <a:t>Domaine métier …</a:t>
            </a:r>
          </a:p>
        </p:txBody>
      </p:sp>
      <p:sp>
        <p:nvSpPr>
          <p:cNvPr id="344" name="Ellipse 343">
            <a:extLst>
              <a:ext uri="{FF2B5EF4-FFF2-40B4-BE49-F238E27FC236}">
                <a16:creationId xmlns:a16="http://schemas.microsoft.com/office/drawing/2014/main" id="{F1503BAA-FB81-8AB0-545E-A7AEA92D013E}"/>
              </a:ext>
            </a:extLst>
          </p:cNvPr>
          <p:cNvSpPr/>
          <p:nvPr/>
        </p:nvSpPr>
        <p:spPr>
          <a:xfrm>
            <a:off x="1410149" y="4970167"/>
            <a:ext cx="328475" cy="328475"/>
          </a:xfrm>
          <a:prstGeom prst="ellipse">
            <a:avLst/>
          </a:prstGeom>
          <a:solidFill>
            <a:srgbClr val="1C244F"/>
          </a:solidFill>
        </p:spPr>
        <p:txBody>
          <a:bodyPr wrap="square" lIns="36000" tIns="36000" rIns="36000" bIns="36000" rtlCol="0" anchor="ctr"/>
          <a:lstStyle/>
          <a:p>
            <a:pPr marL="0" marR="0" lvl="0" indent="0" defTabSz="554492" eaLnBrk="1" fontAlgn="auto" latinLnBrk="0" hangingPunct="1">
              <a:lnSpc>
                <a:spcPct val="100000"/>
              </a:lnSpc>
              <a:spcBef>
                <a:spcPts val="0"/>
              </a:spcBef>
              <a:spcAft>
                <a:spcPts val="600"/>
              </a:spcAft>
              <a:buClrTx/>
              <a:buSzTx/>
              <a:buFontTx/>
              <a:buNone/>
              <a:tabLst/>
              <a:defRPr/>
            </a:pPr>
            <a:endParaRPr kumimoji="0" lang="fr-FR" sz="1000" u="none" strike="noStrike" kern="0" cap="none" spc="0" normalizeH="0" baseline="0" noProof="0">
              <a:ln>
                <a:noFill/>
              </a:ln>
              <a:solidFill>
                <a:prstClr val="black"/>
              </a:solidFill>
              <a:effectLst/>
              <a:uLnTx/>
              <a:uFillTx/>
              <a:latin typeface="Poppins" pitchFamily="2" charset="77"/>
              <a:cs typeface="Poppins" pitchFamily="2" charset="77"/>
            </a:endParaRPr>
          </a:p>
        </p:txBody>
      </p:sp>
      <p:sp>
        <p:nvSpPr>
          <p:cNvPr id="345" name="Ellipse 344">
            <a:extLst>
              <a:ext uri="{FF2B5EF4-FFF2-40B4-BE49-F238E27FC236}">
                <a16:creationId xmlns:a16="http://schemas.microsoft.com/office/drawing/2014/main" id="{D33D758F-63AF-C402-EC8A-74BB0DCE1E03}"/>
              </a:ext>
            </a:extLst>
          </p:cNvPr>
          <p:cNvSpPr/>
          <p:nvPr/>
        </p:nvSpPr>
        <p:spPr>
          <a:xfrm>
            <a:off x="2110571" y="4970168"/>
            <a:ext cx="328475" cy="328475"/>
          </a:xfrm>
          <a:prstGeom prst="ellipse">
            <a:avLst/>
          </a:prstGeom>
          <a:solidFill>
            <a:srgbClr val="1C244F"/>
          </a:solidFill>
        </p:spPr>
        <p:txBody>
          <a:bodyPr wrap="square" lIns="36000" tIns="36000" rIns="36000" bIns="36000" rtlCol="0" anchor="ctr"/>
          <a:lstStyle/>
          <a:p>
            <a:pPr marL="0" marR="0" lvl="0" indent="0" defTabSz="554492" eaLnBrk="1" fontAlgn="auto" latinLnBrk="0" hangingPunct="1">
              <a:lnSpc>
                <a:spcPct val="100000"/>
              </a:lnSpc>
              <a:spcBef>
                <a:spcPts val="0"/>
              </a:spcBef>
              <a:spcAft>
                <a:spcPts val="600"/>
              </a:spcAft>
              <a:buClrTx/>
              <a:buSzTx/>
              <a:buFontTx/>
              <a:buNone/>
              <a:tabLst/>
              <a:defRPr/>
            </a:pPr>
            <a:endParaRPr kumimoji="0" lang="fr-FR" sz="1000" u="none" strike="noStrike" kern="0" cap="none" spc="0" normalizeH="0" baseline="0" noProof="0">
              <a:ln>
                <a:noFill/>
              </a:ln>
              <a:solidFill>
                <a:prstClr val="black"/>
              </a:solidFill>
              <a:effectLst/>
              <a:uLnTx/>
              <a:uFillTx/>
              <a:latin typeface="Poppins" pitchFamily="2" charset="77"/>
              <a:cs typeface="Poppins" pitchFamily="2" charset="77"/>
            </a:endParaRPr>
          </a:p>
        </p:txBody>
      </p:sp>
      <p:sp>
        <p:nvSpPr>
          <p:cNvPr id="346" name="Ellipse 345">
            <a:extLst>
              <a:ext uri="{FF2B5EF4-FFF2-40B4-BE49-F238E27FC236}">
                <a16:creationId xmlns:a16="http://schemas.microsoft.com/office/drawing/2014/main" id="{73DBF27A-B703-AE1B-579A-DF507D9B35D5}"/>
              </a:ext>
            </a:extLst>
          </p:cNvPr>
          <p:cNvSpPr/>
          <p:nvPr/>
        </p:nvSpPr>
        <p:spPr>
          <a:xfrm>
            <a:off x="2900832" y="4970168"/>
            <a:ext cx="328475" cy="328475"/>
          </a:xfrm>
          <a:prstGeom prst="ellipse">
            <a:avLst/>
          </a:prstGeom>
          <a:solidFill>
            <a:srgbClr val="1C244F"/>
          </a:solidFill>
        </p:spPr>
        <p:txBody>
          <a:bodyPr wrap="square" lIns="36000" tIns="36000" rIns="36000" bIns="36000" rtlCol="0" anchor="ctr"/>
          <a:lstStyle/>
          <a:p>
            <a:pPr marL="0" marR="0" lvl="0" indent="0" defTabSz="554492" eaLnBrk="1" fontAlgn="auto" latinLnBrk="0" hangingPunct="1">
              <a:lnSpc>
                <a:spcPct val="100000"/>
              </a:lnSpc>
              <a:spcBef>
                <a:spcPts val="0"/>
              </a:spcBef>
              <a:spcAft>
                <a:spcPts val="600"/>
              </a:spcAft>
              <a:buClrTx/>
              <a:buSzTx/>
              <a:buFontTx/>
              <a:buNone/>
              <a:tabLst/>
              <a:defRPr/>
            </a:pPr>
            <a:endParaRPr kumimoji="0" lang="fr-FR" sz="1000" u="none" strike="noStrike" kern="0" cap="none" spc="0" normalizeH="0" baseline="0" noProof="0">
              <a:ln>
                <a:noFill/>
              </a:ln>
              <a:solidFill>
                <a:prstClr val="black"/>
              </a:solidFill>
              <a:effectLst/>
              <a:uLnTx/>
              <a:uFillTx/>
              <a:latin typeface="Poppins" pitchFamily="2" charset="77"/>
              <a:cs typeface="Poppins" pitchFamily="2" charset="77"/>
            </a:endParaRPr>
          </a:p>
        </p:txBody>
      </p:sp>
      <p:sp>
        <p:nvSpPr>
          <p:cNvPr id="347" name="Ellipse 346">
            <a:extLst>
              <a:ext uri="{FF2B5EF4-FFF2-40B4-BE49-F238E27FC236}">
                <a16:creationId xmlns:a16="http://schemas.microsoft.com/office/drawing/2014/main" id="{ABE2D818-8DC0-B586-7508-444A60D26672}"/>
              </a:ext>
            </a:extLst>
          </p:cNvPr>
          <p:cNvSpPr/>
          <p:nvPr/>
        </p:nvSpPr>
        <p:spPr>
          <a:xfrm>
            <a:off x="1699697" y="5793181"/>
            <a:ext cx="328475" cy="328475"/>
          </a:xfrm>
          <a:prstGeom prst="ellipse">
            <a:avLst/>
          </a:prstGeom>
          <a:solidFill>
            <a:schemeClr val="tx2"/>
          </a:solidFill>
        </p:spPr>
        <p:txBody>
          <a:bodyPr wrap="square" lIns="36000" tIns="36000" rIns="36000" bIns="36000" rtlCol="0" anchor="ctr"/>
          <a:lstStyle/>
          <a:p>
            <a:pPr marL="0" marR="0" lvl="0" indent="0" defTabSz="554492" eaLnBrk="1" fontAlgn="auto" latinLnBrk="0" hangingPunct="1">
              <a:lnSpc>
                <a:spcPct val="100000"/>
              </a:lnSpc>
              <a:spcBef>
                <a:spcPts val="0"/>
              </a:spcBef>
              <a:spcAft>
                <a:spcPts val="600"/>
              </a:spcAft>
              <a:buClrTx/>
              <a:buSzTx/>
              <a:buFontTx/>
              <a:buNone/>
              <a:tabLst/>
              <a:defRPr/>
            </a:pPr>
            <a:endParaRPr kumimoji="0" lang="fr-FR" sz="1000" u="none" strike="noStrike" kern="0" cap="none" spc="0" normalizeH="0" baseline="0" noProof="0">
              <a:ln>
                <a:noFill/>
              </a:ln>
              <a:solidFill>
                <a:prstClr val="black"/>
              </a:solidFill>
              <a:effectLst/>
              <a:uLnTx/>
              <a:uFillTx/>
              <a:latin typeface="Poppins" pitchFamily="2" charset="77"/>
              <a:cs typeface="Poppins" pitchFamily="2" charset="77"/>
            </a:endParaRPr>
          </a:p>
        </p:txBody>
      </p:sp>
      <p:sp>
        <p:nvSpPr>
          <p:cNvPr id="348" name="Ellipse 347">
            <a:extLst>
              <a:ext uri="{FF2B5EF4-FFF2-40B4-BE49-F238E27FC236}">
                <a16:creationId xmlns:a16="http://schemas.microsoft.com/office/drawing/2014/main" id="{FCEFB661-F5D5-8AFB-FD18-43F500E36FAF}"/>
              </a:ext>
            </a:extLst>
          </p:cNvPr>
          <p:cNvSpPr/>
          <p:nvPr/>
        </p:nvSpPr>
        <p:spPr>
          <a:xfrm>
            <a:off x="2697744" y="5777442"/>
            <a:ext cx="328475" cy="328475"/>
          </a:xfrm>
          <a:prstGeom prst="ellipse">
            <a:avLst/>
          </a:prstGeom>
          <a:solidFill>
            <a:schemeClr val="tx2"/>
          </a:solidFill>
        </p:spPr>
        <p:txBody>
          <a:bodyPr wrap="square" lIns="36000" tIns="36000" rIns="36000" bIns="36000" rtlCol="0" anchor="ctr"/>
          <a:lstStyle/>
          <a:p>
            <a:pPr marL="0" marR="0" lvl="0" indent="0" defTabSz="554492" eaLnBrk="1" fontAlgn="auto" latinLnBrk="0" hangingPunct="1">
              <a:lnSpc>
                <a:spcPct val="100000"/>
              </a:lnSpc>
              <a:spcBef>
                <a:spcPts val="0"/>
              </a:spcBef>
              <a:spcAft>
                <a:spcPts val="600"/>
              </a:spcAft>
              <a:buClrTx/>
              <a:buSzTx/>
              <a:buFontTx/>
              <a:buNone/>
              <a:tabLst/>
              <a:defRPr/>
            </a:pPr>
            <a:endParaRPr kumimoji="0" lang="fr-FR" sz="1000" u="none" strike="noStrike" kern="0" cap="none" spc="0" normalizeH="0" baseline="0" noProof="0">
              <a:ln>
                <a:noFill/>
              </a:ln>
              <a:solidFill>
                <a:prstClr val="black"/>
              </a:solidFill>
              <a:effectLst/>
              <a:uLnTx/>
              <a:uFillTx/>
              <a:latin typeface="Poppins" pitchFamily="2" charset="77"/>
              <a:cs typeface="Poppins" pitchFamily="2" charset="77"/>
            </a:endParaRPr>
          </a:p>
        </p:txBody>
      </p:sp>
      <p:sp>
        <p:nvSpPr>
          <p:cNvPr id="349" name="Ellipse 348">
            <a:extLst>
              <a:ext uri="{FF2B5EF4-FFF2-40B4-BE49-F238E27FC236}">
                <a16:creationId xmlns:a16="http://schemas.microsoft.com/office/drawing/2014/main" id="{497C3217-DBE2-BC87-B9C1-D01D8AE1D2B2}"/>
              </a:ext>
            </a:extLst>
          </p:cNvPr>
          <p:cNvSpPr/>
          <p:nvPr/>
        </p:nvSpPr>
        <p:spPr>
          <a:xfrm>
            <a:off x="3119636" y="5777442"/>
            <a:ext cx="328475" cy="328475"/>
          </a:xfrm>
          <a:prstGeom prst="ellipse">
            <a:avLst/>
          </a:prstGeom>
          <a:solidFill>
            <a:schemeClr val="tx2"/>
          </a:solidFill>
        </p:spPr>
        <p:txBody>
          <a:bodyPr wrap="square" lIns="36000" tIns="36000" rIns="36000" bIns="36000" rtlCol="0" anchor="ctr"/>
          <a:lstStyle/>
          <a:p>
            <a:pPr marL="0" marR="0" lvl="0" indent="0" defTabSz="554492" eaLnBrk="1" fontAlgn="auto" latinLnBrk="0" hangingPunct="1">
              <a:lnSpc>
                <a:spcPct val="100000"/>
              </a:lnSpc>
              <a:spcBef>
                <a:spcPts val="0"/>
              </a:spcBef>
              <a:spcAft>
                <a:spcPts val="600"/>
              </a:spcAft>
              <a:buClrTx/>
              <a:buSzTx/>
              <a:buFontTx/>
              <a:buNone/>
              <a:tabLst/>
              <a:defRPr/>
            </a:pPr>
            <a:endParaRPr kumimoji="0" lang="fr-FR" sz="1000" u="none" strike="noStrike" kern="0" cap="none" spc="0" normalizeH="0" baseline="0" noProof="0">
              <a:ln>
                <a:noFill/>
              </a:ln>
              <a:solidFill>
                <a:prstClr val="black"/>
              </a:solidFill>
              <a:effectLst/>
              <a:uLnTx/>
              <a:uFillTx/>
              <a:latin typeface="Poppins" pitchFamily="2" charset="77"/>
              <a:cs typeface="Poppins" pitchFamily="2" charset="77"/>
            </a:endParaRPr>
          </a:p>
        </p:txBody>
      </p:sp>
      <p:sp>
        <p:nvSpPr>
          <p:cNvPr id="350" name="Ellipse 349">
            <a:extLst>
              <a:ext uri="{FF2B5EF4-FFF2-40B4-BE49-F238E27FC236}">
                <a16:creationId xmlns:a16="http://schemas.microsoft.com/office/drawing/2014/main" id="{887096D4-9067-4FDD-0977-47ED4DBDBD25}"/>
              </a:ext>
            </a:extLst>
          </p:cNvPr>
          <p:cNvSpPr/>
          <p:nvPr/>
        </p:nvSpPr>
        <p:spPr>
          <a:xfrm>
            <a:off x="1258710" y="5777442"/>
            <a:ext cx="328475" cy="328475"/>
          </a:xfrm>
          <a:prstGeom prst="ellipse">
            <a:avLst/>
          </a:prstGeom>
          <a:solidFill>
            <a:schemeClr val="tx2"/>
          </a:solidFill>
        </p:spPr>
        <p:txBody>
          <a:bodyPr wrap="square" lIns="36000" tIns="36000" rIns="36000" bIns="36000" rtlCol="0" anchor="ctr"/>
          <a:lstStyle/>
          <a:p>
            <a:pPr marL="0" marR="0" lvl="0" indent="0" defTabSz="554492" eaLnBrk="1" fontAlgn="auto" latinLnBrk="0" hangingPunct="1">
              <a:lnSpc>
                <a:spcPct val="100000"/>
              </a:lnSpc>
              <a:spcBef>
                <a:spcPts val="0"/>
              </a:spcBef>
              <a:spcAft>
                <a:spcPts val="600"/>
              </a:spcAft>
              <a:buClrTx/>
              <a:buSzTx/>
              <a:buFontTx/>
              <a:buNone/>
              <a:tabLst/>
              <a:defRPr/>
            </a:pPr>
            <a:endParaRPr kumimoji="0" lang="fr-FR" sz="1000" u="none" strike="noStrike" kern="0" cap="none" spc="0" normalizeH="0" baseline="0" noProof="0">
              <a:ln>
                <a:noFill/>
              </a:ln>
              <a:solidFill>
                <a:prstClr val="black"/>
              </a:solidFill>
              <a:effectLst/>
              <a:uLnTx/>
              <a:uFillTx/>
              <a:latin typeface="Poppins" pitchFamily="2" charset="77"/>
              <a:cs typeface="Poppins" pitchFamily="2" charset="77"/>
            </a:endParaRPr>
          </a:p>
        </p:txBody>
      </p:sp>
      <p:cxnSp>
        <p:nvCxnSpPr>
          <p:cNvPr id="351" name="Connecteur en angle 350">
            <a:extLst>
              <a:ext uri="{FF2B5EF4-FFF2-40B4-BE49-F238E27FC236}">
                <a16:creationId xmlns:a16="http://schemas.microsoft.com/office/drawing/2014/main" id="{7D120A3A-B8EB-81CB-380C-B533367F46E7}"/>
              </a:ext>
            </a:extLst>
          </p:cNvPr>
          <p:cNvCxnSpPr>
            <a:cxnSpLocks/>
            <a:stCxn id="331" idx="2"/>
            <a:endCxn id="346" idx="0"/>
          </p:cNvCxnSpPr>
          <p:nvPr/>
        </p:nvCxnSpPr>
        <p:spPr>
          <a:xfrm rot="16200000" flipH="1">
            <a:off x="2403990" y="4309087"/>
            <a:ext cx="448037" cy="874123"/>
          </a:xfrm>
          <a:prstGeom prst="bentConnector3">
            <a:avLst>
              <a:gd name="adj1" fmla="val 50000"/>
            </a:avLst>
          </a:prstGeom>
          <a:noFill/>
          <a:ln w="6350" cap="flat" cmpd="sng" algn="ctr">
            <a:solidFill>
              <a:srgbClr val="1C244F"/>
            </a:solidFill>
            <a:prstDash val="solid"/>
            <a:miter lim="800000"/>
            <a:headEnd type="triangle"/>
            <a:tailEnd type="triangle"/>
          </a:ln>
          <a:effectLst/>
        </p:spPr>
      </p:cxnSp>
      <p:cxnSp>
        <p:nvCxnSpPr>
          <p:cNvPr id="352" name="Connecteur en angle 351">
            <a:extLst>
              <a:ext uri="{FF2B5EF4-FFF2-40B4-BE49-F238E27FC236}">
                <a16:creationId xmlns:a16="http://schemas.microsoft.com/office/drawing/2014/main" id="{D47DD689-EFB2-3954-5EB0-00AD50F74A6F}"/>
              </a:ext>
            </a:extLst>
          </p:cNvPr>
          <p:cNvCxnSpPr>
            <a:cxnSpLocks/>
            <a:stCxn id="331" idx="2"/>
            <a:endCxn id="344" idx="0"/>
          </p:cNvCxnSpPr>
          <p:nvPr/>
        </p:nvCxnSpPr>
        <p:spPr>
          <a:xfrm rot="5400000">
            <a:off x="1658649" y="4437869"/>
            <a:ext cx="448036" cy="616560"/>
          </a:xfrm>
          <a:prstGeom prst="bentConnector3">
            <a:avLst/>
          </a:prstGeom>
          <a:noFill/>
          <a:ln w="6350" cap="flat" cmpd="sng" algn="ctr">
            <a:solidFill>
              <a:srgbClr val="1C244F"/>
            </a:solidFill>
            <a:prstDash val="solid"/>
            <a:miter lim="800000"/>
            <a:headEnd type="triangle"/>
            <a:tailEnd type="triangle"/>
          </a:ln>
          <a:effectLst/>
        </p:spPr>
      </p:cxnSp>
      <p:cxnSp>
        <p:nvCxnSpPr>
          <p:cNvPr id="353" name="Connecteur en angle 352">
            <a:extLst>
              <a:ext uri="{FF2B5EF4-FFF2-40B4-BE49-F238E27FC236}">
                <a16:creationId xmlns:a16="http://schemas.microsoft.com/office/drawing/2014/main" id="{7C39BA76-4715-9E71-0621-6269D12CB6A9}"/>
              </a:ext>
            </a:extLst>
          </p:cNvPr>
          <p:cNvCxnSpPr>
            <a:cxnSpLocks/>
            <a:stCxn id="331" idx="2"/>
            <a:endCxn id="345" idx="0"/>
          </p:cNvCxnSpPr>
          <p:nvPr/>
        </p:nvCxnSpPr>
        <p:spPr>
          <a:xfrm rot="16200000" flipH="1">
            <a:off x="2008860" y="4704218"/>
            <a:ext cx="448037" cy="83862"/>
          </a:xfrm>
          <a:prstGeom prst="bentConnector3">
            <a:avLst>
              <a:gd name="adj1" fmla="val 50000"/>
            </a:avLst>
          </a:prstGeom>
          <a:noFill/>
          <a:ln w="6350" cap="flat" cmpd="sng" algn="ctr">
            <a:solidFill>
              <a:srgbClr val="1C244F"/>
            </a:solidFill>
            <a:prstDash val="solid"/>
            <a:miter lim="800000"/>
            <a:headEnd type="triangle"/>
            <a:tailEnd type="triangle"/>
          </a:ln>
          <a:effectLst/>
        </p:spPr>
      </p:cxnSp>
      <p:sp>
        <p:nvSpPr>
          <p:cNvPr id="354" name="Ellipse 353">
            <a:extLst>
              <a:ext uri="{FF2B5EF4-FFF2-40B4-BE49-F238E27FC236}">
                <a16:creationId xmlns:a16="http://schemas.microsoft.com/office/drawing/2014/main" id="{7B77070B-4F93-8104-CC76-6F051252B44C}"/>
              </a:ext>
            </a:extLst>
          </p:cNvPr>
          <p:cNvSpPr/>
          <p:nvPr/>
        </p:nvSpPr>
        <p:spPr>
          <a:xfrm>
            <a:off x="2114644" y="5793181"/>
            <a:ext cx="328475" cy="328475"/>
          </a:xfrm>
          <a:prstGeom prst="ellipse">
            <a:avLst/>
          </a:prstGeom>
          <a:solidFill>
            <a:schemeClr val="tx2"/>
          </a:solidFill>
        </p:spPr>
        <p:txBody>
          <a:bodyPr wrap="square" lIns="36000" tIns="36000" rIns="36000" bIns="36000" rtlCol="0" anchor="ctr"/>
          <a:lstStyle/>
          <a:p>
            <a:pPr marL="0" marR="0" lvl="0" indent="0" defTabSz="554492" eaLnBrk="1" fontAlgn="auto" latinLnBrk="0" hangingPunct="1">
              <a:lnSpc>
                <a:spcPct val="100000"/>
              </a:lnSpc>
              <a:spcBef>
                <a:spcPts val="0"/>
              </a:spcBef>
              <a:spcAft>
                <a:spcPts val="600"/>
              </a:spcAft>
              <a:buClrTx/>
              <a:buSzTx/>
              <a:buFontTx/>
              <a:buNone/>
              <a:tabLst/>
              <a:defRPr/>
            </a:pPr>
            <a:endParaRPr kumimoji="0" lang="fr-FR" sz="1000" u="none" strike="noStrike" kern="0" cap="none" spc="0" normalizeH="0" baseline="0" noProof="0">
              <a:ln>
                <a:noFill/>
              </a:ln>
              <a:solidFill>
                <a:prstClr val="black"/>
              </a:solidFill>
              <a:effectLst/>
              <a:uLnTx/>
              <a:uFillTx/>
              <a:latin typeface="Poppins" pitchFamily="2" charset="77"/>
              <a:cs typeface="Poppins" pitchFamily="2" charset="77"/>
            </a:endParaRPr>
          </a:p>
        </p:txBody>
      </p:sp>
      <p:cxnSp>
        <p:nvCxnSpPr>
          <p:cNvPr id="355" name="Connecteur en angle 354">
            <a:extLst>
              <a:ext uri="{FF2B5EF4-FFF2-40B4-BE49-F238E27FC236}">
                <a16:creationId xmlns:a16="http://schemas.microsoft.com/office/drawing/2014/main" id="{4CDFDA8D-5F6D-FD9C-0B87-B6D6FD32C8B1}"/>
              </a:ext>
            </a:extLst>
          </p:cNvPr>
          <p:cNvCxnSpPr>
            <a:cxnSpLocks/>
            <a:stCxn id="344" idx="4"/>
            <a:endCxn id="350" idx="0"/>
          </p:cNvCxnSpPr>
          <p:nvPr/>
        </p:nvCxnSpPr>
        <p:spPr>
          <a:xfrm rot="5400000">
            <a:off x="1259268" y="5462323"/>
            <a:ext cx="478800" cy="151439"/>
          </a:xfrm>
          <a:prstGeom prst="bentConnector3">
            <a:avLst/>
          </a:prstGeom>
          <a:noFill/>
          <a:ln w="6350" cap="flat" cmpd="sng" algn="ctr">
            <a:solidFill>
              <a:srgbClr val="1C244F"/>
            </a:solidFill>
            <a:prstDash val="solid"/>
            <a:miter lim="800000"/>
            <a:headEnd type="none"/>
            <a:tailEnd type="triangle"/>
          </a:ln>
          <a:effectLst/>
        </p:spPr>
      </p:cxnSp>
      <p:cxnSp>
        <p:nvCxnSpPr>
          <p:cNvPr id="356" name="Connecteur en angle 355">
            <a:extLst>
              <a:ext uri="{FF2B5EF4-FFF2-40B4-BE49-F238E27FC236}">
                <a16:creationId xmlns:a16="http://schemas.microsoft.com/office/drawing/2014/main" id="{DB8C6BE8-C041-8B34-356E-D9C70CAB3BC6}"/>
              </a:ext>
            </a:extLst>
          </p:cNvPr>
          <p:cNvCxnSpPr>
            <a:cxnSpLocks/>
            <a:stCxn id="344" idx="4"/>
            <a:endCxn id="347" idx="0"/>
          </p:cNvCxnSpPr>
          <p:nvPr/>
        </p:nvCxnSpPr>
        <p:spPr>
          <a:xfrm rot="16200000" flipH="1">
            <a:off x="1471892" y="5401137"/>
            <a:ext cx="494539" cy="289548"/>
          </a:xfrm>
          <a:prstGeom prst="bentConnector3">
            <a:avLst>
              <a:gd name="adj1" fmla="val 50000"/>
            </a:avLst>
          </a:prstGeom>
          <a:noFill/>
          <a:ln w="6350" cap="flat" cmpd="sng" algn="ctr">
            <a:solidFill>
              <a:srgbClr val="1C244F"/>
            </a:solidFill>
            <a:prstDash val="solid"/>
            <a:miter lim="800000"/>
            <a:headEnd type="none"/>
            <a:tailEnd type="triangle"/>
          </a:ln>
          <a:effectLst/>
        </p:spPr>
      </p:cxnSp>
      <p:cxnSp>
        <p:nvCxnSpPr>
          <p:cNvPr id="357" name="Connecteur en angle 356">
            <a:extLst>
              <a:ext uri="{FF2B5EF4-FFF2-40B4-BE49-F238E27FC236}">
                <a16:creationId xmlns:a16="http://schemas.microsoft.com/office/drawing/2014/main" id="{3E0379C6-20C2-DF71-B862-33D39186C971}"/>
              </a:ext>
            </a:extLst>
          </p:cNvPr>
          <p:cNvCxnSpPr>
            <a:cxnSpLocks/>
            <a:stCxn id="345" idx="4"/>
            <a:endCxn id="354" idx="0"/>
          </p:cNvCxnSpPr>
          <p:nvPr/>
        </p:nvCxnSpPr>
        <p:spPr>
          <a:xfrm rot="16200000" flipH="1">
            <a:off x="2029576" y="5543875"/>
            <a:ext cx="494538" cy="4073"/>
          </a:xfrm>
          <a:prstGeom prst="bentConnector3">
            <a:avLst>
              <a:gd name="adj1" fmla="val 46471"/>
            </a:avLst>
          </a:prstGeom>
          <a:noFill/>
          <a:ln w="6350" cap="flat" cmpd="sng" algn="ctr">
            <a:solidFill>
              <a:srgbClr val="1C244F"/>
            </a:solidFill>
            <a:prstDash val="solid"/>
            <a:miter lim="800000"/>
            <a:headEnd type="none"/>
            <a:tailEnd type="triangle"/>
          </a:ln>
          <a:effectLst/>
        </p:spPr>
      </p:cxnSp>
      <p:cxnSp>
        <p:nvCxnSpPr>
          <p:cNvPr id="358" name="Connecteur en angle 357">
            <a:extLst>
              <a:ext uri="{FF2B5EF4-FFF2-40B4-BE49-F238E27FC236}">
                <a16:creationId xmlns:a16="http://schemas.microsoft.com/office/drawing/2014/main" id="{153703B9-AB5F-C2B9-B374-5E62B4129D61}"/>
              </a:ext>
            </a:extLst>
          </p:cNvPr>
          <p:cNvCxnSpPr>
            <a:cxnSpLocks/>
            <a:stCxn id="345" idx="4"/>
            <a:endCxn id="348" idx="0"/>
          </p:cNvCxnSpPr>
          <p:nvPr/>
        </p:nvCxnSpPr>
        <p:spPr>
          <a:xfrm rot="16200000" flipH="1">
            <a:off x="2328996" y="5244455"/>
            <a:ext cx="478799" cy="587173"/>
          </a:xfrm>
          <a:prstGeom prst="bentConnector3">
            <a:avLst>
              <a:gd name="adj1" fmla="val 48531"/>
            </a:avLst>
          </a:prstGeom>
          <a:noFill/>
          <a:ln w="6350" cap="flat" cmpd="sng" algn="ctr">
            <a:solidFill>
              <a:srgbClr val="1C244F"/>
            </a:solidFill>
            <a:prstDash val="solid"/>
            <a:miter lim="800000"/>
            <a:headEnd type="none"/>
            <a:tailEnd type="triangle"/>
          </a:ln>
          <a:effectLst/>
        </p:spPr>
      </p:cxnSp>
      <p:cxnSp>
        <p:nvCxnSpPr>
          <p:cNvPr id="359" name="Connecteur en angle 358">
            <a:extLst>
              <a:ext uri="{FF2B5EF4-FFF2-40B4-BE49-F238E27FC236}">
                <a16:creationId xmlns:a16="http://schemas.microsoft.com/office/drawing/2014/main" id="{2A970D27-C178-D7DF-6A13-591284246527}"/>
              </a:ext>
            </a:extLst>
          </p:cNvPr>
          <p:cNvCxnSpPr>
            <a:cxnSpLocks/>
            <a:stCxn id="346" idx="4"/>
          </p:cNvCxnSpPr>
          <p:nvPr/>
        </p:nvCxnSpPr>
        <p:spPr>
          <a:xfrm rot="16200000" flipH="1">
            <a:off x="2924813" y="5438900"/>
            <a:ext cx="499318" cy="218804"/>
          </a:xfrm>
          <a:prstGeom prst="bentConnector3">
            <a:avLst>
              <a:gd name="adj1" fmla="val 50000"/>
            </a:avLst>
          </a:prstGeom>
          <a:noFill/>
          <a:ln w="6350" cap="flat" cmpd="sng" algn="ctr">
            <a:solidFill>
              <a:srgbClr val="1C244F"/>
            </a:solidFill>
            <a:prstDash val="solid"/>
            <a:miter lim="800000"/>
            <a:headEnd type="none"/>
            <a:tailEnd type="triangle"/>
          </a:ln>
          <a:effectLst/>
        </p:spPr>
      </p:cxnSp>
      <p:cxnSp>
        <p:nvCxnSpPr>
          <p:cNvPr id="360" name="Connecteur droit avec flèche 359">
            <a:extLst>
              <a:ext uri="{FF2B5EF4-FFF2-40B4-BE49-F238E27FC236}">
                <a16:creationId xmlns:a16="http://schemas.microsoft.com/office/drawing/2014/main" id="{090CB3E1-CFF3-463C-51C3-943A64F68AC0}"/>
              </a:ext>
            </a:extLst>
          </p:cNvPr>
          <p:cNvCxnSpPr>
            <a:cxnSpLocks/>
          </p:cNvCxnSpPr>
          <p:nvPr/>
        </p:nvCxnSpPr>
        <p:spPr>
          <a:xfrm>
            <a:off x="2848258" y="3477856"/>
            <a:ext cx="0" cy="715799"/>
          </a:xfrm>
          <a:prstGeom prst="straightConnector1">
            <a:avLst/>
          </a:prstGeom>
          <a:noFill/>
          <a:ln w="6350" cap="flat" cmpd="sng" algn="ctr">
            <a:solidFill>
              <a:srgbClr val="1C244F"/>
            </a:solidFill>
            <a:prstDash val="solid"/>
            <a:miter lim="800000"/>
            <a:tailEnd type="triangle"/>
          </a:ln>
          <a:effectLst/>
        </p:spPr>
      </p:cxnSp>
      <p:cxnSp>
        <p:nvCxnSpPr>
          <p:cNvPr id="361" name="Connecteur droit avec flèche 360">
            <a:extLst>
              <a:ext uri="{FF2B5EF4-FFF2-40B4-BE49-F238E27FC236}">
                <a16:creationId xmlns:a16="http://schemas.microsoft.com/office/drawing/2014/main" id="{8539B11D-4D24-F910-DF91-E90037EBFD13}"/>
              </a:ext>
            </a:extLst>
          </p:cNvPr>
          <p:cNvCxnSpPr>
            <a:cxnSpLocks/>
          </p:cNvCxnSpPr>
          <p:nvPr/>
        </p:nvCxnSpPr>
        <p:spPr>
          <a:xfrm>
            <a:off x="1392484" y="3477856"/>
            <a:ext cx="0" cy="715799"/>
          </a:xfrm>
          <a:prstGeom prst="straightConnector1">
            <a:avLst/>
          </a:prstGeom>
          <a:noFill/>
          <a:ln w="6350" cap="flat" cmpd="sng" algn="ctr">
            <a:solidFill>
              <a:srgbClr val="1C244F"/>
            </a:solidFill>
            <a:prstDash val="solid"/>
            <a:miter lim="800000"/>
            <a:tailEnd type="triangle"/>
          </a:ln>
          <a:effectLst/>
        </p:spPr>
      </p:cxnSp>
      <p:sp>
        <p:nvSpPr>
          <p:cNvPr id="362" name="ZoneTexte 361">
            <a:extLst>
              <a:ext uri="{FF2B5EF4-FFF2-40B4-BE49-F238E27FC236}">
                <a16:creationId xmlns:a16="http://schemas.microsoft.com/office/drawing/2014/main" id="{DF859FB3-8220-C9B8-9EB9-D0365914FE3F}"/>
              </a:ext>
            </a:extLst>
          </p:cNvPr>
          <p:cNvSpPr txBox="1"/>
          <p:nvPr/>
        </p:nvSpPr>
        <p:spPr>
          <a:xfrm>
            <a:off x="3836150" y="1499135"/>
            <a:ext cx="8257784" cy="1153798"/>
          </a:xfrm>
          <a:prstGeom prst="roundRect">
            <a:avLst/>
          </a:prstGeom>
          <a:solidFill>
            <a:sysClr val="window" lastClr="FFFFFF">
              <a:lumMod val="75000"/>
            </a:sysClr>
          </a:solidFill>
        </p:spPr>
        <p:txBody>
          <a:bodyPr wrap="square">
            <a:noAutofit/>
          </a:bodyPr>
          <a:lstStyle/>
          <a:p>
            <a:pPr marL="0" marR="0" lvl="0" indent="0" defTabSz="914400" eaLnBrk="1" fontAlgn="auto" latinLnBrk="0" hangingPunct="1">
              <a:lnSpc>
                <a:spcPct val="100000"/>
              </a:lnSpc>
              <a:spcBef>
                <a:spcPts val="0"/>
              </a:spcBef>
              <a:spcAft>
                <a:spcPts val="600"/>
              </a:spcAft>
              <a:buClrTx/>
              <a:buSzTx/>
              <a:buFontTx/>
              <a:buNone/>
              <a:tabLst/>
              <a:defRPr/>
            </a:pPr>
            <a:endParaRPr kumimoji="0" lang="fr-FR" sz="1050" u="none" strike="noStrike" kern="0" cap="none" spc="0" normalizeH="0" baseline="0" noProof="0">
              <a:ln>
                <a:noFill/>
              </a:ln>
              <a:solidFill>
                <a:prstClr val="black"/>
              </a:solidFill>
              <a:effectLst/>
              <a:uLnTx/>
              <a:uFillTx/>
              <a:latin typeface="Poppins" pitchFamily="2" charset="77"/>
              <a:cs typeface="Poppins" pitchFamily="2" charset="77"/>
            </a:endParaRPr>
          </a:p>
        </p:txBody>
      </p:sp>
      <p:sp>
        <p:nvSpPr>
          <p:cNvPr id="363" name="ZoneTexte 362">
            <a:extLst>
              <a:ext uri="{FF2B5EF4-FFF2-40B4-BE49-F238E27FC236}">
                <a16:creationId xmlns:a16="http://schemas.microsoft.com/office/drawing/2014/main" id="{20EFBC98-216E-6848-DF2C-14BBC2B7C2AB}"/>
              </a:ext>
            </a:extLst>
          </p:cNvPr>
          <p:cNvSpPr txBox="1"/>
          <p:nvPr/>
        </p:nvSpPr>
        <p:spPr>
          <a:xfrm>
            <a:off x="3836149" y="2699912"/>
            <a:ext cx="8257783" cy="1526115"/>
          </a:xfrm>
          <a:prstGeom prst="roundRect">
            <a:avLst/>
          </a:prstGeom>
          <a:solidFill>
            <a:schemeClr val="accent3">
              <a:lumMod val="20000"/>
              <a:lumOff val="80000"/>
            </a:schemeClr>
          </a:solidFill>
        </p:spPr>
        <p:txBody>
          <a:bodyPr wrap="square">
            <a:noAutofit/>
          </a:bodyPr>
          <a:lstStyle/>
          <a:p>
            <a:pPr marL="0" marR="0" lvl="0" indent="0" defTabSz="914400" eaLnBrk="1" fontAlgn="auto" latinLnBrk="0" hangingPunct="1">
              <a:lnSpc>
                <a:spcPct val="100000"/>
              </a:lnSpc>
              <a:spcBef>
                <a:spcPts val="0"/>
              </a:spcBef>
              <a:spcAft>
                <a:spcPts val="600"/>
              </a:spcAft>
              <a:buClrTx/>
              <a:buSzTx/>
              <a:buFontTx/>
              <a:buNone/>
              <a:tabLst/>
              <a:defRPr/>
            </a:pPr>
            <a:endParaRPr kumimoji="0" lang="fr-FR" sz="1050" u="none" strike="noStrike" kern="0" cap="none" spc="0" normalizeH="0" baseline="0" noProof="0">
              <a:ln>
                <a:noFill/>
              </a:ln>
              <a:solidFill>
                <a:schemeClr val="accent3"/>
              </a:solidFill>
              <a:effectLst/>
              <a:uLnTx/>
              <a:uFillTx/>
              <a:latin typeface="Poppins" pitchFamily="2" charset="77"/>
              <a:cs typeface="Poppins" pitchFamily="2" charset="77"/>
            </a:endParaRPr>
          </a:p>
        </p:txBody>
      </p:sp>
      <p:sp>
        <p:nvSpPr>
          <p:cNvPr id="364" name="ZoneTexte 363">
            <a:extLst>
              <a:ext uri="{FF2B5EF4-FFF2-40B4-BE49-F238E27FC236}">
                <a16:creationId xmlns:a16="http://schemas.microsoft.com/office/drawing/2014/main" id="{5E6E6CBD-C483-0F43-40C3-3949652FDC3C}"/>
              </a:ext>
            </a:extLst>
          </p:cNvPr>
          <p:cNvSpPr txBox="1"/>
          <p:nvPr/>
        </p:nvSpPr>
        <p:spPr>
          <a:xfrm>
            <a:off x="3836150" y="4271370"/>
            <a:ext cx="8257782" cy="1337199"/>
          </a:xfrm>
          <a:prstGeom prst="roundRect">
            <a:avLst/>
          </a:prstGeom>
          <a:solidFill>
            <a:schemeClr val="tx2">
              <a:lumMod val="20000"/>
              <a:lumOff val="80000"/>
            </a:schemeClr>
          </a:solidFill>
          <a:ln w="9525" cap="rnd" cmpd="sng" algn="ctr">
            <a:noFill/>
            <a:prstDash val="solid"/>
            <a:round/>
            <a:headEnd type="none" w="med" len="med"/>
            <a:tailEnd type="none" w="med" len="med"/>
          </a:ln>
          <a:effectLst/>
        </p:spPr>
        <p:txBody>
          <a:bodyPr rot="0" spcFirstLastPara="0" vertOverflow="overflow" horzOverflow="overflow" vert="horz" wrap="square" lIns="48000" tIns="60960" rIns="48000" bIns="60960" numCol="1" spcCol="0" rtlCol="0" fromWordArt="0" anchor="t" anchorCtr="0" forceAA="0" compatLnSpc="1">
            <a:prstTxWarp prst="textNoShape">
              <a:avLst/>
            </a:prstTxWarp>
            <a:noAutofit/>
          </a:bodyPr>
          <a:lstStyle>
            <a:defPPr>
              <a:defRPr lang="fr-FR"/>
            </a:defPPr>
            <a:lvl1pPr>
              <a:lnSpc>
                <a:spcPct val="90000"/>
              </a:lnSpc>
              <a:spcAft>
                <a:spcPts val="1333"/>
              </a:spcAft>
              <a:defRPr sz="1000">
                <a:solidFill>
                  <a:srgbClr val="002060"/>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defTabSz="914400" eaLnBrk="1" fontAlgn="auto" latinLnBrk="0" hangingPunct="1">
              <a:lnSpc>
                <a:spcPct val="100000"/>
              </a:lnSpc>
              <a:spcBef>
                <a:spcPts val="0"/>
              </a:spcBef>
              <a:spcAft>
                <a:spcPts val="600"/>
              </a:spcAft>
              <a:buClrTx/>
              <a:buSzTx/>
              <a:buFontTx/>
              <a:buNone/>
              <a:tabLst/>
              <a:defRPr/>
            </a:pPr>
            <a:endParaRPr kumimoji="0" lang="fr-FR" sz="1050" u="none" strike="noStrike" kern="0" cap="none" spc="0" normalizeH="0" baseline="0" noProof="0">
              <a:ln>
                <a:noFill/>
              </a:ln>
              <a:solidFill>
                <a:prstClr val="black"/>
              </a:solidFill>
              <a:effectLst/>
              <a:uLnTx/>
              <a:uFillTx/>
              <a:latin typeface="Poppins" pitchFamily="2" charset="77"/>
              <a:cs typeface="Poppins" pitchFamily="2" charset="77"/>
            </a:endParaRPr>
          </a:p>
        </p:txBody>
      </p:sp>
      <p:sp>
        <p:nvSpPr>
          <p:cNvPr id="365" name="ZoneTexte 364">
            <a:extLst>
              <a:ext uri="{FF2B5EF4-FFF2-40B4-BE49-F238E27FC236}">
                <a16:creationId xmlns:a16="http://schemas.microsoft.com/office/drawing/2014/main" id="{1269005F-3690-D69B-5AAC-5B40BED2BC61}"/>
              </a:ext>
            </a:extLst>
          </p:cNvPr>
          <p:cNvSpPr txBox="1"/>
          <p:nvPr/>
        </p:nvSpPr>
        <p:spPr>
          <a:xfrm>
            <a:off x="3836149" y="5690016"/>
            <a:ext cx="8257781" cy="729853"/>
          </a:xfrm>
          <a:prstGeom prst="roundRect">
            <a:avLst/>
          </a:prstGeom>
          <a:solidFill>
            <a:schemeClr val="accent2">
              <a:lumMod val="20000"/>
              <a:lumOff val="80000"/>
            </a:schemeClr>
          </a:solidFill>
          <a:ln w="9525" cap="rnd" cmpd="sng" algn="ctr">
            <a:noFill/>
            <a:prstDash val="solid"/>
            <a:round/>
            <a:headEnd type="none" w="med" len="med"/>
            <a:tailEnd type="none" w="med" len="med"/>
          </a:ln>
          <a:effectLst/>
        </p:spPr>
        <p:txBody>
          <a:bodyPr rot="0" spcFirstLastPara="0" vertOverflow="overflow" horzOverflow="overflow" vert="horz" wrap="square" lIns="48000" tIns="60960" rIns="48000" bIns="60960" numCol="1" spcCol="0" rtlCol="0" fromWordArt="0" anchor="t" anchorCtr="0" forceAA="0" compatLnSpc="1">
            <a:prstTxWarp prst="textNoShape">
              <a:avLst/>
            </a:prstTxWarp>
            <a:noAutofit/>
          </a:bodyPr>
          <a:lstStyle>
            <a:defPPr>
              <a:defRPr lang="fr-FR"/>
            </a:defPPr>
            <a:lvl1pPr>
              <a:lnSpc>
                <a:spcPct val="90000"/>
              </a:lnSpc>
              <a:spcAft>
                <a:spcPts val="1333"/>
              </a:spcAft>
              <a:defRPr sz="1000">
                <a:solidFill>
                  <a:srgbClr val="002060"/>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defTabSz="914400" eaLnBrk="1" fontAlgn="auto" latinLnBrk="0" hangingPunct="1">
              <a:lnSpc>
                <a:spcPct val="100000"/>
              </a:lnSpc>
              <a:spcBef>
                <a:spcPts val="0"/>
              </a:spcBef>
              <a:spcAft>
                <a:spcPts val="600"/>
              </a:spcAft>
              <a:buClrTx/>
              <a:buSzTx/>
              <a:buFontTx/>
              <a:buNone/>
              <a:tabLst/>
              <a:defRPr/>
            </a:pPr>
            <a:endParaRPr kumimoji="0" lang="fr-FR" sz="900" u="none" strike="noStrike" kern="0" cap="none" spc="0" normalizeH="0" baseline="0" noProof="0">
              <a:ln>
                <a:noFill/>
              </a:ln>
              <a:solidFill>
                <a:prstClr val="black"/>
              </a:solidFill>
              <a:effectLst/>
              <a:uLnTx/>
              <a:uFillTx/>
              <a:latin typeface="Poppins" pitchFamily="2" charset="77"/>
              <a:cs typeface="Poppins" pitchFamily="2" charset="77"/>
            </a:endParaRPr>
          </a:p>
        </p:txBody>
      </p:sp>
      <p:sp>
        <p:nvSpPr>
          <p:cNvPr id="366" name="ZoneTexte 365">
            <a:extLst>
              <a:ext uri="{FF2B5EF4-FFF2-40B4-BE49-F238E27FC236}">
                <a16:creationId xmlns:a16="http://schemas.microsoft.com/office/drawing/2014/main" id="{8BABC1FD-B8D6-1772-970D-80CD822F387E}"/>
              </a:ext>
            </a:extLst>
          </p:cNvPr>
          <p:cNvSpPr txBox="1"/>
          <p:nvPr/>
        </p:nvSpPr>
        <p:spPr>
          <a:xfrm>
            <a:off x="3842681" y="1496609"/>
            <a:ext cx="6676899" cy="1153798"/>
          </a:xfrm>
          <a:prstGeom prst="roundRect">
            <a:avLst/>
          </a:prstGeom>
          <a:noFill/>
        </p:spPr>
        <p:txBody>
          <a:bodyPr wrap="square">
            <a:noAutofit/>
          </a:bodyPr>
          <a:lstStyle/>
          <a:p>
            <a:pPr>
              <a:spcAft>
                <a:spcPts val="600"/>
              </a:spcAft>
              <a:defRPr/>
            </a:pPr>
            <a:r>
              <a:rPr lang="fr-FR" sz="1000" b="1" dirty="0">
                <a:solidFill>
                  <a:prstClr val="black"/>
                </a:solidFill>
                <a:latin typeface="Poppins" pitchFamily="2" charset="77"/>
                <a:cs typeface="Poppins" pitchFamily="2" charset="77"/>
              </a:rPr>
              <a:t>Médiation</a:t>
            </a:r>
          </a:p>
          <a:p>
            <a:pPr marL="171450" indent="-171450">
              <a:spcAft>
                <a:spcPts val="600"/>
              </a:spcAft>
              <a:buFont typeface="Arial" panose="020B0604020202020204" pitchFamily="34" charset="0"/>
              <a:buChar char="•"/>
              <a:defRPr/>
            </a:pPr>
            <a:r>
              <a:rPr lang="fr-FR" sz="1000" b="1" dirty="0">
                <a:solidFill>
                  <a:prstClr val="black"/>
                </a:solidFill>
                <a:latin typeface="Poppins" pitchFamily="2" charset="77"/>
                <a:cs typeface="Poppins" pitchFamily="2" charset="77"/>
              </a:rPr>
              <a:t>Médiation externe: </a:t>
            </a:r>
            <a:r>
              <a:rPr lang="fr-FR" sz="1000" dirty="0">
                <a:solidFill>
                  <a:prstClr val="black"/>
                </a:solidFill>
                <a:latin typeface="Poppins" pitchFamily="2" charset="77"/>
                <a:cs typeface="Poppins" pitchFamily="2" charset="77"/>
              </a:rPr>
              <a:t>en charge des flux nord-sud. C’est le point d’entrée du SI depuis l’externe (internet). Elle permet de centraliser la sécurité et de s’assurer que les règles sont bien appliquées.</a:t>
            </a:r>
          </a:p>
          <a:p>
            <a:pPr marL="171450" indent="-171450">
              <a:spcAft>
                <a:spcPts val="600"/>
              </a:spcAft>
              <a:buFont typeface="Arial" panose="020B0604020202020204" pitchFamily="34" charset="0"/>
              <a:buChar char="•"/>
              <a:defRPr/>
            </a:pPr>
            <a:r>
              <a:rPr lang="fr-FR" sz="1000" b="1" dirty="0">
                <a:solidFill>
                  <a:prstClr val="black"/>
                </a:solidFill>
                <a:latin typeface="Poppins" pitchFamily="2" charset="77"/>
                <a:cs typeface="Poppins" pitchFamily="2" charset="77"/>
              </a:rPr>
              <a:t>Médiation interne: </a:t>
            </a:r>
            <a:r>
              <a:rPr lang="fr-FR" sz="1000" dirty="0">
                <a:solidFill>
                  <a:prstClr val="black"/>
                </a:solidFill>
                <a:latin typeface="Poppins" pitchFamily="2" charset="77"/>
                <a:cs typeface="Poppins" pitchFamily="2" charset="77"/>
              </a:rPr>
              <a:t>s’occupe des échanges internes du SI entre les backends ou entre un frontend exécuté sur le LAN/Intranet et un backend.</a:t>
            </a:r>
          </a:p>
        </p:txBody>
      </p:sp>
      <p:sp>
        <p:nvSpPr>
          <p:cNvPr id="367" name="Ellipse 366">
            <a:extLst>
              <a:ext uri="{FF2B5EF4-FFF2-40B4-BE49-F238E27FC236}">
                <a16:creationId xmlns:a16="http://schemas.microsoft.com/office/drawing/2014/main" id="{66DD56D8-93E1-ADFE-D8F9-7328FD80C02C}"/>
              </a:ext>
            </a:extLst>
          </p:cNvPr>
          <p:cNvSpPr/>
          <p:nvPr/>
        </p:nvSpPr>
        <p:spPr>
          <a:xfrm>
            <a:off x="10622643" y="5953456"/>
            <a:ext cx="288709" cy="288709"/>
          </a:xfrm>
          <a:prstGeom prst="ellipse">
            <a:avLst/>
          </a:prstGeom>
          <a:solidFill>
            <a:sysClr val="window" lastClr="FFFFFF">
              <a:lumMod val="50000"/>
            </a:sysClr>
          </a:solidFill>
          <a:ln w="12700" cap="flat" cmpd="sng" algn="ctr">
            <a:noFill/>
            <a:prstDash val="solid"/>
            <a:miter lim="800000"/>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fr-FR" sz="1050" u="none" strike="noStrike" kern="0" cap="none" spc="0" normalizeH="0" baseline="0" noProof="0">
                <a:ln>
                  <a:noFill/>
                </a:ln>
                <a:solidFill>
                  <a:prstClr val="white"/>
                </a:solidFill>
                <a:effectLst/>
                <a:uLnTx/>
                <a:uFillTx/>
                <a:latin typeface="Poppins" pitchFamily="2" charset="77"/>
                <a:cs typeface="Poppins" pitchFamily="2" charset="77"/>
                <a:sym typeface="Arial"/>
              </a:rPr>
              <a:t>P1</a:t>
            </a:r>
          </a:p>
        </p:txBody>
      </p:sp>
      <p:sp>
        <p:nvSpPr>
          <p:cNvPr id="368" name="Ellipse 367">
            <a:extLst>
              <a:ext uri="{FF2B5EF4-FFF2-40B4-BE49-F238E27FC236}">
                <a16:creationId xmlns:a16="http://schemas.microsoft.com/office/drawing/2014/main" id="{E1C92D48-D840-6C35-1114-5846328035A0}"/>
              </a:ext>
            </a:extLst>
          </p:cNvPr>
          <p:cNvSpPr/>
          <p:nvPr/>
        </p:nvSpPr>
        <p:spPr>
          <a:xfrm>
            <a:off x="11344523" y="5953456"/>
            <a:ext cx="288709" cy="288709"/>
          </a:xfrm>
          <a:prstGeom prst="ellipse">
            <a:avLst/>
          </a:prstGeom>
          <a:solidFill>
            <a:schemeClr val="accent5"/>
          </a:solidFill>
          <a:ln w="12700" cap="flat" cmpd="sng" algn="ctr">
            <a:noFill/>
            <a:prstDash val="solid"/>
            <a:miter lim="800000"/>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fr-FR" sz="1050" u="none" strike="noStrike" kern="0" cap="none" spc="0" normalizeH="0" baseline="0" noProof="0">
                <a:ln>
                  <a:noFill/>
                </a:ln>
                <a:solidFill>
                  <a:prstClr val="white"/>
                </a:solidFill>
                <a:effectLst/>
                <a:uLnTx/>
                <a:uFillTx/>
                <a:latin typeface="Poppins" pitchFamily="2" charset="77"/>
                <a:cs typeface="Poppins" pitchFamily="2" charset="77"/>
                <a:sym typeface="Arial"/>
              </a:rPr>
              <a:t>P3</a:t>
            </a:r>
          </a:p>
        </p:txBody>
      </p:sp>
      <p:sp>
        <p:nvSpPr>
          <p:cNvPr id="369" name="Ellipse 368">
            <a:extLst>
              <a:ext uri="{FF2B5EF4-FFF2-40B4-BE49-F238E27FC236}">
                <a16:creationId xmlns:a16="http://schemas.microsoft.com/office/drawing/2014/main" id="{4F4836F4-4107-1E01-2216-1B40C401F42A}"/>
              </a:ext>
            </a:extLst>
          </p:cNvPr>
          <p:cNvSpPr/>
          <p:nvPr/>
        </p:nvSpPr>
        <p:spPr>
          <a:xfrm>
            <a:off x="11705462" y="5953456"/>
            <a:ext cx="288709" cy="288709"/>
          </a:xfrm>
          <a:prstGeom prst="ellipse">
            <a:avLst/>
          </a:prstGeom>
          <a:solidFill>
            <a:schemeClr val="tx1"/>
          </a:solidFill>
          <a:ln w="12700" cap="flat" cmpd="sng" algn="ctr">
            <a:noFill/>
            <a:prstDash val="solid"/>
            <a:miter lim="800000"/>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fr-FR" sz="1050" u="none" strike="noStrike" kern="0" cap="none" spc="0" normalizeH="0" baseline="0" noProof="0">
                <a:ln>
                  <a:noFill/>
                </a:ln>
                <a:solidFill>
                  <a:prstClr val="white"/>
                </a:solidFill>
                <a:effectLst/>
                <a:uLnTx/>
                <a:uFillTx/>
                <a:latin typeface="Poppins" pitchFamily="2" charset="77"/>
                <a:cs typeface="Poppins" pitchFamily="2" charset="77"/>
                <a:sym typeface="Arial"/>
              </a:rPr>
              <a:t>P4</a:t>
            </a:r>
          </a:p>
        </p:txBody>
      </p:sp>
      <p:sp>
        <p:nvSpPr>
          <p:cNvPr id="370" name="Ellipse 369">
            <a:extLst>
              <a:ext uri="{FF2B5EF4-FFF2-40B4-BE49-F238E27FC236}">
                <a16:creationId xmlns:a16="http://schemas.microsoft.com/office/drawing/2014/main" id="{27AEDB12-5541-FF6F-8EF1-ECE4B7D98F91}"/>
              </a:ext>
            </a:extLst>
          </p:cNvPr>
          <p:cNvSpPr/>
          <p:nvPr/>
        </p:nvSpPr>
        <p:spPr>
          <a:xfrm>
            <a:off x="10983583" y="5953456"/>
            <a:ext cx="288709" cy="288709"/>
          </a:xfrm>
          <a:prstGeom prst="ellipse">
            <a:avLst/>
          </a:prstGeom>
          <a:solidFill>
            <a:schemeClr val="tx2"/>
          </a:solidFill>
          <a:ln w="12700" cap="flat" cmpd="sng" algn="ctr">
            <a:noFill/>
            <a:prstDash val="solid"/>
            <a:miter lim="800000"/>
          </a:ln>
          <a:effectLst/>
        </p:spPr>
        <p:txBody>
          <a:bodyPr lIns="0" tIns="0" rIns="0" bIns="0" rtlCol="0" anchor="ctr"/>
          <a:lstStyle/>
          <a:p>
            <a:pPr algn="ctr">
              <a:defRPr/>
            </a:pPr>
            <a:r>
              <a:rPr lang="fr-FR" sz="1050">
                <a:solidFill>
                  <a:prstClr val="white"/>
                </a:solidFill>
                <a:latin typeface="Poppins" pitchFamily="2" charset="77"/>
                <a:cs typeface="Poppins" pitchFamily="2" charset="77"/>
                <a:sym typeface="Arial"/>
              </a:rPr>
              <a:t>P2</a:t>
            </a:r>
          </a:p>
        </p:txBody>
      </p:sp>
      <p:sp>
        <p:nvSpPr>
          <p:cNvPr id="371" name="Ellipse 370">
            <a:extLst>
              <a:ext uri="{FF2B5EF4-FFF2-40B4-BE49-F238E27FC236}">
                <a16:creationId xmlns:a16="http://schemas.microsoft.com/office/drawing/2014/main" id="{69B683A9-393A-9E4C-612E-C9E8CCF16939}"/>
              </a:ext>
            </a:extLst>
          </p:cNvPr>
          <p:cNvSpPr/>
          <p:nvPr/>
        </p:nvSpPr>
        <p:spPr>
          <a:xfrm>
            <a:off x="10983583" y="4809192"/>
            <a:ext cx="288709" cy="288709"/>
          </a:xfrm>
          <a:prstGeom prst="ellipse">
            <a:avLst/>
          </a:prstGeom>
          <a:solidFill>
            <a:schemeClr val="accent5"/>
          </a:solidFill>
          <a:ln w="12700" cap="flat" cmpd="sng" algn="ctr">
            <a:noFill/>
            <a:prstDash val="solid"/>
            <a:miter lim="800000"/>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fr-FR" sz="1050" u="none" strike="noStrike" kern="0" cap="none" spc="0" normalizeH="0" baseline="0" noProof="0">
                <a:ln>
                  <a:noFill/>
                </a:ln>
                <a:solidFill>
                  <a:prstClr val="white"/>
                </a:solidFill>
                <a:effectLst/>
                <a:uLnTx/>
                <a:uFillTx/>
                <a:latin typeface="Poppins" pitchFamily="2" charset="77"/>
                <a:cs typeface="Poppins" pitchFamily="2" charset="77"/>
                <a:sym typeface="Arial"/>
              </a:rPr>
              <a:t>P3</a:t>
            </a:r>
          </a:p>
        </p:txBody>
      </p:sp>
      <p:sp>
        <p:nvSpPr>
          <p:cNvPr id="372" name="Ellipse 371">
            <a:extLst>
              <a:ext uri="{FF2B5EF4-FFF2-40B4-BE49-F238E27FC236}">
                <a16:creationId xmlns:a16="http://schemas.microsoft.com/office/drawing/2014/main" id="{A55AC21B-D46E-FE53-F436-C15D20A3C3C9}"/>
              </a:ext>
            </a:extLst>
          </p:cNvPr>
          <p:cNvSpPr/>
          <p:nvPr/>
        </p:nvSpPr>
        <p:spPr>
          <a:xfrm>
            <a:off x="11344522" y="4809192"/>
            <a:ext cx="288709" cy="288709"/>
          </a:xfrm>
          <a:prstGeom prst="ellipse">
            <a:avLst/>
          </a:prstGeom>
          <a:solidFill>
            <a:schemeClr val="tx1"/>
          </a:solidFill>
          <a:ln w="12700" cap="flat" cmpd="sng" algn="ctr">
            <a:noFill/>
            <a:prstDash val="solid"/>
            <a:miter lim="800000"/>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fr-FR" sz="1050" u="none" strike="noStrike" kern="0" cap="none" spc="0" normalizeH="0" baseline="0" noProof="0">
                <a:ln>
                  <a:noFill/>
                </a:ln>
                <a:solidFill>
                  <a:prstClr val="white"/>
                </a:solidFill>
                <a:effectLst/>
                <a:uLnTx/>
                <a:uFillTx/>
                <a:latin typeface="Poppins" pitchFamily="2" charset="77"/>
                <a:cs typeface="Poppins" pitchFamily="2" charset="77"/>
                <a:sym typeface="Arial"/>
              </a:rPr>
              <a:t>P4</a:t>
            </a:r>
          </a:p>
        </p:txBody>
      </p:sp>
      <p:sp>
        <p:nvSpPr>
          <p:cNvPr id="373" name="Ellipse 372">
            <a:extLst>
              <a:ext uri="{FF2B5EF4-FFF2-40B4-BE49-F238E27FC236}">
                <a16:creationId xmlns:a16="http://schemas.microsoft.com/office/drawing/2014/main" id="{7E4395CF-CDD0-6C43-9CA2-A6418D6392B0}"/>
              </a:ext>
            </a:extLst>
          </p:cNvPr>
          <p:cNvSpPr/>
          <p:nvPr/>
        </p:nvSpPr>
        <p:spPr>
          <a:xfrm>
            <a:off x="10622643" y="4809192"/>
            <a:ext cx="288709" cy="288709"/>
          </a:xfrm>
          <a:prstGeom prst="ellipse">
            <a:avLst/>
          </a:prstGeom>
          <a:solidFill>
            <a:schemeClr val="tx2"/>
          </a:solidFill>
          <a:ln w="12700" cap="flat" cmpd="sng" algn="ctr">
            <a:noFill/>
            <a:prstDash val="solid"/>
            <a:miter lim="800000"/>
          </a:ln>
          <a:effectLst/>
        </p:spPr>
        <p:txBody>
          <a:bodyPr lIns="0" tIns="0" rIns="0" bIns="0" rtlCol="0" anchor="ctr"/>
          <a:lstStyle/>
          <a:p>
            <a:pPr algn="ctr">
              <a:defRPr/>
            </a:pPr>
            <a:r>
              <a:rPr lang="fr-FR" sz="1050">
                <a:solidFill>
                  <a:prstClr val="white"/>
                </a:solidFill>
                <a:latin typeface="Poppins" pitchFamily="2" charset="77"/>
                <a:cs typeface="Poppins" pitchFamily="2" charset="77"/>
                <a:sym typeface="Arial"/>
              </a:rPr>
              <a:t>P2</a:t>
            </a:r>
          </a:p>
        </p:txBody>
      </p:sp>
      <p:sp>
        <p:nvSpPr>
          <p:cNvPr id="374" name="Ellipse 373">
            <a:extLst>
              <a:ext uri="{FF2B5EF4-FFF2-40B4-BE49-F238E27FC236}">
                <a16:creationId xmlns:a16="http://schemas.microsoft.com/office/drawing/2014/main" id="{70E512BA-316E-51E0-E565-8D1CA37505C6}"/>
              </a:ext>
            </a:extLst>
          </p:cNvPr>
          <p:cNvSpPr/>
          <p:nvPr/>
        </p:nvSpPr>
        <p:spPr>
          <a:xfrm>
            <a:off x="10622643" y="3429000"/>
            <a:ext cx="288709" cy="288709"/>
          </a:xfrm>
          <a:prstGeom prst="ellipse">
            <a:avLst/>
          </a:prstGeom>
          <a:solidFill>
            <a:sysClr val="window" lastClr="FFFFFF">
              <a:lumMod val="50000"/>
            </a:sysClr>
          </a:solidFill>
          <a:ln w="12700" cap="flat" cmpd="sng" algn="ctr">
            <a:noFill/>
            <a:prstDash val="solid"/>
            <a:miter lim="800000"/>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fr-FR" sz="1050" u="none" strike="noStrike" kern="0" cap="none" spc="0" normalizeH="0" baseline="0" noProof="0">
                <a:ln>
                  <a:noFill/>
                </a:ln>
                <a:solidFill>
                  <a:prstClr val="white"/>
                </a:solidFill>
                <a:effectLst/>
                <a:uLnTx/>
                <a:uFillTx/>
                <a:latin typeface="Poppins" pitchFamily="2" charset="77"/>
                <a:cs typeface="Poppins" pitchFamily="2" charset="77"/>
                <a:sym typeface="Arial"/>
              </a:rPr>
              <a:t>P1</a:t>
            </a:r>
          </a:p>
        </p:txBody>
      </p:sp>
      <p:sp>
        <p:nvSpPr>
          <p:cNvPr id="375" name="Ellipse 374">
            <a:extLst>
              <a:ext uri="{FF2B5EF4-FFF2-40B4-BE49-F238E27FC236}">
                <a16:creationId xmlns:a16="http://schemas.microsoft.com/office/drawing/2014/main" id="{3ACB777B-A622-CC81-9D6D-69C8D264F440}"/>
              </a:ext>
            </a:extLst>
          </p:cNvPr>
          <p:cNvSpPr/>
          <p:nvPr/>
        </p:nvSpPr>
        <p:spPr>
          <a:xfrm>
            <a:off x="10622643" y="1910888"/>
            <a:ext cx="288709" cy="288709"/>
          </a:xfrm>
          <a:prstGeom prst="ellipse">
            <a:avLst/>
          </a:prstGeom>
          <a:solidFill>
            <a:sysClr val="window" lastClr="FFFFFF">
              <a:lumMod val="50000"/>
            </a:sysClr>
          </a:solidFill>
          <a:ln w="12700" cap="flat" cmpd="sng" algn="ctr">
            <a:noFill/>
            <a:prstDash val="solid"/>
            <a:miter lim="800000"/>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fr-FR" sz="1050" u="none" strike="noStrike" kern="0" cap="none" spc="0" normalizeH="0" baseline="0" noProof="0">
                <a:ln>
                  <a:noFill/>
                </a:ln>
                <a:solidFill>
                  <a:prstClr val="white"/>
                </a:solidFill>
                <a:effectLst/>
                <a:uLnTx/>
                <a:uFillTx/>
                <a:latin typeface="Poppins" pitchFamily="2" charset="77"/>
                <a:cs typeface="Poppins" pitchFamily="2" charset="77"/>
                <a:sym typeface="Arial"/>
              </a:rPr>
              <a:t>P1</a:t>
            </a:r>
          </a:p>
        </p:txBody>
      </p:sp>
      <p:sp>
        <p:nvSpPr>
          <p:cNvPr id="376" name="Ellipse 375">
            <a:extLst>
              <a:ext uri="{FF2B5EF4-FFF2-40B4-BE49-F238E27FC236}">
                <a16:creationId xmlns:a16="http://schemas.microsoft.com/office/drawing/2014/main" id="{265E0D02-5468-DAE0-3E8A-3F4F17A26C4D}"/>
              </a:ext>
            </a:extLst>
          </p:cNvPr>
          <p:cNvSpPr/>
          <p:nvPr/>
        </p:nvSpPr>
        <p:spPr>
          <a:xfrm>
            <a:off x="11344523" y="1910888"/>
            <a:ext cx="288709" cy="288709"/>
          </a:xfrm>
          <a:prstGeom prst="ellipse">
            <a:avLst/>
          </a:prstGeom>
          <a:solidFill>
            <a:schemeClr val="accent5"/>
          </a:solidFill>
          <a:ln w="12700" cap="flat" cmpd="sng" algn="ctr">
            <a:noFill/>
            <a:prstDash val="solid"/>
            <a:miter lim="800000"/>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fr-FR" sz="1050" u="none" strike="noStrike" kern="0" cap="none" spc="0" normalizeH="0" baseline="0" noProof="0" dirty="0">
                <a:ln>
                  <a:noFill/>
                </a:ln>
                <a:solidFill>
                  <a:prstClr val="white"/>
                </a:solidFill>
                <a:effectLst/>
                <a:uLnTx/>
                <a:uFillTx/>
                <a:latin typeface="Poppins" pitchFamily="2" charset="77"/>
                <a:cs typeface="Poppins" pitchFamily="2" charset="77"/>
                <a:sym typeface="Arial"/>
              </a:rPr>
              <a:t>P3</a:t>
            </a:r>
          </a:p>
        </p:txBody>
      </p:sp>
      <p:sp>
        <p:nvSpPr>
          <p:cNvPr id="377" name="Ellipse 376">
            <a:extLst>
              <a:ext uri="{FF2B5EF4-FFF2-40B4-BE49-F238E27FC236}">
                <a16:creationId xmlns:a16="http://schemas.microsoft.com/office/drawing/2014/main" id="{2EE3C5F1-D8FA-7350-6C48-761B518DB438}"/>
              </a:ext>
            </a:extLst>
          </p:cNvPr>
          <p:cNvSpPr/>
          <p:nvPr/>
        </p:nvSpPr>
        <p:spPr>
          <a:xfrm>
            <a:off x="11705462" y="1910888"/>
            <a:ext cx="288709" cy="288709"/>
          </a:xfrm>
          <a:prstGeom prst="ellipse">
            <a:avLst/>
          </a:prstGeom>
          <a:solidFill>
            <a:schemeClr val="tx1"/>
          </a:solidFill>
          <a:ln w="12700" cap="flat" cmpd="sng" algn="ctr">
            <a:noFill/>
            <a:prstDash val="solid"/>
            <a:miter lim="800000"/>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fr-FR" sz="1050" u="none" strike="noStrike" kern="0" cap="none" spc="0" normalizeH="0" baseline="0" noProof="0" dirty="0">
                <a:ln>
                  <a:noFill/>
                </a:ln>
                <a:solidFill>
                  <a:prstClr val="white"/>
                </a:solidFill>
                <a:effectLst/>
                <a:uLnTx/>
                <a:uFillTx/>
                <a:latin typeface="Poppins" pitchFamily="2" charset="77"/>
                <a:cs typeface="Poppins" pitchFamily="2" charset="77"/>
                <a:sym typeface="Arial"/>
              </a:rPr>
              <a:t>P4</a:t>
            </a:r>
          </a:p>
        </p:txBody>
      </p:sp>
      <p:sp>
        <p:nvSpPr>
          <p:cNvPr id="378" name="Ellipse 377">
            <a:extLst>
              <a:ext uri="{FF2B5EF4-FFF2-40B4-BE49-F238E27FC236}">
                <a16:creationId xmlns:a16="http://schemas.microsoft.com/office/drawing/2014/main" id="{FEAB8E68-0EAE-30AA-65F6-B3CFE663FC06}"/>
              </a:ext>
            </a:extLst>
          </p:cNvPr>
          <p:cNvSpPr/>
          <p:nvPr/>
        </p:nvSpPr>
        <p:spPr>
          <a:xfrm>
            <a:off x="10983583" y="1910888"/>
            <a:ext cx="288709" cy="288709"/>
          </a:xfrm>
          <a:prstGeom prst="ellipse">
            <a:avLst/>
          </a:prstGeom>
          <a:solidFill>
            <a:schemeClr val="tx2"/>
          </a:solidFill>
          <a:ln w="12700" cap="flat" cmpd="sng" algn="ctr">
            <a:noFill/>
            <a:prstDash val="solid"/>
            <a:miter lim="800000"/>
          </a:ln>
          <a:effectLst/>
        </p:spPr>
        <p:txBody>
          <a:bodyPr lIns="0" tIns="0" rIns="0" bIns="0" rtlCol="0" anchor="ctr"/>
          <a:lstStyle/>
          <a:p>
            <a:pPr algn="ctr">
              <a:defRPr/>
            </a:pPr>
            <a:r>
              <a:rPr lang="fr-FR" sz="1050">
                <a:solidFill>
                  <a:prstClr val="white"/>
                </a:solidFill>
                <a:latin typeface="Poppins" pitchFamily="2" charset="77"/>
                <a:cs typeface="Poppins" pitchFamily="2" charset="77"/>
                <a:sym typeface="Arial"/>
              </a:rPr>
              <a:t>P2</a:t>
            </a:r>
          </a:p>
        </p:txBody>
      </p:sp>
      <p:sp>
        <p:nvSpPr>
          <p:cNvPr id="379" name="ZoneTexte 378">
            <a:extLst>
              <a:ext uri="{FF2B5EF4-FFF2-40B4-BE49-F238E27FC236}">
                <a16:creationId xmlns:a16="http://schemas.microsoft.com/office/drawing/2014/main" id="{960160C6-43D0-6C31-0094-27708382CB64}"/>
              </a:ext>
            </a:extLst>
          </p:cNvPr>
          <p:cNvSpPr txBox="1"/>
          <p:nvPr/>
        </p:nvSpPr>
        <p:spPr>
          <a:xfrm>
            <a:off x="10528224" y="1630551"/>
            <a:ext cx="673582" cy="261610"/>
          </a:xfrm>
          <a:prstGeom prst="rect">
            <a:avLst/>
          </a:prstGeom>
          <a:noFill/>
        </p:spPr>
        <p:txBody>
          <a:bodyPr wrap="none" rtlCol="0">
            <a:spAutoFit/>
          </a:bodyPr>
          <a:lstStyle/>
          <a:p>
            <a:r>
              <a:rPr lang="fr-FR" sz="1050" err="1">
                <a:solidFill>
                  <a:prstClr val="black"/>
                </a:solidFill>
                <a:latin typeface="Poppins" pitchFamily="2" charset="77"/>
                <a:cs typeface="Poppins" pitchFamily="2" charset="77"/>
              </a:rPr>
              <a:t>Proxies</a:t>
            </a:r>
            <a:endParaRPr lang="fr-FR" sz="1050">
              <a:solidFill>
                <a:prstClr val="black"/>
              </a:solidFill>
              <a:latin typeface="Poppins" pitchFamily="2" charset="77"/>
              <a:cs typeface="Poppins" pitchFamily="2" charset="77"/>
            </a:endParaRPr>
          </a:p>
        </p:txBody>
      </p:sp>
      <p:sp>
        <p:nvSpPr>
          <p:cNvPr id="380" name="ZoneTexte 379">
            <a:extLst>
              <a:ext uri="{FF2B5EF4-FFF2-40B4-BE49-F238E27FC236}">
                <a16:creationId xmlns:a16="http://schemas.microsoft.com/office/drawing/2014/main" id="{BAEF8CE2-37AD-6123-ED1B-7C96FBFDFF1F}"/>
              </a:ext>
            </a:extLst>
          </p:cNvPr>
          <p:cNvSpPr txBox="1"/>
          <p:nvPr/>
        </p:nvSpPr>
        <p:spPr>
          <a:xfrm>
            <a:off x="3889734" y="2713419"/>
            <a:ext cx="6629847" cy="1323439"/>
          </a:xfrm>
          <a:prstGeom prst="rect">
            <a:avLst/>
          </a:prstGeom>
          <a:noFill/>
        </p:spPr>
        <p:txBody>
          <a:bodyPr wrap="square">
            <a:spAutoFit/>
          </a:bodyPr>
          <a:lstStyle/>
          <a:p>
            <a:pPr>
              <a:spcAft>
                <a:spcPts val="600"/>
              </a:spcAft>
              <a:defRPr/>
            </a:pPr>
            <a:r>
              <a:rPr lang="fr-FR" sz="1000" b="1" dirty="0">
                <a:solidFill>
                  <a:schemeClr val="accent3">
                    <a:lumMod val="50000"/>
                  </a:schemeClr>
                </a:solidFill>
                <a:latin typeface="Poppins" pitchFamily="2" charset="77"/>
                <a:cs typeface="Poppins" pitchFamily="2" charset="77"/>
              </a:rPr>
              <a:t>Couche Usage</a:t>
            </a:r>
          </a:p>
          <a:p>
            <a:pPr marL="171450" indent="-171450">
              <a:spcAft>
                <a:spcPts val="600"/>
              </a:spcAft>
              <a:buFont typeface="Arial" panose="020B0604020202020204" pitchFamily="34" charset="0"/>
              <a:buChar char="•"/>
              <a:defRPr/>
            </a:pPr>
            <a:r>
              <a:rPr lang="fr-FR" sz="1000" b="1" dirty="0">
                <a:solidFill>
                  <a:prstClr val="black"/>
                </a:solidFill>
                <a:latin typeface="Poppins" pitchFamily="2" charset="77"/>
                <a:cs typeface="Poppins" pitchFamily="2" charset="77"/>
              </a:rPr>
              <a:t>BFF (Backend for frontend): </a:t>
            </a:r>
            <a:r>
              <a:rPr lang="fr-FR" sz="1000" dirty="0">
                <a:solidFill>
                  <a:prstClr val="black"/>
                </a:solidFill>
                <a:latin typeface="Poppins" pitchFamily="2" charset="77"/>
                <a:cs typeface="Poppins" pitchFamily="2" charset="77"/>
              </a:rPr>
              <a:t>permet de sortir la complexité (orchestration d’API, transformation de données, logique frontend complexe, etc.) des composants UI du frontend vers un backend plus facilement testable.</a:t>
            </a:r>
          </a:p>
          <a:p>
            <a:pPr marL="171450" indent="-171450">
              <a:spcAft>
                <a:spcPts val="600"/>
              </a:spcAft>
              <a:buFont typeface="Arial" panose="020B0604020202020204" pitchFamily="34" charset="0"/>
              <a:buChar char="•"/>
              <a:defRPr/>
            </a:pPr>
            <a:r>
              <a:rPr lang="fr-FR" sz="1000" b="1" dirty="0">
                <a:solidFill>
                  <a:prstClr val="black"/>
                </a:solidFill>
                <a:latin typeface="Poppins" pitchFamily="2" charset="77"/>
                <a:cs typeface="Poppins" pitchFamily="2" charset="77"/>
              </a:rPr>
              <a:t>Façade consommateurs: </a:t>
            </a:r>
            <a:r>
              <a:rPr lang="fr-FR" sz="1000" dirty="0">
                <a:solidFill>
                  <a:prstClr val="black"/>
                </a:solidFill>
                <a:latin typeface="Poppins" pitchFamily="2" charset="77"/>
                <a:cs typeface="Poppins" pitchFamily="2" charset="77"/>
              </a:rPr>
              <a:t>permet de faire des transformations des formats d’API ou de porter de la logique non-métier pour s’adapter aux besoins spécifiques d’un consommateur tout en gardant un découplage fort de la couche processus et cœur métier.</a:t>
            </a:r>
          </a:p>
        </p:txBody>
      </p:sp>
      <p:sp>
        <p:nvSpPr>
          <p:cNvPr id="381" name="ZoneTexte 380">
            <a:extLst>
              <a:ext uri="{FF2B5EF4-FFF2-40B4-BE49-F238E27FC236}">
                <a16:creationId xmlns:a16="http://schemas.microsoft.com/office/drawing/2014/main" id="{90A6FFFE-6358-6503-F203-226C7AF56218}"/>
              </a:ext>
            </a:extLst>
          </p:cNvPr>
          <p:cNvSpPr txBox="1"/>
          <p:nvPr/>
        </p:nvSpPr>
        <p:spPr>
          <a:xfrm>
            <a:off x="3960712" y="4297427"/>
            <a:ext cx="6567512" cy="1246495"/>
          </a:xfrm>
          <a:prstGeom prst="rect">
            <a:avLst/>
          </a:prstGeom>
          <a:noFill/>
        </p:spPr>
        <p:txBody>
          <a:bodyPr wrap="square">
            <a:spAutoFit/>
          </a:bodyPr>
          <a:lstStyle/>
          <a:p>
            <a:pPr>
              <a:spcAft>
                <a:spcPts val="600"/>
              </a:spcAft>
              <a:defRPr/>
            </a:pPr>
            <a:r>
              <a:rPr lang="fr-FR" sz="1000" b="1" dirty="0">
                <a:solidFill>
                  <a:srgbClr val="1C244F"/>
                </a:solidFill>
                <a:latin typeface="Poppins" pitchFamily="2" charset="77"/>
                <a:cs typeface="Poppins" pitchFamily="2" charset="77"/>
              </a:rPr>
              <a:t>Couche processus</a:t>
            </a:r>
          </a:p>
          <a:p>
            <a:pPr marL="171450" indent="-171450">
              <a:spcAft>
                <a:spcPts val="600"/>
              </a:spcAft>
              <a:buFont typeface="Arial" panose="020B0604020202020204" pitchFamily="34" charset="0"/>
              <a:buChar char="•"/>
              <a:defRPr/>
            </a:pPr>
            <a:r>
              <a:rPr lang="fr-FR" sz="1000" b="1" dirty="0">
                <a:solidFill>
                  <a:prstClr val="black"/>
                </a:solidFill>
                <a:latin typeface="Poppins" pitchFamily="2" charset="77"/>
                <a:cs typeface="Poppins" pitchFamily="2" charset="77"/>
              </a:rPr>
              <a:t>Micro-orchestrateur: </a:t>
            </a:r>
            <a:r>
              <a:rPr lang="fr-FR" sz="1000" dirty="0">
                <a:solidFill>
                  <a:prstClr val="black"/>
                </a:solidFill>
                <a:latin typeface="Poppins" pitchFamily="2" charset="77"/>
                <a:cs typeface="Poppins" pitchFamily="2" charset="77"/>
              </a:rPr>
              <a:t>porte la logique d’orchestration des processus métier des API et appels aux autres dépendances externes. Un micro-orchestrateur peut porter un ou plusieurs processus métier. Il est de la responsabilité d’un domaine métier (pas d’une équipe transverse). Il ne porte pas de logique métier (en dehors de celle du processus) qui doit être dans la couche cœur métier et ses usines. Il peut appeler des API des couches processus et cœur métier de plusieurs domaines et de son propre domaine. Elle gère l'état et le contexte d'orchestration des processus.</a:t>
            </a:r>
          </a:p>
        </p:txBody>
      </p:sp>
      <p:sp>
        <p:nvSpPr>
          <p:cNvPr id="382" name="ZoneTexte 381">
            <a:extLst>
              <a:ext uri="{FF2B5EF4-FFF2-40B4-BE49-F238E27FC236}">
                <a16:creationId xmlns:a16="http://schemas.microsoft.com/office/drawing/2014/main" id="{6C15AFF8-9011-7FC5-7DFA-C37D87F583F4}"/>
              </a:ext>
            </a:extLst>
          </p:cNvPr>
          <p:cNvSpPr txBox="1"/>
          <p:nvPr/>
        </p:nvSpPr>
        <p:spPr>
          <a:xfrm>
            <a:off x="3960713" y="5682159"/>
            <a:ext cx="6473268" cy="784830"/>
          </a:xfrm>
          <a:prstGeom prst="rect">
            <a:avLst/>
          </a:prstGeom>
          <a:noFill/>
        </p:spPr>
        <p:txBody>
          <a:bodyPr wrap="square">
            <a:spAutoFit/>
          </a:bodyPr>
          <a:lstStyle/>
          <a:p>
            <a:pPr>
              <a:spcAft>
                <a:spcPts val="600"/>
              </a:spcAft>
              <a:defRPr/>
            </a:pPr>
            <a:r>
              <a:rPr lang="fr-FR" sz="1000" b="1" dirty="0">
                <a:solidFill>
                  <a:srgbClr val="8F7332"/>
                </a:solidFill>
                <a:latin typeface="Poppins" pitchFamily="2" charset="77"/>
                <a:cs typeface="Poppins" pitchFamily="2" charset="77"/>
              </a:rPr>
              <a:t>Couche cœur métier</a:t>
            </a:r>
          </a:p>
          <a:p>
            <a:pPr marL="171450" indent="-171450">
              <a:buFont typeface="Arial" panose="020B0604020202020204" pitchFamily="34" charset="0"/>
              <a:buChar char="•"/>
              <a:defRPr/>
            </a:pPr>
            <a:r>
              <a:rPr lang="fr-FR" sz="1000" b="1" dirty="0">
                <a:solidFill>
                  <a:prstClr val="black"/>
                </a:solidFill>
                <a:latin typeface="Poppins" pitchFamily="2" charset="77"/>
                <a:cs typeface="Poppins" pitchFamily="2" charset="77"/>
              </a:rPr>
              <a:t>Usines / backend métier: </a:t>
            </a:r>
            <a:r>
              <a:rPr lang="fr-FR" sz="1000" dirty="0">
                <a:solidFill>
                  <a:prstClr val="black"/>
                </a:solidFill>
                <a:latin typeface="Poppins" pitchFamily="2" charset="77"/>
                <a:cs typeface="Poppins" pitchFamily="2" charset="77"/>
              </a:rPr>
              <a:t>porte la logique métier des domaines ainsi que la fonction de référentiels de données, transactions, etc. Chaque backend est de la responsabilité d’un domaine</a:t>
            </a:r>
            <a:r>
              <a:rPr lang="fr-FR" sz="800" dirty="0">
                <a:solidFill>
                  <a:prstClr val="black"/>
                </a:solidFill>
                <a:latin typeface="Poppins" pitchFamily="2" charset="77"/>
                <a:cs typeface="Poppins" pitchFamily="2" charset="77"/>
              </a:rPr>
              <a:t>.</a:t>
            </a:r>
          </a:p>
        </p:txBody>
      </p:sp>
      <p:sp>
        <p:nvSpPr>
          <p:cNvPr id="383" name="Rectangle 382">
            <a:extLst>
              <a:ext uri="{FF2B5EF4-FFF2-40B4-BE49-F238E27FC236}">
                <a16:creationId xmlns:a16="http://schemas.microsoft.com/office/drawing/2014/main" id="{96999159-D376-EDC7-0F03-8A5FB3863937}"/>
              </a:ext>
            </a:extLst>
          </p:cNvPr>
          <p:cNvSpPr/>
          <p:nvPr/>
        </p:nvSpPr>
        <p:spPr>
          <a:xfrm>
            <a:off x="10530210" y="1083331"/>
            <a:ext cx="45719" cy="5408853"/>
          </a:xfrm>
          <a:prstGeom prst="rect">
            <a:avLst/>
          </a:prstGeom>
          <a:solidFill>
            <a:sysClr val="window" lastClr="FFFFF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600" u="none" strike="noStrike" kern="0" cap="none" spc="0" normalizeH="0" baseline="0" noProof="0">
              <a:ln>
                <a:noFill/>
              </a:ln>
              <a:solidFill>
                <a:prstClr val="white"/>
              </a:solidFill>
              <a:effectLst/>
              <a:uLnTx/>
              <a:uFillTx/>
              <a:latin typeface="Poppins" pitchFamily="2" charset="77"/>
              <a:cs typeface="Poppins" pitchFamily="2" charset="77"/>
            </a:endParaRPr>
          </a:p>
        </p:txBody>
      </p:sp>
      <p:cxnSp>
        <p:nvCxnSpPr>
          <p:cNvPr id="384" name="Connecteur en angle 383">
            <a:extLst>
              <a:ext uri="{FF2B5EF4-FFF2-40B4-BE49-F238E27FC236}">
                <a16:creationId xmlns:a16="http://schemas.microsoft.com/office/drawing/2014/main" id="{6221A29D-27B5-88A7-9605-A1D959E4A218}"/>
              </a:ext>
            </a:extLst>
          </p:cNvPr>
          <p:cNvCxnSpPr>
            <a:cxnSpLocks/>
            <a:stCxn id="331" idx="2"/>
            <a:endCxn id="347" idx="0"/>
          </p:cNvCxnSpPr>
          <p:nvPr/>
        </p:nvCxnSpPr>
        <p:spPr>
          <a:xfrm rot="5400000">
            <a:off x="1391916" y="4994150"/>
            <a:ext cx="1271050" cy="327012"/>
          </a:xfrm>
          <a:prstGeom prst="bentConnector3">
            <a:avLst>
              <a:gd name="adj1" fmla="val 17432"/>
            </a:avLst>
          </a:prstGeom>
          <a:noFill/>
          <a:ln w="6350" cap="flat" cmpd="sng" algn="ctr">
            <a:solidFill>
              <a:srgbClr val="1C244F"/>
            </a:solidFill>
            <a:prstDash val="solid"/>
            <a:miter lim="800000"/>
            <a:headEnd type="triangle"/>
            <a:tailEnd type="triangle"/>
          </a:ln>
          <a:effectLst/>
        </p:spPr>
      </p:cxnSp>
    </p:spTree>
    <p:extLst>
      <p:ext uri="{BB962C8B-B14F-4D97-AF65-F5344CB8AC3E}">
        <p14:creationId xmlns:p14="http://schemas.microsoft.com/office/powerpoint/2010/main" val="11821681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Espace réservé du texte 47">
            <a:extLst>
              <a:ext uri="{FF2B5EF4-FFF2-40B4-BE49-F238E27FC236}">
                <a16:creationId xmlns:a16="http://schemas.microsoft.com/office/drawing/2014/main" id="{88077039-BBBC-F746-AF60-50D88AFDF882}"/>
              </a:ext>
            </a:extLst>
          </p:cNvPr>
          <p:cNvSpPr>
            <a:spLocks noGrp="1"/>
          </p:cNvSpPr>
          <p:nvPr>
            <p:ph type="body" sz="quarter" idx="16"/>
          </p:nvPr>
        </p:nvSpPr>
        <p:spPr>
          <a:xfrm>
            <a:off x="539867" y="329955"/>
            <a:ext cx="7554651" cy="263149"/>
          </a:xfrm>
        </p:spPr>
        <p:txBody>
          <a:bodyPr/>
          <a:lstStyle/>
          <a:p>
            <a:endParaRPr lang="fr-FR" dirty="0"/>
          </a:p>
        </p:txBody>
      </p:sp>
      <p:sp>
        <p:nvSpPr>
          <p:cNvPr id="5" name="Titre 4">
            <a:extLst>
              <a:ext uri="{FF2B5EF4-FFF2-40B4-BE49-F238E27FC236}">
                <a16:creationId xmlns:a16="http://schemas.microsoft.com/office/drawing/2014/main" id="{6D5B869C-E4A3-0ACE-231E-6C04E025DF8C}"/>
              </a:ext>
            </a:extLst>
          </p:cNvPr>
          <p:cNvSpPr>
            <a:spLocks noGrp="1"/>
          </p:cNvSpPr>
          <p:nvPr>
            <p:ph type="title"/>
          </p:nvPr>
        </p:nvSpPr>
        <p:spPr>
          <a:xfrm>
            <a:off x="539866" y="598891"/>
            <a:ext cx="10344079" cy="481670"/>
          </a:xfrm>
        </p:spPr>
        <p:txBody>
          <a:bodyPr/>
          <a:lstStyle/>
          <a:p>
            <a:r>
              <a:rPr lang="fr-FR" noProof="0" dirty="0"/>
              <a:t>Structurer le SI via les produits digitaux internes</a:t>
            </a:r>
            <a:endParaRPr lang="fr-FR" dirty="0"/>
          </a:p>
        </p:txBody>
      </p:sp>
      <p:sp>
        <p:nvSpPr>
          <p:cNvPr id="7" name="Rectangle : coins arrondis 6">
            <a:extLst>
              <a:ext uri="{FF2B5EF4-FFF2-40B4-BE49-F238E27FC236}">
                <a16:creationId xmlns:a16="http://schemas.microsoft.com/office/drawing/2014/main" id="{AA3425D5-E381-231B-5EA6-DB1A016B9553}"/>
              </a:ext>
            </a:extLst>
          </p:cNvPr>
          <p:cNvSpPr/>
          <p:nvPr/>
        </p:nvSpPr>
        <p:spPr>
          <a:xfrm>
            <a:off x="513080" y="2276581"/>
            <a:ext cx="6364860" cy="2035953"/>
          </a:xfrm>
          <a:prstGeom prst="roundRect">
            <a:avLst>
              <a:gd name="adj" fmla="val 7992"/>
            </a:avLst>
          </a:prstGeom>
          <a:solidFill>
            <a:schemeClr val="bg1">
              <a:lumMod val="95000"/>
            </a:schemeClr>
          </a:solidFill>
          <a:ln>
            <a:noFill/>
          </a:ln>
        </p:spPr>
        <p:txBody>
          <a:bodyPr wrap="square" lIns="182880" tIns="182880" rIns="182880" bIns="182880" rtlCol="0" anchor="t"/>
          <a:lstStyle/>
          <a:p>
            <a:pPr marL="0" marR="0" lvl="0" indent="0" algn="ctr" defTabSz="554492" eaLnBrk="1" fontAlgn="auto" latinLnBrk="0" hangingPunct="1">
              <a:lnSpc>
                <a:spcPct val="100000"/>
              </a:lnSpc>
              <a:spcBef>
                <a:spcPts val="0"/>
              </a:spcBef>
              <a:spcAft>
                <a:spcPts val="600"/>
              </a:spcAft>
              <a:buClrTx/>
              <a:buSzTx/>
              <a:buFontTx/>
              <a:buNone/>
              <a:tabLst/>
              <a:defRPr/>
            </a:pPr>
            <a:r>
              <a:rPr kumimoji="0" lang="fr-FR" sz="1050" b="1" i="0" u="none" strike="noStrike" kern="0" cap="none" spc="0" normalizeH="0" baseline="0" noProof="0">
                <a:ln>
                  <a:noFill/>
                </a:ln>
                <a:solidFill>
                  <a:srgbClr val="1E2124"/>
                </a:solidFill>
                <a:effectLst/>
                <a:uLnTx/>
                <a:uFillTx/>
                <a:cs typeface="Poppins" pitchFamily="2" charset="77"/>
              </a:rPr>
              <a:t>Domaine métier X</a:t>
            </a:r>
          </a:p>
        </p:txBody>
      </p:sp>
      <p:sp>
        <p:nvSpPr>
          <p:cNvPr id="8" name="Rectangle : coins arrondis 7">
            <a:extLst>
              <a:ext uri="{FF2B5EF4-FFF2-40B4-BE49-F238E27FC236}">
                <a16:creationId xmlns:a16="http://schemas.microsoft.com/office/drawing/2014/main" id="{1ACEDA50-03B3-1BDA-8C49-77AD0D256AD8}"/>
              </a:ext>
            </a:extLst>
          </p:cNvPr>
          <p:cNvSpPr/>
          <p:nvPr/>
        </p:nvSpPr>
        <p:spPr>
          <a:xfrm>
            <a:off x="647988" y="2791928"/>
            <a:ext cx="6108411" cy="1433023"/>
          </a:xfrm>
          <a:prstGeom prst="roundRect">
            <a:avLst>
              <a:gd name="adj" fmla="val 36948"/>
            </a:avLst>
          </a:prstGeom>
          <a:solidFill>
            <a:sysClr val="window" lastClr="FFFFFF"/>
          </a:solidFill>
          <a:ln w="12700" cap="flat" cmpd="sng" algn="ctr">
            <a:solidFill>
              <a:schemeClr val="tx1"/>
            </a:solidFill>
            <a:prstDash val="dash"/>
            <a:miter lim="800000"/>
          </a:ln>
          <a:effectLst/>
        </p:spPr>
        <p:txBody>
          <a:bodyPr vert="horz" tIns="0" rtlCol="0" anchor="t"/>
          <a:lstStyle/>
          <a:p>
            <a:pPr marL="0" marR="0" lvl="0" indent="0" defTabSz="914400" eaLnBrk="1" fontAlgn="auto" latinLnBrk="0" hangingPunct="1">
              <a:lnSpc>
                <a:spcPct val="100000"/>
              </a:lnSpc>
              <a:spcBef>
                <a:spcPts val="0"/>
              </a:spcBef>
              <a:spcAft>
                <a:spcPts val="0"/>
              </a:spcAft>
              <a:buClrTx/>
              <a:buSzTx/>
              <a:buFontTx/>
              <a:buNone/>
              <a:tabLst/>
              <a:defRPr/>
            </a:pPr>
            <a:r>
              <a:rPr kumimoji="0" lang="fr-FR" sz="1050" b="1" i="0" u="none" strike="noStrike" kern="0" cap="none" spc="0" normalizeH="0" baseline="0" noProof="0" dirty="0">
                <a:ln>
                  <a:noFill/>
                </a:ln>
                <a:effectLst/>
                <a:uLnTx/>
                <a:uFillTx/>
                <a:latin typeface="Segoe UI"/>
                <a:ea typeface="+mn-ea"/>
                <a:cs typeface="+mn-cs"/>
              </a:rPr>
              <a:t>Produits digitaux internes</a:t>
            </a:r>
            <a:r>
              <a:rPr kumimoji="0" lang="fr-FR" sz="1050" b="0" i="0" u="none" strike="noStrike" kern="0" cap="none" spc="0" normalizeH="0" baseline="0" noProof="0" dirty="0">
                <a:ln>
                  <a:noFill/>
                </a:ln>
                <a:effectLst/>
                <a:uLnTx/>
                <a:uFillTx/>
                <a:latin typeface="Segoe UI"/>
                <a:ea typeface="+mn-ea"/>
                <a:cs typeface="+mn-cs"/>
              </a:rPr>
              <a:t> (Interfaces de communication)</a:t>
            </a:r>
            <a:endParaRPr kumimoji="0" lang="fr-FR" sz="1050" b="1" i="0" u="none" strike="noStrike" kern="0" cap="none" spc="0" normalizeH="0" baseline="0" noProof="0" dirty="0">
              <a:ln>
                <a:noFill/>
              </a:ln>
              <a:effectLst/>
              <a:uLnTx/>
              <a:uFillTx/>
              <a:latin typeface="Segoe UI"/>
              <a:ea typeface="+mn-ea"/>
              <a:cs typeface="+mn-cs"/>
            </a:endParaRPr>
          </a:p>
        </p:txBody>
      </p:sp>
      <p:grpSp>
        <p:nvGrpSpPr>
          <p:cNvPr id="9" name="Groupe 8">
            <a:extLst>
              <a:ext uri="{FF2B5EF4-FFF2-40B4-BE49-F238E27FC236}">
                <a16:creationId xmlns:a16="http://schemas.microsoft.com/office/drawing/2014/main" id="{2F8B0EE0-4E00-BB0F-A5B9-A74CF880767B}"/>
              </a:ext>
            </a:extLst>
          </p:cNvPr>
          <p:cNvGrpSpPr/>
          <p:nvPr/>
        </p:nvGrpSpPr>
        <p:grpSpPr>
          <a:xfrm>
            <a:off x="971098" y="4360887"/>
            <a:ext cx="820813" cy="355446"/>
            <a:chOff x="5469368" y="3978768"/>
            <a:chExt cx="793687" cy="343698"/>
          </a:xfrm>
        </p:grpSpPr>
        <p:pic>
          <p:nvPicPr>
            <p:cNvPr id="10" name="Graphique 9" descr="Base de données avec un remplissage uni">
              <a:extLst>
                <a:ext uri="{FF2B5EF4-FFF2-40B4-BE49-F238E27FC236}">
                  <a16:creationId xmlns:a16="http://schemas.microsoft.com/office/drawing/2014/main" id="{D7C25160-84E2-6BCB-73B0-5A65BFD820C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469368" y="3978768"/>
              <a:ext cx="286689" cy="286689"/>
            </a:xfrm>
            <a:prstGeom prst="rect">
              <a:avLst/>
            </a:prstGeom>
          </p:spPr>
        </p:pic>
        <p:pic>
          <p:nvPicPr>
            <p:cNvPr id="11" name="Graphique 10" descr="Éclair avec un remplissage uni">
              <a:extLst>
                <a:ext uri="{FF2B5EF4-FFF2-40B4-BE49-F238E27FC236}">
                  <a16:creationId xmlns:a16="http://schemas.microsoft.com/office/drawing/2014/main" id="{7C7774B8-826E-63A2-8395-7D7D0C8ADC02}"/>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712566" y="4007248"/>
              <a:ext cx="315218" cy="315218"/>
            </a:xfrm>
            <a:prstGeom prst="rect">
              <a:avLst/>
            </a:prstGeom>
          </p:spPr>
        </p:pic>
        <p:pic>
          <p:nvPicPr>
            <p:cNvPr id="12" name="Graphique 11" descr="Engrenages avec un remplissage uni">
              <a:extLst>
                <a:ext uri="{FF2B5EF4-FFF2-40B4-BE49-F238E27FC236}">
                  <a16:creationId xmlns:a16="http://schemas.microsoft.com/office/drawing/2014/main" id="{F6C95D8B-6D11-F4BB-766B-C52D63D9B15B}"/>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933759" y="3986062"/>
              <a:ext cx="329296" cy="329292"/>
            </a:xfrm>
            <a:prstGeom prst="rect">
              <a:avLst/>
            </a:prstGeom>
          </p:spPr>
        </p:pic>
      </p:grpSp>
      <p:grpSp>
        <p:nvGrpSpPr>
          <p:cNvPr id="13" name="Groupe 12">
            <a:extLst>
              <a:ext uri="{FF2B5EF4-FFF2-40B4-BE49-F238E27FC236}">
                <a16:creationId xmlns:a16="http://schemas.microsoft.com/office/drawing/2014/main" id="{B86FC15B-9D1B-6E00-8DAD-3F223BC00DD9}"/>
              </a:ext>
            </a:extLst>
          </p:cNvPr>
          <p:cNvGrpSpPr/>
          <p:nvPr/>
        </p:nvGrpSpPr>
        <p:grpSpPr>
          <a:xfrm>
            <a:off x="5694754" y="4348956"/>
            <a:ext cx="820813" cy="355446"/>
            <a:chOff x="5469368" y="3978768"/>
            <a:chExt cx="793687" cy="343698"/>
          </a:xfrm>
        </p:grpSpPr>
        <p:pic>
          <p:nvPicPr>
            <p:cNvPr id="14" name="Graphique 13" descr="Base de données avec un remplissage uni">
              <a:extLst>
                <a:ext uri="{FF2B5EF4-FFF2-40B4-BE49-F238E27FC236}">
                  <a16:creationId xmlns:a16="http://schemas.microsoft.com/office/drawing/2014/main" id="{4C3A75D8-E49E-7B56-7722-D04A5A88DF7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469368" y="3978768"/>
              <a:ext cx="286689" cy="286689"/>
            </a:xfrm>
            <a:prstGeom prst="rect">
              <a:avLst/>
            </a:prstGeom>
          </p:spPr>
        </p:pic>
        <p:pic>
          <p:nvPicPr>
            <p:cNvPr id="15" name="Graphique 14" descr="Éclair avec un remplissage uni">
              <a:extLst>
                <a:ext uri="{FF2B5EF4-FFF2-40B4-BE49-F238E27FC236}">
                  <a16:creationId xmlns:a16="http://schemas.microsoft.com/office/drawing/2014/main" id="{F213FAB1-8809-1E94-A918-7B931F38C03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712566" y="4007248"/>
              <a:ext cx="315218" cy="315218"/>
            </a:xfrm>
            <a:prstGeom prst="rect">
              <a:avLst/>
            </a:prstGeom>
          </p:spPr>
        </p:pic>
        <p:pic>
          <p:nvPicPr>
            <p:cNvPr id="16" name="Graphique 15" descr="Engrenages avec un remplissage uni">
              <a:extLst>
                <a:ext uri="{FF2B5EF4-FFF2-40B4-BE49-F238E27FC236}">
                  <a16:creationId xmlns:a16="http://schemas.microsoft.com/office/drawing/2014/main" id="{2CDAD3F3-6DC6-F817-1165-20E28B782F9D}"/>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933759" y="3986062"/>
              <a:ext cx="329296" cy="329292"/>
            </a:xfrm>
            <a:prstGeom prst="rect">
              <a:avLst/>
            </a:prstGeom>
          </p:spPr>
        </p:pic>
      </p:grpSp>
      <p:sp>
        <p:nvSpPr>
          <p:cNvPr id="17" name="Rectangle : coins arrondis 16">
            <a:extLst>
              <a:ext uri="{FF2B5EF4-FFF2-40B4-BE49-F238E27FC236}">
                <a16:creationId xmlns:a16="http://schemas.microsoft.com/office/drawing/2014/main" id="{91F37B75-3431-216F-314C-806144D699ED}"/>
              </a:ext>
            </a:extLst>
          </p:cNvPr>
          <p:cNvSpPr/>
          <p:nvPr/>
        </p:nvSpPr>
        <p:spPr>
          <a:xfrm>
            <a:off x="513080" y="4739114"/>
            <a:ext cx="3070388" cy="1767137"/>
          </a:xfrm>
          <a:prstGeom prst="roundRect">
            <a:avLst>
              <a:gd name="adj" fmla="val 11120"/>
            </a:avLst>
          </a:prstGeom>
          <a:solidFill>
            <a:schemeClr val="bg1">
              <a:lumMod val="95000"/>
            </a:schemeClr>
          </a:solidFill>
          <a:ln>
            <a:noFill/>
          </a:ln>
        </p:spPr>
        <p:txBody>
          <a:bodyPr wrap="square" lIns="182880" tIns="182880" rIns="182880" bIns="182880" rtlCol="0" anchor="b"/>
          <a:lstStyle/>
          <a:p>
            <a:pPr marL="0" marR="0" lvl="0" indent="0" algn="ctr" defTabSz="554492" eaLnBrk="1" fontAlgn="auto" latinLnBrk="0" hangingPunct="1">
              <a:lnSpc>
                <a:spcPct val="100000"/>
              </a:lnSpc>
              <a:spcBef>
                <a:spcPts val="0"/>
              </a:spcBef>
              <a:spcAft>
                <a:spcPts val="600"/>
              </a:spcAft>
              <a:buClrTx/>
              <a:buSzTx/>
              <a:buFontTx/>
              <a:buNone/>
              <a:tabLst/>
              <a:defRPr/>
            </a:pPr>
            <a:r>
              <a:rPr kumimoji="0" lang="fr-FR" sz="1050" b="1" i="0" u="none" strike="noStrike" kern="0" cap="none" spc="0" normalizeH="0" baseline="0" noProof="0">
                <a:ln>
                  <a:noFill/>
                </a:ln>
                <a:solidFill>
                  <a:srgbClr val="1E2124"/>
                </a:solidFill>
                <a:effectLst/>
                <a:uLnTx/>
                <a:uFillTx/>
                <a:cs typeface="Poppins" pitchFamily="2" charset="77"/>
              </a:rPr>
              <a:t>Domaine métier Y</a:t>
            </a:r>
          </a:p>
        </p:txBody>
      </p:sp>
      <p:sp>
        <p:nvSpPr>
          <p:cNvPr id="19" name="Rectangle : coins arrondis 18">
            <a:extLst>
              <a:ext uri="{FF2B5EF4-FFF2-40B4-BE49-F238E27FC236}">
                <a16:creationId xmlns:a16="http://schemas.microsoft.com/office/drawing/2014/main" id="{227A33E4-4E68-D66A-B86B-91DB053816E4}"/>
              </a:ext>
            </a:extLst>
          </p:cNvPr>
          <p:cNvSpPr/>
          <p:nvPr/>
        </p:nvSpPr>
        <p:spPr>
          <a:xfrm>
            <a:off x="394982" y="1296074"/>
            <a:ext cx="10796027" cy="804203"/>
          </a:xfrm>
          <a:prstGeom prst="roundRect">
            <a:avLst>
              <a:gd name="adj" fmla="val 23519"/>
            </a:avLst>
          </a:prstGeom>
          <a:solidFill>
            <a:schemeClr val="tx1"/>
          </a:solidFill>
          <a:ln w="12700" cap="flat" cmpd="sng" algn="ctr">
            <a:noFill/>
            <a:prstDash val="solid"/>
            <a:miter lim="800000"/>
          </a:ln>
          <a:effectLst/>
        </p:spPr>
        <p:txBody>
          <a:bodyPr rtlCol="0" anchor="ctr"/>
          <a:lstStyle/>
          <a:p>
            <a:pPr marL="0" marR="0" lvl="0" indent="0" defTabSz="1219110" eaLnBrk="1" fontAlgn="auto" latinLnBrk="0" hangingPunct="1">
              <a:lnSpc>
                <a:spcPct val="100000"/>
              </a:lnSpc>
              <a:spcBef>
                <a:spcPts val="0"/>
              </a:spcBef>
              <a:spcAft>
                <a:spcPts val="0"/>
              </a:spcAft>
              <a:buClrTx/>
              <a:buSzTx/>
              <a:buFontTx/>
              <a:buNone/>
              <a:tabLst/>
              <a:defRPr/>
            </a:pPr>
            <a:r>
              <a:rPr kumimoji="0" lang="fr-FR" sz="1400" b="0" i="0" u="none" strike="noStrike" kern="0" cap="none" spc="0" normalizeH="0" baseline="0" noProof="0" dirty="0">
                <a:ln>
                  <a:noFill/>
                </a:ln>
                <a:solidFill>
                  <a:schemeClr val="bg1"/>
                </a:solidFill>
                <a:effectLst/>
                <a:uLnTx/>
                <a:uFillTx/>
                <a:latin typeface="Poppins" pitchFamily="2" charset="77"/>
                <a:cs typeface="Poppins" pitchFamily="2" charset="77"/>
              </a:rPr>
              <a:t>Les domaines métier communiquent et s’apportent de la valeur les uns aux autres en utilisant des « produits digitaux ». La démarche API first (on design d’abord les interfaces de communication) permet de découper le SI en domaines métier cohérents tout en les découplant.</a:t>
            </a:r>
          </a:p>
        </p:txBody>
      </p:sp>
      <p:sp>
        <p:nvSpPr>
          <p:cNvPr id="20" name="Rectangle : coins arrondis 19">
            <a:extLst>
              <a:ext uri="{FF2B5EF4-FFF2-40B4-BE49-F238E27FC236}">
                <a16:creationId xmlns:a16="http://schemas.microsoft.com/office/drawing/2014/main" id="{7CC08A92-E788-C3FC-75D0-9DCDC997C172}"/>
              </a:ext>
            </a:extLst>
          </p:cNvPr>
          <p:cNvSpPr/>
          <p:nvPr/>
        </p:nvSpPr>
        <p:spPr>
          <a:xfrm>
            <a:off x="3789071" y="3163615"/>
            <a:ext cx="2602646" cy="1033929"/>
          </a:xfrm>
          <a:prstGeom prst="roundRect">
            <a:avLst>
              <a:gd name="adj" fmla="val 9260"/>
            </a:avLst>
          </a:prstGeom>
          <a:solidFill>
            <a:schemeClr val="accent2">
              <a:lumMod val="20000"/>
              <a:lumOff val="80000"/>
              <a:alpha val="10000"/>
            </a:schemeClr>
          </a:solidFill>
          <a:ln w="12700" cap="flat" cmpd="sng" algn="ctr">
            <a:noFill/>
            <a:prstDash val="solid"/>
            <a:miter lim="800000"/>
          </a:ln>
          <a:effectLst/>
        </p:spPr>
        <p:txBody>
          <a:bodyPr lIns="36000" rIns="36000" rtlCol="0" anchor="t"/>
          <a:lstStyle/>
          <a:p>
            <a:pPr marL="0" marR="0" lvl="0" indent="0" defTabSz="914400" eaLnBrk="1" fontAlgn="auto" latinLnBrk="0" hangingPunct="1">
              <a:lnSpc>
                <a:spcPct val="100000"/>
              </a:lnSpc>
              <a:spcBef>
                <a:spcPts val="0"/>
              </a:spcBef>
              <a:spcAft>
                <a:spcPts val="0"/>
              </a:spcAft>
              <a:buClrTx/>
              <a:buSzTx/>
              <a:buFontTx/>
              <a:buNone/>
              <a:tabLst/>
              <a:defRPr/>
            </a:pPr>
            <a:r>
              <a:rPr kumimoji="0" lang="fr-FR" sz="1050" b="1" i="0" u="none" strike="noStrike" kern="0" cap="none" spc="0" normalizeH="0" baseline="0" noProof="0" dirty="0">
                <a:ln>
                  <a:noFill/>
                </a:ln>
                <a:solidFill>
                  <a:schemeClr val="accent2"/>
                </a:solidFill>
                <a:effectLst/>
                <a:uLnTx/>
                <a:uFillTx/>
                <a:latin typeface="Poppins" pitchFamily="2" charset="77"/>
                <a:cs typeface="Poppins" pitchFamily="2" charset="77"/>
              </a:rPr>
              <a:t>Analytique / Décisionnel</a:t>
            </a:r>
          </a:p>
        </p:txBody>
      </p:sp>
      <p:sp>
        <p:nvSpPr>
          <p:cNvPr id="21" name="Rectangle : coins arrondis 20">
            <a:extLst>
              <a:ext uri="{FF2B5EF4-FFF2-40B4-BE49-F238E27FC236}">
                <a16:creationId xmlns:a16="http://schemas.microsoft.com/office/drawing/2014/main" id="{80E72888-30BE-10D4-F99E-D2076E5EC238}"/>
              </a:ext>
            </a:extLst>
          </p:cNvPr>
          <p:cNvSpPr/>
          <p:nvPr/>
        </p:nvSpPr>
        <p:spPr>
          <a:xfrm>
            <a:off x="1008023" y="3161363"/>
            <a:ext cx="2705652" cy="1026321"/>
          </a:xfrm>
          <a:prstGeom prst="roundRect">
            <a:avLst>
              <a:gd name="adj" fmla="val 9260"/>
            </a:avLst>
          </a:prstGeom>
          <a:solidFill>
            <a:schemeClr val="tx2">
              <a:lumMod val="40000"/>
              <a:lumOff val="60000"/>
              <a:alpha val="10000"/>
            </a:schemeClr>
          </a:solidFill>
          <a:ln w="12700" cap="flat" cmpd="sng" algn="ctr">
            <a:noFill/>
            <a:prstDash val="solid"/>
            <a:miter lim="800000"/>
          </a:ln>
          <a:effectLst/>
        </p:spPr>
        <p:txBody>
          <a:bodyPr lIns="36000" rIns="36000" rtlCol="0" anchor="t"/>
          <a:lstStyle/>
          <a:p>
            <a:pPr marL="0" marR="0" lvl="0" indent="0" defTabSz="914400" eaLnBrk="1" fontAlgn="auto" latinLnBrk="0" hangingPunct="1">
              <a:lnSpc>
                <a:spcPct val="100000"/>
              </a:lnSpc>
              <a:spcBef>
                <a:spcPts val="0"/>
              </a:spcBef>
              <a:spcAft>
                <a:spcPts val="0"/>
              </a:spcAft>
              <a:buClrTx/>
              <a:buSzTx/>
              <a:buFontTx/>
              <a:buNone/>
              <a:tabLst/>
              <a:defRPr/>
            </a:pPr>
            <a:r>
              <a:rPr kumimoji="0" lang="fr-FR" sz="1050" b="1" i="0" u="none" strike="noStrike" kern="0" cap="none" spc="0" normalizeH="0" baseline="0" noProof="0" dirty="0">
                <a:ln>
                  <a:noFill/>
                </a:ln>
                <a:solidFill>
                  <a:schemeClr val="tx2"/>
                </a:solidFill>
                <a:effectLst/>
                <a:uLnTx/>
                <a:uFillTx/>
                <a:latin typeface="Poppins" pitchFamily="2" charset="77"/>
                <a:cs typeface="Poppins" pitchFamily="2" charset="77"/>
              </a:rPr>
              <a:t>Transactionnel / opérations métier</a:t>
            </a:r>
          </a:p>
        </p:txBody>
      </p:sp>
      <p:sp>
        <p:nvSpPr>
          <p:cNvPr id="22" name="Rectangle : coins arrondis 21">
            <a:extLst>
              <a:ext uri="{FF2B5EF4-FFF2-40B4-BE49-F238E27FC236}">
                <a16:creationId xmlns:a16="http://schemas.microsoft.com/office/drawing/2014/main" id="{3E39B3CA-0B45-4EF1-3639-869B6609F128}"/>
              </a:ext>
            </a:extLst>
          </p:cNvPr>
          <p:cNvSpPr/>
          <p:nvPr/>
        </p:nvSpPr>
        <p:spPr>
          <a:xfrm>
            <a:off x="5346551" y="3573141"/>
            <a:ext cx="314623" cy="209550"/>
          </a:xfrm>
          <a:prstGeom prst="roundRect">
            <a:avLst>
              <a:gd name="adj" fmla="val 50000"/>
            </a:avLst>
          </a:prstGeom>
          <a:solidFill>
            <a:schemeClr val="accent2"/>
          </a:solidFill>
          <a:ln w="12700" cap="flat" cmpd="sng" algn="ctr">
            <a:no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fr-FR" sz="1100" b="0" i="0" u="none" strike="noStrike" kern="0" cap="none" spc="0" normalizeH="0" baseline="0" noProof="0" dirty="0">
                <a:ln>
                  <a:noFill/>
                </a:ln>
                <a:solidFill>
                  <a:prstClr val="white"/>
                </a:solidFill>
                <a:effectLst/>
                <a:uLnTx/>
                <a:uFillTx/>
                <a:latin typeface="Segoe UI"/>
                <a:ea typeface="+mn-ea"/>
                <a:cs typeface="+mn-cs"/>
              </a:rPr>
              <a:t>…</a:t>
            </a:r>
          </a:p>
        </p:txBody>
      </p:sp>
      <p:sp>
        <p:nvSpPr>
          <p:cNvPr id="23" name="Rectangle : coins arrondis 22">
            <a:extLst>
              <a:ext uri="{FF2B5EF4-FFF2-40B4-BE49-F238E27FC236}">
                <a16:creationId xmlns:a16="http://schemas.microsoft.com/office/drawing/2014/main" id="{21F26F54-F793-3905-597A-2A32551A6977}"/>
              </a:ext>
            </a:extLst>
          </p:cNvPr>
          <p:cNvSpPr/>
          <p:nvPr/>
        </p:nvSpPr>
        <p:spPr>
          <a:xfrm>
            <a:off x="1133447" y="3846191"/>
            <a:ext cx="935206" cy="209550"/>
          </a:xfrm>
          <a:prstGeom prst="roundRect">
            <a:avLst>
              <a:gd name="adj" fmla="val 50000"/>
            </a:avLst>
          </a:prstGeom>
          <a:solidFill>
            <a:schemeClr val="tx2"/>
          </a:solidFill>
          <a:ln w="12700" cap="flat" cmpd="sng" algn="ctr">
            <a:no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fr-FR" sz="1100" b="0" i="0" u="none" strike="noStrike" kern="0" cap="none" spc="0" normalizeH="0" baseline="0" noProof="0">
                <a:ln>
                  <a:noFill/>
                </a:ln>
                <a:solidFill>
                  <a:prstClr val="white"/>
                </a:solidFill>
                <a:effectLst/>
                <a:uLnTx/>
                <a:uFillTx/>
                <a:latin typeface="Segoe UI"/>
                <a:ea typeface="+mn-ea"/>
                <a:cs typeface="+mn-cs"/>
              </a:rPr>
              <a:t>REST API</a:t>
            </a:r>
          </a:p>
        </p:txBody>
      </p:sp>
      <p:sp>
        <p:nvSpPr>
          <p:cNvPr id="24" name="Rectangle : coins arrondis 23">
            <a:extLst>
              <a:ext uri="{FF2B5EF4-FFF2-40B4-BE49-F238E27FC236}">
                <a16:creationId xmlns:a16="http://schemas.microsoft.com/office/drawing/2014/main" id="{D51C2F9D-342A-7AAA-A4EA-3B1B72174AAC}"/>
              </a:ext>
            </a:extLst>
          </p:cNvPr>
          <p:cNvSpPr/>
          <p:nvPr/>
        </p:nvSpPr>
        <p:spPr>
          <a:xfrm>
            <a:off x="2783232" y="3846191"/>
            <a:ext cx="335951" cy="209550"/>
          </a:xfrm>
          <a:prstGeom prst="roundRect">
            <a:avLst>
              <a:gd name="adj" fmla="val 50000"/>
            </a:avLst>
          </a:prstGeom>
          <a:solidFill>
            <a:schemeClr val="tx2"/>
          </a:solidFill>
          <a:ln w="12700" cap="flat" cmpd="sng" algn="ctr">
            <a:no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fr-FR" sz="1100" b="0" i="0" u="none" strike="noStrike" kern="0" cap="none" spc="0" normalizeH="0" baseline="0" noProof="0">
                <a:ln>
                  <a:noFill/>
                </a:ln>
                <a:solidFill>
                  <a:prstClr val="white"/>
                </a:solidFill>
                <a:effectLst/>
                <a:uLnTx/>
                <a:uFillTx/>
                <a:latin typeface="Segoe UI"/>
                <a:ea typeface="+mn-ea"/>
                <a:cs typeface="+mn-cs"/>
              </a:rPr>
              <a:t>…</a:t>
            </a:r>
          </a:p>
        </p:txBody>
      </p:sp>
      <p:sp>
        <p:nvSpPr>
          <p:cNvPr id="25" name="Rectangle : coins arrondis 24">
            <a:extLst>
              <a:ext uri="{FF2B5EF4-FFF2-40B4-BE49-F238E27FC236}">
                <a16:creationId xmlns:a16="http://schemas.microsoft.com/office/drawing/2014/main" id="{3B689F8E-F126-3117-0DAD-6F6EB49AAD52}"/>
              </a:ext>
            </a:extLst>
          </p:cNvPr>
          <p:cNvSpPr/>
          <p:nvPr/>
        </p:nvSpPr>
        <p:spPr>
          <a:xfrm>
            <a:off x="3891271" y="3846191"/>
            <a:ext cx="935206" cy="209550"/>
          </a:xfrm>
          <a:prstGeom prst="roundRect">
            <a:avLst>
              <a:gd name="adj" fmla="val 50000"/>
            </a:avLst>
          </a:prstGeom>
          <a:solidFill>
            <a:schemeClr val="accent2"/>
          </a:solidFill>
          <a:ln w="12700" cap="flat" cmpd="sng" algn="ctr">
            <a:no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fr-FR" sz="1100" b="0" i="0" u="none" strike="noStrike" kern="0" cap="none" spc="0" normalizeH="0" baseline="0" noProof="0">
                <a:ln>
                  <a:noFill/>
                </a:ln>
                <a:solidFill>
                  <a:prstClr val="white"/>
                </a:solidFill>
                <a:effectLst/>
                <a:uLnTx/>
                <a:uFillTx/>
                <a:latin typeface="Segoe UI"/>
                <a:ea typeface="+mn-ea"/>
                <a:cs typeface="+mn-cs"/>
              </a:rPr>
              <a:t>REST API</a:t>
            </a:r>
          </a:p>
        </p:txBody>
      </p:sp>
      <p:sp>
        <p:nvSpPr>
          <p:cNvPr id="26" name="Rectangle : coins arrondis 25">
            <a:extLst>
              <a:ext uri="{FF2B5EF4-FFF2-40B4-BE49-F238E27FC236}">
                <a16:creationId xmlns:a16="http://schemas.microsoft.com/office/drawing/2014/main" id="{766AB0E2-3A1E-FA5A-83E8-92EFFC529111}"/>
              </a:ext>
            </a:extLst>
          </p:cNvPr>
          <p:cNvSpPr/>
          <p:nvPr/>
        </p:nvSpPr>
        <p:spPr>
          <a:xfrm>
            <a:off x="4865947" y="3846191"/>
            <a:ext cx="685397" cy="209550"/>
          </a:xfrm>
          <a:prstGeom prst="roundRect">
            <a:avLst>
              <a:gd name="adj" fmla="val 50000"/>
            </a:avLst>
          </a:prstGeom>
          <a:solidFill>
            <a:schemeClr val="accent2"/>
          </a:solidFill>
          <a:ln w="12700" cap="flat" cmpd="sng" algn="ctr">
            <a:no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fr-FR" sz="1100" b="0" i="0" u="none" strike="noStrike" kern="0" cap="none" spc="0" normalizeH="0" baseline="0" noProof="0" err="1">
                <a:ln>
                  <a:noFill/>
                </a:ln>
                <a:solidFill>
                  <a:prstClr val="white"/>
                </a:solidFill>
                <a:effectLst/>
                <a:uLnTx/>
                <a:uFillTx/>
                <a:latin typeface="Segoe UI"/>
                <a:ea typeface="+mn-ea"/>
                <a:cs typeface="+mn-cs"/>
              </a:rPr>
              <a:t>Dataset</a:t>
            </a:r>
            <a:endParaRPr kumimoji="0" lang="fr-FR" sz="1100" b="0" i="0" u="none" strike="noStrike" kern="0" cap="none" spc="0" normalizeH="0" baseline="0" noProof="0">
              <a:ln>
                <a:noFill/>
              </a:ln>
              <a:solidFill>
                <a:prstClr val="white"/>
              </a:solidFill>
              <a:effectLst/>
              <a:uLnTx/>
              <a:uFillTx/>
              <a:latin typeface="Segoe UI"/>
              <a:ea typeface="+mn-ea"/>
              <a:cs typeface="+mn-cs"/>
            </a:endParaRPr>
          </a:p>
        </p:txBody>
      </p:sp>
      <p:sp>
        <p:nvSpPr>
          <p:cNvPr id="27" name="Rectangle : coins arrondis 26">
            <a:extLst>
              <a:ext uri="{FF2B5EF4-FFF2-40B4-BE49-F238E27FC236}">
                <a16:creationId xmlns:a16="http://schemas.microsoft.com/office/drawing/2014/main" id="{30DDC842-18A3-3DC4-4B55-716B0CAE06E1}"/>
              </a:ext>
            </a:extLst>
          </p:cNvPr>
          <p:cNvSpPr/>
          <p:nvPr/>
        </p:nvSpPr>
        <p:spPr>
          <a:xfrm>
            <a:off x="3891271" y="3579491"/>
            <a:ext cx="1403883" cy="209550"/>
          </a:xfrm>
          <a:prstGeom prst="roundRect">
            <a:avLst>
              <a:gd name="adj" fmla="val 50000"/>
            </a:avLst>
          </a:prstGeom>
          <a:solidFill>
            <a:schemeClr val="accent2"/>
          </a:solidFill>
          <a:ln w="12700" cap="flat" cmpd="sng" algn="ctr">
            <a:no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fr-FR" sz="1100" b="0" i="0" u="none" strike="noStrike" kern="0" cap="none" spc="0" normalizeH="0" baseline="0" noProof="0" dirty="0" err="1">
                <a:ln>
                  <a:noFill/>
                </a:ln>
                <a:solidFill>
                  <a:prstClr val="white"/>
                </a:solidFill>
                <a:effectLst/>
                <a:uLnTx/>
                <a:uFillTx/>
                <a:latin typeface="Segoe UI"/>
                <a:ea typeface="+mn-ea"/>
                <a:cs typeface="+mn-cs"/>
              </a:rPr>
              <a:t>Async</a:t>
            </a:r>
            <a:r>
              <a:rPr kumimoji="0" lang="fr-FR" sz="1100" b="0" i="0" u="none" strike="noStrike" kern="0" cap="none" spc="0" normalizeH="0" baseline="0" noProof="0" dirty="0">
                <a:ln>
                  <a:noFill/>
                </a:ln>
                <a:solidFill>
                  <a:prstClr val="white"/>
                </a:solidFill>
                <a:effectLst/>
                <a:uLnTx/>
                <a:uFillTx/>
                <a:latin typeface="Segoe UI"/>
                <a:ea typeface="+mn-ea"/>
                <a:cs typeface="+mn-cs"/>
              </a:rPr>
              <a:t> API / </a:t>
            </a:r>
            <a:r>
              <a:rPr kumimoji="0" lang="fr-FR" sz="1100" b="0" i="0" u="none" strike="noStrike" kern="0" cap="none" spc="0" normalizeH="0" baseline="0" noProof="0" dirty="0" err="1">
                <a:ln>
                  <a:noFill/>
                </a:ln>
                <a:solidFill>
                  <a:prstClr val="white"/>
                </a:solidFill>
                <a:effectLst/>
                <a:uLnTx/>
                <a:uFillTx/>
                <a:latin typeface="Segoe UI"/>
                <a:ea typeface="+mn-ea"/>
                <a:cs typeface="+mn-cs"/>
              </a:rPr>
              <a:t>event</a:t>
            </a:r>
            <a:endParaRPr kumimoji="0" lang="fr-FR" sz="1100" b="0" i="0" u="none" strike="noStrike" kern="0" cap="none" spc="0" normalizeH="0" baseline="0" noProof="0" dirty="0">
              <a:ln>
                <a:noFill/>
              </a:ln>
              <a:solidFill>
                <a:prstClr val="white"/>
              </a:solidFill>
              <a:effectLst/>
              <a:uLnTx/>
              <a:uFillTx/>
              <a:latin typeface="Segoe UI"/>
              <a:ea typeface="+mn-ea"/>
              <a:cs typeface="+mn-cs"/>
            </a:endParaRPr>
          </a:p>
        </p:txBody>
      </p:sp>
      <p:sp>
        <p:nvSpPr>
          <p:cNvPr id="28" name="Rectangle : coins arrondis 27">
            <a:extLst>
              <a:ext uri="{FF2B5EF4-FFF2-40B4-BE49-F238E27FC236}">
                <a16:creationId xmlns:a16="http://schemas.microsoft.com/office/drawing/2014/main" id="{DE3B4363-36F1-0FCB-15FF-8A91D1ED3565}"/>
              </a:ext>
            </a:extLst>
          </p:cNvPr>
          <p:cNvSpPr/>
          <p:nvPr/>
        </p:nvSpPr>
        <p:spPr>
          <a:xfrm>
            <a:off x="1133447" y="3576528"/>
            <a:ext cx="1389926" cy="209550"/>
          </a:xfrm>
          <a:prstGeom prst="roundRect">
            <a:avLst>
              <a:gd name="adj" fmla="val 50000"/>
            </a:avLst>
          </a:prstGeom>
          <a:solidFill>
            <a:schemeClr val="tx2"/>
          </a:solidFill>
          <a:ln w="12700" cap="flat" cmpd="sng" algn="ctr">
            <a:no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fr-FR" sz="1100" b="0" i="0" u="none" strike="noStrike" kern="0" cap="none" spc="0" normalizeH="0" baseline="0" noProof="0" dirty="0" err="1">
                <a:ln>
                  <a:noFill/>
                </a:ln>
                <a:solidFill>
                  <a:prstClr val="white"/>
                </a:solidFill>
                <a:effectLst/>
                <a:uLnTx/>
                <a:uFillTx/>
                <a:latin typeface="Segoe UI"/>
                <a:ea typeface="+mn-ea"/>
                <a:cs typeface="+mn-cs"/>
              </a:rPr>
              <a:t>Async</a:t>
            </a:r>
            <a:r>
              <a:rPr kumimoji="0" lang="fr-FR" sz="1100" b="0" i="0" u="none" strike="noStrike" kern="0" cap="none" spc="0" normalizeH="0" baseline="0" noProof="0" dirty="0">
                <a:ln>
                  <a:noFill/>
                </a:ln>
                <a:solidFill>
                  <a:prstClr val="white"/>
                </a:solidFill>
                <a:effectLst/>
                <a:uLnTx/>
                <a:uFillTx/>
                <a:latin typeface="Segoe UI"/>
                <a:ea typeface="+mn-ea"/>
                <a:cs typeface="+mn-cs"/>
              </a:rPr>
              <a:t> API / </a:t>
            </a:r>
            <a:r>
              <a:rPr kumimoji="0" lang="fr-FR" sz="1100" b="0" i="0" u="none" strike="noStrike" kern="0" cap="none" spc="0" normalizeH="0" baseline="0" noProof="0" dirty="0" err="1">
                <a:ln>
                  <a:noFill/>
                </a:ln>
                <a:solidFill>
                  <a:prstClr val="white"/>
                </a:solidFill>
                <a:effectLst/>
                <a:uLnTx/>
                <a:uFillTx/>
                <a:latin typeface="Segoe UI"/>
                <a:ea typeface="+mn-ea"/>
                <a:cs typeface="+mn-cs"/>
              </a:rPr>
              <a:t>event</a:t>
            </a:r>
            <a:endParaRPr kumimoji="0" lang="fr-FR" sz="1100" b="0" i="0" u="none" strike="noStrike" kern="0" cap="none" spc="0" normalizeH="0" baseline="0" noProof="0" dirty="0">
              <a:ln>
                <a:noFill/>
              </a:ln>
              <a:solidFill>
                <a:prstClr val="white"/>
              </a:solidFill>
              <a:effectLst/>
              <a:uLnTx/>
              <a:uFillTx/>
              <a:latin typeface="Segoe UI"/>
              <a:ea typeface="+mn-ea"/>
              <a:cs typeface="+mn-cs"/>
            </a:endParaRPr>
          </a:p>
        </p:txBody>
      </p:sp>
      <p:sp>
        <p:nvSpPr>
          <p:cNvPr id="29" name="Rectangle : coins arrondis 28">
            <a:extLst>
              <a:ext uri="{FF2B5EF4-FFF2-40B4-BE49-F238E27FC236}">
                <a16:creationId xmlns:a16="http://schemas.microsoft.com/office/drawing/2014/main" id="{79778C63-0C81-67D2-8F5B-2587F8D5542D}"/>
              </a:ext>
            </a:extLst>
          </p:cNvPr>
          <p:cNvSpPr/>
          <p:nvPr/>
        </p:nvSpPr>
        <p:spPr>
          <a:xfrm>
            <a:off x="647988" y="4880585"/>
            <a:ext cx="2890450" cy="1045003"/>
          </a:xfrm>
          <a:prstGeom prst="roundRect">
            <a:avLst>
              <a:gd name="adj" fmla="val 50000"/>
            </a:avLst>
          </a:prstGeom>
          <a:solidFill>
            <a:sysClr val="window" lastClr="FFFFFF"/>
          </a:solidFill>
          <a:ln w="12700" cap="flat" cmpd="sng" algn="ctr">
            <a:solidFill>
              <a:schemeClr val="tx1"/>
            </a:solidFill>
            <a:prstDash val="dash"/>
            <a:miter lim="800000"/>
          </a:ln>
          <a:effectLst/>
        </p:spPr>
        <p:txBody>
          <a:bodyPr vert="horz" tIns="0" rtlCol="0" anchor="t"/>
          <a:lstStyle/>
          <a:p>
            <a:pPr marL="0" marR="0" lvl="0" indent="0" defTabSz="914400" eaLnBrk="1" fontAlgn="auto" latinLnBrk="0" hangingPunct="1">
              <a:lnSpc>
                <a:spcPct val="100000"/>
              </a:lnSpc>
              <a:spcBef>
                <a:spcPts val="0"/>
              </a:spcBef>
              <a:spcAft>
                <a:spcPts val="0"/>
              </a:spcAft>
              <a:buClrTx/>
              <a:buSzTx/>
              <a:buFontTx/>
              <a:buNone/>
              <a:tabLst/>
              <a:defRPr/>
            </a:pPr>
            <a:r>
              <a:rPr kumimoji="0" lang="fr-FR" sz="1050" b="1" i="0" u="none" strike="noStrike" kern="0" cap="none" spc="0" normalizeH="0" baseline="0" noProof="0">
                <a:ln>
                  <a:noFill/>
                </a:ln>
                <a:effectLst/>
                <a:uLnTx/>
                <a:uFillTx/>
                <a:latin typeface="Segoe UI"/>
                <a:ea typeface="+mn-ea"/>
                <a:cs typeface="+mn-cs"/>
              </a:rPr>
              <a:t>Produit digital interne</a:t>
            </a:r>
          </a:p>
        </p:txBody>
      </p:sp>
      <p:sp>
        <p:nvSpPr>
          <p:cNvPr id="30" name="Rectangle : coins arrondis 29">
            <a:extLst>
              <a:ext uri="{FF2B5EF4-FFF2-40B4-BE49-F238E27FC236}">
                <a16:creationId xmlns:a16="http://schemas.microsoft.com/office/drawing/2014/main" id="{48A774BF-37C0-5766-DD5B-7380C468E2CE}"/>
              </a:ext>
            </a:extLst>
          </p:cNvPr>
          <p:cNvSpPr/>
          <p:nvPr/>
        </p:nvSpPr>
        <p:spPr>
          <a:xfrm>
            <a:off x="1531705" y="5539734"/>
            <a:ext cx="1073897" cy="209550"/>
          </a:xfrm>
          <a:prstGeom prst="roundRect">
            <a:avLst>
              <a:gd name="adj" fmla="val 50000"/>
            </a:avLst>
          </a:prstGeom>
          <a:solidFill>
            <a:schemeClr val="accent2"/>
          </a:solidFill>
          <a:ln w="12700" cap="flat" cmpd="sng" algn="ctr">
            <a:no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fr-FR" sz="1100" b="0" i="0" u="none" strike="noStrike" kern="0" cap="none" spc="0" normalizeH="0" baseline="0" noProof="0">
                <a:ln>
                  <a:noFill/>
                </a:ln>
                <a:solidFill>
                  <a:prstClr val="white"/>
                </a:solidFill>
                <a:effectLst/>
                <a:uLnTx/>
                <a:uFillTx/>
                <a:latin typeface="Segoe UI"/>
                <a:ea typeface="+mn-ea"/>
                <a:cs typeface="+mn-cs"/>
              </a:rPr>
              <a:t>Analytique</a:t>
            </a:r>
          </a:p>
        </p:txBody>
      </p:sp>
      <p:sp>
        <p:nvSpPr>
          <p:cNvPr id="31" name="Rectangle : coins arrondis 30">
            <a:extLst>
              <a:ext uri="{FF2B5EF4-FFF2-40B4-BE49-F238E27FC236}">
                <a16:creationId xmlns:a16="http://schemas.microsoft.com/office/drawing/2014/main" id="{3ED9D633-2361-D082-7DFA-9EEF0573A4AE}"/>
              </a:ext>
            </a:extLst>
          </p:cNvPr>
          <p:cNvSpPr/>
          <p:nvPr/>
        </p:nvSpPr>
        <p:spPr>
          <a:xfrm>
            <a:off x="1480397" y="5284240"/>
            <a:ext cx="1176512" cy="209550"/>
          </a:xfrm>
          <a:prstGeom prst="roundRect">
            <a:avLst>
              <a:gd name="adj" fmla="val 50000"/>
            </a:avLst>
          </a:prstGeom>
          <a:solidFill>
            <a:schemeClr val="tx2"/>
          </a:solidFill>
          <a:ln w="12700" cap="flat" cmpd="sng" algn="ctr">
            <a:no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fr-FR" sz="1100" b="0" i="0" u="none" strike="noStrike" kern="0" cap="none" spc="0" normalizeH="0" baseline="0" noProof="0" dirty="0">
                <a:ln>
                  <a:noFill/>
                </a:ln>
                <a:solidFill>
                  <a:prstClr val="white"/>
                </a:solidFill>
                <a:effectLst/>
                <a:uLnTx/>
                <a:uFillTx/>
                <a:latin typeface="Segoe UI"/>
                <a:ea typeface="+mn-ea"/>
                <a:cs typeface="+mn-cs"/>
              </a:rPr>
              <a:t>Transactionnel</a:t>
            </a:r>
          </a:p>
        </p:txBody>
      </p:sp>
      <p:cxnSp>
        <p:nvCxnSpPr>
          <p:cNvPr id="32" name="Connecteur en arc 31">
            <a:extLst>
              <a:ext uri="{FF2B5EF4-FFF2-40B4-BE49-F238E27FC236}">
                <a16:creationId xmlns:a16="http://schemas.microsoft.com/office/drawing/2014/main" id="{5391325F-2CC5-F95A-5195-1B55E450CEE3}"/>
              </a:ext>
            </a:extLst>
          </p:cNvPr>
          <p:cNvCxnSpPr>
            <a:cxnSpLocks/>
          </p:cNvCxnSpPr>
          <p:nvPr/>
        </p:nvCxnSpPr>
        <p:spPr>
          <a:xfrm rot="5400000" flipH="1" flipV="1">
            <a:off x="1744099" y="4489421"/>
            <a:ext cx="292100" cy="12700"/>
          </a:xfrm>
          <a:prstGeom prst="curvedConnector3">
            <a:avLst>
              <a:gd name="adj1" fmla="val 97826"/>
            </a:avLst>
          </a:prstGeom>
          <a:noFill/>
          <a:ln w="6350" cap="flat" cmpd="sng" algn="ctr">
            <a:solidFill>
              <a:sysClr val="windowText" lastClr="000000"/>
            </a:solidFill>
            <a:prstDash val="solid"/>
            <a:miter lim="800000"/>
            <a:tailEnd type="triangle"/>
          </a:ln>
          <a:effectLst/>
        </p:spPr>
      </p:cxnSp>
      <p:cxnSp>
        <p:nvCxnSpPr>
          <p:cNvPr id="33" name="Connecteur en arc 32">
            <a:extLst>
              <a:ext uri="{FF2B5EF4-FFF2-40B4-BE49-F238E27FC236}">
                <a16:creationId xmlns:a16="http://schemas.microsoft.com/office/drawing/2014/main" id="{FD3E4897-1A02-F5BA-AFE1-A16B6F7BA59E}"/>
              </a:ext>
            </a:extLst>
          </p:cNvPr>
          <p:cNvCxnSpPr>
            <a:cxnSpLocks/>
          </p:cNvCxnSpPr>
          <p:nvPr/>
        </p:nvCxnSpPr>
        <p:spPr>
          <a:xfrm rot="5400000" flipH="1" flipV="1">
            <a:off x="2522733" y="4489421"/>
            <a:ext cx="292100" cy="12700"/>
          </a:xfrm>
          <a:prstGeom prst="curvedConnector3">
            <a:avLst>
              <a:gd name="adj1" fmla="val 0"/>
            </a:avLst>
          </a:prstGeom>
          <a:noFill/>
          <a:ln w="6350" cap="flat" cmpd="sng" algn="ctr">
            <a:solidFill>
              <a:sysClr val="windowText" lastClr="000000"/>
            </a:solidFill>
            <a:prstDash val="solid"/>
            <a:miter lim="800000"/>
            <a:headEnd type="triangle" w="med" len="med"/>
            <a:tailEnd type="none" w="med" len="med"/>
          </a:ln>
          <a:effectLst/>
        </p:spPr>
      </p:cxnSp>
      <p:cxnSp>
        <p:nvCxnSpPr>
          <p:cNvPr id="34" name="Connecteur en arc 33">
            <a:extLst>
              <a:ext uri="{FF2B5EF4-FFF2-40B4-BE49-F238E27FC236}">
                <a16:creationId xmlns:a16="http://schemas.microsoft.com/office/drawing/2014/main" id="{EE718379-01FF-DD57-16C3-35C241F98566}"/>
              </a:ext>
            </a:extLst>
          </p:cNvPr>
          <p:cNvCxnSpPr>
            <a:cxnSpLocks/>
          </p:cNvCxnSpPr>
          <p:nvPr/>
        </p:nvCxnSpPr>
        <p:spPr>
          <a:xfrm rot="5400000" flipH="1" flipV="1">
            <a:off x="4625981" y="4489421"/>
            <a:ext cx="292100" cy="12700"/>
          </a:xfrm>
          <a:prstGeom prst="curvedConnector3">
            <a:avLst>
              <a:gd name="adj1" fmla="val 97826"/>
            </a:avLst>
          </a:prstGeom>
          <a:noFill/>
          <a:ln w="6350" cap="flat" cmpd="sng" algn="ctr">
            <a:solidFill>
              <a:sysClr val="windowText" lastClr="000000"/>
            </a:solidFill>
            <a:prstDash val="solid"/>
            <a:miter lim="800000"/>
            <a:tailEnd type="triangle"/>
          </a:ln>
          <a:effectLst/>
        </p:spPr>
      </p:cxnSp>
      <p:cxnSp>
        <p:nvCxnSpPr>
          <p:cNvPr id="35" name="Connecteur en arc 34">
            <a:extLst>
              <a:ext uri="{FF2B5EF4-FFF2-40B4-BE49-F238E27FC236}">
                <a16:creationId xmlns:a16="http://schemas.microsoft.com/office/drawing/2014/main" id="{BE7AE9C6-D0BD-6AB2-FB1B-0A75C0A264E4}"/>
              </a:ext>
            </a:extLst>
          </p:cNvPr>
          <p:cNvCxnSpPr>
            <a:cxnSpLocks/>
          </p:cNvCxnSpPr>
          <p:nvPr/>
        </p:nvCxnSpPr>
        <p:spPr>
          <a:xfrm rot="5400000" flipH="1" flipV="1">
            <a:off x="5404615" y="4489421"/>
            <a:ext cx="292100" cy="12700"/>
          </a:xfrm>
          <a:prstGeom prst="curvedConnector3">
            <a:avLst>
              <a:gd name="adj1" fmla="val 0"/>
            </a:avLst>
          </a:prstGeom>
          <a:noFill/>
          <a:ln w="6350" cap="flat" cmpd="sng" algn="ctr">
            <a:solidFill>
              <a:sysClr val="windowText" lastClr="000000"/>
            </a:solidFill>
            <a:prstDash val="solid"/>
            <a:miter lim="800000"/>
            <a:headEnd type="triangle" w="med" len="med"/>
            <a:tailEnd type="none" w="med" len="med"/>
          </a:ln>
          <a:effectLst/>
        </p:spPr>
      </p:cxnSp>
      <p:sp>
        <p:nvSpPr>
          <p:cNvPr id="36" name="ZoneTexte 35">
            <a:extLst>
              <a:ext uri="{FF2B5EF4-FFF2-40B4-BE49-F238E27FC236}">
                <a16:creationId xmlns:a16="http://schemas.microsoft.com/office/drawing/2014/main" id="{3CDEB3FA-F348-5E37-F278-0DA306F5B48F}"/>
              </a:ext>
            </a:extLst>
          </p:cNvPr>
          <p:cNvSpPr txBox="1"/>
          <p:nvPr/>
        </p:nvSpPr>
        <p:spPr>
          <a:xfrm>
            <a:off x="7168129" y="2488850"/>
            <a:ext cx="4101435" cy="4093428"/>
          </a:xfrm>
          <a:prstGeom prst="rect">
            <a:avLst/>
          </a:prstGeom>
          <a:noFill/>
        </p:spPr>
        <p:txBody>
          <a:bodyPr wrap="square" rtlCol="0">
            <a:spAutoFit/>
          </a:bodyPr>
          <a:lstStyle/>
          <a:p>
            <a:pPr>
              <a:defRPr/>
            </a:pPr>
            <a:r>
              <a:rPr lang="fr-FR" sz="1200" b="1" dirty="0">
                <a:solidFill>
                  <a:prstClr val="black"/>
                </a:solidFill>
                <a:latin typeface="Poppins" pitchFamily="2" charset="77"/>
                <a:cs typeface="Poppins" pitchFamily="2" charset="77"/>
              </a:rPr>
              <a:t>Les produits digitaux sont des interfaces de communication standardisées, intuitives et orientées métier. Ils sont la porte d’entrée des domaines métier.</a:t>
            </a:r>
          </a:p>
          <a:p>
            <a:pPr>
              <a:defRPr/>
            </a:pPr>
            <a:endParaRPr lang="fr-FR" sz="1200" b="1" dirty="0">
              <a:solidFill>
                <a:prstClr val="black"/>
              </a:solidFill>
              <a:latin typeface="Poppins" pitchFamily="2" charset="77"/>
              <a:cs typeface="Poppins" pitchFamily="2" charset="77"/>
            </a:endParaRPr>
          </a:p>
          <a:p>
            <a:pPr>
              <a:spcAft>
                <a:spcPts val="600"/>
              </a:spcAft>
              <a:defRPr/>
            </a:pPr>
            <a:r>
              <a:rPr lang="fr-FR" sz="1200" dirty="0">
                <a:solidFill>
                  <a:prstClr val="black"/>
                </a:solidFill>
                <a:latin typeface="Poppins" pitchFamily="2" charset="77"/>
                <a:cs typeface="Poppins" pitchFamily="2" charset="77"/>
              </a:rPr>
              <a:t>Ils permettent de :</a:t>
            </a:r>
          </a:p>
          <a:p>
            <a:pPr marL="171450" indent="-171450">
              <a:spcAft>
                <a:spcPts val="300"/>
              </a:spcAft>
              <a:buFont typeface="Arial" panose="020B0604020202020204" pitchFamily="34" charset="0"/>
              <a:buChar char="•"/>
              <a:defRPr/>
            </a:pPr>
            <a:r>
              <a:rPr lang="fr-FR" sz="1200" dirty="0">
                <a:solidFill>
                  <a:prstClr val="black"/>
                </a:solidFill>
                <a:latin typeface="Poppins" pitchFamily="2" charset="77"/>
                <a:cs typeface="Poppins" pitchFamily="2" charset="77"/>
              </a:rPr>
              <a:t>Masquer la complexité de l’implémentation</a:t>
            </a:r>
          </a:p>
          <a:p>
            <a:pPr marL="171450" indent="-171450">
              <a:spcAft>
                <a:spcPts val="300"/>
              </a:spcAft>
              <a:buFont typeface="Arial" panose="020B0604020202020204" pitchFamily="34" charset="0"/>
              <a:buChar char="•"/>
              <a:defRPr/>
            </a:pPr>
            <a:r>
              <a:rPr lang="fr-FR" sz="1200" dirty="0">
                <a:solidFill>
                  <a:prstClr val="black"/>
                </a:solidFill>
                <a:latin typeface="Poppins" pitchFamily="2" charset="77"/>
                <a:cs typeface="Poppins" pitchFamily="2" charset="77"/>
              </a:rPr>
              <a:t>Fournir une fonction, des données ou un processus métier complets</a:t>
            </a:r>
          </a:p>
          <a:p>
            <a:pPr marL="171450" indent="-171450">
              <a:spcAft>
                <a:spcPts val="300"/>
              </a:spcAft>
              <a:buFont typeface="Arial" panose="020B0604020202020204" pitchFamily="34" charset="0"/>
              <a:buChar char="•"/>
              <a:defRPr/>
            </a:pPr>
            <a:r>
              <a:rPr lang="fr-FR" sz="1200" dirty="0">
                <a:solidFill>
                  <a:prstClr val="black"/>
                </a:solidFill>
                <a:latin typeface="Poppins" pitchFamily="2" charset="77"/>
                <a:cs typeface="Poppins" pitchFamily="2" charset="77"/>
              </a:rPr>
              <a:t>Découpler les domaines métier entre eux par la stabilité des contrats d’interfaces orientés métier</a:t>
            </a:r>
          </a:p>
          <a:p>
            <a:pPr marL="171450" indent="-171450">
              <a:spcAft>
                <a:spcPts val="300"/>
              </a:spcAft>
              <a:buFont typeface="Arial" panose="020B0604020202020204" pitchFamily="34" charset="0"/>
              <a:buChar char="•"/>
              <a:defRPr/>
            </a:pPr>
            <a:r>
              <a:rPr lang="fr-FR" sz="1200" dirty="0">
                <a:solidFill>
                  <a:prstClr val="black"/>
                </a:solidFill>
                <a:latin typeface="Poppins" pitchFamily="2" charset="77"/>
                <a:cs typeface="Poppins" pitchFamily="2" charset="77"/>
              </a:rPr>
              <a:t>Apporter de la valeur à son consommateur</a:t>
            </a:r>
          </a:p>
          <a:p>
            <a:pPr marL="171450" indent="-171450">
              <a:spcAft>
                <a:spcPts val="300"/>
              </a:spcAft>
              <a:buFont typeface="Arial" panose="020B0604020202020204" pitchFamily="34" charset="0"/>
              <a:buChar char="•"/>
              <a:defRPr/>
            </a:pPr>
            <a:r>
              <a:rPr lang="fr-FR" sz="1200" dirty="0">
                <a:solidFill>
                  <a:prstClr val="black"/>
                </a:solidFill>
                <a:latin typeface="Poppins" pitchFamily="2" charset="77"/>
                <a:cs typeface="Poppins" pitchFamily="2" charset="77"/>
              </a:rPr>
              <a:t>Offrir un ROI (direct ou indirect) à l’entreprise et au  domaine métier pour justifier ses coûts de design, </a:t>
            </a:r>
            <a:r>
              <a:rPr lang="fr-FR" sz="1200" dirty="0" err="1">
                <a:solidFill>
                  <a:prstClr val="black"/>
                </a:solidFill>
                <a:latin typeface="Poppins" pitchFamily="2" charset="77"/>
                <a:cs typeface="Poppins" pitchFamily="2" charset="77"/>
              </a:rPr>
              <a:t>build</a:t>
            </a:r>
            <a:r>
              <a:rPr lang="fr-FR" sz="1200" dirty="0">
                <a:solidFill>
                  <a:prstClr val="black"/>
                </a:solidFill>
                <a:latin typeface="Poppins" pitchFamily="2" charset="77"/>
                <a:cs typeface="Poppins" pitchFamily="2" charset="77"/>
              </a:rPr>
              <a:t> et MCO</a:t>
            </a:r>
          </a:p>
          <a:p>
            <a:pPr marL="171450" indent="-171450">
              <a:spcAft>
                <a:spcPts val="300"/>
              </a:spcAft>
              <a:buFont typeface="Arial" panose="020B0604020202020204" pitchFamily="34" charset="0"/>
              <a:buChar char="•"/>
              <a:defRPr/>
            </a:pPr>
            <a:endParaRPr lang="fr-FR" sz="1200" dirty="0">
              <a:solidFill>
                <a:prstClr val="black"/>
              </a:solidFill>
              <a:latin typeface="Poppins" pitchFamily="2" charset="77"/>
              <a:cs typeface="Poppins" pitchFamily="2" charset="77"/>
            </a:endParaRPr>
          </a:p>
          <a:p>
            <a:pPr>
              <a:spcAft>
                <a:spcPts val="300"/>
              </a:spcAft>
              <a:defRPr/>
            </a:pPr>
            <a:r>
              <a:rPr lang="fr-FR" sz="1200" b="1" dirty="0">
                <a:solidFill>
                  <a:prstClr val="black"/>
                </a:solidFill>
                <a:latin typeface="Poppins" pitchFamily="2" charset="77"/>
                <a:cs typeface="Poppins" pitchFamily="2" charset="77"/>
              </a:rPr>
              <a:t>Les produits digitaux peuvent encapsuler des évènements (</a:t>
            </a:r>
            <a:r>
              <a:rPr lang="fr-FR" sz="1200" b="1" dirty="0" err="1">
                <a:solidFill>
                  <a:prstClr val="black"/>
                </a:solidFill>
                <a:latin typeface="Poppins" pitchFamily="2" charset="77"/>
                <a:cs typeface="Poppins" pitchFamily="2" charset="77"/>
              </a:rPr>
              <a:t>AsyncAPI</a:t>
            </a:r>
            <a:r>
              <a:rPr lang="fr-FR" sz="1200" b="1" dirty="0">
                <a:solidFill>
                  <a:prstClr val="black"/>
                </a:solidFill>
                <a:latin typeface="Poppins" pitchFamily="2" charset="77"/>
                <a:cs typeface="Poppins" pitchFamily="2" charset="77"/>
              </a:rPr>
              <a:t>), des API REST ou encore des </a:t>
            </a:r>
            <a:r>
              <a:rPr lang="fr-FR" sz="1200" b="1" dirty="0" err="1">
                <a:solidFill>
                  <a:prstClr val="black"/>
                </a:solidFill>
                <a:latin typeface="Poppins" pitchFamily="2" charset="77"/>
                <a:cs typeface="Poppins" pitchFamily="2" charset="77"/>
              </a:rPr>
              <a:t>datasets</a:t>
            </a:r>
            <a:r>
              <a:rPr lang="fr-FR" sz="1200" b="1" dirty="0">
                <a:solidFill>
                  <a:prstClr val="black"/>
                </a:solidFill>
                <a:latin typeface="Poppins" pitchFamily="2" charset="77"/>
                <a:cs typeface="Poppins" pitchFamily="2" charset="77"/>
              </a:rPr>
              <a:t> (dans le cadre de l’approche data as </a:t>
            </a:r>
            <a:r>
              <a:rPr lang="fr-FR" sz="1200" b="1" dirty="0" err="1">
                <a:solidFill>
                  <a:prstClr val="black"/>
                </a:solidFill>
                <a:latin typeface="Poppins" pitchFamily="2" charset="77"/>
                <a:cs typeface="Poppins" pitchFamily="2" charset="77"/>
              </a:rPr>
              <a:t>product</a:t>
            </a:r>
            <a:r>
              <a:rPr lang="fr-FR" sz="1200" b="1" dirty="0">
                <a:solidFill>
                  <a:prstClr val="black"/>
                </a:solidFill>
                <a:latin typeface="Poppins" pitchFamily="2" charset="77"/>
                <a:cs typeface="Poppins" pitchFamily="2" charset="77"/>
              </a:rPr>
              <a:t>)</a:t>
            </a:r>
          </a:p>
        </p:txBody>
      </p:sp>
      <p:sp>
        <p:nvSpPr>
          <p:cNvPr id="37" name="Rectangle : coins arrondis 36">
            <a:extLst>
              <a:ext uri="{FF2B5EF4-FFF2-40B4-BE49-F238E27FC236}">
                <a16:creationId xmlns:a16="http://schemas.microsoft.com/office/drawing/2014/main" id="{BB08999C-1072-9FFF-3917-85120F815C70}"/>
              </a:ext>
            </a:extLst>
          </p:cNvPr>
          <p:cNvSpPr/>
          <p:nvPr/>
        </p:nvSpPr>
        <p:spPr>
          <a:xfrm>
            <a:off x="2126460" y="3846191"/>
            <a:ext cx="535973" cy="209550"/>
          </a:xfrm>
          <a:prstGeom prst="roundRect">
            <a:avLst>
              <a:gd name="adj" fmla="val 50000"/>
            </a:avLst>
          </a:prstGeom>
          <a:solidFill>
            <a:schemeClr val="tx2"/>
          </a:solidFill>
          <a:ln w="12700" cap="flat" cmpd="sng" algn="ctr">
            <a:no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fr-FR" sz="1100" b="0" i="0" u="none" strike="noStrike" kern="0" cap="none" spc="0" normalizeH="0" baseline="0" noProof="0">
                <a:ln>
                  <a:noFill/>
                </a:ln>
                <a:solidFill>
                  <a:prstClr val="white"/>
                </a:solidFill>
                <a:effectLst/>
                <a:uLnTx/>
                <a:uFillTx/>
                <a:latin typeface="Segoe UI"/>
                <a:ea typeface="+mn-ea"/>
                <a:cs typeface="+mn-cs"/>
              </a:rPr>
              <a:t>SDK</a:t>
            </a:r>
          </a:p>
        </p:txBody>
      </p:sp>
      <p:sp>
        <p:nvSpPr>
          <p:cNvPr id="38" name="Ellipse 37">
            <a:extLst>
              <a:ext uri="{FF2B5EF4-FFF2-40B4-BE49-F238E27FC236}">
                <a16:creationId xmlns:a16="http://schemas.microsoft.com/office/drawing/2014/main" id="{D0EE82C9-65ED-4F4B-ADDF-A815F4232733}"/>
              </a:ext>
            </a:extLst>
          </p:cNvPr>
          <p:cNvSpPr/>
          <p:nvPr/>
        </p:nvSpPr>
        <p:spPr>
          <a:xfrm>
            <a:off x="6332900" y="2720941"/>
            <a:ext cx="394028" cy="394028"/>
          </a:xfrm>
          <a:prstGeom prst="ellipse">
            <a:avLst/>
          </a:prstGeom>
          <a:solidFill>
            <a:schemeClr val="accent5"/>
          </a:solidFill>
          <a:ln w="12700" cap="flat" cmpd="sng" algn="ctr">
            <a:noFill/>
            <a:prstDash val="solid"/>
            <a:miter lim="800000"/>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fr-FR" sz="1800" b="0" i="0" u="none" strike="noStrike" kern="0" cap="none" spc="0" normalizeH="0" baseline="0" noProof="0" dirty="0">
                <a:ln>
                  <a:noFill/>
                </a:ln>
                <a:solidFill>
                  <a:prstClr val="white"/>
                </a:solidFill>
                <a:effectLst/>
                <a:uLnTx/>
                <a:uFillTx/>
                <a:latin typeface="Segoe UI"/>
                <a:cs typeface="Arial"/>
                <a:sym typeface="Arial"/>
              </a:rPr>
              <a:t>P3</a:t>
            </a:r>
          </a:p>
        </p:txBody>
      </p:sp>
      <p:sp>
        <p:nvSpPr>
          <p:cNvPr id="39" name="Ellipse 38">
            <a:extLst>
              <a:ext uri="{FF2B5EF4-FFF2-40B4-BE49-F238E27FC236}">
                <a16:creationId xmlns:a16="http://schemas.microsoft.com/office/drawing/2014/main" id="{79DE158A-00CB-8CAA-6076-5D36B65C4C0D}"/>
              </a:ext>
            </a:extLst>
          </p:cNvPr>
          <p:cNvSpPr/>
          <p:nvPr/>
        </p:nvSpPr>
        <p:spPr>
          <a:xfrm>
            <a:off x="3047603" y="5206072"/>
            <a:ext cx="394028" cy="394028"/>
          </a:xfrm>
          <a:prstGeom prst="ellipse">
            <a:avLst/>
          </a:prstGeom>
          <a:solidFill>
            <a:schemeClr val="accent5"/>
          </a:solidFill>
          <a:ln w="12700" cap="flat" cmpd="sng" algn="ctr">
            <a:noFill/>
            <a:prstDash val="solid"/>
            <a:miter lim="800000"/>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fr-FR" sz="1800" b="0" i="0" u="none" strike="noStrike" kern="0" cap="none" spc="0" normalizeH="0" baseline="0" noProof="0">
                <a:ln>
                  <a:noFill/>
                </a:ln>
                <a:solidFill>
                  <a:prstClr val="white"/>
                </a:solidFill>
                <a:effectLst/>
                <a:uLnTx/>
                <a:uFillTx/>
                <a:latin typeface="Segoe UI"/>
                <a:cs typeface="Arial"/>
                <a:sym typeface="Arial"/>
              </a:rPr>
              <a:t>P3</a:t>
            </a:r>
          </a:p>
        </p:txBody>
      </p:sp>
      <p:sp>
        <p:nvSpPr>
          <p:cNvPr id="40" name="Rectangle : coins arrondis 39">
            <a:extLst>
              <a:ext uri="{FF2B5EF4-FFF2-40B4-BE49-F238E27FC236}">
                <a16:creationId xmlns:a16="http://schemas.microsoft.com/office/drawing/2014/main" id="{0C4DDC62-13DD-D7E1-6355-7826FB292C1E}"/>
              </a:ext>
            </a:extLst>
          </p:cNvPr>
          <p:cNvSpPr/>
          <p:nvPr/>
        </p:nvSpPr>
        <p:spPr>
          <a:xfrm>
            <a:off x="3807552" y="4739114"/>
            <a:ext cx="3070388" cy="1767137"/>
          </a:xfrm>
          <a:prstGeom prst="roundRect">
            <a:avLst>
              <a:gd name="adj" fmla="val 11120"/>
            </a:avLst>
          </a:prstGeom>
          <a:solidFill>
            <a:schemeClr val="bg1">
              <a:lumMod val="95000"/>
            </a:schemeClr>
          </a:solidFill>
          <a:ln>
            <a:noFill/>
          </a:ln>
        </p:spPr>
        <p:txBody>
          <a:bodyPr wrap="square" lIns="182880" tIns="182880" rIns="182880" bIns="182880" rtlCol="0" anchor="b"/>
          <a:lstStyle/>
          <a:p>
            <a:pPr marL="0" marR="0" lvl="0" indent="0" algn="ctr" defTabSz="554492" eaLnBrk="1" fontAlgn="auto" latinLnBrk="0" hangingPunct="1">
              <a:lnSpc>
                <a:spcPct val="100000"/>
              </a:lnSpc>
              <a:spcBef>
                <a:spcPts val="0"/>
              </a:spcBef>
              <a:spcAft>
                <a:spcPts val="600"/>
              </a:spcAft>
              <a:buClrTx/>
              <a:buSzTx/>
              <a:buFontTx/>
              <a:buNone/>
              <a:tabLst/>
              <a:defRPr/>
            </a:pPr>
            <a:r>
              <a:rPr kumimoji="0" lang="fr-FR" sz="1050" b="1" i="0" u="none" strike="noStrike" kern="0" cap="none" spc="0" normalizeH="0" baseline="0" noProof="0">
                <a:ln>
                  <a:noFill/>
                </a:ln>
                <a:solidFill>
                  <a:srgbClr val="1E2124"/>
                </a:solidFill>
                <a:effectLst/>
                <a:uLnTx/>
                <a:uFillTx/>
                <a:cs typeface="Poppins" pitchFamily="2" charset="77"/>
              </a:rPr>
              <a:t>Domaine métier Z</a:t>
            </a:r>
          </a:p>
        </p:txBody>
      </p:sp>
      <p:sp>
        <p:nvSpPr>
          <p:cNvPr id="41" name="Rectangle : coins arrondis 40">
            <a:extLst>
              <a:ext uri="{FF2B5EF4-FFF2-40B4-BE49-F238E27FC236}">
                <a16:creationId xmlns:a16="http://schemas.microsoft.com/office/drawing/2014/main" id="{805C8B6F-EA3F-E73A-DC4B-4F4CECFA38C3}"/>
              </a:ext>
            </a:extLst>
          </p:cNvPr>
          <p:cNvSpPr/>
          <p:nvPr/>
        </p:nvSpPr>
        <p:spPr>
          <a:xfrm>
            <a:off x="3942460" y="4880585"/>
            <a:ext cx="2890450" cy="1045003"/>
          </a:xfrm>
          <a:prstGeom prst="roundRect">
            <a:avLst>
              <a:gd name="adj" fmla="val 50000"/>
            </a:avLst>
          </a:prstGeom>
          <a:solidFill>
            <a:sysClr val="window" lastClr="FFFFFF"/>
          </a:solidFill>
          <a:ln w="12700" cap="flat" cmpd="sng" algn="ctr">
            <a:solidFill>
              <a:schemeClr val="tx1"/>
            </a:solidFill>
            <a:prstDash val="dash"/>
            <a:miter lim="800000"/>
          </a:ln>
          <a:effectLst/>
        </p:spPr>
        <p:txBody>
          <a:bodyPr vert="horz" tIns="0" rtlCol="0" anchor="t"/>
          <a:lstStyle/>
          <a:p>
            <a:pPr marL="0" marR="0" lvl="0" indent="0" defTabSz="914400" eaLnBrk="1" fontAlgn="auto" latinLnBrk="0" hangingPunct="1">
              <a:lnSpc>
                <a:spcPct val="100000"/>
              </a:lnSpc>
              <a:spcBef>
                <a:spcPts val="0"/>
              </a:spcBef>
              <a:spcAft>
                <a:spcPts val="0"/>
              </a:spcAft>
              <a:buClrTx/>
              <a:buSzTx/>
              <a:buFontTx/>
              <a:buNone/>
              <a:tabLst/>
              <a:defRPr/>
            </a:pPr>
            <a:r>
              <a:rPr kumimoji="0" lang="fr-FR" sz="1050" b="1" i="0" u="none" strike="noStrike" kern="0" cap="none" spc="0" normalizeH="0" baseline="0" noProof="0">
                <a:ln>
                  <a:noFill/>
                </a:ln>
                <a:effectLst/>
                <a:uLnTx/>
                <a:uFillTx/>
                <a:latin typeface="Segoe UI"/>
                <a:ea typeface="+mn-ea"/>
                <a:cs typeface="+mn-cs"/>
              </a:rPr>
              <a:t>Produit digital interne</a:t>
            </a:r>
          </a:p>
        </p:txBody>
      </p:sp>
      <p:sp>
        <p:nvSpPr>
          <p:cNvPr id="42" name="Rectangle : coins arrondis 41">
            <a:extLst>
              <a:ext uri="{FF2B5EF4-FFF2-40B4-BE49-F238E27FC236}">
                <a16:creationId xmlns:a16="http://schemas.microsoft.com/office/drawing/2014/main" id="{74DB6B8A-B5CC-F928-3E01-95BD84E2621B}"/>
              </a:ext>
            </a:extLst>
          </p:cNvPr>
          <p:cNvSpPr/>
          <p:nvPr/>
        </p:nvSpPr>
        <p:spPr>
          <a:xfrm>
            <a:off x="4826177" y="5539734"/>
            <a:ext cx="1073897" cy="209550"/>
          </a:xfrm>
          <a:prstGeom prst="roundRect">
            <a:avLst>
              <a:gd name="adj" fmla="val 50000"/>
            </a:avLst>
          </a:prstGeom>
          <a:solidFill>
            <a:schemeClr val="accent2"/>
          </a:solidFill>
          <a:ln w="12700" cap="flat" cmpd="sng" algn="ctr">
            <a:no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fr-FR" sz="1100" b="0" i="0" u="none" strike="noStrike" kern="0" cap="none" spc="0" normalizeH="0" baseline="0" noProof="0">
                <a:ln>
                  <a:noFill/>
                </a:ln>
                <a:solidFill>
                  <a:prstClr val="white"/>
                </a:solidFill>
                <a:effectLst/>
                <a:uLnTx/>
                <a:uFillTx/>
                <a:latin typeface="Segoe UI"/>
                <a:ea typeface="+mn-ea"/>
                <a:cs typeface="+mn-cs"/>
              </a:rPr>
              <a:t>Analytique</a:t>
            </a:r>
          </a:p>
        </p:txBody>
      </p:sp>
      <p:sp>
        <p:nvSpPr>
          <p:cNvPr id="43" name="Rectangle : coins arrondis 42">
            <a:extLst>
              <a:ext uri="{FF2B5EF4-FFF2-40B4-BE49-F238E27FC236}">
                <a16:creationId xmlns:a16="http://schemas.microsoft.com/office/drawing/2014/main" id="{0F826CE5-574D-264B-84D2-1269F4B72008}"/>
              </a:ext>
            </a:extLst>
          </p:cNvPr>
          <p:cNvSpPr/>
          <p:nvPr/>
        </p:nvSpPr>
        <p:spPr>
          <a:xfrm>
            <a:off x="4774869" y="5284240"/>
            <a:ext cx="1176512" cy="209550"/>
          </a:xfrm>
          <a:prstGeom prst="roundRect">
            <a:avLst>
              <a:gd name="adj" fmla="val 50000"/>
            </a:avLst>
          </a:prstGeom>
          <a:solidFill>
            <a:schemeClr val="tx2"/>
          </a:solidFill>
          <a:ln w="12700" cap="flat" cmpd="sng" algn="ctr">
            <a:no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fr-FR" sz="1100" b="0" i="0" u="none" strike="noStrike" kern="0" cap="none" spc="0" normalizeH="0" baseline="0" noProof="0">
                <a:ln>
                  <a:noFill/>
                </a:ln>
                <a:solidFill>
                  <a:prstClr val="white"/>
                </a:solidFill>
                <a:effectLst/>
                <a:uLnTx/>
                <a:uFillTx/>
                <a:latin typeface="Segoe UI"/>
                <a:ea typeface="+mn-ea"/>
                <a:cs typeface="+mn-cs"/>
              </a:rPr>
              <a:t>Transactionnel</a:t>
            </a:r>
          </a:p>
        </p:txBody>
      </p:sp>
      <p:sp>
        <p:nvSpPr>
          <p:cNvPr id="44" name="Ellipse 43">
            <a:extLst>
              <a:ext uri="{FF2B5EF4-FFF2-40B4-BE49-F238E27FC236}">
                <a16:creationId xmlns:a16="http://schemas.microsoft.com/office/drawing/2014/main" id="{D7B79D40-1B85-8510-3F5A-61A4960471B0}"/>
              </a:ext>
            </a:extLst>
          </p:cNvPr>
          <p:cNvSpPr/>
          <p:nvPr/>
        </p:nvSpPr>
        <p:spPr>
          <a:xfrm>
            <a:off x="6342075" y="5206072"/>
            <a:ext cx="394028" cy="394028"/>
          </a:xfrm>
          <a:prstGeom prst="ellipse">
            <a:avLst/>
          </a:prstGeom>
          <a:solidFill>
            <a:schemeClr val="accent5"/>
          </a:solidFill>
          <a:ln w="12700" cap="flat" cmpd="sng" algn="ctr">
            <a:noFill/>
            <a:prstDash val="solid"/>
            <a:miter lim="800000"/>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fr-FR" sz="1800" b="0" i="0" u="none" strike="noStrike" kern="0" cap="none" spc="0" normalizeH="0" baseline="0" noProof="0">
                <a:ln>
                  <a:noFill/>
                </a:ln>
                <a:solidFill>
                  <a:prstClr val="white"/>
                </a:solidFill>
                <a:effectLst/>
                <a:uLnTx/>
                <a:uFillTx/>
                <a:latin typeface="Segoe UI"/>
                <a:cs typeface="Arial"/>
                <a:sym typeface="Arial"/>
              </a:rPr>
              <a:t>P3</a:t>
            </a:r>
          </a:p>
        </p:txBody>
      </p:sp>
      <p:sp>
        <p:nvSpPr>
          <p:cNvPr id="45" name="ZoneTexte 44">
            <a:extLst>
              <a:ext uri="{FF2B5EF4-FFF2-40B4-BE49-F238E27FC236}">
                <a16:creationId xmlns:a16="http://schemas.microsoft.com/office/drawing/2014/main" id="{9D20A440-F7AB-9911-22FC-B555AA1D16B0}"/>
              </a:ext>
            </a:extLst>
          </p:cNvPr>
          <p:cNvSpPr txBox="1"/>
          <p:nvPr/>
        </p:nvSpPr>
        <p:spPr>
          <a:xfrm>
            <a:off x="9108052" y="403673"/>
            <a:ext cx="2176475" cy="674452"/>
          </a:xfrm>
          <a:prstGeom prst="rect">
            <a:avLst/>
          </a:prstGeom>
          <a:noFill/>
        </p:spPr>
        <p:txBody>
          <a:bodyPr wrap="square" rtlCol="0">
            <a:noAutofit/>
          </a:bodyPr>
          <a:lstStyle/>
          <a:p>
            <a:pPr algn="ctr">
              <a:defRPr/>
            </a:pPr>
            <a:r>
              <a:rPr lang="fr-FR" sz="1600" dirty="0">
                <a:solidFill>
                  <a:schemeClr val="accent5"/>
                </a:solidFill>
                <a:latin typeface="Segoe UI"/>
                <a:cs typeface="Arial"/>
                <a:sym typeface="Arial"/>
              </a:rPr>
              <a:t>Inter domaine métier</a:t>
            </a:r>
          </a:p>
          <a:p>
            <a:pPr algn="ctr">
              <a:defRPr/>
            </a:pPr>
            <a:r>
              <a:rPr lang="fr-FR" sz="1050" dirty="0">
                <a:solidFill>
                  <a:schemeClr val="accent5"/>
                </a:solidFill>
                <a:latin typeface="Segoe UI"/>
                <a:cs typeface="Arial"/>
                <a:sym typeface="Arial"/>
              </a:rPr>
              <a:t>Echanges entre les applications de plusieurs domaines d’une entreprise</a:t>
            </a:r>
          </a:p>
        </p:txBody>
      </p:sp>
      <p:sp>
        <p:nvSpPr>
          <p:cNvPr id="46" name="Ellipse 45">
            <a:extLst>
              <a:ext uri="{FF2B5EF4-FFF2-40B4-BE49-F238E27FC236}">
                <a16:creationId xmlns:a16="http://schemas.microsoft.com/office/drawing/2014/main" id="{A4ED5071-DBD7-EEB4-6154-06E96FC10E94}"/>
              </a:ext>
            </a:extLst>
          </p:cNvPr>
          <p:cNvSpPr/>
          <p:nvPr/>
        </p:nvSpPr>
        <p:spPr>
          <a:xfrm>
            <a:off x="8587563" y="609229"/>
            <a:ext cx="394028" cy="394028"/>
          </a:xfrm>
          <a:prstGeom prst="ellipse">
            <a:avLst/>
          </a:prstGeom>
          <a:solidFill>
            <a:schemeClr val="accent5"/>
          </a:solidFill>
          <a:ln w="12700" cap="flat" cmpd="sng" algn="ctr">
            <a:noFill/>
            <a:prstDash val="solid"/>
            <a:miter lim="800000"/>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fr-FR" sz="1800" b="0" i="0" u="none" strike="noStrike" kern="0" cap="none" spc="0" normalizeH="0" baseline="0" noProof="0">
                <a:ln>
                  <a:noFill/>
                </a:ln>
                <a:solidFill>
                  <a:prstClr val="white"/>
                </a:solidFill>
                <a:effectLst/>
                <a:uLnTx/>
                <a:uFillTx/>
                <a:latin typeface="Segoe UI"/>
                <a:cs typeface="Arial"/>
                <a:sym typeface="Arial"/>
              </a:rPr>
              <a:t>P3</a:t>
            </a:r>
          </a:p>
        </p:txBody>
      </p:sp>
    </p:spTree>
    <p:extLst>
      <p:ext uri="{BB962C8B-B14F-4D97-AF65-F5344CB8AC3E}">
        <p14:creationId xmlns:p14="http://schemas.microsoft.com/office/powerpoint/2010/main" val="25762010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 name="Espace réservé du texte 58">
            <a:extLst>
              <a:ext uri="{FF2B5EF4-FFF2-40B4-BE49-F238E27FC236}">
                <a16:creationId xmlns:a16="http://schemas.microsoft.com/office/drawing/2014/main" id="{998163A6-5E94-1DD3-944A-4ABEC6524C62}"/>
              </a:ext>
            </a:extLst>
          </p:cNvPr>
          <p:cNvSpPr>
            <a:spLocks noGrp="1"/>
          </p:cNvSpPr>
          <p:nvPr>
            <p:ph type="body" sz="quarter" idx="16"/>
          </p:nvPr>
        </p:nvSpPr>
        <p:spPr/>
        <p:txBody>
          <a:bodyPr/>
          <a:lstStyle/>
          <a:p>
            <a:endParaRPr lang="fr-FR"/>
          </a:p>
        </p:txBody>
      </p:sp>
      <p:sp>
        <p:nvSpPr>
          <p:cNvPr id="5" name="Titre 4">
            <a:extLst>
              <a:ext uri="{FF2B5EF4-FFF2-40B4-BE49-F238E27FC236}">
                <a16:creationId xmlns:a16="http://schemas.microsoft.com/office/drawing/2014/main" id="{91BCC6FC-11E8-5620-E874-6726B11E10A2}"/>
              </a:ext>
            </a:extLst>
          </p:cNvPr>
          <p:cNvSpPr>
            <a:spLocks noGrp="1"/>
          </p:cNvSpPr>
          <p:nvPr>
            <p:ph type="title"/>
          </p:nvPr>
        </p:nvSpPr>
        <p:spPr>
          <a:xfrm>
            <a:off x="539866" y="598891"/>
            <a:ext cx="10344079" cy="481670"/>
          </a:xfrm>
        </p:spPr>
        <p:txBody>
          <a:bodyPr/>
          <a:lstStyle/>
          <a:p>
            <a:r>
              <a:rPr lang="fr-FR" dirty="0"/>
              <a:t>Chaine de valeur du produit</a:t>
            </a:r>
          </a:p>
        </p:txBody>
      </p:sp>
      <p:sp>
        <p:nvSpPr>
          <p:cNvPr id="7" name="ZoneTexte 6">
            <a:extLst>
              <a:ext uri="{FF2B5EF4-FFF2-40B4-BE49-F238E27FC236}">
                <a16:creationId xmlns:a16="http://schemas.microsoft.com/office/drawing/2014/main" id="{65B9F822-1E5F-3C9A-2B04-8ED49EA6509D}"/>
              </a:ext>
            </a:extLst>
          </p:cNvPr>
          <p:cNvSpPr txBox="1"/>
          <p:nvPr/>
        </p:nvSpPr>
        <p:spPr>
          <a:xfrm>
            <a:off x="4163276" y="4257894"/>
            <a:ext cx="1354183" cy="1126099"/>
          </a:xfrm>
          <a:prstGeom prst="roundRect">
            <a:avLst/>
          </a:prstGeom>
          <a:solidFill>
            <a:schemeClr val="tx1">
              <a:lumMod val="10000"/>
              <a:lumOff val="90000"/>
            </a:schemeClr>
          </a:solidFill>
          <a:ln>
            <a:noFill/>
          </a:ln>
        </p:spPr>
        <p:txBody>
          <a:bodyPr wrap="square" lIns="36000" tIns="36000" rIns="36000" bIns="36000" rtlCol="0" anchor="b" anchorCtr="0"/>
          <a:lstStyle>
            <a:defPPr>
              <a:defRPr lang="fr-FR"/>
            </a:defPPr>
            <a:lvl1pPr marR="0" lvl="0" indent="0" algn="ctr" defTabSz="554492" fontAlgn="auto">
              <a:lnSpc>
                <a:spcPct val="100000"/>
              </a:lnSpc>
              <a:spcBef>
                <a:spcPts val="0"/>
              </a:spcBef>
              <a:spcAft>
                <a:spcPts val="600"/>
              </a:spcAft>
              <a:buClrTx/>
              <a:buSzTx/>
              <a:buFontTx/>
              <a:buNone/>
              <a:tabLst/>
              <a:defRPr kumimoji="0" sz="900" b="0" i="0" u="none" strike="noStrike" kern="0" cap="none" spc="0" normalizeH="0" baseline="0">
                <a:ln>
                  <a:noFill/>
                </a:ln>
                <a:solidFill>
                  <a:srgbClr val="1E2124"/>
                </a:solidFill>
                <a:effectLst/>
                <a:uLnTx/>
                <a:uFillTx/>
                <a:latin typeface="Poppins" pitchFamily="2" charset="77"/>
                <a:cs typeface="Poppins" pitchFamily="2" charset="77"/>
              </a:defRPr>
            </a:lvl1pPr>
          </a:lstStyle>
          <a:p>
            <a:pPr marL="0" marR="0" lvl="0" indent="0" algn="ctr" defTabSz="554492" eaLnBrk="1" fontAlgn="auto" latinLnBrk="0" hangingPunct="1">
              <a:lnSpc>
                <a:spcPct val="100000"/>
              </a:lnSpc>
              <a:spcBef>
                <a:spcPts val="0"/>
              </a:spcBef>
              <a:spcAft>
                <a:spcPts val="600"/>
              </a:spcAft>
              <a:buClrTx/>
              <a:buSzTx/>
              <a:buFontTx/>
              <a:buNone/>
              <a:tabLst/>
              <a:defRPr/>
            </a:pPr>
            <a:r>
              <a:rPr kumimoji="0" lang="fr-FR" sz="900" b="0" i="0" u="none" strike="noStrike" kern="0" cap="none" spc="0" normalizeH="0" baseline="0" noProof="0">
                <a:ln>
                  <a:noFill/>
                </a:ln>
                <a:solidFill>
                  <a:srgbClr val="1E2124"/>
                </a:solidFill>
                <a:effectLst/>
                <a:uLnTx/>
                <a:uFillTx/>
                <a:latin typeface="Poppins" pitchFamily="2" charset="77"/>
                <a:cs typeface="Poppins" pitchFamily="2" charset="77"/>
              </a:rPr>
              <a:t>Domaine métier E</a:t>
            </a:r>
          </a:p>
        </p:txBody>
      </p:sp>
      <p:sp>
        <p:nvSpPr>
          <p:cNvPr id="8" name="ZoneTexte 7">
            <a:extLst>
              <a:ext uri="{FF2B5EF4-FFF2-40B4-BE49-F238E27FC236}">
                <a16:creationId xmlns:a16="http://schemas.microsoft.com/office/drawing/2014/main" id="{F969753A-54D9-629D-EAB4-D69366208C0F}"/>
              </a:ext>
            </a:extLst>
          </p:cNvPr>
          <p:cNvSpPr txBox="1"/>
          <p:nvPr/>
        </p:nvSpPr>
        <p:spPr>
          <a:xfrm>
            <a:off x="3177490" y="2568745"/>
            <a:ext cx="1354183" cy="1126099"/>
          </a:xfrm>
          <a:prstGeom prst="roundRect">
            <a:avLst/>
          </a:prstGeom>
          <a:solidFill>
            <a:schemeClr val="tx1">
              <a:lumMod val="10000"/>
              <a:lumOff val="90000"/>
            </a:schemeClr>
          </a:solidFill>
          <a:ln>
            <a:noFill/>
          </a:ln>
        </p:spPr>
        <p:txBody>
          <a:bodyPr wrap="square" lIns="36000" tIns="36000" rIns="36000" bIns="36000" rtlCol="0" anchor="t" anchorCtr="0"/>
          <a:lstStyle>
            <a:defPPr>
              <a:defRPr lang="fr-FR"/>
            </a:defPPr>
            <a:lvl1pPr marR="0" lvl="0" indent="0" algn="ctr" defTabSz="554492" fontAlgn="auto">
              <a:lnSpc>
                <a:spcPct val="100000"/>
              </a:lnSpc>
              <a:spcBef>
                <a:spcPts val="0"/>
              </a:spcBef>
              <a:spcAft>
                <a:spcPts val="600"/>
              </a:spcAft>
              <a:buClrTx/>
              <a:buSzTx/>
              <a:buFontTx/>
              <a:buNone/>
              <a:tabLst/>
              <a:defRPr kumimoji="0" sz="900" b="0" i="0" u="none" strike="noStrike" kern="0" cap="none" spc="0" normalizeH="0" baseline="0">
                <a:ln>
                  <a:noFill/>
                </a:ln>
                <a:solidFill>
                  <a:srgbClr val="1E2124"/>
                </a:solidFill>
                <a:effectLst/>
                <a:uLnTx/>
                <a:uFillTx/>
                <a:latin typeface="Poppins" pitchFamily="2" charset="77"/>
                <a:cs typeface="Poppins" pitchFamily="2" charset="77"/>
              </a:defRPr>
            </a:lvl1pPr>
          </a:lstStyle>
          <a:p>
            <a:pPr marL="0" marR="0" lvl="0" indent="0" algn="ctr" defTabSz="554492" eaLnBrk="1" fontAlgn="auto" latinLnBrk="0" hangingPunct="1">
              <a:lnSpc>
                <a:spcPct val="100000"/>
              </a:lnSpc>
              <a:spcBef>
                <a:spcPts val="0"/>
              </a:spcBef>
              <a:spcAft>
                <a:spcPts val="600"/>
              </a:spcAft>
              <a:buClrTx/>
              <a:buSzTx/>
              <a:buFontTx/>
              <a:buNone/>
              <a:tabLst/>
              <a:defRPr/>
            </a:pPr>
            <a:r>
              <a:rPr kumimoji="0" lang="fr-FR" sz="900" b="0" i="0" u="none" strike="noStrike" kern="0" cap="none" spc="0" normalizeH="0" baseline="0" noProof="0">
                <a:ln>
                  <a:noFill/>
                </a:ln>
                <a:solidFill>
                  <a:srgbClr val="1E2124"/>
                </a:solidFill>
                <a:effectLst/>
                <a:uLnTx/>
                <a:uFillTx/>
                <a:latin typeface="Poppins" pitchFamily="2" charset="77"/>
                <a:cs typeface="Poppins" pitchFamily="2" charset="77"/>
              </a:rPr>
              <a:t>Domaine métier C</a:t>
            </a:r>
          </a:p>
        </p:txBody>
      </p:sp>
      <p:sp>
        <p:nvSpPr>
          <p:cNvPr id="9" name="ZoneTexte 8">
            <a:extLst>
              <a:ext uri="{FF2B5EF4-FFF2-40B4-BE49-F238E27FC236}">
                <a16:creationId xmlns:a16="http://schemas.microsoft.com/office/drawing/2014/main" id="{9A84D866-E33A-E2B0-221B-8C2816FA8EA5}"/>
              </a:ext>
            </a:extLst>
          </p:cNvPr>
          <p:cNvSpPr txBox="1"/>
          <p:nvPr/>
        </p:nvSpPr>
        <p:spPr>
          <a:xfrm>
            <a:off x="2324795" y="4257894"/>
            <a:ext cx="1354183" cy="1126099"/>
          </a:xfrm>
          <a:prstGeom prst="roundRect">
            <a:avLst/>
          </a:prstGeom>
          <a:solidFill>
            <a:schemeClr val="tx1">
              <a:lumMod val="10000"/>
              <a:lumOff val="90000"/>
            </a:schemeClr>
          </a:solidFill>
          <a:ln>
            <a:noFill/>
          </a:ln>
        </p:spPr>
        <p:txBody>
          <a:bodyPr wrap="square" lIns="36000" tIns="36000" rIns="36000" bIns="36000" rtlCol="0" anchor="b" anchorCtr="0"/>
          <a:lstStyle>
            <a:defPPr>
              <a:defRPr lang="fr-FR"/>
            </a:defPPr>
            <a:lvl1pPr marR="0" lvl="0" indent="0" algn="ctr" defTabSz="554492" fontAlgn="auto">
              <a:lnSpc>
                <a:spcPct val="100000"/>
              </a:lnSpc>
              <a:spcBef>
                <a:spcPts val="0"/>
              </a:spcBef>
              <a:spcAft>
                <a:spcPts val="600"/>
              </a:spcAft>
              <a:buClrTx/>
              <a:buSzTx/>
              <a:buFontTx/>
              <a:buNone/>
              <a:tabLst/>
              <a:defRPr kumimoji="0" sz="900" b="0" i="0" u="none" strike="noStrike" kern="0" cap="none" spc="0" normalizeH="0" baseline="0">
                <a:ln>
                  <a:noFill/>
                </a:ln>
                <a:solidFill>
                  <a:srgbClr val="1E2124"/>
                </a:solidFill>
                <a:effectLst/>
                <a:uLnTx/>
                <a:uFillTx/>
                <a:latin typeface="Poppins" pitchFamily="2" charset="77"/>
                <a:cs typeface="Poppins" pitchFamily="2" charset="77"/>
              </a:defRPr>
            </a:lvl1pPr>
          </a:lstStyle>
          <a:p>
            <a:pPr marL="0" marR="0" lvl="0" indent="0" algn="ctr" defTabSz="554492" eaLnBrk="1" fontAlgn="auto" latinLnBrk="0" hangingPunct="1">
              <a:lnSpc>
                <a:spcPct val="100000"/>
              </a:lnSpc>
              <a:spcBef>
                <a:spcPts val="0"/>
              </a:spcBef>
              <a:spcAft>
                <a:spcPts val="600"/>
              </a:spcAft>
              <a:buClrTx/>
              <a:buSzTx/>
              <a:buFontTx/>
              <a:buNone/>
              <a:tabLst/>
              <a:defRPr/>
            </a:pPr>
            <a:r>
              <a:rPr kumimoji="0" lang="fr-FR" sz="900" b="0" i="0" u="none" strike="noStrike" kern="0" cap="none" spc="0" normalizeH="0" baseline="0" noProof="0">
                <a:ln>
                  <a:noFill/>
                </a:ln>
                <a:solidFill>
                  <a:srgbClr val="1E2124"/>
                </a:solidFill>
                <a:effectLst/>
                <a:uLnTx/>
                <a:uFillTx/>
                <a:latin typeface="Poppins" pitchFamily="2" charset="77"/>
                <a:cs typeface="Poppins" pitchFamily="2" charset="77"/>
              </a:rPr>
              <a:t>Domaine métier B</a:t>
            </a:r>
          </a:p>
        </p:txBody>
      </p:sp>
      <p:sp>
        <p:nvSpPr>
          <p:cNvPr id="10" name="ZoneTexte 9">
            <a:extLst>
              <a:ext uri="{FF2B5EF4-FFF2-40B4-BE49-F238E27FC236}">
                <a16:creationId xmlns:a16="http://schemas.microsoft.com/office/drawing/2014/main" id="{0DDB38D1-E480-EDF4-D7E3-69F758375285}"/>
              </a:ext>
            </a:extLst>
          </p:cNvPr>
          <p:cNvSpPr txBox="1"/>
          <p:nvPr/>
        </p:nvSpPr>
        <p:spPr>
          <a:xfrm>
            <a:off x="1378069" y="2581030"/>
            <a:ext cx="1354183" cy="1126099"/>
          </a:xfrm>
          <a:prstGeom prst="roundRect">
            <a:avLst/>
          </a:prstGeom>
          <a:solidFill>
            <a:schemeClr val="tx1">
              <a:lumMod val="10000"/>
              <a:lumOff val="90000"/>
            </a:schemeClr>
          </a:solidFill>
          <a:ln>
            <a:noFill/>
          </a:ln>
        </p:spPr>
        <p:txBody>
          <a:bodyPr wrap="square" lIns="36000" tIns="36000" rIns="36000" bIns="36000" rtlCol="0" anchor="t" anchorCtr="0"/>
          <a:lstStyle>
            <a:defPPr>
              <a:defRPr lang="fr-FR"/>
            </a:defPPr>
            <a:lvl1pPr marR="0" lvl="0" indent="0" algn="ctr" defTabSz="554492" fontAlgn="auto">
              <a:lnSpc>
                <a:spcPct val="100000"/>
              </a:lnSpc>
              <a:spcBef>
                <a:spcPts val="0"/>
              </a:spcBef>
              <a:spcAft>
                <a:spcPts val="600"/>
              </a:spcAft>
              <a:buClrTx/>
              <a:buSzTx/>
              <a:buFontTx/>
              <a:buNone/>
              <a:tabLst/>
              <a:defRPr kumimoji="0" sz="900" b="0" i="0" u="none" strike="noStrike" kern="0" cap="none" spc="0" normalizeH="0" baseline="0">
                <a:ln>
                  <a:noFill/>
                </a:ln>
                <a:solidFill>
                  <a:srgbClr val="1E2124"/>
                </a:solidFill>
                <a:effectLst/>
                <a:uLnTx/>
                <a:uFillTx/>
                <a:latin typeface="Poppins" pitchFamily="2" charset="77"/>
                <a:cs typeface="Poppins" pitchFamily="2" charset="77"/>
              </a:defRPr>
            </a:lvl1pPr>
          </a:lstStyle>
          <a:p>
            <a:pPr marL="0" marR="0" lvl="0" indent="0" algn="ctr" defTabSz="554492" eaLnBrk="1" fontAlgn="auto" latinLnBrk="0" hangingPunct="1">
              <a:lnSpc>
                <a:spcPct val="100000"/>
              </a:lnSpc>
              <a:spcBef>
                <a:spcPts val="0"/>
              </a:spcBef>
              <a:spcAft>
                <a:spcPts val="600"/>
              </a:spcAft>
              <a:buClrTx/>
              <a:buSzTx/>
              <a:buFontTx/>
              <a:buNone/>
              <a:tabLst/>
              <a:defRPr/>
            </a:pPr>
            <a:r>
              <a:rPr kumimoji="0" lang="fr-FR" sz="900" b="0" i="0" u="none" strike="noStrike" kern="0" cap="none" spc="0" normalizeH="0" baseline="0" noProof="0">
                <a:ln>
                  <a:noFill/>
                </a:ln>
                <a:solidFill>
                  <a:srgbClr val="1E2124"/>
                </a:solidFill>
                <a:effectLst/>
                <a:uLnTx/>
                <a:uFillTx/>
                <a:latin typeface="Poppins" pitchFamily="2" charset="77"/>
                <a:cs typeface="Poppins" pitchFamily="2" charset="77"/>
              </a:rPr>
              <a:t>Domaine métier D</a:t>
            </a:r>
          </a:p>
        </p:txBody>
      </p:sp>
      <p:sp>
        <p:nvSpPr>
          <p:cNvPr id="11" name="ZoneTexte 10">
            <a:extLst>
              <a:ext uri="{FF2B5EF4-FFF2-40B4-BE49-F238E27FC236}">
                <a16:creationId xmlns:a16="http://schemas.microsoft.com/office/drawing/2014/main" id="{1FFE2928-6890-40BD-D296-C5B63983827A}"/>
              </a:ext>
            </a:extLst>
          </p:cNvPr>
          <p:cNvSpPr txBox="1"/>
          <p:nvPr/>
        </p:nvSpPr>
        <p:spPr>
          <a:xfrm>
            <a:off x="558114" y="4261200"/>
            <a:ext cx="1354183" cy="1126099"/>
          </a:xfrm>
          <a:prstGeom prst="roundRect">
            <a:avLst/>
          </a:prstGeom>
          <a:solidFill>
            <a:schemeClr val="tx1">
              <a:lumMod val="10000"/>
              <a:lumOff val="90000"/>
            </a:schemeClr>
          </a:solidFill>
          <a:ln>
            <a:noFill/>
          </a:ln>
        </p:spPr>
        <p:txBody>
          <a:bodyPr wrap="square" lIns="36000" tIns="36000" rIns="36000" bIns="36000" rtlCol="0" anchor="b" anchorCtr="0"/>
          <a:lstStyle>
            <a:defPPr>
              <a:defRPr lang="fr-FR"/>
            </a:defPPr>
            <a:lvl1pPr marR="0" lvl="0" indent="0" algn="ctr" defTabSz="554492" fontAlgn="auto">
              <a:lnSpc>
                <a:spcPct val="100000"/>
              </a:lnSpc>
              <a:spcBef>
                <a:spcPts val="0"/>
              </a:spcBef>
              <a:spcAft>
                <a:spcPts val="600"/>
              </a:spcAft>
              <a:buClrTx/>
              <a:buSzTx/>
              <a:buFontTx/>
              <a:buNone/>
              <a:tabLst/>
              <a:defRPr kumimoji="0" sz="900" b="0" i="0" u="none" strike="noStrike" kern="0" cap="none" spc="0" normalizeH="0" baseline="0">
                <a:ln>
                  <a:noFill/>
                </a:ln>
                <a:solidFill>
                  <a:srgbClr val="1E2124"/>
                </a:solidFill>
                <a:effectLst/>
                <a:uLnTx/>
                <a:uFillTx/>
                <a:latin typeface="Poppins" pitchFamily="2" charset="77"/>
                <a:cs typeface="Poppins" pitchFamily="2" charset="77"/>
              </a:defRPr>
            </a:lvl1pPr>
          </a:lstStyle>
          <a:p>
            <a:pPr marL="0" marR="0" lvl="0" indent="0" algn="ctr" defTabSz="554492" eaLnBrk="1" fontAlgn="auto" latinLnBrk="0" hangingPunct="1">
              <a:lnSpc>
                <a:spcPct val="100000"/>
              </a:lnSpc>
              <a:spcBef>
                <a:spcPts val="0"/>
              </a:spcBef>
              <a:spcAft>
                <a:spcPts val="600"/>
              </a:spcAft>
              <a:buClrTx/>
              <a:buSzTx/>
              <a:buFontTx/>
              <a:buNone/>
              <a:tabLst/>
              <a:defRPr/>
            </a:pPr>
            <a:r>
              <a:rPr kumimoji="0" lang="fr-FR" sz="900" b="0" i="0" u="none" strike="noStrike" kern="0" cap="none" spc="0" normalizeH="0" baseline="0" noProof="0" dirty="0">
                <a:ln>
                  <a:noFill/>
                </a:ln>
                <a:solidFill>
                  <a:srgbClr val="1E2124"/>
                </a:solidFill>
                <a:effectLst/>
                <a:uLnTx/>
                <a:uFillTx/>
                <a:latin typeface="Poppins" pitchFamily="2" charset="77"/>
                <a:cs typeface="Poppins" pitchFamily="2" charset="77"/>
              </a:rPr>
              <a:t>Domaine métier A</a:t>
            </a:r>
          </a:p>
        </p:txBody>
      </p:sp>
      <p:sp>
        <p:nvSpPr>
          <p:cNvPr id="13" name="Ellipse 12">
            <a:extLst>
              <a:ext uri="{FF2B5EF4-FFF2-40B4-BE49-F238E27FC236}">
                <a16:creationId xmlns:a16="http://schemas.microsoft.com/office/drawing/2014/main" id="{6E4FE1BA-BC1A-4C9E-BD42-A5B0254AA844}"/>
              </a:ext>
            </a:extLst>
          </p:cNvPr>
          <p:cNvSpPr/>
          <p:nvPr/>
        </p:nvSpPr>
        <p:spPr>
          <a:xfrm>
            <a:off x="6399494" y="669082"/>
            <a:ext cx="446313" cy="446313"/>
          </a:xfrm>
          <a:prstGeom prst="ellipse">
            <a:avLst/>
          </a:prstGeom>
          <a:solidFill>
            <a:schemeClr val="tx2"/>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fr-FR" sz="1200" b="1" i="0" u="none" strike="noStrike" kern="0" cap="none" spc="0" normalizeH="0" baseline="0" noProof="0">
                <a:ln>
                  <a:noFill/>
                </a:ln>
                <a:solidFill>
                  <a:prstClr val="white"/>
                </a:solidFill>
                <a:effectLst/>
                <a:uLnTx/>
                <a:uFillTx/>
                <a:latin typeface="Segoe UI"/>
                <a:ea typeface="+mn-ea"/>
                <a:cs typeface="Poppins" panose="00000500000000000000" pitchFamily="2" charset="0"/>
              </a:rPr>
              <a:t>P</a:t>
            </a:r>
          </a:p>
        </p:txBody>
      </p:sp>
      <p:sp>
        <p:nvSpPr>
          <p:cNvPr id="14" name="Ellipse 13">
            <a:extLst>
              <a:ext uri="{FF2B5EF4-FFF2-40B4-BE49-F238E27FC236}">
                <a16:creationId xmlns:a16="http://schemas.microsoft.com/office/drawing/2014/main" id="{8B845E5A-4558-72A6-F164-B487F55010F0}"/>
              </a:ext>
            </a:extLst>
          </p:cNvPr>
          <p:cNvSpPr/>
          <p:nvPr/>
        </p:nvSpPr>
        <p:spPr>
          <a:xfrm>
            <a:off x="9016558" y="669082"/>
            <a:ext cx="446313" cy="446313"/>
          </a:xfrm>
          <a:prstGeom prst="ellipse">
            <a:avLst/>
          </a:prstGeom>
          <a:solidFill>
            <a:schemeClr val="accent2"/>
          </a:solidFill>
          <a:ln w="12700" cap="flat" cmpd="sng" algn="ctr">
            <a:noFill/>
            <a:prstDash val="solid"/>
            <a:miter lim="800000"/>
          </a:ln>
          <a:effectLst/>
        </p:spPr>
        <p:txBody>
          <a:bodyPr wrap="none"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fr-FR" sz="1200" b="1" i="0" u="none" strike="noStrike" kern="0" cap="none" spc="0" normalizeH="0" baseline="0" noProof="0" dirty="0">
                <a:ln>
                  <a:noFill/>
                </a:ln>
                <a:solidFill>
                  <a:prstClr val="white"/>
                </a:solidFill>
                <a:effectLst/>
                <a:uLnTx/>
                <a:uFillTx/>
                <a:latin typeface="Segoe UI"/>
                <a:ea typeface="+mn-ea"/>
                <a:cs typeface="Poppins" panose="00000500000000000000" pitchFamily="2" charset="0"/>
              </a:rPr>
              <a:t>Pa</a:t>
            </a:r>
          </a:p>
        </p:txBody>
      </p:sp>
      <p:sp>
        <p:nvSpPr>
          <p:cNvPr id="15" name="ZoneTexte 14">
            <a:extLst>
              <a:ext uri="{FF2B5EF4-FFF2-40B4-BE49-F238E27FC236}">
                <a16:creationId xmlns:a16="http://schemas.microsoft.com/office/drawing/2014/main" id="{3C1B0B69-75E7-D985-1C15-2994A14ECE01}"/>
              </a:ext>
            </a:extLst>
          </p:cNvPr>
          <p:cNvSpPr txBox="1"/>
          <p:nvPr/>
        </p:nvSpPr>
        <p:spPr>
          <a:xfrm>
            <a:off x="9553584" y="784516"/>
            <a:ext cx="1646285" cy="215444"/>
          </a:xfrm>
          <a:prstGeom prst="rect">
            <a:avLst/>
          </a:prstGeom>
          <a:noFill/>
        </p:spPr>
        <p:txBody>
          <a:bodyPr wrap="none" lIns="0" tIns="0" rIns="0" bIns="0" rtlCol="0">
            <a:spAutoFit/>
          </a:bodyPr>
          <a:lstStyle/>
          <a:p>
            <a:pPr>
              <a:buClr>
                <a:prstClr val="white"/>
              </a:buClr>
              <a:defRPr/>
            </a:pPr>
            <a:r>
              <a:rPr lang="fr-FR" sz="1400">
                <a:solidFill>
                  <a:schemeClr val="accent2"/>
                </a:solidFill>
                <a:cs typeface="Poppins" panose="00000500000000000000" pitchFamily="2" charset="0"/>
              </a:rPr>
              <a:t>Produit</a:t>
            </a:r>
            <a:r>
              <a:rPr lang="en-US" sz="1400">
                <a:solidFill>
                  <a:schemeClr val="accent2"/>
                </a:solidFill>
                <a:cs typeface="Poppins" panose="00000500000000000000" pitchFamily="2" charset="0"/>
              </a:rPr>
              <a:t> </a:t>
            </a:r>
            <a:r>
              <a:rPr lang="fr-FR" sz="1400">
                <a:solidFill>
                  <a:schemeClr val="accent2"/>
                </a:solidFill>
                <a:cs typeface="Poppins" panose="00000500000000000000" pitchFamily="2" charset="0"/>
              </a:rPr>
              <a:t>analytique</a:t>
            </a:r>
          </a:p>
        </p:txBody>
      </p:sp>
      <p:sp>
        <p:nvSpPr>
          <p:cNvPr id="16" name="ZoneTexte 15">
            <a:extLst>
              <a:ext uri="{FF2B5EF4-FFF2-40B4-BE49-F238E27FC236}">
                <a16:creationId xmlns:a16="http://schemas.microsoft.com/office/drawing/2014/main" id="{F6039667-BBE1-A04C-E4F6-EC76E4A95F2C}"/>
              </a:ext>
            </a:extLst>
          </p:cNvPr>
          <p:cNvSpPr txBox="1"/>
          <p:nvPr/>
        </p:nvSpPr>
        <p:spPr>
          <a:xfrm>
            <a:off x="6936519" y="784516"/>
            <a:ext cx="1989327" cy="215444"/>
          </a:xfrm>
          <a:prstGeom prst="rect">
            <a:avLst/>
          </a:prstGeom>
          <a:noFill/>
        </p:spPr>
        <p:txBody>
          <a:bodyPr wrap="none" lIns="0" tIns="0" rIns="0" bIns="0" rtlCol="0">
            <a:spAutoFit/>
          </a:bodyPr>
          <a:lstStyle/>
          <a:p>
            <a:pPr>
              <a:buClr>
                <a:prstClr val="white"/>
              </a:buClr>
              <a:defRPr/>
            </a:pPr>
            <a:r>
              <a:rPr lang="fr-FR" sz="1400">
                <a:solidFill>
                  <a:schemeClr val="tx2"/>
                </a:solidFill>
                <a:cs typeface="Poppins" panose="00000500000000000000" pitchFamily="2" charset="0"/>
              </a:rPr>
              <a:t>Produit</a:t>
            </a:r>
            <a:r>
              <a:rPr lang="en-US" sz="1400">
                <a:solidFill>
                  <a:schemeClr val="tx2"/>
                </a:solidFill>
                <a:cs typeface="Poppins" panose="00000500000000000000" pitchFamily="2" charset="0"/>
              </a:rPr>
              <a:t> </a:t>
            </a:r>
            <a:r>
              <a:rPr lang="fr-FR" sz="1400">
                <a:solidFill>
                  <a:schemeClr val="tx2"/>
                </a:solidFill>
                <a:cs typeface="Poppins" panose="00000500000000000000" pitchFamily="2" charset="0"/>
              </a:rPr>
              <a:t>transactionnel</a:t>
            </a:r>
          </a:p>
        </p:txBody>
      </p:sp>
      <p:sp>
        <p:nvSpPr>
          <p:cNvPr id="17" name="ZoneTexte 16">
            <a:extLst>
              <a:ext uri="{FF2B5EF4-FFF2-40B4-BE49-F238E27FC236}">
                <a16:creationId xmlns:a16="http://schemas.microsoft.com/office/drawing/2014/main" id="{886589B9-21D2-F48F-90F0-0169456D6861}"/>
              </a:ext>
            </a:extLst>
          </p:cNvPr>
          <p:cNvSpPr txBox="1"/>
          <p:nvPr/>
        </p:nvSpPr>
        <p:spPr>
          <a:xfrm>
            <a:off x="6294158" y="1513792"/>
            <a:ext cx="5600550" cy="3605366"/>
          </a:xfrm>
          <a:prstGeom prst="roundRect">
            <a:avLst>
              <a:gd name="adj" fmla="val 5217"/>
            </a:avLst>
          </a:prstGeom>
          <a:solidFill>
            <a:sysClr val="window" lastClr="FFFFFF">
              <a:lumMod val="95000"/>
            </a:sysClr>
          </a:solidFill>
        </p:spPr>
        <p:txBody>
          <a:bodyPr wrap="square" lIns="72000" tIns="144000" rIns="72000" bIns="144000" rtlCol="0">
            <a:noAutofit/>
          </a:body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0" lang="fr-FR" sz="1200" b="1" i="0" u="none" strike="noStrike" kern="0" cap="none" spc="0" normalizeH="0" baseline="0" noProof="0">
                <a:ln>
                  <a:noFill/>
                </a:ln>
                <a:solidFill>
                  <a:srgbClr val="1C244F"/>
                </a:solidFill>
                <a:effectLst/>
                <a:uLnTx/>
                <a:uFillTx/>
                <a:cs typeface="Poppins" panose="00000500000000000000" pitchFamily="2" charset="0"/>
              </a:rPr>
              <a:t>Principes</a:t>
            </a:r>
          </a:p>
          <a:p>
            <a:pPr marL="0" marR="0" lvl="0" indent="0" algn="just" defTabSz="914400" eaLnBrk="1" fontAlgn="auto" latinLnBrk="0" hangingPunct="1">
              <a:lnSpc>
                <a:spcPct val="100000"/>
              </a:lnSpc>
              <a:spcBef>
                <a:spcPts val="0"/>
              </a:spcBef>
              <a:spcAft>
                <a:spcPts val="0"/>
              </a:spcAft>
              <a:buClrTx/>
              <a:buSzTx/>
              <a:buFontTx/>
              <a:buNone/>
              <a:tabLst/>
              <a:defRPr/>
            </a:pPr>
            <a:endParaRPr kumimoji="0" lang="en-US" sz="1200" b="1" i="0" u="none" strike="noStrike" kern="0" cap="none" spc="0" normalizeH="0" baseline="0" noProof="0">
              <a:ln>
                <a:noFill/>
              </a:ln>
              <a:solidFill>
                <a:srgbClr val="1C244F"/>
              </a:solidFill>
              <a:effectLst/>
              <a:uLnTx/>
              <a:uFillTx/>
              <a:cs typeface="Poppins" panose="00000500000000000000" pitchFamily="2" charset="0"/>
            </a:endParaRPr>
          </a:p>
          <a:p>
            <a:pPr marL="136525" marR="0" lvl="0" indent="-136525" algn="just" defTabSz="91440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fr-FR" sz="1100" b="0" i="0" u="none" strike="noStrike" kern="0" cap="none" spc="0" normalizeH="0" baseline="0" noProof="0">
                <a:ln>
                  <a:noFill/>
                </a:ln>
                <a:solidFill>
                  <a:srgbClr val="1C244F"/>
                </a:solidFill>
                <a:effectLst/>
                <a:uLnTx/>
                <a:uFillTx/>
                <a:cs typeface="Poppins" panose="00000500000000000000" pitchFamily="2" charset="0"/>
              </a:rPr>
              <a:t>Les domaines ne peuvent pas faire office de proxy pour un produit. Ils doivent créer un nouveau produit apportant de la valeur ajoutée en s'appuyant sur d'autres produits</a:t>
            </a:r>
          </a:p>
          <a:p>
            <a:pPr marL="136525" marR="0" lvl="0" indent="-136525" algn="just" defTabSz="91440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fr-FR" sz="1100" b="0" i="0" u="none" strike="noStrike" kern="0" cap="none" spc="0" normalizeH="0" baseline="0" noProof="0">
                <a:ln>
                  <a:noFill/>
                </a:ln>
                <a:solidFill>
                  <a:srgbClr val="1C244F"/>
                </a:solidFill>
                <a:effectLst/>
                <a:uLnTx/>
                <a:uFillTx/>
                <a:cs typeface="Poppins" panose="00000500000000000000" pitchFamily="2" charset="0"/>
              </a:rPr>
              <a:t>L'analytique reçoit les données transactionnelles provenant de flux asynchrones (Kafka, etc.) ou à l’initiative du SI opérationnel afin de ne pas l’impacter</a:t>
            </a:r>
          </a:p>
          <a:p>
            <a:pPr marL="136525" marR="0" lvl="0" indent="-136525" algn="just" defTabSz="91440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fr-FR" sz="1100" b="0" i="0" u="none" strike="noStrike" kern="0" cap="none" spc="0" normalizeH="0" baseline="0" noProof="0">
                <a:ln>
                  <a:noFill/>
                </a:ln>
                <a:solidFill>
                  <a:srgbClr val="1C244F"/>
                </a:solidFill>
                <a:effectLst/>
                <a:uLnTx/>
                <a:uFillTx/>
                <a:cs typeface="Poppins" panose="00000500000000000000" pitchFamily="2" charset="0"/>
              </a:rPr>
              <a:t>Si un produit transactionnel dépend d'un produit analytique, alors le SLA et les processus de celui-ci doivent être au moins équivalents à ceux du produit transactionnel</a:t>
            </a:r>
          </a:p>
          <a:p>
            <a:pPr marL="136525" marR="0" lvl="0" indent="-136525" algn="just" defTabSz="91440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fr-FR" sz="1100" b="0" i="0" u="none" strike="noStrike" kern="0" cap="none" spc="0" normalizeH="0" baseline="0" noProof="0">
                <a:ln>
                  <a:noFill/>
                </a:ln>
                <a:solidFill>
                  <a:srgbClr val="1C244F"/>
                </a:solidFill>
                <a:effectLst/>
                <a:uLnTx/>
                <a:uFillTx/>
                <a:cs typeface="Poppins" panose="00000500000000000000" pitchFamily="2" charset="0"/>
              </a:rPr>
              <a:t>Éviter de construire une chaîne de valeur de plus de 3 niveaux (2 est recommandé) pour maintenir la gouvernance et la performance sous contrôle (couche processus incluse)</a:t>
            </a:r>
          </a:p>
          <a:p>
            <a:pPr marL="136525" marR="0" lvl="0" indent="-136525" algn="just" defTabSz="91440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fr-FR" sz="1100" b="0" i="0" u="none" strike="noStrike" kern="0" cap="none" spc="0" normalizeH="0" baseline="0" noProof="0">
                <a:ln>
                  <a:noFill/>
                </a:ln>
                <a:solidFill>
                  <a:srgbClr val="1C244F"/>
                </a:solidFill>
                <a:effectLst/>
                <a:uLnTx/>
                <a:uFillTx/>
                <a:cs typeface="Poppins" panose="00000500000000000000" pitchFamily="2" charset="0"/>
              </a:rPr>
              <a:t>Le format d’une donnée est défini par son domaine maître. Ce format devrait être utilisé pour les communications inter-domaines et inter-applications par l’ensemble des autres domaines</a:t>
            </a:r>
            <a:endParaRPr kumimoji="0" lang="en-US" sz="1100" b="0" i="0" u="none" strike="noStrike" kern="0" cap="none" spc="0" normalizeH="0" baseline="0" noProof="0">
              <a:ln>
                <a:noFill/>
              </a:ln>
              <a:solidFill>
                <a:srgbClr val="1C244F"/>
              </a:solidFill>
              <a:effectLst/>
              <a:uLnTx/>
              <a:uFillTx/>
              <a:cs typeface="Poppins" panose="00000500000000000000" pitchFamily="2" charset="0"/>
            </a:endParaRPr>
          </a:p>
        </p:txBody>
      </p:sp>
      <p:sp>
        <p:nvSpPr>
          <p:cNvPr id="18" name="Ellipse 17">
            <a:extLst>
              <a:ext uri="{FF2B5EF4-FFF2-40B4-BE49-F238E27FC236}">
                <a16:creationId xmlns:a16="http://schemas.microsoft.com/office/drawing/2014/main" id="{32E82F93-8D24-A2F3-1FC2-20723ADC8ACE}"/>
              </a:ext>
            </a:extLst>
          </p:cNvPr>
          <p:cNvSpPr/>
          <p:nvPr/>
        </p:nvSpPr>
        <p:spPr>
          <a:xfrm>
            <a:off x="1054392" y="4439171"/>
            <a:ext cx="361629" cy="358369"/>
          </a:xfrm>
          <a:prstGeom prst="ellipse">
            <a:avLst/>
          </a:prstGeom>
          <a:solidFill>
            <a:schemeClr val="tx2"/>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fr-FR" sz="1000" b="1" i="0" u="none" strike="noStrike" kern="0" cap="none" spc="0" normalizeH="0" baseline="0" noProof="0">
                <a:ln>
                  <a:noFill/>
                </a:ln>
                <a:solidFill>
                  <a:prstClr val="white"/>
                </a:solidFill>
                <a:effectLst/>
                <a:uLnTx/>
                <a:uFillTx/>
                <a:latin typeface="Segoe UI"/>
                <a:ea typeface="+mn-ea"/>
                <a:cs typeface="Poppins" panose="00000500000000000000" pitchFamily="2" charset="0"/>
              </a:rPr>
              <a:t>P</a:t>
            </a:r>
          </a:p>
        </p:txBody>
      </p:sp>
      <p:sp>
        <p:nvSpPr>
          <p:cNvPr id="19" name="Ellipse 18">
            <a:extLst>
              <a:ext uri="{FF2B5EF4-FFF2-40B4-BE49-F238E27FC236}">
                <a16:creationId xmlns:a16="http://schemas.microsoft.com/office/drawing/2014/main" id="{F8941969-718A-079E-8B04-2F180DF91445}"/>
              </a:ext>
            </a:extLst>
          </p:cNvPr>
          <p:cNvSpPr/>
          <p:nvPr/>
        </p:nvSpPr>
        <p:spPr>
          <a:xfrm>
            <a:off x="1460125" y="4439171"/>
            <a:ext cx="361629" cy="358369"/>
          </a:xfrm>
          <a:prstGeom prst="ellipse">
            <a:avLst/>
          </a:prstGeom>
          <a:solidFill>
            <a:schemeClr val="accent2"/>
          </a:solidFill>
          <a:ln w="12700" cap="flat" cmpd="sng" algn="ctr">
            <a:noFill/>
            <a:prstDash val="solid"/>
            <a:miter lim="800000"/>
          </a:ln>
          <a:effectLst/>
        </p:spPr>
        <p:txBody>
          <a:bodyPr wrap="none"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fr-FR" sz="1000" b="1" i="0" u="none" strike="noStrike" kern="0" cap="none" spc="0" normalizeH="0" baseline="0" noProof="0">
                <a:ln>
                  <a:noFill/>
                </a:ln>
                <a:solidFill>
                  <a:prstClr val="white"/>
                </a:solidFill>
                <a:effectLst/>
                <a:uLnTx/>
                <a:uFillTx/>
                <a:latin typeface="Segoe UI"/>
                <a:ea typeface="+mn-ea"/>
                <a:cs typeface="Poppins" panose="00000500000000000000" pitchFamily="2" charset="0"/>
              </a:rPr>
              <a:t>Pa</a:t>
            </a:r>
          </a:p>
        </p:txBody>
      </p:sp>
      <p:sp>
        <p:nvSpPr>
          <p:cNvPr id="20" name="Ellipse 19">
            <a:extLst>
              <a:ext uri="{FF2B5EF4-FFF2-40B4-BE49-F238E27FC236}">
                <a16:creationId xmlns:a16="http://schemas.microsoft.com/office/drawing/2014/main" id="{83B0E778-F617-7D54-3CB9-2A186002A00A}"/>
              </a:ext>
            </a:extLst>
          </p:cNvPr>
          <p:cNvSpPr/>
          <p:nvPr/>
        </p:nvSpPr>
        <p:spPr>
          <a:xfrm>
            <a:off x="682472" y="4439171"/>
            <a:ext cx="361629" cy="358369"/>
          </a:xfrm>
          <a:prstGeom prst="ellipse">
            <a:avLst/>
          </a:prstGeom>
          <a:solidFill>
            <a:schemeClr val="tx2"/>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fr-FR" sz="1000" b="1" i="0" u="none" strike="noStrike" kern="0" cap="none" spc="0" normalizeH="0" baseline="0" noProof="0">
                <a:ln>
                  <a:noFill/>
                </a:ln>
                <a:solidFill>
                  <a:prstClr val="white"/>
                </a:solidFill>
                <a:effectLst/>
                <a:uLnTx/>
                <a:uFillTx/>
                <a:latin typeface="Segoe UI"/>
                <a:ea typeface="+mn-ea"/>
                <a:cs typeface="Poppins" panose="00000500000000000000" pitchFamily="2" charset="0"/>
              </a:rPr>
              <a:t>P</a:t>
            </a:r>
          </a:p>
        </p:txBody>
      </p:sp>
      <p:sp>
        <p:nvSpPr>
          <p:cNvPr id="21" name="Ellipse 20">
            <a:extLst>
              <a:ext uri="{FF2B5EF4-FFF2-40B4-BE49-F238E27FC236}">
                <a16:creationId xmlns:a16="http://schemas.microsoft.com/office/drawing/2014/main" id="{FA7307FB-FFEE-EE3F-3173-955E31C3BCA2}"/>
              </a:ext>
            </a:extLst>
          </p:cNvPr>
          <p:cNvSpPr/>
          <p:nvPr/>
        </p:nvSpPr>
        <p:spPr>
          <a:xfrm>
            <a:off x="3119939" y="4439171"/>
            <a:ext cx="361629" cy="358369"/>
          </a:xfrm>
          <a:prstGeom prst="ellipse">
            <a:avLst/>
          </a:prstGeom>
          <a:solidFill>
            <a:schemeClr val="accent2"/>
          </a:solidFill>
          <a:ln w="12700" cap="flat" cmpd="sng" algn="ctr">
            <a:noFill/>
            <a:prstDash val="solid"/>
            <a:miter lim="800000"/>
          </a:ln>
          <a:effectLst/>
        </p:spPr>
        <p:txBody>
          <a:bodyPr wrap="none"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fr-FR" sz="1000" b="1" i="0" u="none" strike="noStrike" kern="0" cap="none" spc="0" normalizeH="0" baseline="0" noProof="0">
                <a:ln>
                  <a:noFill/>
                </a:ln>
                <a:solidFill>
                  <a:prstClr val="white"/>
                </a:solidFill>
                <a:effectLst/>
                <a:uLnTx/>
                <a:uFillTx/>
                <a:latin typeface="Segoe UI"/>
                <a:ea typeface="+mn-ea"/>
                <a:cs typeface="Poppins" panose="00000500000000000000" pitchFamily="2" charset="0"/>
              </a:rPr>
              <a:t>Pa</a:t>
            </a:r>
          </a:p>
        </p:txBody>
      </p:sp>
      <p:sp>
        <p:nvSpPr>
          <p:cNvPr id="22" name="Ellipse 21">
            <a:extLst>
              <a:ext uri="{FF2B5EF4-FFF2-40B4-BE49-F238E27FC236}">
                <a16:creationId xmlns:a16="http://schemas.microsoft.com/office/drawing/2014/main" id="{02327CF4-2825-0664-E0FD-00A2DD0866CB}"/>
              </a:ext>
            </a:extLst>
          </p:cNvPr>
          <p:cNvSpPr/>
          <p:nvPr/>
        </p:nvSpPr>
        <p:spPr>
          <a:xfrm>
            <a:off x="2528268" y="4439171"/>
            <a:ext cx="361629" cy="358369"/>
          </a:xfrm>
          <a:prstGeom prst="ellipse">
            <a:avLst/>
          </a:prstGeom>
          <a:solidFill>
            <a:schemeClr val="accent2"/>
          </a:solidFill>
          <a:ln w="12700" cap="flat" cmpd="sng" algn="ctr">
            <a:noFill/>
            <a:prstDash val="solid"/>
            <a:miter lim="800000"/>
          </a:ln>
          <a:effectLst/>
        </p:spPr>
        <p:txBody>
          <a:bodyPr wrap="none"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fr-FR" sz="1000" b="1" i="0" u="none" strike="noStrike" kern="0" cap="none" spc="0" normalizeH="0" baseline="0" noProof="0" dirty="0">
                <a:ln>
                  <a:noFill/>
                </a:ln>
                <a:solidFill>
                  <a:prstClr val="white"/>
                </a:solidFill>
                <a:effectLst/>
                <a:uLnTx/>
                <a:uFillTx/>
                <a:latin typeface="Segoe UI"/>
                <a:ea typeface="+mn-ea"/>
                <a:cs typeface="Poppins" panose="00000500000000000000" pitchFamily="2" charset="0"/>
              </a:rPr>
              <a:t>Pa</a:t>
            </a:r>
          </a:p>
        </p:txBody>
      </p:sp>
      <p:sp>
        <p:nvSpPr>
          <p:cNvPr id="23" name="Ellipse 22">
            <a:extLst>
              <a:ext uri="{FF2B5EF4-FFF2-40B4-BE49-F238E27FC236}">
                <a16:creationId xmlns:a16="http://schemas.microsoft.com/office/drawing/2014/main" id="{7C7E70AF-03CB-9E00-9E33-AAE2EEC50F6D}"/>
              </a:ext>
            </a:extLst>
          </p:cNvPr>
          <p:cNvSpPr/>
          <p:nvPr/>
        </p:nvSpPr>
        <p:spPr>
          <a:xfrm>
            <a:off x="4436004" y="4439171"/>
            <a:ext cx="361629" cy="358369"/>
          </a:xfrm>
          <a:prstGeom prst="ellipse">
            <a:avLst/>
          </a:prstGeom>
          <a:solidFill>
            <a:schemeClr val="tx2"/>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fr-FR" sz="1000" b="1" i="0" u="none" strike="noStrike" kern="0" cap="none" spc="0" normalizeH="0" baseline="0" noProof="0">
                <a:ln>
                  <a:noFill/>
                </a:ln>
                <a:solidFill>
                  <a:prstClr val="white"/>
                </a:solidFill>
                <a:effectLst/>
                <a:uLnTx/>
                <a:uFillTx/>
                <a:latin typeface="Segoe UI"/>
                <a:ea typeface="+mn-ea"/>
                <a:cs typeface="Poppins" panose="00000500000000000000" pitchFamily="2" charset="0"/>
              </a:rPr>
              <a:t>P</a:t>
            </a:r>
          </a:p>
        </p:txBody>
      </p:sp>
      <p:sp>
        <p:nvSpPr>
          <p:cNvPr id="24" name="Ellipse 23">
            <a:extLst>
              <a:ext uri="{FF2B5EF4-FFF2-40B4-BE49-F238E27FC236}">
                <a16:creationId xmlns:a16="http://schemas.microsoft.com/office/drawing/2014/main" id="{F216AFD9-226F-1559-1B42-9B52D43479D1}"/>
              </a:ext>
            </a:extLst>
          </p:cNvPr>
          <p:cNvSpPr/>
          <p:nvPr/>
        </p:nvSpPr>
        <p:spPr>
          <a:xfrm>
            <a:off x="4865255" y="4439171"/>
            <a:ext cx="361629" cy="358369"/>
          </a:xfrm>
          <a:prstGeom prst="ellipse">
            <a:avLst/>
          </a:prstGeom>
          <a:solidFill>
            <a:schemeClr val="accent2"/>
          </a:solidFill>
          <a:ln w="12700" cap="flat" cmpd="sng" algn="ctr">
            <a:noFill/>
            <a:prstDash val="solid"/>
            <a:miter lim="800000"/>
          </a:ln>
          <a:effectLst/>
        </p:spPr>
        <p:txBody>
          <a:bodyPr wrap="none"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fr-FR" sz="1000" b="1" i="0" u="none" strike="noStrike" kern="0" cap="none" spc="0" normalizeH="0" baseline="0" noProof="0">
                <a:ln>
                  <a:noFill/>
                </a:ln>
                <a:solidFill>
                  <a:prstClr val="white"/>
                </a:solidFill>
                <a:effectLst/>
                <a:uLnTx/>
                <a:uFillTx/>
                <a:latin typeface="Segoe UI"/>
                <a:ea typeface="+mn-ea"/>
                <a:cs typeface="Poppins" panose="00000500000000000000" pitchFamily="2" charset="0"/>
              </a:rPr>
              <a:t>Pa</a:t>
            </a:r>
          </a:p>
        </p:txBody>
      </p:sp>
      <p:sp>
        <p:nvSpPr>
          <p:cNvPr id="25" name="Ellipse 24">
            <a:extLst>
              <a:ext uri="{FF2B5EF4-FFF2-40B4-BE49-F238E27FC236}">
                <a16:creationId xmlns:a16="http://schemas.microsoft.com/office/drawing/2014/main" id="{32E5EFE1-DAF7-E673-B5C5-ADAD1B755AD6}"/>
              </a:ext>
            </a:extLst>
          </p:cNvPr>
          <p:cNvSpPr/>
          <p:nvPr/>
        </p:nvSpPr>
        <p:spPr>
          <a:xfrm>
            <a:off x="1878417" y="3087935"/>
            <a:ext cx="361629" cy="358369"/>
          </a:xfrm>
          <a:prstGeom prst="ellipse">
            <a:avLst/>
          </a:prstGeom>
          <a:solidFill>
            <a:schemeClr val="tx2"/>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fr-FR" sz="1000" b="1" i="0" u="none" strike="noStrike" kern="0" cap="none" spc="0" normalizeH="0" baseline="0" noProof="0">
                <a:ln>
                  <a:noFill/>
                </a:ln>
                <a:solidFill>
                  <a:prstClr val="white"/>
                </a:solidFill>
                <a:effectLst/>
                <a:uLnTx/>
                <a:uFillTx/>
                <a:latin typeface="Segoe UI"/>
                <a:ea typeface="+mn-ea"/>
                <a:cs typeface="Poppins" panose="00000500000000000000" pitchFamily="2" charset="0"/>
              </a:rPr>
              <a:t>P</a:t>
            </a:r>
          </a:p>
        </p:txBody>
      </p:sp>
      <p:sp>
        <p:nvSpPr>
          <p:cNvPr id="26" name="Ellipse 25">
            <a:extLst>
              <a:ext uri="{FF2B5EF4-FFF2-40B4-BE49-F238E27FC236}">
                <a16:creationId xmlns:a16="http://schemas.microsoft.com/office/drawing/2014/main" id="{466CEAC2-5634-1B77-F2D0-E51F5A0A36BD}"/>
              </a:ext>
            </a:extLst>
          </p:cNvPr>
          <p:cNvSpPr/>
          <p:nvPr/>
        </p:nvSpPr>
        <p:spPr>
          <a:xfrm>
            <a:off x="2302834" y="3087935"/>
            <a:ext cx="361629" cy="358369"/>
          </a:xfrm>
          <a:prstGeom prst="ellipse">
            <a:avLst/>
          </a:prstGeom>
          <a:solidFill>
            <a:schemeClr val="accent2"/>
          </a:solidFill>
          <a:ln w="12700" cap="flat" cmpd="sng" algn="ctr">
            <a:noFill/>
            <a:prstDash val="solid"/>
            <a:miter lim="800000"/>
          </a:ln>
          <a:effectLst/>
        </p:spPr>
        <p:txBody>
          <a:bodyPr wrap="none"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fr-FR" sz="1000" b="1" i="0" u="none" strike="noStrike" kern="0" cap="none" spc="0" normalizeH="0" baseline="0" noProof="0">
                <a:ln>
                  <a:noFill/>
                </a:ln>
                <a:solidFill>
                  <a:prstClr val="white"/>
                </a:solidFill>
                <a:effectLst/>
                <a:uLnTx/>
                <a:uFillTx/>
                <a:latin typeface="Segoe UI"/>
                <a:ea typeface="+mn-ea"/>
                <a:cs typeface="Poppins" panose="00000500000000000000" pitchFamily="2" charset="0"/>
              </a:rPr>
              <a:t>Pa</a:t>
            </a:r>
          </a:p>
        </p:txBody>
      </p:sp>
      <p:sp>
        <p:nvSpPr>
          <p:cNvPr id="27" name="Ellipse 26">
            <a:extLst>
              <a:ext uri="{FF2B5EF4-FFF2-40B4-BE49-F238E27FC236}">
                <a16:creationId xmlns:a16="http://schemas.microsoft.com/office/drawing/2014/main" id="{36F8C7D7-FDCB-4151-0C8D-77C79DDCB6BC}"/>
              </a:ext>
            </a:extLst>
          </p:cNvPr>
          <p:cNvSpPr/>
          <p:nvPr/>
        </p:nvSpPr>
        <p:spPr>
          <a:xfrm>
            <a:off x="1478707" y="3087935"/>
            <a:ext cx="361629" cy="358369"/>
          </a:xfrm>
          <a:prstGeom prst="ellipse">
            <a:avLst/>
          </a:prstGeom>
          <a:solidFill>
            <a:schemeClr val="tx2"/>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fr-FR" sz="1000" b="1" i="0" u="none" strike="noStrike" kern="0" cap="none" spc="0" normalizeH="0" baseline="0" noProof="0">
                <a:ln>
                  <a:noFill/>
                </a:ln>
                <a:solidFill>
                  <a:prstClr val="white"/>
                </a:solidFill>
                <a:effectLst/>
                <a:uLnTx/>
                <a:uFillTx/>
                <a:latin typeface="Segoe UI"/>
                <a:ea typeface="+mn-ea"/>
                <a:cs typeface="Poppins" panose="00000500000000000000" pitchFamily="2" charset="0"/>
              </a:rPr>
              <a:t>P</a:t>
            </a:r>
          </a:p>
        </p:txBody>
      </p:sp>
      <p:cxnSp>
        <p:nvCxnSpPr>
          <p:cNvPr id="28" name="Connecteur droit avec flèche 27">
            <a:extLst>
              <a:ext uri="{FF2B5EF4-FFF2-40B4-BE49-F238E27FC236}">
                <a16:creationId xmlns:a16="http://schemas.microsoft.com/office/drawing/2014/main" id="{64BF1CB9-3FE3-8831-FD34-95650445AEA6}"/>
              </a:ext>
            </a:extLst>
          </p:cNvPr>
          <p:cNvCxnSpPr>
            <a:cxnSpLocks/>
            <a:stCxn id="27" idx="4"/>
            <a:endCxn id="18" idx="0"/>
          </p:cNvCxnSpPr>
          <p:nvPr/>
        </p:nvCxnSpPr>
        <p:spPr>
          <a:xfrm flipH="1">
            <a:off x="1235207" y="3446304"/>
            <a:ext cx="424315" cy="992867"/>
          </a:xfrm>
          <a:prstGeom prst="straightConnector1">
            <a:avLst/>
          </a:prstGeom>
          <a:noFill/>
          <a:ln w="6350" cap="flat" cmpd="sng" algn="ctr">
            <a:solidFill>
              <a:schemeClr val="tx1"/>
            </a:solidFill>
            <a:prstDash val="dash"/>
            <a:miter lim="800000"/>
            <a:tailEnd type="triangle"/>
          </a:ln>
          <a:effectLst/>
        </p:spPr>
      </p:cxnSp>
      <p:cxnSp>
        <p:nvCxnSpPr>
          <p:cNvPr id="29" name="Connecteur droit avec flèche 28">
            <a:extLst>
              <a:ext uri="{FF2B5EF4-FFF2-40B4-BE49-F238E27FC236}">
                <a16:creationId xmlns:a16="http://schemas.microsoft.com/office/drawing/2014/main" id="{AD052EC2-9EB6-E47E-1E9B-DD2F48A21033}"/>
              </a:ext>
            </a:extLst>
          </p:cNvPr>
          <p:cNvCxnSpPr>
            <a:cxnSpLocks/>
            <a:stCxn id="27" idx="4"/>
            <a:endCxn id="22" idx="1"/>
          </p:cNvCxnSpPr>
          <p:nvPr/>
        </p:nvCxnSpPr>
        <p:spPr>
          <a:xfrm>
            <a:off x="1659522" y="3446304"/>
            <a:ext cx="921705" cy="1045349"/>
          </a:xfrm>
          <a:prstGeom prst="straightConnector1">
            <a:avLst/>
          </a:prstGeom>
          <a:noFill/>
          <a:ln w="6350" cap="flat" cmpd="sng" algn="ctr">
            <a:solidFill>
              <a:schemeClr val="tx1"/>
            </a:solidFill>
            <a:prstDash val="dash"/>
            <a:miter lim="800000"/>
            <a:tailEnd type="triangle"/>
          </a:ln>
          <a:effectLst/>
        </p:spPr>
      </p:cxnSp>
      <p:sp>
        <p:nvSpPr>
          <p:cNvPr id="30" name="Ellipse 29">
            <a:extLst>
              <a:ext uri="{FF2B5EF4-FFF2-40B4-BE49-F238E27FC236}">
                <a16:creationId xmlns:a16="http://schemas.microsoft.com/office/drawing/2014/main" id="{96C1C9D6-BD55-D857-7397-5CD6C34A08D1}"/>
              </a:ext>
            </a:extLst>
          </p:cNvPr>
          <p:cNvSpPr/>
          <p:nvPr/>
        </p:nvSpPr>
        <p:spPr>
          <a:xfrm>
            <a:off x="3664709" y="3087935"/>
            <a:ext cx="361629" cy="358369"/>
          </a:xfrm>
          <a:prstGeom prst="ellipse">
            <a:avLst/>
          </a:prstGeom>
          <a:solidFill>
            <a:schemeClr val="accent2"/>
          </a:solidFill>
          <a:ln w="12700" cap="flat" cmpd="sng" algn="ctr">
            <a:noFill/>
            <a:prstDash val="solid"/>
            <a:miter lim="800000"/>
          </a:ln>
          <a:effectLst/>
        </p:spPr>
        <p:txBody>
          <a:bodyPr wrap="none"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fr-FR" sz="1000" b="1" i="0" u="none" strike="noStrike" kern="0" cap="none" spc="0" normalizeH="0" baseline="0" noProof="0">
                <a:ln>
                  <a:noFill/>
                </a:ln>
                <a:solidFill>
                  <a:prstClr val="white"/>
                </a:solidFill>
                <a:effectLst/>
                <a:uLnTx/>
                <a:uFillTx/>
                <a:latin typeface="Segoe UI"/>
                <a:ea typeface="+mn-ea"/>
                <a:cs typeface="Poppins" panose="00000500000000000000" pitchFamily="2" charset="0"/>
              </a:rPr>
              <a:t>Pa</a:t>
            </a:r>
          </a:p>
        </p:txBody>
      </p:sp>
      <p:cxnSp>
        <p:nvCxnSpPr>
          <p:cNvPr id="31" name="Connecteur droit avec flèche 30">
            <a:extLst>
              <a:ext uri="{FF2B5EF4-FFF2-40B4-BE49-F238E27FC236}">
                <a16:creationId xmlns:a16="http://schemas.microsoft.com/office/drawing/2014/main" id="{9FE38713-247B-11B9-D78B-A0D3DF082852}"/>
              </a:ext>
            </a:extLst>
          </p:cNvPr>
          <p:cNvCxnSpPr>
            <a:cxnSpLocks/>
            <a:stCxn id="30" idx="4"/>
            <a:endCxn id="21" idx="0"/>
          </p:cNvCxnSpPr>
          <p:nvPr/>
        </p:nvCxnSpPr>
        <p:spPr>
          <a:xfrm flipH="1">
            <a:off x="3300754" y="3446304"/>
            <a:ext cx="544770" cy="992867"/>
          </a:xfrm>
          <a:prstGeom prst="straightConnector1">
            <a:avLst/>
          </a:prstGeom>
          <a:noFill/>
          <a:ln w="6350" cap="flat" cmpd="sng" algn="ctr">
            <a:solidFill>
              <a:schemeClr val="tx1"/>
            </a:solidFill>
            <a:prstDash val="dash"/>
            <a:miter lim="800000"/>
            <a:tailEnd type="triangle"/>
          </a:ln>
          <a:effectLst/>
        </p:spPr>
      </p:cxnSp>
      <p:cxnSp>
        <p:nvCxnSpPr>
          <p:cNvPr id="32" name="Connecteur droit avec flèche 31">
            <a:extLst>
              <a:ext uri="{FF2B5EF4-FFF2-40B4-BE49-F238E27FC236}">
                <a16:creationId xmlns:a16="http://schemas.microsoft.com/office/drawing/2014/main" id="{5062CE0E-958F-3729-05EF-6222A2354153}"/>
              </a:ext>
            </a:extLst>
          </p:cNvPr>
          <p:cNvCxnSpPr>
            <a:cxnSpLocks/>
            <a:stCxn id="30" idx="4"/>
            <a:endCxn id="24" idx="1"/>
          </p:cNvCxnSpPr>
          <p:nvPr/>
        </p:nvCxnSpPr>
        <p:spPr>
          <a:xfrm>
            <a:off x="3845524" y="3446304"/>
            <a:ext cx="1072690" cy="1045349"/>
          </a:xfrm>
          <a:prstGeom prst="straightConnector1">
            <a:avLst/>
          </a:prstGeom>
          <a:noFill/>
          <a:ln w="6350" cap="flat" cmpd="sng" algn="ctr">
            <a:solidFill>
              <a:schemeClr val="tx1"/>
            </a:solidFill>
            <a:prstDash val="dash"/>
            <a:miter lim="800000"/>
            <a:tailEnd type="triangle"/>
          </a:ln>
          <a:effectLst/>
        </p:spPr>
      </p:cxnSp>
      <p:sp>
        <p:nvSpPr>
          <p:cNvPr id="33" name="ZoneTexte 32">
            <a:extLst>
              <a:ext uri="{FF2B5EF4-FFF2-40B4-BE49-F238E27FC236}">
                <a16:creationId xmlns:a16="http://schemas.microsoft.com/office/drawing/2014/main" id="{0F29759E-8840-9074-0215-3B1757264530}"/>
              </a:ext>
            </a:extLst>
          </p:cNvPr>
          <p:cNvSpPr txBox="1"/>
          <p:nvPr/>
        </p:nvSpPr>
        <p:spPr>
          <a:xfrm>
            <a:off x="2583694" y="4820943"/>
            <a:ext cx="246862" cy="161583"/>
          </a:xfrm>
          <a:prstGeom prst="rect">
            <a:avLst/>
          </a:prstGeom>
          <a:noFill/>
        </p:spPr>
        <p:txBody>
          <a:bodyPr wrap="none" lIns="0" tIns="0" rIns="0" bIns="0" rtlCol="0">
            <a:spAutoFit/>
          </a:bodyPr>
          <a:lstStyle/>
          <a:p>
            <a:pPr>
              <a:buClr>
                <a:prstClr val="white"/>
              </a:buClr>
              <a:defRPr/>
            </a:pPr>
            <a:r>
              <a:rPr lang="fr-FR" sz="1050" b="1">
                <a:solidFill>
                  <a:srgbClr val="1C244F"/>
                </a:solidFill>
                <a:cs typeface="Poppins" panose="00000500000000000000" pitchFamily="2" charset="0"/>
              </a:rPr>
              <a:t>SLA</a:t>
            </a:r>
          </a:p>
        </p:txBody>
      </p:sp>
      <p:sp>
        <p:nvSpPr>
          <p:cNvPr id="34" name="Rectangle : coins arrondis 33">
            <a:extLst>
              <a:ext uri="{FF2B5EF4-FFF2-40B4-BE49-F238E27FC236}">
                <a16:creationId xmlns:a16="http://schemas.microsoft.com/office/drawing/2014/main" id="{441369ED-F7F2-F89A-09C2-4DD608C798A3}"/>
              </a:ext>
            </a:extLst>
          </p:cNvPr>
          <p:cNvSpPr/>
          <p:nvPr/>
        </p:nvSpPr>
        <p:spPr>
          <a:xfrm>
            <a:off x="590219" y="1377160"/>
            <a:ext cx="4833491" cy="722567"/>
          </a:xfrm>
          <a:prstGeom prst="roundRect">
            <a:avLst>
              <a:gd name="adj" fmla="val 50000"/>
            </a:avLst>
          </a:prstGeom>
          <a:solidFill>
            <a:schemeClr val="tx1"/>
          </a:solidFill>
          <a:ln w="12700" cap="flat" cmpd="sng" algn="ctr">
            <a:noFill/>
            <a:prstDash val="solid"/>
            <a:miter lim="800000"/>
          </a:ln>
          <a:effectLst/>
        </p:spPr>
        <p:txBody>
          <a:bodyPr rtlCol="0" anchor="ctr" anchorCtr="0"/>
          <a:lstStyle/>
          <a:p>
            <a:pPr marL="0" marR="0" lvl="0" indent="0" defTabSz="914400" eaLnBrk="1" fontAlgn="auto" latinLnBrk="0" hangingPunct="1">
              <a:lnSpc>
                <a:spcPct val="100000"/>
              </a:lnSpc>
              <a:spcBef>
                <a:spcPts val="0"/>
              </a:spcBef>
              <a:spcAft>
                <a:spcPts val="0"/>
              </a:spcAft>
              <a:buClrTx/>
              <a:buSzTx/>
              <a:buFontTx/>
              <a:buNone/>
              <a:tabLst/>
              <a:defRPr/>
            </a:pPr>
            <a:r>
              <a:rPr kumimoji="0" lang="fr-FR" sz="1000" b="1" i="0" u="none" strike="noStrike" kern="0" cap="none" spc="0" normalizeH="0" baseline="0" noProof="0">
                <a:ln>
                  <a:noFill/>
                </a:ln>
                <a:solidFill>
                  <a:prstClr val="white"/>
                </a:solidFill>
                <a:effectLst/>
                <a:uLnTx/>
                <a:uFillTx/>
                <a:latin typeface="Segoe UI"/>
                <a:ea typeface="+mn-ea"/>
                <a:cs typeface="Poppins" panose="00000500000000000000" pitchFamily="2" charset="0"/>
              </a:rPr>
              <a:t>Consommateurs</a:t>
            </a:r>
          </a:p>
        </p:txBody>
      </p:sp>
      <p:pic>
        <p:nvPicPr>
          <p:cNvPr id="35" name="Graphique 34" descr="Utilisateur avec un remplissage uni">
            <a:extLst>
              <a:ext uri="{FF2B5EF4-FFF2-40B4-BE49-F238E27FC236}">
                <a16:creationId xmlns:a16="http://schemas.microsoft.com/office/drawing/2014/main" id="{CB80D81C-6AB5-42A8-59CC-ED44EE4BA37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876455" y="1427238"/>
            <a:ext cx="366462" cy="363159"/>
          </a:xfrm>
          <a:prstGeom prst="rect">
            <a:avLst/>
          </a:prstGeom>
        </p:spPr>
      </p:pic>
      <p:sp>
        <p:nvSpPr>
          <p:cNvPr id="36" name="ZoneTexte 35">
            <a:extLst>
              <a:ext uri="{FF2B5EF4-FFF2-40B4-BE49-F238E27FC236}">
                <a16:creationId xmlns:a16="http://schemas.microsoft.com/office/drawing/2014/main" id="{65CC0880-FDED-8C07-CF63-D7EDF5DAB0FE}"/>
              </a:ext>
            </a:extLst>
          </p:cNvPr>
          <p:cNvSpPr txBox="1"/>
          <p:nvPr/>
        </p:nvSpPr>
        <p:spPr>
          <a:xfrm>
            <a:off x="3492250" y="1772603"/>
            <a:ext cx="1134870" cy="246221"/>
          </a:xfrm>
          <a:prstGeom prst="rect">
            <a:avLst/>
          </a:prstGeom>
          <a:noFill/>
        </p:spPr>
        <p:txBody>
          <a:bodyPr wrap="square" lIns="0" tIns="0" rIns="0" bIns="0" rtlCol="0">
            <a:spAutoFit/>
          </a:bodyPr>
          <a:lstStyle/>
          <a:p>
            <a:pPr algn="ctr">
              <a:buClr>
                <a:prstClr val="white"/>
              </a:buClr>
              <a:defRPr/>
            </a:pPr>
            <a:r>
              <a:rPr lang="fr-FR" sz="800">
                <a:solidFill>
                  <a:prstClr val="white"/>
                </a:solidFill>
                <a:cs typeface="Poppins" panose="00000500000000000000" pitchFamily="2" charset="0"/>
              </a:rPr>
              <a:t>Consommateurs et partenaires</a:t>
            </a:r>
          </a:p>
        </p:txBody>
      </p:sp>
      <p:sp>
        <p:nvSpPr>
          <p:cNvPr id="37" name="Flèche vers le bas 36">
            <a:extLst>
              <a:ext uri="{FF2B5EF4-FFF2-40B4-BE49-F238E27FC236}">
                <a16:creationId xmlns:a16="http://schemas.microsoft.com/office/drawing/2014/main" id="{14FED1A8-EFBC-6709-A7CE-92FDC1B60E8E}"/>
              </a:ext>
            </a:extLst>
          </p:cNvPr>
          <p:cNvSpPr/>
          <p:nvPr/>
        </p:nvSpPr>
        <p:spPr>
          <a:xfrm>
            <a:off x="1930898" y="2173358"/>
            <a:ext cx="255784" cy="317582"/>
          </a:xfrm>
          <a:prstGeom prst="downArrow">
            <a:avLst>
              <a:gd name="adj1" fmla="val 49424"/>
              <a:gd name="adj2" fmla="val 50000"/>
            </a:avLst>
          </a:prstGeom>
          <a:solidFill>
            <a:schemeClr val="accent6">
              <a:lumMod val="20000"/>
              <a:lumOff val="8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200" b="0" i="0" u="none" strike="noStrike" kern="0" cap="none" spc="0" normalizeH="0" baseline="0" noProof="0">
              <a:ln>
                <a:noFill/>
              </a:ln>
              <a:solidFill>
                <a:prstClr val="white"/>
              </a:solidFill>
              <a:effectLst/>
              <a:uLnTx/>
              <a:uFillTx/>
              <a:latin typeface="Segoe UI"/>
              <a:ea typeface="+mn-ea"/>
              <a:cs typeface="Poppins" panose="00000500000000000000" pitchFamily="2" charset="0"/>
            </a:endParaRPr>
          </a:p>
        </p:txBody>
      </p:sp>
      <p:sp>
        <p:nvSpPr>
          <p:cNvPr id="38" name="Flèche vers le bas 37">
            <a:extLst>
              <a:ext uri="{FF2B5EF4-FFF2-40B4-BE49-F238E27FC236}">
                <a16:creationId xmlns:a16="http://schemas.microsoft.com/office/drawing/2014/main" id="{D4B2EC64-EB45-9000-691C-F369CD3D90C7}"/>
              </a:ext>
            </a:extLst>
          </p:cNvPr>
          <p:cNvSpPr/>
          <p:nvPr/>
        </p:nvSpPr>
        <p:spPr>
          <a:xfrm>
            <a:off x="3678818" y="2173358"/>
            <a:ext cx="255784" cy="317582"/>
          </a:xfrm>
          <a:prstGeom prst="downArrow">
            <a:avLst>
              <a:gd name="adj1" fmla="val 49424"/>
              <a:gd name="adj2" fmla="val 50000"/>
            </a:avLst>
          </a:prstGeom>
          <a:solidFill>
            <a:schemeClr val="accent6">
              <a:lumMod val="20000"/>
              <a:lumOff val="8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200" b="0" i="0" u="none" strike="noStrike" kern="0" cap="none" spc="0" normalizeH="0" baseline="0" noProof="0">
              <a:ln>
                <a:noFill/>
              </a:ln>
              <a:solidFill>
                <a:prstClr val="white"/>
              </a:solidFill>
              <a:effectLst/>
              <a:uLnTx/>
              <a:uFillTx/>
              <a:latin typeface="Segoe UI"/>
              <a:ea typeface="+mn-ea"/>
              <a:cs typeface="Poppins" panose="00000500000000000000" pitchFamily="2" charset="0"/>
            </a:endParaRPr>
          </a:p>
        </p:txBody>
      </p:sp>
      <p:sp>
        <p:nvSpPr>
          <p:cNvPr id="39" name="Flèche vers le bas 38">
            <a:extLst>
              <a:ext uri="{FF2B5EF4-FFF2-40B4-BE49-F238E27FC236}">
                <a16:creationId xmlns:a16="http://schemas.microsoft.com/office/drawing/2014/main" id="{F5D749D2-DCE3-D6D5-D1D7-5C11FEAFECBD}"/>
              </a:ext>
            </a:extLst>
          </p:cNvPr>
          <p:cNvSpPr/>
          <p:nvPr/>
        </p:nvSpPr>
        <p:spPr>
          <a:xfrm>
            <a:off x="4696799" y="2173357"/>
            <a:ext cx="255784" cy="1866814"/>
          </a:xfrm>
          <a:prstGeom prst="downArrow">
            <a:avLst>
              <a:gd name="adj1" fmla="val 49424"/>
              <a:gd name="adj2" fmla="val 50000"/>
            </a:avLst>
          </a:prstGeom>
          <a:solidFill>
            <a:schemeClr val="accent6">
              <a:lumMod val="20000"/>
              <a:lumOff val="8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200" b="0" i="0" u="none" strike="noStrike" kern="0" cap="none" spc="0" normalizeH="0" baseline="0" noProof="0">
              <a:ln>
                <a:noFill/>
              </a:ln>
              <a:solidFill>
                <a:prstClr val="white"/>
              </a:solidFill>
              <a:effectLst/>
              <a:uLnTx/>
              <a:uFillTx/>
              <a:latin typeface="Segoe UI"/>
              <a:ea typeface="+mn-ea"/>
              <a:cs typeface="Poppins" panose="00000500000000000000" pitchFamily="2" charset="0"/>
            </a:endParaRPr>
          </a:p>
        </p:txBody>
      </p:sp>
      <p:sp>
        <p:nvSpPr>
          <p:cNvPr id="40" name="Flèche vers le bas 39">
            <a:extLst>
              <a:ext uri="{FF2B5EF4-FFF2-40B4-BE49-F238E27FC236}">
                <a16:creationId xmlns:a16="http://schemas.microsoft.com/office/drawing/2014/main" id="{5C6266DE-6423-EB87-7FA8-978D12998F2C}"/>
              </a:ext>
            </a:extLst>
          </p:cNvPr>
          <p:cNvSpPr/>
          <p:nvPr/>
        </p:nvSpPr>
        <p:spPr>
          <a:xfrm>
            <a:off x="2792319" y="2173357"/>
            <a:ext cx="255784" cy="1866814"/>
          </a:xfrm>
          <a:prstGeom prst="downArrow">
            <a:avLst>
              <a:gd name="adj1" fmla="val 49424"/>
              <a:gd name="adj2" fmla="val 50000"/>
            </a:avLst>
          </a:prstGeom>
          <a:solidFill>
            <a:schemeClr val="accent6">
              <a:lumMod val="20000"/>
              <a:lumOff val="8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200" b="0" i="0" u="none" strike="noStrike" kern="0" cap="none" spc="0" normalizeH="0" baseline="0" noProof="0">
              <a:ln>
                <a:noFill/>
              </a:ln>
              <a:solidFill>
                <a:prstClr val="white"/>
              </a:solidFill>
              <a:effectLst/>
              <a:uLnTx/>
              <a:uFillTx/>
              <a:latin typeface="Segoe UI"/>
              <a:ea typeface="+mn-ea"/>
              <a:cs typeface="Poppins" panose="00000500000000000000" pitchFamily="2" charset="0"/>
            </a:endParaRPr>
          </a:p>
        </p:txBody>
      </p:sp>
      <p:sp>
        <p:nvSpPr>
          <p:cNvPr id="41" name="Flèche vers le bas 40">
            <a:extLst>
              <a:ext uri="{FF2B5EF4-FFF2-40B4-BE49-F238E27FC236}">
                <a16:creationId xmlns:a16="http://schemas.microsoft.com/office/drawing/2014/main" id="{31DAF800-7D4D-094A-8D6E-A5A087EECF07}"/>
              </a:ext>
            </a:extLst>
          </p:cNvPr>
          <p:cNvSpPr/>
          <p:nvPr/>
        </p:nvSpPr>
        <p:spPr>
          <a:xfrm>
            <a:off x="1009938" y="2173357"/>
            <a:ext cx="255784" cy="1866814"/>
          </a:xfrm>
          <a:prstGeom prst="downArrow">
            <a:avLst>
              <a:gd name="adj1" fmla="val 49424"/>
              <a:gd name="adj2" fmla="val 50000"/>
            </a:avLst>
          </a:prstGeom>
          <a:solidFill>
            <a:schemeClr val="accent6">
              <a:lumMod val="20000"/>
              <a:lumOff val="8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200" b="0" i="0" u="none" strike="noStrike" kern="0" cap="none" spc="0" normalizeH="0" baseline="0" noProof="0">
              <a:ln>
                <a:noFill/>
              </a:ln>
              <a:solidFill>
                <a:prstClr val="white"/>
              </a:solidFill>
              <a:effectLst/>
              <a:uLnTx/>
              <a:uFillTx/>
              <a:latin typeface="Segoe UI"/>
              <a:ea typeface="+mn-ea"/>
              <a:cs typeface="Poppins" panose="00000500000000000000" pitchFamily="2" charset="0"/>
            </a:endParaRPr>
          </a:p>
        </p:txBody>
      </p:sp>
      <p:sp>
        <p:nvSpPr>
          <p:cNvPr id="42" name="Ellipse 41">
            <a:extLst>
              <a:ext uri="{FF2B5EF4-FFF2-40B4-BE49-F238E27FC236}">
                <a16:creationId xmlns:a16="http://schemas.microsoft.com/office/drawing/2014/main" id="{4EA0FEF0-3607-0F5D-B084-6A07AAC7927D}"/>
              </a:ext>
            </a:extLst>
          </p:cNvPr>
          <p:cNvSpPr/>
          <p:nvPr/>
        </p:nvSpPr>
        <p:spPr>
          <a:xfrm>
            <a:off x="4845331" y="1580369"/>
            <a:ext cx="309545" cy="306755"/>
          </a:xfrm>
          <a:prstGeom prst="ellipse">
            <a:avLst/>
          </a:prstGeom>
          <a:solidFill>
            <a:schemeClr val="bg1"/>
          </a:solidFill>
          <a:ln w="12700" cap="flat" cmpd="sng" algn="ctr">
            <a:noFill/>
            <a:prstDash val="solid"/>
            <a:miter lim="800000"/>
          </a:ln>
          <a:effectLst/>
        </p:spPr>
        <p:txBody>
          <a:bodyPr wrap="none" t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fr-FR" sz="1000" b="0" i="0" u="none" strike="noStrike" kern="0" cap="none" spc="0" normalizeH="0" baseline="0" noProof="0">
                <a:ln>
                  <a:noFill/>
                </a:ln>
                <a:effectLst/>
                <a:uLnTx/>
                <a:uFillTx/>
                <a:latin typeface="Segoe UI"/>
                <a:ea typeface="+mn-ea"/>
                <a:cs typeface="Poppins" panose="00000500000000000000" pitchFamily="2" charset="0"/>
              </a:rPr>
              <a:t>…</a:t>
            </a:r>
          </a:p>
        </p:txBody>
      </p:sp>
      <p:sp>
        <p:nvSpPr>
          <p:cNvPr id="43" name="ZoneTexte 42">
            <a:extLst>
              <a:ext uri="{FF2B5EF4-FFF2-40B4-BE49-F238E27FC236}">
                <a16:creationId xmlns:a16="http://schemas.microsoft.com/office/drawing/2014/main" id="{33F4F02D-792A-3A1B-36F4-8E3F24E78416}"/>
              </a:ext>
            </a:extLst>
          </p:cNvPr>
          <p:cNvSpPr txBox="1"/>
          <p:nvPr/>
        </p:nvSpPr>
        <p:spPr>
          <a:xfrm>
            <a:off x="3289435" y="3781154"/>
            <a:ext cx="1219886" cy="323165"/>
          </a:xfrm>
          <a:prstGeom prst="rect">
            <a:avLst/>
          </a:prstGeom>
          <a:noFill/>
        </p:spPr>
        <p:txBody>
          <a:bodyPr wrap="none" lIns="0" tIns="0" rIns="0" bIns="0" rtlCol="0">
            <a:spAutoFit/>
          </a:bodyPr>
          <a:lstStyle/>
          <a:p>
            <a:pPr algn="ctr">
              <a:buClr>
                <a:prstClr val="white"/>
              </a:buClr>
              <a:defRPr/>
            </a:pPr>
            <a:r>
              <a:rPr lang="fr-FR" sz="1050">
                <a:solidFill>
                  <a:srgbClr val="1C244F">
                    <a:lumMod val="60000"/>
                    <a:lumOff val="40000"/>
                  </a:srgbClr>
                </a:solidFill>
                <a:cs typeface="Poppins" panose="00000500000000000000" pitchFamily="2" charset="0"/>
              </a:rPr>
              <a:t>Data </a:t>
            </a:r>
            <a:r>
              <a:rPr lang="fr-FR" sz="1050" err="1">
                <a:solidFill>
                  <a:srgbClr val="1C244F">
                    <a:lumMod val="60000"/>
                    <a:lumOff val="40000"/>
                  </a:srgbClr>
                </a:solidFill>
                <a:cs typeface="Poppins" panose="00000500000000000000" pitchFamily="2" charset="0"/>
              </a:rPr>
              <a:t>mesh</a:t>
            </a:r>
            <a:r>
              <a:rPr lang="fr-FR" sz="1050">
                <a:solidFill>
                  <a:srgbClr val="1C244F">
                    <a:lumMod val="60000"/>
                    <a:lumOff val="40000"/>
                  </a:srgbClr>
                </a:solidFill>
                <a:cs typeface="Poppins" panose="00000500000000000000" pitchFamily="2" charset="0"/>
              </a:rPr>
              <a:t> /</a:t>
            </a:r>
          </a:p>
          <a:p>
            <a:pPr algn="ctr">
              <a:buClr>
                <a:prstClr val="white"/>
              </a:buClr>
              <a:defRPr/>
            </a:pPr>
            <a:r>
              <a:rPr lang="fr-FR" sz="1050">
                <a:solidFill>
                  <a:srgbClr val="1C244F">
                    <a:lumMod val="60000"/>
                    <a:lumOff val="40000"/>
                  </a:srgbClr>
                </a:solidFill>
                <a:cs typeface="Poppins" panose="00000500000000000000" pitchFamily="2" charset="0"/>
              </a:rPr>
              <a:t>data as a </a:t>
            </a:r>
            <a:r>
              <a:rPr lang="fr-FR" sz="1050" err="1">
                <a:solidFill>
                  <a:srgbClr val="1C244F">
                    <a:lumMod val="60000"/>
                    <a:lumOff val="40000"/>
                  </a:srgbClr>
                </a:solidFill>
                <a:cs typeface="Poppins" panose="00000500000000000000" pitchFamily="2" charset="0"/>
              </a:rPr>
              <a:t>product</a:t>
            </a:r>
            <a:endParaRPr lang="fr-FR" sz="1050">
              <a:solidFill>
                <a:srgbClr val="1C244F">
                  <a:lumMod val="60000"/>
                  <a:lumOff val="40000"/>
                </a:srgbClr>
              </a:solidFill>
              <a:cs typeface="Poppins" panose="00000500000000000000" pitchFamily="2" charset="0"/>
            </a:endParaRPr>
          </a:p>
        </p:txBody>
      </p:sp>
      <p:sp>
        <p:nvSpPr>
          <p:cNvPr id="44" name="ZoneTexte 43">
            <a:extLst>
              <a:ext uri="{FF2B5EF4-FFF2-40B4-BE49-F238E27FC236}">
                <a16:creationId xmlns:a16="http://schemas.microsoft.com/office/drawing/2014/main" id="{48CABB2D-E852-D651-F0D8-9AACE7E97BF4}"/>
              </a:ext>
            </a:extLst>
          </p:cNvPr>
          <p:cNvSpPr txBox="1"/>
          <p:nvPr/>
        </p:nvSpPr>
        <p:spPr>
          <a:xfrm>
            <a:off x="2216888" y="1486937"/>
            <a:ext cx="1141687" cy="518758"/>
          </a:xfrm>
          <a:prstGeom prst="roundRect">
            <a:avLst/>
          </a:prstGeom>
          <a:solidFill>
            <a:schemeClr val="tx1">
              <a:lumMod val="10000"/>
              <a:lumOff val="90000"/>
            </a:schemeClr>
          </a:solidFill>
          <a:ln>
            <a:noFill/>
          </a:ln>
        </p:spPr>
        <p:txBody>
          <a:bodyPr wrap="square" lIns="36000" tIns="36000" rIns="36000" bIns="36000" rtlCol="0" anchor="ctr" anchorCtr="0"/>
          <a:lstStyle>
            <a:defPPr>
              <a:defRPr lang="fr-FR"/>
            </a:defPPr>
            <a:lvl1pPr marR="0" lvl="0" indent="0" algn="ctr" defTabSz="554492" fontAlgn="auto">
              <a:lnSpc>
                <a:spcPct val="100000"/>
              </a:lnSpc>
              <a:spcBef>
                <a:spcPts val="0"/>
              </a:spcBef>
              <a:spcAft>
                <a:spcPts val="600"/>
              </a:spcAft>
              <a:buClrTx/>
              <a:buSzTx/>
              <a:buFontTx/>
              <a:buNone/>
              <a:tabLst/>
              <a:defRPr kumimoji="0" sz="900" b="0" i="0" u="none" strike="noStrike" kern="0" cap="none" spc="0" normalizeH="0" baseline="0">
                <a:ln>
                  <a:noFill/>
                </a:ln>
                <a:solidFill>
                  <a:srgbClr val="1E2124"/>
                </a:solidFill>
                <a:effectLst/>
                <a:uLnTx/>
                <a:uFillTx/>
                <a:latin typeface="Poppins" pitchFamily="2" charset="77"/>
                <a:cs typeface="Poppins" pitchFamily="2" charset="77"/>
              </a:defRPr>
            </a:lvl1pPr>
          </a:lstStyle>
          <a:p>
            <a:pPr marL="0" marR="0" lvl="0" indent="0" algn="ctr" defTabSz="554492" eaLnBrk="1" fontAlgn="auto" latinLnBrk="0" hangingPunct="1">
              <a:lnSpc>
                <a:spcPct val="100000"/>
              </a:lnSpc>
              <a:spcBef>
                <a:spcPts val="0"/>
              </a:spcBef>
              <a:spcAft>
                <a:spcPts val="600"/>
              </a:spcAft>
              <a:buClrTx/>
              <a:buSzTx/>
              <a:buFontTx/>
              <a:buNone/>
              <a:tabLst/>
              <a:defRPr/>
            </a:pPr>
            <a:r>
              <a:rPr kumimoji="0" lang="fr-FR" sz="900" b="0" i="0" u="none" strike="noStrike" kern="0" cap="none" spc="0" normalizeH="0" baseline="0" noProof="0">
                <a:ln>
                  <a:noFill/>
                </a:ln>
                <a:solidFill>
                  <a:srgbClr val="1E2124"/>
                </a:solidFill>
                <a:effectLst/>
                <a:uLnTx/>
                <a:uFillTx/>
                <a:latin typeface="Poppins" pitchFamily="2" charset="77"/>
                <a:cs typeface="Poppins" pitchFamily="2" charset="77"/>
              </a:rPr>
              <a:t>Autre domaine métier</a:t>
            </a:r>
          </a:p>
        </p:txBody>
      </p:sp>
      <p:sp>
        <p:nvSpPr>
          <p:cNvPr id="45" name="ZoneTexte 44">
            <a:extLst>
              <a:ext uri="{FF2B5EF4-FFF2-40B4-BE49-F238E27FC236}">
                <a16:creationId xmlns:a16="http://schemas.microsoft.com/office/drawing/2014/main" id="{514ADC7C-F328-46EE-A73A-742C0A62EBA8}"/>
              </a:ext>
            </a:extLst>
          </p:cNvPr>
          <p:cNvSpPr txBox="1"/>
          <p:nvPr/>
        </p:nvSpPr>
        <p:spPr>
          <a:xfrm>
            <a:off x="1526009" y="2936436"/>
            <a:ext cx="246862" cy="161583"/>
          </a:xfrm>
          <a:prstGeom prst="rect">
            <a:avLst/>
          </a:prstGeom>
          <a:noFill/>
        </p:spPr>
        <p:txBody>
          <a:bodyPr wrap="none" lIns="0" tIns="0" rIns="0" bIns="0" rtlCol="0">
            <a:spAutoFit/>
          </a:bodyPr>
          <a:lstStyle/>
          <a:p>
            <a:pPr>
              <a:buClr>
                <a:prstClr val="white"/>
              </a:buClr>
              <a:defRPr/>
            </a:pPr>
            <a:r>
              <a:rPr lang="fr-FR" sz="1050" b="1">
                <a:solidFill>
                  <a:srgbClr val="1C244F">
                    <a:lumMod val="75000"/>
                  </a:srgbClr>
                </a:solidFill>
                <a:cs typeface="Poppins" panose="00000500000000000000" pitchFamily="2" charset="0"/>
              </a:rPr>
              <a:t>SLA</a:t>
            </a:r>
          </a:p>
        </p:txBody>
      </p:sp>
      <p:sp>
        <p:nvSpPr>
          <p:cNvPr id="46" name="ZoneTexte 45">
            <a:extLst>
              <a:ext uri="{FF2B5EF4-FFF2-40B4-BE49-F238E27FC236}">
                <a16:creationId xmlns:a16="http://schemas.microsoft.com/office/drawing/2014/main" id="{290C94BC-D41A-8183-9A2E-C829EE2E7BAF}"/>
              </a:ext>
            </a:extLst>
          </p:cNvPr>
          <p:cNvSpPr txBox="1"/>
          <p:nvPr/>
        </p:nvSpPr>
        <p:spPr>
          <a:xfrm>
            <a:off x="558114" y="5673826"/>
            <a:ext cx="4959345" cy="719023"/>
          </a:xfrm>
          <a:prstGeom prst="roundRect">
            <a:avLst/>
          </a:prstGeom>
          <a:solidFill>
            <a:schemeClr val="bg2">
              <a:lumMod val="75000"/>
            </a:schemeClr>
          </a:solidFill>
          <a:ln>
            <a:noFill/>
          </a:ln>
        </p:spPr>
        <p:txBody>
          <a:bodyPr wrap="square" lIns="36000" tIns="36000" rIns="36000" bIns="36000" rtlCol="0" anchor="t" anchorCtr="0"/>
          <a:lstStyle>
            <a:defPPr>
              <a:defRPr lang="fr-FR"/>
            </a:defPPr>
            <a:lvl1pPr marR="0" lvl="0" indent="0" algn="ctr" defTabSz="554492" fontAlgn="auto">
              <a:lnSpc>
                <a:spcPct val="100000"/>
              </a:lnSpc>
              <a:spcBef>
                <a:spcPts val="0"/>
              </a:spcBef>
              <a:spcAft>
                <a:spcPts val="600"/>
              </a:spcAft>
              <a:buClrTx/>
              <a:buSzTx/>
              <a:buFontTx/>
              <a:buNone/>
              <a:tabLst/>
              <a:defRPr kumimoji="0" sz="900" b="0" i="0" u="none" strike="noStrike" kern="0" cap="none" spc="0" normalizeH="0" baseline="0">
                <a:ln>
                  <a:noFill/>
                </a:ln>
                <a:solidFill>
                  <a:srgbClr val="1E2124"/>
                </a:solidFill>
                <a:effectLst/>
                <a:uLnTx/>
                <a:uFillTx/>
                <a:latin typeface="Poppins" pitchFamily="2" charset="77"/>
                <a:cs typeface="Poppins" pitchFamily="2" charset="77"/>
              </a:defRPr>
            </a:lvl1pPr>
          </a:lstStyle>
          <a:p>
            <a:pPr marL="0" marR="0" lvl="0" indent="0" algn="ctr" defTabSz="554492" eaLnBrk="1" fontAlgn="auto" latinLnBrk="0" hangingPunct="1">
              <a:lnSpc>
                <a:spcPct val="100000"/>
              </a:lnSpc>
              <a:spcBef>
                <a:spcPts val="0"/>
              </a:spcBef>
              <a:spcAft>
                <a:spcPts val="600"/>
              </a:spcAft>
              <a:buClrTx/>
              <a:buSzTx/>
              <a:buFontTx/>
              <a:buNone/>
              <a:tabLst/>
              <a:defRPr/>
            </a:pPr>
            <a:r>
              <a:rPr kumimoji="0" lang="fr-FR" sz="900" b="0" i="0" u="none" strike="noStrike" kern="0" cap="none" spc="0" normalizeH="0" baseline="0" noProof="0">
                <a:ln>
                  <a:noFill/>
                </a:ln>
                <a:solidFill>
                  <a:srgbClr val="1E2124"/>
                </a:solidFill>
                <a:effectLst/>
                <a:uLnTx/>
                <a:uFillTx/>
                <a:latin typeface="Poppins" pitchFamily="2" charset="77"/>
                <a:cs typeface="Poppins" pitchFamily="2" charset="77"/>
              </a:rPr>
              <a:t>Bus de messages</a:t>
            </a:r>
          </a:p>
        </p:txBody>
      </p:sp>
      <p:cxnSp>
        <p:nvCxnSpPr>
          <p:cNvPr id="47" name="Connecteur droit avec flèche 46">
            <a:extLst>
              <a:ext uri="{FF2B5EF4-FFF2-40B4-BE49-F238E27FC236}">
                <a16:creationId xmlns:a16="http://schemas.microsoft.com/office/drawing/2014/main" id="{AEF4741A-431B-714B-BD08-2B1101CB7A0E}"/>
              </a:ext>
            </a:extLst>
          </p:cNvPr>
          <p:cNvCxnSpPr>
            <a:cxnSpLocks/>
          </p:cNvCxnSpPr>
          <p:nvPr/>
        </p:nvCxnSpPr>
        <p:spPr>
          <a:xfrm flipV="1">
            <a:off x="2116082" y="4797540"/>
            <a:ext cx="1177370" cy="1221514"/>
          </a:xfrm>
          <a:prstGeom prst="straightConnector1">
            <a:avLst/>
          </a:prstGeom>
          <a:noFill/>
          <a:ln w="6350" cap="flat" cmpd="sng" algn="ctr">
            <a:solidFill>
              <a:schemeClr val="tx1"/>
            </a:solidFill>
            <a:prstDash val="dash"/>
            <a:miter lim="800000"/>
            <a:tailEnd type="triangle"/>
          </a:ln>
          <a:effectLst/>
        </p:spPr>
      </p:cxnSp>
      <p:cxnSp>
        <p:nvCxnSpPr>
          <p:cNvPr id="48" name="Connecteur droit avec flèche 47">
            <a:extLst>
              <a:ext uri="{FF2B5EF4-FFF2-40B4-BE49-F238E27FC236}">
                <a16:creationId xmlns:a16="http://schemas.microsoft.com/office/drawing/2014/main" id="{F02AA8CF-FCFC-7987-6DD9-6A42455375E6}"/>
              </a:ext>
            </a:extLst>
          </p:cNvPr>
          <p:cNvCxnSpPr>
            <a:cxnSpLocks/>
            <a:endCxn id="19" idx="4"/>
          </p:cNvCxnSpPr>
          <p:nvPr/>
        </p:nvCxnSpPr>
        <p:spPr>
          <a:xfrm flipH="1" flipV="1">
            <a:off x="1640940" y="4797540"/>
            <a:ext cx="475142" cy="1221514"/>
          </a:xfrm>
          <a:prstGeom prst="straightConnector1">
            <a:avLst/>
          </a:prstGeom>
          <a:noFill/>
          <a:ln w="6350" cap="flat" cmpd="sng" algn="ctr">
            <a:solidFill>
              <a:schemeClr val="tx1"/>
            </a:solidFill>
            <a:prstDash val="dash"/>
            <a:miter lim="800000"/>
            <a:tailEnd type="triangle"/>
          </a:ln>
          <a:effectLst/>
        </p:spPr>
      </p:cxnSp>
      <p:cxnSp>
        <p:nvCxnSpPr>
          <p:cNvPr id="49" name="Connecteur droit avec flèche 48">
            <a:extLst>
              <a:ext uri="{FF2B5EF4-FFF2-40B4-BE49-F238E27FC236}">
                <a16:creationId xmlns:a16="http://schemas.microsoft.com/office/drawing/2014/main" id="{395E24DA-26FA-EB7B-75EE-C18DF93DAAB2}"/>
              </a:ext>
            </a:extLst>
          </p:cNvPr>
          <p:cNvCxnSpPr>
            <a:cxnSpLocks/>
            <a:endCxn id="24" idx="4"/>
          </p:cNvCxnSpPr>
          <p:nvPr/>
        </p:nvCxnSpPr>
        <p:spPr>
          <a:xfrm flipV="1">
            <a:off x="2216888" y="4797540"/>
            <a:ext cx="2829182" cy="1240854"/>
          </a:xfrm>
          <a:prstGeom prst="straightConnector1">
            <a:avLst/>
          </a:prstGeom>
          <a:noFill/>
          <a:ln w="6350" cap="flat" cmpd="sng" algn="ctr">
            <a:solidFill>
              <a:schemeClr val="tx1"/>
            </a:solidFill>
            <a:prstDash val="dash"/>
            <a:miter lim="800000"/>
            <a:tailEnd type="triangle"/>
          </a:ln>
          <a:effectLst/>
        </p:spPr>
      </p:cxnSp>
      <p:cxnSp>
        <p:nvCxnSpPr>
          <p:cNvPr id="50" name="Connecteur droit avec flèche 49">
            <a:extLst>
              <a:ext uri="{FF2B5EF4-FFF2-40B4-BE49-F238E27FC236}">
                <a16:creationId xmlns:a16="http://schemas.microsoft.com/office/drawing/2014/main" id="{531779E3-DBF7-5EFB-2D25-96A7DF2C456E}"/>
              </a:ext>
            </a:extLst>
          </p:cNvPr>
          <p:cNvCxnSpPr>
            <a:cxnSpLocks/>
          </p:cNvCxnSpPr>
          <p:nvPr/>
        </p:nvCxnSpPr>
        <p:spPr>
          <a:xfrm>
            <a:off x="863287" y="5383993"/>
            <a:ext cx="0" cy="289833"/>
          </a:xfrm>
          <a:prstGeom prst="straightConnector1">
            <a:avLst/>
          </a:prstGeom>
          <a:noFill/>
          <a:ln w="6350" cap="flat" cmpd="sng" algn="ctr">
            <a:solidFill>
              <a:schemeClr val="tx1"/>
            </a:solidFill>
            <a:prstDash val="dash"/>
            <a:miter lim="800000"/>
            <a:tailEnd type="triangle"/>
          </a:ln>
          <a:effectLst/>
        </p:spPr>
      </p:cxnSp>
      <p:cxnSp>
        <p:nvCxnSpPr>
          <p:cNvPr id="51" name="Connecteur droit avec flèche 50">
            <a:extLst>
              <a:ext uri="{FF2B5EF4-FFF2-40B4-BE49-F238E27FC236}">
                <a16:creationId xmlns:a16="http://schemas.microsoft.com/office/drawing/2014/main" id="{69EFBBC9-C353-77B1-6B0A-7902C3B56F51}"/>
              </a:ext>
            </a:extLst>
          </p:cNvPr>
          <p:cNvCxnSpPr>
            <a:cxnSpLocks/>
          </p:cNvCxnSpPr>
          <p:nvPr/>
        </p:nvCxnSpPr>
        <p:spPr>
          <a:xfrm>
            <a:off x="4616818" y="5383993"/>
            <a:ext cx="0" cy="289833"/>
          </a:xfrm>
          <a:prstGeom prst="straightConnector1">
            <a:avLst/>
          </a:prstGeom>
          <a:noFill/>
          <a:ln w="6350" cap="flat" cmpd="sng" algn="ctr">
            <a:solidFill>
              <a:schemeClr val="tx1"/>
            </a:solidFill>
            <a:prstDash val="dash"/>
            <a:miter lim="800000"/>
            <a:tailEnd type="triangle"/>
          </a:ln>
          <a:effectLst/>
        </p:spPr>
      </p:cxnSp>
      <p:sp>
        <p:nvSpPr>
          <p:cNvPr id="52" name="ZoneTexte 51">
            <a:extLst>
              <a:ext uri="{FF2B5EF4-FFF2-40B4-BE49-F238E27FC236}">
                <a16:creationId xmlns:a16="http://schemas.microsoft.com/office/drawing/2014/main" id="{88DC5776-39C0-69F3-8D2D-3B246E84A00A}"/>
              </a:ext>
            </a:extLst>
          </p:cNvPr>
          <p:cNvSpPr txBox="1"/>
          <p:nvPr/>
        </p:nvSpPr>
        <p:spPr>
          <a:xfrm>
            <a:off x="6294158" y="5433432"/>
            <a:ext cx="5600550" cy="1089214"/>
          </a:xfrm>
          <a:prstGeom prst="roundRect">
            <a:avLst>
              <a:gd name="adj" fmla="val 9886"/>
            </a:avLst>
          </a:prstGeom>
          <a:solidFill>
            <a:schemeClr val="tx1"/>
          </a:solidFill>
        </p:spPr>
        <p:txBody>
          <a:bodyPr wrap="square" lIns="144000" tIns="144000" rIns="144000" bIns="144000" rtlCol="0">
            <a:spAutoFit/>
          </a:body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0" lang="fr-FR" sz="1200" b="0" i="0" u="none" strike="noStrike" kern="0" cap="none" spc="0" normalizeH="0" baseline="0" noProof="0">
                <a:ln>
                  <a:noFill/>
                </a:ln>
                <a:solidFill>
                  <a:prstClr val="white"/>
                </a:solidFill>
                <a:effectLst/>
                <a:uLnTx/>
                <a:uFillTx/>
                <a:cs typeface="Poppins" panose="00000500000000000000" pitchFamily="2" charset="0"/>
              </a:rPr>
              <a:t>L’approche API as a </a:t>
            </a:r>
            <a:r>
              <a:rPr kumimoji="0" lang="fr-FR" sz="1200" b="0" i="0" u="none" strike="noStrike" kern="0" cap="none" spc="0" normalizeH="0" baseline="0" noProof="0" err="1">
                <a:ln>
                  <a:noFill/>
                </a:ln>
                <a:solidFill>
                  <a:prstClr val="white"/>
                </a:solidFill>
                <a:effectLst/>
                <a:uLnTx/>
                <a:uFillTx/>
                <a:cs typeface="Poppins" panose="00000500000000000000" pitchFamily="2" charset="0"/>
              </a:rPr>
              <a:t>product</a:t>
            </a:r>
            <a:r>
              <a:rPr kumimoji="0" lang="fr-FR" sz="1200" b="0" i="0" u="none" strike="noStrike" kern="0" cap="none" spc="0" normalizeH="0" baseline="0" noProof="0">
                <a:ln>
                  <a:noFill/>
                </a:ln>
                <a:solidFill>
                  <a:prstClr val="white"/>
                </a:solidFill>
                <a:effectLst/>
                <a:uLnTx/>
                <a:uFillTx/>
                <a:cs typeface="Poppins" panose="00000500000000000000" pitchFamily="2" charset="0"/>
              </a:rPr>
              <a:t> qui vient du monde opérationnel converge avec l’approche </a:t>
            </a:r>
            <a:r>
              <a:rPr kumimoji="0" lang="fr-FR" sz="1200" b="1" i="0" u="none" strike="noStrike" kern="0" cap="none" spc="0" normalizeH="0" baseline="0" noProof="0">
                <a:ln>
                  <a:noFill/>
                </a:ln>
                <a:solidFill>
                  <a:prstClr val="white"/>
                </a:solidFill>
                <a:effectLst/>
                <a:uLnTx/>
                <a:uFillTx/>
                <a:cs typeface="Poppins" panose="00000500000000000000" pitchFamily="2" charset="0"/>
              </a:rPr>
              <a:t>data </a:t>
            </a:r>
            <a:r>
              <a:rPr kumimoji="0" lang="fr-FR" sz="1200" b="1" i="0" u="none" strike="noStrike" kern="0" cap="none" spc="0" normalizeH="0" baseline="0" noProof="0" err="1">
                <a:ln>
                  <a:noFill/>
                </a:ln>
                <a:solidFill>
                  <a:prstClr val="white"/>
                </a:solidFill>
                <a:effectLst/>
                <a:uLnTx/>
                <a:uFillTx/>
                <a:cs typeface="Poppins" panose="00000500000000000000" pitchFamily="2" charset="0"/>
              </a:rPr>
              <a:t>mesh</a:t>
            </a:r>
            <a:r>
              <a:rPr kumimoji="0" lang="fr-FR" sz="1200" b="1" i="0" u="none" strike="noStrike" kern="0" cap="none" spc="0" normalizeH="0" baseline="0" noProof="0">
                <a:ln>
                  <a:noFill/>
                </a:ln>
                <a:solidFill>
                  <a:prstClr val="white"/>
                </a:solidFill>
                <a:effectLst/>
                <a:uLnTx/>
                <a:uFillTx/>
                <a:cs typeface="Poppins" panose="00000500000000000000" pitchFamily="2" charset="0"/>
              </a:rPr>
              <a:t>/as a </a:t>
            </a:r>
            <a:r>
              <a:rPr kumimoji="0" lang="fr-FR" sz="1200" b="1" i="0" u="none" strike="noStrike" kern="0" cap="none" spc="0" normalizeH="0" baseline="0" noProof="0" err="1">
                <a:ln>
                  <a:noFill/>
                </a:ln>
                <a:solidFill>
                  <a:prstClr val="white"/>
                </a:solidFill>
                <a:effectLst/>
                <a:uLnTx/>
                <a:uFillTx/>
                <a:cs typeface="Poppins" panose="00000500000000000000" pitchFamily="2" charset="0"/>
              </a:rPr>
              <a:t>product</a:t>
            </a:r>
            <a:r>
              <a:rPr kumimoji="0" lang="fr-FR" sz="1200" b="0" i="0" u="none" strike="noStrike" kern="0" cap="none" spc="0" normalizeH="0" baseline="0" noProof="0">
                <a:ln>
                  <a:noFill/>
                </a:ln>
                <a:solidFill>
                  <a:prstClr val="white"/>
                </a:solidFill>
                <a:effectLst/>
                <a:uLnTx/>
                <a:uFillTx/>
                <a:cs typeface="Poppins" panose="00000500000000000000" pitchFamily="2" charset="0"/>
              </a:rPr>
              <a:t> du monde analytique. Un produit transactionnel peut être combiné à un produit analytique si les SLA le permettent.</a:t>
            </a:r>
            <a:endParaRPr kumimoji="0" lang="en-US" sz="1100" b="0" i="0" u="none" strike="noStrike" kern="0" cap="none" spc="0" normalizeH="0" baseline="0" noProof="0">
              <a:ln>
                <a:noFill/>
              </a:ln>
              <a:solidFill>
                <a:prstClr val="white"/>
              </a:solidFill>
              <a:effectLst/>
              <a:uLnTx/>
              <a:uFillTx/>
              <a:cs typeface="Poppins" panose="00000500000000000000" pitchFamily="2" charset="0"/>
            </a:endParaRPr>
          </a:p>
        </p:txBody>
      </p:sp>
      <p:sp>
        <p:nvSpPr>
          <p:cNvPr id="53" name="ZoneTexte 52">
            <a:extLst>
              <a:ext uri="{FF2B5EF4-FFF2-40B4-BE49-F238E27FC236}">
                <a16:creationId xmlns:a16="http://schemas.microsoft.com/office/drawing/2014/main" id="{610D7D78-1841-B562-EA4E-64973C601C9A}"/>
              </a:ext>
            </a:extLst>
          </p:cNvPr>
          <p:cNvSpPr txBox="1"/>
          <p:nvPr/>
        </p:nvSpPr>
        <p:spPr>
          <a:xfrm>
            <a:off x="630932" y="6019054"/>
            <a:ext cx="2289279" cy="289833"/>
          </a:xfrm>
          <a:prstGeom prst="roundRect">
            <a:avLst>
              <a:gd name="adj" fmla="val 50000"/>
            </a:avLst>
          </a:prstGeom>
          <a:solidFill>
            <a:schemeClr val="tx2"/>
          </a:solidFill>
        </p:spPr>
        <p:txBody>
          <a:bodyPr wrap="square" lIns="36000" rIns="3600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fr-FR" sz="1200" b="0" i="0" u="none" strike="noStrike" kern="0" cap="none" spc="0" normalizeH="0" baseline="0" noProof="0">
                <a:ln>
                  <a:noFill/>
                </a:ln>
                <a:solidFill>
                  <a:prstClr val="white"/>
                </a:solidFill>
                <a:effectLst/>
                <a:uLnTx/>
                <a:uFillTx/>
                <a:latin typeface="Segoe UI"/>
              </a:rPr>
              <a:t>Données transactionnelles</a:t>
            </a:r>
          </a:p>
        </p:txBody>
      </p:sp>
      <p:sp>
        <p:nvSpPr>
          <p:cNvPr id="54" name="ZoneTexte 53">
            <a:extLst>
              <a:ext uri="{FF2B5EF4-FFF2-40B4-BE49-F238E27FC236}">
                <a16:creationId xmlns:a16="http://schemas.microsoft.com/office/drawing/2014/main" id="{66C68F31-AAC6-2441-8FB5-C2D8A5B6D5A6}"/>
              </a:ext>
            </a:extLst>
          </p:cNvPr>
          <p:cNvSpPr txBox="1"/>
          <p:nvPr/>
        </p:nvSpPr>
        <p:spPr>
          <a:xfrm>
            <a:off x="3186485" y="6019054"/>
            <a:ext cx="2237225" cy="289833"/>
          </a:xfrm>
          <a:prstGeom prst="roundRect">
            <a:avLst>
              <a:gd name="adj" fmla="val 50000"/>
            </a:avLst>
          </a:prstGeom>
          <a:solidFill>
            <a:schemeClr val="accent2"/>
          </a:solidFill>
        </p:spPr>
        <p:txBody>
          <a:bodyPr wrap="square" lIns="36000" rIns="3600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fr-FR" sz="1200" b="0" i="0" u="none" strike="noStrike" kern="0" cap="none" spc="0" normalizeH="0" baseline="0" noProof="0" dirty="0">
                <a:ln>
                  <a:noFill/>
                </a:ln>
                <a:solidFill>
                  <a:prstClr val="white"/>
                </a:solidFill>
                <a:effectLst/>
                <a:uLnTx/>
                <a:uFillTx/>
                <a:latin typeface="Segoe UI"/>
              </a:rPr>
              <a:t>Données analytiques raffinées</a:t>
            </a:r>
          </a:p>
        </p:txBody>
      </p:sp>
      <p:cxnSp>
        <p:nvCxnSpPr>
          <p:cNvPr id="55" name="Connecteur droit avec flèche 54">
            <a:extLst>
              <a:ext uri="{FF2B5EF4-FFF2-40B4-BE49-F238E27FC236}">
                <a16:creationId xmlns:a16="http://schemas.microsoft.com/office/drawing/2014/main" id="{29D4E792-F699-B652-D8D0-40FB601263F1}"/>
              </a:ext>
            </a:extLst>
          </p:cNvPr>
          <p:cNvCxnSpPr>
            <a:cxnSpLocks/>
            <a:endCxn id="20" idx="4"/>
          </p:cNvCxnSpPr>
          <p:nvPr/>
        </p:nvCxnSpPr>
        <p:spPr>
          <a:xfrm flipH="1" flipV="1">
            <a:off x="863287" y="4797540"/>
            <a:ext cx="2964450" cy="1235797"/>
          </a:xfrm>
          <a:prstGeom prst="straightConnector1">
            <a:avLst/>
          </a:prstGeom>
          <a:noFill/>
          <a:ln w="6350" cap="flat" cmpd="sng" algn="ctr">
            <a:solidFill>
              <a:srgbClr val="8F7332"/>
            </a:solidFill>
            <a:prstDash val="dash"/>
            <a:miter lim="800000"/>
            <a:tailEnd type="triangle"/>
          </a:ln>
          <a:effectLst/>
        </p:spPr>
      </p:cxnSp>
      <p:cxnSp>
        <p:nvCxnSpPr>
          <p:cNvPr id="56" name="Connecteur droit avec flèche 55">
            <a:extLst>
              <a:ext uri="{FF2B5EF4-FFF2-40B4-BE49-F238E27FC236}">
                <a16:creationId xmlns:a16="http://schemas.microsoft.com/office/drawing/2014/main" id="{E1571F7B-0469-D658-BB15-8719C5013028}"/>
              </a:ext>
            </a:extLst>
          </p:cNvPr>
          <p:cNvCxnSpPr>
            <a:cxnSpLocks/>
            <a:endCxn id="18" idx="4"/>
          </p:cNvCxnSpPr>
          <p:nvPr/>
        </p:nvCxnSpPr>
        <p:spPr>
          <a:xfrm flipH="1" flipV="1">
            <a:off x="1235207" y="4797540"/>
            <a:ext cx="2550429" cy="1244160"/>
          </a:xfrm>
          <a:prstGeom prst="straightConnector1">
            <a:avLst/>
          </a:prstGeom>
          <a:noFill/>
          <a:ln w="6350" cap="flat" cmpd="sng" algn="ctr">
            <a:solidFill>
              <a:srgbClr val="8F7332"/>
            </a:solidFill>
            <a:prstDash val="dash"/>
            <a:miter lim="800000"/>
            <a:tailEnd type="triangle"/>
          </a:ln>
          <a:effectLst/>
        </p:spPr>
      </p:cxnSp>
      <p:cxnSp>
        <p:nvCxnSpPr>
          <p:cNvPr id="57" name="Connecteur droit avec flèche 56">
            <a:extLst>
              <a:ext uri="{FF2B5EF4-FFF2-40B4-BE49-F238E27FC236}">
                <a16:creationId xmlns:a16="http://schemas.microsoft.com/office/drawing/2014/main" id="{1273597A-2650-4F5D-3F87-26FAB4E32693}"/>
              </a:ext>
            </a:extLst>
          </p:cNvPr>
          <p:cNvCxnSpPr>
            <a:cxnSpLocks/>
            <a:endCxn id="23" idx="3"/>
          </p:cNvCxnSpPr>
          <p:nvPr/>
        </p:nvCxnSpPr>
        <p:spPr>
          <a:xfrm flipV="1">
            <a:off x="4024177" y="4745058"/>
            <a:ext cx="464786" cy="1273996"/>
          </a:xfrm>
          <a:prstGeom prst="straightConnector1">
            <a:avLst/>
          </a:prstGeom>
          <a:noFill/>
          <a:ln w="6350" cap="flat" cmpd="sng" algn="ctr">
            <a:solidFill>
              <a:srgbClr val="8F7332"/>
            </a:solidFill>
            <a:prstDash val="dash"/>
            <a:miter lim="800000"/>
            <a:tailEnd type="triangle"/>
          </a:ln>
          <a:effectLst/>
        </p:spPr>
      </p:cxnSp>
    </p:spTree>
    <p:extLst>
      <p:ext uri="{BB962C8B-B14F-4D97-AF65-F5344CB8AC3E}">
        <p14:creationId xmlns:p14="http://schemas.microsoft.com/office/powerpoint/2010/main" val="3085484317"/>
      </p:ext>
    </p:extLst>
  </p:cSld>
  <p:clrMapOvr>
    <a:masterClrMapping/>
  </p:clrMapOvr>
</p:sld>
</file>

<file path=ppt/theme/theme1.xml><?xml version="1.0" encoding="utf-8"?>
<a:theme xmlns:a="http://schemas.openxmlformats.org/drawingml/2006/main" name="onepoint 2024 #1">
  <a:themeElements>
    <a:clrScheme name="ONEPOINT Theme Janv 2024">
      <a:dk1>
        <a:srgbClr val="1E2124"/>
      </a:dk1>
      <a:lt1>
        <a:srgbClr val="FFFFFF"/>
      </a:lt1>
      <a:dk2>
        <a:srgbClr val="00A5E5"/>
      </a:dk2>
      <a:lt2>
        <a:srgbClr val="EEEEEC"/>
      </a:lt2>
      <a:accent1>
        <a:srgbClr val="00A4E3"/>
      </a:accent1>
      <a:accent2>
        <a:srgbClr val="C56024"/>
      </a:accent2>
      <a:accent3>
        <a:srgbClr val="25C0C2"/>
      </a:accent3>
      <a:accent4>
        <a:srgbClr val="832995"/>
      </a:accent4>
      <a:accent5>
        <a:srgbClr val="E2037E"/>
      </a:accent5>
      <a:accent6>
        <a:srgbClr val="49CBFF"/>
      </a:accent6>
      <a:hlink>
        <a:srgbClr val="00A4E3"/>
      </a:hlink>
      <a:folHlink>
        <a:srgbClr val="015C91"/>
      </a:folHlink>
    </a:clrScheme>
    <a:fontScheme name="Poppins Jan 2024">
      <a:majorFont>
        <a:latin typeface="Poppins"/>
        <a:ea typeface=""/>
        <a:cs typeface=""/>
      </a:majorFont>
      <a:minorFont>
        <a:latin typeface="Poppi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2"/>
        </a:solidFill>
      </a:spPr>
      <a:bodyPr wrap="square" lIns="36000" tIns="36000" rIns="36000" bIns="36000" rtlCol="0" anchor="ctr"/>
      <a:lstStyle>
        <a:defPPr algn="l" defTabSz="554492">
          <a:spcAft>
            <a:spcPts val="600"/>
          </a:spcAft>
          <a:defRPr sz="1100" dirty="0">
            <a:latin typeface="Poppins" pitchFamily="2" charset="77"/>
            <a:cs typeface="Poppins" pitchFamily="2" charset="77"/>
          </a:defRPr>
        </a:defPPr>
      </a:lstStyle>
    </a:spDef>
    <a:txDef>
      <a:spPr>
        <a:noFill/>
      </a:spPr>
      <a:bodyPr wrap="square" lIns="36000" tIns="36000" rIns="36000" bIns="36000" rtlCol="0" anchor="ctr">
        <a:noAutofit/>
      </a:bodyPr>
      <a:lstStyle>
        <a:defPPr algn="l">
          <a:defRPr sz="1200" dirty="0" err="1" smtClean="0"/>
        </a:defPPr>
      </a:lstStyle>
    </a:txDef>
  </a:objectDefaults>
  <a:extraClrSchemeLst/>
  <a:extLst>
    <a:ext uri="{05A4C25C-085E-4340-85A3-A5531E510DB2}">
      <thm15:themeFamily xmlns:thm15="http://schemas.microsoft.com/office/thememl/2012/main" name="onepoint 2024 #1" id="{0386646A-E40D-B84D-9AEA-B4675B52B4E1}" vid="{C9644153-BC64-0345-9F85-A66092F93599}"/>
    </a:ext>
  </a:extLst>
</a:theme>
</file>

<file path=ppt/theme/theme2.xml><?xml version="1.0" encoding="utf-8"?>
<a:theme xmlns:a="http://schemas.openxmlformats.org/drawingml/2006/main" name="1_Onepoint_Références jan 2024">
  <a:themeElements>
    <a:clrScheme name="ONEPOINT Theme Janv 2024">
      <a:dk1>
        <a:srgbClr val="1E2124"/>
      </a:dk1>
      <a:lt1>
        <a:srgbClr val="FFFFFF"/>
      </a:lt1>
      <a:dk2>
        <a:srgbClr val="00A5E5"/>
      </a:dk2>
      <a:lt2>
        <a:srgbClr val="EEEEEC"/>
      </a:lt2>
      <a:accent1>
        <a:srgbClr val="00A4E3"/>
      </a:accent1>
      <a:accent2>
        <a:srgbClr val="C56024"/>
      </a:accent2>
      <a:accent3>
        <a:srgbClr val="25C0C2"/>
      </a:accent3>
      <a:accent4>
        <a:srgbClr val="832995"/>
      </a:accent4>
      <a:accent5>
        <a:srgbClr val="E2037E"/>
      </a:accent5>
      <a:accent6>
        <a:srgbClr val="49CBFF"/>
      </a:accent6>
      <a:hlink>
        <a:srgbClr val="00A4E3"/>
      </a:hlink>
      <a:folHlink>
        <a:srgbClr val="015C91"/>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2"/>
        </a:solidFill>
      </a:spPr>
      <a:bodyPr wrap="square" lIns="182880" tIns="182880" rIns="182880" bIns="182880" rtlCol="0" anchor="ctr"/>
      <a:lstStyle>
        <a:defPPr algn="l" defTabSz="554492">
          <a:spcAft>
            <a:spcPts val="600"/>
          </a:spcAft>
          <a:defRPr sz="1100" dirty="0" smtClean="0">
            <a:latin typeface="Poppins" pitchFamily="2" charset="77"/>
            <a:cs typeface="Poppins" pitchFamily="2" charset="77"/>
          </a:defRPr>
        </a:defPPr>
      </a:lstStyle>
    </a:spDef>
    <a:txDef>
      <a:spPr>
        <a:noFill/>
      </a:spPr>
      <a:bodyPr wrap="none" rtlCol="0">
        <a:spAutoFit/>
      </a:bodyPr>
      <a:lstStyle>
        <a:defPPr algn="l">
          <a:defRPr sz="1100" dirty="0" err="1" smtClean="0">
            <a:latin typeface="Poppins" pitchFamily="2" charset="77"/>
            <a:cs typeface="Poppins" pitchFamily="2" charset="77"/>
          </a:defRPr>
        </a:defPPr>
      </a:lstStyle>
    </a:txDef>
  </a:objectDefaults>
  <a:extraClrSchemeLst/>
  <a:extLst>
    <a:ext uri="{05A4C25C-085E-4340-85A3-A5531E510DB2}">
      <thm15:themeFamily xmlns:thm15="http://schemas.microsoft.com/office/thememl/2012/main" name="Template Design System v19" id="{9BF2444D-1444-1541-9DBF-F812E9FFD346}" vid="{79AA2A3D-2A71-A143-B0B2-D011E4BB09DB}"/>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_rels/item6.xml.rels><?xml version="1.0" encoding="UTF-8" standalone="yes"?>
<Relationships xmlns="http://schemas.openxmlformats.org/package/2006/relationships"><Relationship Id="rId1" Type="http://schemas.openxmlformats.org/officeDocument/2006/relationships/customXmlProps" Target="itemProps6.xml"/></Relationships>
</file>

<file path=customXml/_rels/item7.xml.rels><?xml version="1.0" encoding="UTF-8" standalone="yes"?>
<Relationships xmlns="http://schemas.openxmlformats.org/package/2006/relationships"><Relationship Id="rId1" Type="http://schemas.openxmlformats.org/officeDocument/2006/relationships/customXmlProps" Target="itemProps7.xml"/></Relationships>
</file>

<file path=customXml/item1.xml><?xml version="1.0" encoding="utf-8"?>
<ct:contentTypeSchema xmlns:ct="http://schemas.microsoft.com/office/2006/metadata/contentType" xmlns:ma="http://schemas.microsoft.com/office/2006/metadata/properties/metaAttributes" ct:_="" ma:_="" ma:contentTypeName="Word BYCN" ma:contentTypeID="0x01010004BBCBFDEBB3864BA0EFED7044CA4B2801004C8FE6902124594285FC1C1285DCF30B" ma:contentTypeVersion="2" ma:contentTypeDescription="Create a new document." ma:contentTypeScope="" ma:versionID="fd14c3e0d22c58c23ac04c57ff2f828a">
  <xsd:schema xmlns:xsd="http://www.w3.org/2001/XMLSchema" xmlns:xs="http://www.w3.org/2001/XMLSchema" xmlns:p="http://schemas.microsoft.com/office/2006/metadata/properties" xmlns:ns2="95235cfd-2d18-42eb-8ffc-01f090d3b392" xmlns:ns3="55b30ecb-2f58-4ebc-8d15-16073e63dc56" targetNamespace="http://schemas.microsoft.com/office/2006/metadata/properties" ma:root="true" ma:fieldsID="3244a9b4a5729db8bab5b77e93dd427c" ns2:_="" ns3:_="">
    <xsd:import namespace="95235cfd-2d18-42eb-8ffc-01f090d3b392"/>
    <xsd:import namespace="55b30ecb-2f58-4ebc-8d15-16073e63dc56"/>
    <xsd:element name="properties">
      <xsd:complexType>
        <xsd:sequence>
          <xsd:element name="documentManagement">
            <xsd:complexType>
              <xsd:all>
                <xsd:element ref="ns2:b7665f99c0fe44919cb3218cc8e5302c" minOccurs="0"/>
                <xsd:element ref="ns2:TaxCatchAll" minOccurs="0"/>
                <xsd:element ref="ns2:TaxCatchAllLabel" minOccurs="0"/>
                <xsd:element ref="ns2:ComUnityFolder" minOccurs="0"/>
                <xsd:element ref="ns2:bc25f8494e694b549ba275b5de656855" minOccurs="0"/>
                <xsd:element ref="ns2:b1c94e71d43e47329629adb2299a7407" minOccurs="0"/>
                <xsd:element ref="ns2:n052ae6ce5fe48d585b4ce219bb73d0e" minOccurs="0"/>
                <xsd:element ref="ns2:aa574486944c4b4183531de588537b4d" minOccurs="0"/>
                <xsd:element ref="ns3:_dlc_DocId" minOccurs="0"/>
                <xsd:element ref="ns3:_dlc_DocIdUrl" minOccurs="0"/>
                <xsd:element ref="ns3:_dlc_DocIdPersistI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5235cfd-2d18-42eb-8ffc-01f090d3b392" elementFormDefault="qualified">
    <xsd:import namespace="http://schemas.microsoft.com/office/2006/documentManagement/types"/>
    <xsd:import namespace="http://schemas.microsoft.com/office/infopath/2007/PartnerControls"/>
    <xsd:element name="b7665f99c0fe44919cb3218cc8e5302c" ma:index="8" nillable="true" ma:taxonomy="true" ma:internalName="b7665f99c0fe44919cb3218cc8e5302c" ma:taxonomyFieldName="ArchiveClassificationPlan" ma:displayName="Archive Classification Plan" ma:default="1;#00 00 A classer|06ef1ee2-e7bf-4474-9d1e-c5fbf4f3b42b" ma:fieldId="{b7665f99-c0fe-4491-9cb3-218cc8e5302c}" ma:sspId="18ace0e7-60a4-4acf-87da-1c47a991bb86" ma:termSetId="26353664-7461-4f07-87dd-daa2874ea87e" ma:anchorId="00000000-0000-0000-0000-000000000000" ma:open="false" ma:isKeyword="false">
      <xsd:complexType>
        <xsd:sequence>
          <xsd:element ref="pc:Terms" minOccurs="0" maxOccurs="1"/>
        </xsd:sequence>
      </xsd:complexType>
    </xsd:element>
    <xsd:element name="TaxCatchAll" ma:index="9" nillable="true" ma:displayName="Taxonomy Catch All Column" ma:hidden="true" ma:list="{e85c52b0-9dc1-4b7d-8333-5b994c516a88}" ma:internalName="TaxCatchAll" ma:showField="CatchAllData" ma:web="55b30ecb-2f58-4ebc-8d15-16073e63dc56">
      <xsd:complexType>
        <xsd:complexContent>
          <xsd:extension base="dms:MultiChoiceLookup">
            <xsd:sequence>
              <xsd:element name="Value" type="dms:Lookup" maxOccurs="unbounded" minOccurs="0" nillable="true"/>
            </xsd:sequence>
          </xsd:extension>
        </xsd:complexContent>
      </xsd:complexType>
    </xsd:element>
    <xsd:element name="TaxCatchAllLabel" ma:index="10" nillable="true" ma:displayName="Taxonomy Catch All Column1" ma:hidden="true" ma:list="{e85c52b0-9dc1-4b7d-8333-5b994c516a88}" ma:internalName="TaxCatchAllLabel" ma:readOnly="true" ma:showField="CatchAllDataLabel" ma:web="55b30ecb-2f58-4ebc-8d15-16073e63dc56">
      <xsd:complexType>
        <xsd:complexContent>
          <xsd:extension base="dms:MultiChoiceLookup">
            <xsd:sequence>
              <xsd:element name="Value" type="dms:Lookup" maxOccurs="unbounded" minOccurs="0" nillable="true"/>
            </xsd:sequence>
          </xsd:extension>
        </xsd:complexContent>
      </xsd:complexType>
    </xsd:element>
    <xsd:element name="ComUnityFolder" ma:index="12" nillable="true" ma:displayName="Folder" ma:internalName="ComUnityFolder">
      <xsd:complexType>
        <xsd:complexContent>
          <xsd:extension base="dms:URL">
            <xsd:sequence>
              <xsd:element name="Url" type="dms:ValidUrl" minOccurs="0" nillable="true"/>
              <xsd:element name="Description" type="xsd:string" nillable="true"/>
            </xsd:sequence>
          </xsd:extension>
        </xsd:complexContent>
      </xsd:complexType>
    </xsd:element>
    <xsd:element name="bc25f8494e694b549ba275b5de656855" ma:index="13" nillable="true" ma:taxonomy="true" ma:internalName="bc25f8494e694b549ba275b5de656855" ma:taxonomyFieldName="Organisation" ma:displayName="Organisation" ma:fieldId="{bc25f849-4e69-4b54-9ba2-75b5de656855}" ma:sspId="18ace0e7-60a4-4acf-87da-1c47a991bb86" ma:termSetId="45cd4057-b767-4ebf-98f6-4028b8e5bef9" ma:anchorId="00000000-0000-0000-0000-000000000000" ma:open="false" ma:isKeyword="false">
      <xsd:complexType>
        <xsd:sequence>
          <xsd:element ref="pc:Terms" minOccurs="0" maxOccurs="1"/>
        </xsd:sequence>
      </xsd:complexType>
    </xsd:element>
    <xsd:element name="b1c94e71d43e47329629adb2299a7407" ma:index="15" nillable="true" ma:taxonomy="true" ma:internalName="b1c94e71d43e47329629adb2299a7407" ma:taxonomyFieldName="WorkspaceClassification" ma:displayName="Workspace classification" ma:fieldId="{b1c94e71-d43e-4732-9629-adb2299a7407}" ma:sspId="18ace0e7-60a4-4acf-87da-1c47a991bb86" ma:termSetId="22f1860e-f59a-4db1-b21a-a41c5c8ed1ec" ma:anchorId="00000000-0000-0000-0000-000000000000" ma:open="false" ma:isKeyword="false">
      <xsd:complexType>
        <xsd:sequence>
          <xsd:element ref="pc:Terms" minOccurs="0" maxOccurs="1"/>
        </xsd:sequence>
      </xsd:complexType>
    </xsd:element>
    <xsd:element name="n052ae6ce5fe48d585b4ce219bb73d0e" ma:index="17" nillable="true" ma:taxonomy="true" ma:internalName="n052ae6ce5fe48d585b4ce219bb73d0e" ma:taxonomyFieldName="SupportServices" ma:displayName="Support services" ma:fieldId="{7052ae6c-e5fe-48d5-85b4-ce219bb73d0e}" ma:sspId="18ace0e7-60a4-4acf-87da-1c47a991bb86" ma:termSetId="813098a9-32ee-4127-b4ec-488cb7a25468" ma:anchorId="00000000-0000-0000-0000-000000000000" ma:open="false" ma:isKeyword="false">
      <xsd:complexType>
        <xsd:sequence>
          <xsd:element ref="pc:Terms" minOccurs="0" maxOccurs="1"/>
        </xsd:sequence>
      </xsd:complexType>
    </xsd:element>
    <xsd:element name="aa574486944c4b4183531de588537b4d" ma:index="19" nillable="true" ma:taxonomy="true" ma:internalName="aa574486944c4b4183531de588537b4d" ma:taxonomyFieldName="ClassificationLevel" ma:displayName="Classification level" ma:fieldId="{aa574486-944c-4b41-8353-1de588537b4d}" ma:sspId="18ace0e7-60a4-4acf-87da-1c47a991bb86" ma:termSetId="b84a82df-7dfe-42a8-9650-82042eeb9fd0" ma:anchorId="00000000-0000-0000-0000-000000000000" ma:open="fals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55b30ecb-2f58-4ebc-8d15-16073e63dc56" elementFormDefault="qualified">
    <xsd:import namespace="http://schemas.microsoft.com/office/2006/documentManagement/types"/>
    <xsd:import namespace="http://schemas.microsoft.com/office/infopath/2007/PartnerControls"/>
    <xsd:element name="_dlc_DocId" ma:index="21" nillable="true" ma:displayName="Document ID Value" ma:description="The value of the document ID assigned to this item." ma:indexed="true" ma:internalName="_dlc_DocId" ma:readOnly="true">
      <xsd:simpleType>
        <xsd:restriction base="dms:Text"/>
      </xsd:simpleType>
    </xsd:element>
    <xsd:element name="_dlc_DocIdUrl" ma:index="22"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23" nillable="true" ma:displayName="Persist ID" ma:description="Keep ID on add." ma:hidden="true" ma:internalName="_dlc_DocIdPersistId" ma:readOnly="true">
      <xsd:simpleType>
        <xsd:restriction base="dms:Boolea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SharedContentType xmlns="Microsoft.SharePoint.Taxonomy.ContentTypeSync" SourceId="18ace0e7-60a4-4acf-87da-1c47a991bb86" ContentTypeId="0x01010004BBCBFDEBB3864BA0EFED7044CA4B2801" PreviousValue="false" LastSyncTimeStamp="2019-08-12T06:53:30.573Z"/>
</file>

<file path=customXml/item3.xml><?xml version="1.0" encoding="utf-8"?>
<?mso-contentType ?>
<spe:Receivers xmlns:spe="http://schemas.microsoft.com/sharepoint/events">
  <Receiver>
    <Name>Document ID Generator</Name>
    <Synchronization>Synchronous</Synchronization>
    <Type>10001</Type>
    <SequenceNumber>1000</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10002</Type>
    <SequenceNumber>1001</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10004</Type>
    <SequenceNumber>1002</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10006</Type>
    <SequenceNumber>1003</SequenceNumber>
    <Url/>
    <Assembly>Microsoft.Office.DocumentManagement, Version=16.0.0.0, Culture=neutral, PublicKeyToken=71e9bce111e9429c</Assembly>
    <Class>Microsoft.Office.DocumentManagement.Internal.DocIdHandler</Class>
    <Data/>
    <Filter/>
  </Receiver>
</spe:Receivers>
</file>

<file path=customXml/item4.xml><?xml version="1.0" encoding="utf-8"?>
<?mso-contentType ?>
<FormTemplates xmlns="http://schemas.microsoft.com/sharepoint/v3/contenttype/forms">
  <Display>DocumentLibraryForm</Display>
  <Edit>DocumentLibraryForm</Edit>
  <New>DocumentLibraryForm</New>
</FormTemplates>
</file>

<file path=customXml/item5.xml><?xml version="1.0" encoding="utf-8"?>
<p:properties xmlns:p="http://schemas.microsoft.com/office/2006/metadata/properties" xmlns:xsi="http://www.w3.org/2001/XMLSchema-instance" xmlns:pc="http://schemas.microsoft.com/office/infopath/2007/PartnerControls">
  <documentManagement>
    <n052ae6ce5fe48d585b4ce219bb73d0e xmlns="95235cfd-2d18-42eb-8ffc-01f090d3b392">
      <Terms xmlns="http://schemas.microsoft.com/office/infopath/2007/PartnerControls">
        <TermInfo xmlns="http://schemas.microsoft.com/office/infopath/2007/PartnerControls">
          <TermName xmlns="http://schemas.microsoft.com/office/infopath/2007/PartnerControls">Information system</TermName>
          <TermId xmlns="http://schemas.microsoft.com/office/infopath/2007/PartnerControls">8b8e0a5c-68c6-49a0-9a87-082189b363f2</TermId>
        </TermInfo>
      </Terms>
    </n052ae6ce5fe48d585b4ce219bb73d0e>
    <b7665f99c0fe44919cb3218cc8e5302c xmlns="95235cfd-2d18-42eb-8ffc-01f090d3b392">
      <Terms xmlns="http://schemas.microsoft.com/office/infopath/2007/PartnerControls">
        <TermInfo xmlns="http://schemas.microsoft.com/office/infopath/2007/PartnerControls">
          <TermName xmlns="http://schemas.microsoft.com/office/infopath/2007/PartnerControls">00 00 A classer</TermName>
          <TermId xmlns="http://schemas.microsoft.com/office/infopath/2007/PartnerControls">06ef1ee2-e7bf-4474-9d1e-c5fbf4f3b42b</TermId>
        </TermInfo>
      </Terms>
    </b7665f99c0fe44919cb3218cc8e5302c>
    <TaxCatchAll xmlns="95235cfd-2d18-42eb-8ffc-01f090d3b392">
      <Value>5</Value>
      <Value>4</Value>
      <Value>3</Value>
      <Value>2</Value>
      <Value>1</Value>
    </TaxCatchAll>
    <ComUnityFolder xmlns="95235cfd-2d18-42eb-8ffc-01f090d3b392">
      <Url xsi:nil="true"/>
      <Description xsi:nil="true"/>
    </ComUnityFolder>
    <b1c94e71d43e47329629adb2299a7407 xmlns="95235cfd-2d18-42eb-8ffc-01f090d3b392">
      <Terms xmlns="http://schemas.microsoft.com/office/infopath/2007/PartnerControls">
        <TermInfo xmlns="http://schemas.microsoft.com/office/infopath/2007/PartnerControls">
          <TermName xmlns="http://schemas.microsoft.com/office/infopath/2007/PartnerControls">Projects</TermName>
          <TermId xmlns="http://schemas.microsoft.com/office/infopath/2007/PartnerControls">b7cc1373-d160-4aa3-bf26-3372b93dfcbf</TermId>
        </TermInfo>
      </Terms>
    </b1c94e71d43e47329629adb2299a7407>
    <aa574486944c4b4183531de588537b4d xmlns="95235cfd-2d18-42eb-8ffc-01f090d3b392">
      <Terms xmlns="http://schemas.microsoft.com/office/infopath/2007/PartnerControls">
        <TermInfo xmlns="http://schemas.microsoft.com/office/infopath/2007/PartnerControls">
          <TermName xmlns="http://schemas.microsoft.com/office/infopath/2007/PartnerControls">Internal</TermName>
          <TermId xmlns="http://schemas.microsoft.com/office/infopath/2007/PartnerControls">86d58d27-cc8e-4bfd-a785-ea3ef4347509</TermId>
        </TermInfo>
      </Terms>
    </aa574486944c4b4183531de588537b4d>
    <bc25f8494e694b549ba275b5de656855 xmlns="95235cfd-2d18-42eb-8ffc-01f090d3b392">
      <Terms xmlns="http://schemas.microsoft.com/office/infopath/2007/PartnerControls">
        <TermInfo xmlns="http://schemas.microsoft.com/office/infopath/2007/PartnerControls">
          <TermName xmlns="http://schemas.microsoft.com/office/infopath/2007/PartnerControls">BYCNIT</TermName>
          <TermId xmlns="http://schemas.microsoft.com/office/infopath/2007/PartnerControls">5d3357b4-3368-461d-bd54-7eef5bc1db4c</TermId>
        </TermInfo>
      </Terms>
    </bc25f8494e694b549ba275b5de656855>
    <_dlc_DocId xmlns="55b30ecb-2f58-4ebc-8d15-16073e63dc56">CWKSP-501984039-25723</_dlc_DocId>
    <_dlc_DocIdUrl xmlns="55b30ecb-2f58-4ebc-8d15-16073e63dc56">
      <Url>https://bouyguesconstruction.sharepoint.com/sites/bycnitarchitecture/_layouts/15/DocIdRedir.aspx?ID=CWKSP-501984039-25723</Url>
      <Description>CWKSP-501984039-25723</Description>
    </_dlc_DocIdUrl>
  </documentManagement>
</p:properties>
</file>

<file path=customXml/item6.xml><?xml version="1.0" encoding="utf-8"?>
<?mso-contentType ?>
<SharedContentType xmlns="Microsoft.SharePoint.Taxonomy.ContentTypeSync" SourceId="18ace0e7-60a4-4acf-87da-1c47a991bb86" ContentTypeId="0x01010004BBCBFDEBB3864BA0EFED7044CA4B2801" PreviousValue="false" LastSyncTimeStamp="2019-08-12T06:53:30.573Z"/>
</file>

<file path=customXml/item7.xml><?xml version="1.0" encoding="utf-8"?>
<?mso-contentType ?>
<spe:Receivers xmlns:spe="http://schemas.microsoft.com/sharepoint/events">
  <Receiver>
    <Name>Document ID Generator</Name>
    <Synchronization>Synchronous</Synchronization>
    <Type>10001</Type>
    <SequenceNumber>1000</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10002</Type>
    <SequenceNumber>1001</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10004</Type>
    <SequenceNumber>1002</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10006</Type>
    <SequenceNumber>1003</SequenceNumber>
    <Url/>
    <Assembly>Microsoft.Office.DocumentManagement, Version=16.0.0.0, Culture=neutral, PublicKeyToken=71e9bce111e9429c</Assembly>
    <Class>Microsoft.Office.DocumentManagement.Internal.DocIdHandler</Class>
    <Data/>
    <Filter/>
  </Receiver>
</spe:Receivers>
</file>

<file path=customXml/itemProps1.xml><?xml version="1.0" encoding="utf-8"?>
<ds:datastoreItem xmlns:ds="http://schemas.openxmlformats.org/officeDocument/2006/customXml" ds:itemID="{CA897CF3-2E9C-47F4-9909-4D1EB072D006}"/>
</file>

<file path=customXml/itemProps2.xml><?xml version="1.0" encoding="utf-8"?>
<ds:datastoreItem xmlns:ds="http://schemas.openxmlformats.org/officeDocument/2006/customXml" ds:itemID="{27D499A7-80AE-4C51-B328-24C917DD22E6}"/>
</file>

<file path=customXml/itemProps3.xml><?xml version="1.0" encoding="utf-8"?>
<ds:datastoreItem xmlns:ds="http://schemas.openxmlformats.org/officeDocument/2006/customXml" ds:itemID="{8E80BFCC-0195-4B60-A91D-B061DDB0A338}"/>
</file>

<file path=customXml/itemProps4.xml><?xml version="1.0" encoding="utf-8"?>
<ds:datastoreItem xmlns:ds="http://schemas.openxmlformats.org/officeDocument/2006/customXml" ds:itemID="{1D5215F2-7D70-4DB8-9CCD-2F8EDA68E3D8}"/>
</file>

<file path=customXml/itemProps5.xml><?xml version="1.0" encoding="utf-8"?>
<ds:datastoreItem xmlns:ds="http://schemas.openxmlformats.org/officeDocument/2006/customXml" ds:itemID="{935AFAB5-364D-48F6-B278-EB7F6D8AF473}"/>
</file>

<file path=customXml/itemProps6.xml><?xml version="1.0" encoding="utf-8"?>
<ds:datastoreItem xmlns:ds="http://schemas.openxmlformats.org/officeDocument/2006/customXml" ds:itemID="{A847A077-8157-4690-9B59-D445B85A71ED}"/>
</file>

<file path=customXml/itemProps7.xml><?xml version="1.0" encoding="utf-8"?>
<ds:datastoreItem xmlns:ds="http://schemas.openxmlformats.org/officeDocument/2006/customXml" ds:itemID="{67C28601-F6EF-4419-9830-C92FF35A7171}"/>
</file>

<file path=docMetadata/LabelInfo.xml><?xml version="1.0" encoding="utf-8"?>
<clbl:labelList xmlns:clbl="http://schemas.microsoft.com/office/2020/mipLabelMetadata">
  <clbl:label id="{af3cd2ba-39fc-428b-a333-80f7eb18b18d}" enabled="1" method="Standard" siteId="{e8b88f3d-222b-4ce5-b9d1-46b0ff9466a0}" removed="0"/>
</clbl:labelList>
</file>

<file path=docProps/app.xml><?xml version="1.0" encoding="utf-8"?>
<Properties xmlns="http://schemas.openxmlformats.org/officeDocument/2006/extended-properties" xmlns:vt="http://schemas.openxmlformats.org/officeDocument/2006/docPropsVTypes">
  <Template>onepoint 2024 #1</Template>
  <TotalTime>33</TotalTime>
  <Words>961</Words>
  <Application>Microsoft Macintosh PowerPoint</Application>
  <PresentationFormat>Grand écran</PresentationFormat>
  <Paragraphs>161</Paragraphs>
  <Slides>4</Slides>
  <Notes>2</Notes>
  <HiddenSlides>0</HiddenSlides>
  <MMClips>0</MMClips>
  <ScaleCrop>false</ScaleCrop>
  <HeadingPairs>
    <vt:vector size="6" baseType="variant">
      <vt:variant>
        <vt:lpstr>Polices utilisées</vt:lpstr>
      </vt:variant>
      <vt:variant>
        <vt:i4>9</vt:i4>
      </vt:variant>
      <vt:variant>
        <vt:lpstr>Thème</vt:lpstr>
      </vt:variant>
      <vt:variant>
        <vt:i4>2</vt:i4>
      </vt:variant>
      <vt:variant>
        <vt:lpstr>Titres des diapositives</vt:lpstr>
      </vt:variant>
      <vt:variant>
        <vt:i4>4</vt:i4>
      </vt:variant>
    </vt:vector>
  </HeadingPairs>
  <TitlesOfParts>
    <vt:vector size="15" baseType="lpstr">
      <vt:lpstr>Abadi MT Condensed Extra Bold</vt:lpstr>
      <vt:lpstr>Aptos</vt:lpstr>
      <vt:lpstr>Arial</vt:lpstr>
      <vt:lpstr>Calibri</vt:lpstr>
      <vt:lpstr>Helvetica</vt:lpstr>
      <vt:lpstr>Open Sans</vt:lpstr>
      <vt:lpstr>Poppins</vt:lpstr>
      <vt:lpstr>Poppins Light</vt:lpstr>
      <vt:lpstr>Segoe UI</vt:lpstr>
      <vt:lpstr>onepoint 2024 #1</vt:lpstr>
      <vt:lpstr>1_Onepoint_Références jan 2024</vt:lpstr>
      <vt:lpstr>Mesurer l’effort</vt:lpstr>
      <vt:lpstr>Principes</vt:lpstr>
      <vt:lpstr>Structurer le SI via les produits digitaux internes</vt:lpstr>
      <vt:lpstr>Chaine de valeur du produit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Camille FLOURY</dc:creator>
  <cp:lastModifiedBy>Camille FLOURY</cp:lastModifiedBy>
  <cp:revision>1</cp:revision>
  <dcterms:created xsi:type="dcterms:W3CDTF">2024-11-13T13:49:44Z</dcterms:created>
  <dcterms:modified xsi:type="dcterms:W3CDTF">2024-11-13T14:23:27Z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0x01010004BBCBFDEBB3864BA0EFED7044CA4B2801004C8FE6902124594285FC1C1285DCF30B</vt:lpwstr>
  </property>
  <property fmtid="{D5CDD505-2E9C-101B-9397-08002B2CF9AE}" pid="3" name="ClassificationLevel">
    <vt:lpwstr>5;#Internal|86d58d27-cc8e-4bfd-a785-ea3ef4347509</vt:lpwstr>
  </property>
  <property fmtid="{D5CDD505-2E9C-101B-9397-08002B2CF9AE}" pid="4" name="SupportServices">
    <vt:lpwstr>4;#Information system|8b8e0a5c-68c6-49a0-9a87-082189b363f2</vt:lpwstr>
  </property>
  <property fmtid="{D5CDD505-2E9C-101B-9397-08002B2CF9AE}" pid="5" name="Organisation">
    <vt:lpwstr>3;#BYCNIT|5d3357b4-3368-461d-bd54-7eef5bc1db4c</vt:lpwstr>
  </property>
  <property fmtid="{D5CDD505-2E9C-101B-9397-08002B2CF9AE}" pid="6" name="MediaServiceImageTags">
    <vt:lpwstr/>
  </property>
  <property fmtid="{D5CDD505-2E9C-101B-9397-08002B2CF9AE}" pid="7" name="lcf76f155ced4ddcb4097134ff3c332f">
    <vt:lpwstr/>
  </property>
  <property fmtid="{D5CDD505-2E9C-101B-9397-08002B2CF9AE}" pid="8" name="WorkspaceClassification">
    <vt:lpwstr>2;#Projects|b7cc1373-d160-4aa3-bf26-3372b93dfcbf</vt:lpwstr>
  </property>
  <property fmtid="{D5CDD505-2E9C-101B-9397-08002B2CF9AE}" pid="9" name="ArchiveClassificationPlan">
    <vt:lpwstr>1;#00 00 A classer|06ef1ee2-e7bf-4474-9d1e-c5fbf4f3b42b</vt:lpwstr>
  </property>
  <property fmtid="{D5CDD505-2E9C-101B-9397-08002B2CF9AE}" pid="10" name="_dlc_DocIdItemGuid">
    <vt:lpwstr>77553762-35ae-4071-8921-7923b53e475f</vt:lpwstr>
  </property>
  <property fmtid="{D5CDD505-2E9C-101B-9397-08002B2CF9AE}" pid="11" name="aa574486944c4b4183531de588537b4d">
    <vt:lpwstr>Internal|86d58d27-cc8e-4bfd-a785-ea3ef4347509</vt:lpwstr>
  </property>
  <property fmtid="{D5CDD505-2E9C-101B-9397-08002B2CF9AE}" pid="12" name="Order">
    <vt:r8>152300</vt:r8>
  </property>
  <property fmtid="{D5CDD505-2E9C-101B-9397-08002B2CF9AE}" pid="13" name="b1c94e71d43e47329629adb2299a7407">
    <vt:lpwstr>Projects|b7cc1373-d160-4aa3-bf26-3372b93dfcbf</vt:lpwstr>
  </property>
  <property fmtid="{D5CDD505-2E9C-101B-9397-08002B2CF9AE}" pid="14" name="xd_Signature">
    <vt:bool>false</vt:bool>
  </property>
  <property fmtid="{D5CDD505-2E9C-101B-9397-08002B2CF9AE}" pid="15" name="xd_ProgID">
    <vt:lpwstr/>
  </property>
  <property fmtid="{D5CDD505-2E9C-101B-9397-08002B2CF9AE}" pid="16" name="n052ae6ce5fe48d585b4ce219bb73d0e">
    <vt:lpwstr>Information system|8b8e0a5c-68c6-49a0-9a87-082189b363f2</vt:lpwstr>
  </property>
  <property fmtid="{D5CDD505-2E9C-101B-9397-08002B2CF9AE}" pid="17" name="_dlc_DocId">
    <vt:lpwstr>CWKSP-1572697757-1523</vt:lpwstr>
  </property>
  <property fmtid="{D5CDD505-2E9C-101B-9397-08002B2CF9AE}" pid="18" name="_SourceUrl">
    <vt:lpwstr/>
  </property>
  <property fmtid="{D5CDD505-2E9C-101B-9397-08002B2CF9AE}" pid="19" name="_SharedFileIndex">
    <vt:lpwstr/>
  </property>
  <property fmtid="{D5CDD505-2E9C-101B-9397-08002B2CF9AE}" pid="20" name="b7665f99c0fe44919cb3218cc8e5302c">
    <vt:lpwstr>00 00 A classer|06ef1ee2-e7bf-4474-9d1e-c5fbf4f3b42b</vt:lpwstr>
  </property>
  <property fmtid="{D5CDD505-2E9C-101B-9397-08002B2CF9AE}" pid="21" name="ComplianceAssetId">
    <vt:lpwstr/>
  </property>
  <property fmtid="{D5CDD505-2E9C-101B-9397-08002B2CF9AE}" pid="22" name="TemplateUrl">
    <vt:lpwstr/>
  </property>
  <property fmtid="{D5CDD505-2E9C-101B-9397-08002B2CF9AE}" pid="23" name="bc25f8494e694b549ba275b5de656855">
    <vt:lpwstr>BYCNIT|5d3357b4-3368-461d-bd54-7eef5bc1db4c</vt:lpwstr>
  </property>
  <property fmtid="{D5CDD505-2E9C-101B-9397-08002B2CF9AE}" pid="24" name="_ExtendedDescription">
    <vt:lpwstr/>
  </property>
  <property fmtid="{D5CDD505-2E9C-101B-9397-08002B2CF9AE}" pid="25" name="TriggerFlowInfo">
    <vt:lpwstr/>
  </property>
  <property fmtid="{D5CDD505-2E9C-101B-9397-08002B2CF9AE}" pid="26" name="_dlc_DocIdUrl">
    <vt:lpwstr>https://bouyguesconstruction.sharepoint.com/sites/bycnitbycnitdacdsarchitecture/_layouts/15/DocIdRedir.aspx?ID=CWKSP-1572697757-1523, CWKSP-1572697757-1523</vt:lpwstr>
  </property>
  <property fmtid="{D5CDD505-2E9C-101B-9397-08002B2CF9AE}" pid="27" name="ComUnityFolder">
    <vt:lpwstr>, </vt:lpwstr>
  </property>
</Properties>
</file>