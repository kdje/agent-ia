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changesInfos/changesInfo1.xml" ContentType="application/vnd.ms-powerpoint.changesinfo+xml"/>
  <Override PartName="/ppt/revisionInfo.xml" ContentType="application/vnd.ms-powerpoint.revisioninfo+xml"/>
  <Override PartName="/customXml/itemProps4.xml" ContentType="application/vnd.openxmlformats-officedocument.customXmlProperties+xml"/>
  <Override PartName="/customXml/itemProps5.xml" ContentType="application/vnd.openxmlformats-officedocument.customXmlProperties+xml"/>
  <Override PartName="/docProps/custom.xml" ContentType="application/vnd.openxmlformats-officedocument.custom-properties+xml"/>
  <Override PartName="/customXml/itemProps6.xml" ContentType="application/vnd.openxmlformats-officedocument.customXmlProperties+xml"/>
  <Override PartName="/customXml/itemProps7.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9"/>
  </p:notesMasterIdLst>
  <p:sldIdLst>
    <p:sldId id="257" r:id="rId5"/>
    <p:sldId id="852" r:id="rId6"/>
    <p:sldId id="853" r:id="rId7"/>
    <p:sldId id="2268"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98DC63-2B13-2E4B-BD02-28C4D857956E}" v="1" dt="2024-10-03T07:57:20.8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718"/>
  </p:normalViewPr>
  <p:slideViewPr>
    <p:cSldViewPr snapToGrid="0">
      <p:cViewPr varScale="1">
        <p:scale>
          <a:sx n="184" d="100"/>
          <a:sy n="184" d="100"/>
        </p:scale>
        <p:origin x="672"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18" Type="http://schemas.openxmlformats.org/officeDocument/2006/relationships/customXml" Target="../customXml/item6.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17" Type="http://schemas.openxmlformats.org/officeDocument/2006/relationships/customXml" Target="../customXml/item5.xml"/><Relationship Id="rId2" Type="http://schemas.openxmlformats.org/officeDocument/2006/relationships/customXml" Target="../customXml/item2.xml"/><Relationship Id="rId11" Type="http://schemas.openxmlformats.org/officeDocument/2006/relationships/viewProps" Target="viewProps.xml"/><Relationship Id="rId6" Type="http://schemas.openxmlformats.org/officeDocument/2006/relationships/slide" Target="slides/slide2.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19" Type="http://schemas.openxmlformats.org/officeDocument/2006/relationships/customXml" Target="../customXml/item7.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meo SAID" userId="500eff7a-9713-47c7-b581-bf1e01dc2a76" providerId="ADAL" clId="{3598DC63-2B13-2E4B-BD02-28C4D857956E}"/>
    <pc:docChg chg="modSld">
      <pc:chgData name="Romeo SAID" userId="500eff7a-9713-47c7-b581-bf1e01dc2a76" providerId="ADAL" clId="{3598DC63-2B13-2E4B-BD02-28C4D857956E}" dt="2024-10-03T07:59:28.114" v="19" actId="14100"/>
      <pc:docMkLst>
        <pc:docMk/>
      </pc:docMkLst>
      <pc:sldChg chg="addSp modSp mod">
        <pc:chgData name="Romeo SAID" userId="500eff7a-9713-47c7-b581-bf1e01dc2a76" providerId="ADAL" clId="{3598DC63-2B13-2E4B-BD02-28C4D857956E}" dt="2024-10-03T07:59:28.114" v="19" actId="14100"/>
        <pc:sldMkLst>
          <pc:docMk/>
          <pc:sldMk cId="1479359944" sldId="2268"/>
        </pc:sldMkLst>
        <pc:spChg chg="add mod">
          <ac:chgData name="Romeo SAID" userId="500eff7a-9713-47c7-b581-bf1e01dc2a76" providerId="ADAL" clId="{3598DC63-2B13-2E4B-BD02-28C4D857956E}" dt="2024-10-03T07:57:25.935" v="16" actId="20577"/>
          <ac:spMkLst>
            <pc:docMk/>
            <pc:sldMk cId="1479359944" sldId="2268"/>
            <ac:spMk id="5" creationId="{9E3CF043-BADA-574F-121F-A4915E4F6046}"/>
          </ac:spMkLst>
        </pc:spChg>
        <pc:spChg chg="mod">
          <ac:chgData name="Romeo SAID" userId="500eff7a-9713-47c7-b581-bf1e01dc2a76" providerId="ADAL" clId="{3598DC63-2B13-2E4B-BD02-28C4D857956E}" dt="2024-10-03T07:59:28.114" v="19" actId="14100"/>
          <ac:spMkLst>
            <pc:docMk/>
            <pc:sldMk cId="1479359944" sldId="2268"/>
            <ac:spMk id="31" creationId="{3BD5AB71-BC8F-4F39-91F7-EFAEED70136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18CCE9-C360-438D-8FEB-5100E4DE3F68}" type="datetimeFigureOut">
              <a:rPr lang="fr-FR" smtClean="0"/>
              <a:t>03/11/2024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ADCA2C-E5CF-4C86-894D-D01C2FEA4D38}" type="slidenum">
              <a:rPr lang="fr-FR" smtClean="0"/>
              <a:t>‹N°›</a:t>
            </a:fld>
            <a:endParaRPr lang="fr-FR"/>
          </a:p>
        </p:txBody>
      </p:sp>
    </p:spTree>
    <p:extLst>
      <p:ext uri="{BB962C8B-B14F-4D97-AF65-F5344CB8AC3E}">
        <p14:creationId xmlns:p14="http://schemas.microsoft.com/office/powerpoint/2010/main" val="3722001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EADCA2C-E5CF-4C86-894D-D01C2FEA4D38}" type="slidenum">
              <a:rPr lang="fr-FR" smtClean="0"/>
              <a:t>3</a:t>
            </a:fld>
            <a:endParaRPr lang="fr-FR"/>
          </a:p>
        </p:txBody>
      </p:sp>
    </p:spTree>
    <p:extLst>
      <p:ext uri="{BB962C8B-B14F-4D97-AF65-F5344CB8AC3E}">
        <p14:creationId xmlns:p14="http://schemas.microsoft.com/office/powerpoint/2010/main" val="26261468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Diapositive de titre">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F14866-E4B9-776A-70E0-90665ED3F728}"/>
              </a:ext>
            </a:extLst>
          </p:cNvPr>
          <p:cNvSpPr>
            <a:spLocks noGrp="1"/>
          </p:cNvSpPr>
          <p:nvPr>
            <p:ph type="ctrTitle" hasCustomPrompt="1"/>
          </p:nvPr>
        </p:nvSpPr>
        <p:spPr>
          <a:xfrm>
            <a:off x="1106748" y="1695155"/>
            <a:ext cx="6699059" cy="1438707"/>
          </a:xfrm>
        </p:spPr>
        <p:txBody>
          <a:bodyPr anchor="b">
            <a:noAutofit/>
          </a:bodyPr>
          <a:lstStyle>
            <a:lvl1pPr marL="7701" algn="l" defTabSz="554492" rtl="0" eaLnBrk="1" latinLnBrk="0" hangingPunct="1">
              <a:lnSpc>
                <a:spcPts val="5458"/>
              </a:lnSpc>
              <a:spcBef>
                <a:spcPts val="73"/>
              </a:spcBef>
              <a:buNone/>
              <a:defRPr lang="fr-FR" sz="4800" b="1" kern="1200" spc="0" dirty="0">
                <a:solidFill>
                  <a:schemeClr val="tx1"/>
                </a:solidFill>
                <a:latin typeface="+mj-lt"/>
                <a:ea typeface="+mj-ea"/>
                <a:cs typeface="Poppins ExtraBold" panose="00000900000000000000" pitchFamily="2" charset="0"/>
              </a:defRPr>
            </a:lvl1pPr>
          </a:lstStyle>
          <a:p>
            <a:pPr marL="12700">
              <a:spcBef>
                <a:spcPts val="120"/>
              </a:spcBef>
            </a:pPr>
            <a:r>
              <a:rPr lang="fr-FR" spc="-24">
                <a:solidFill>
                  <a:srgbClr val="1E2124"/>
                </a:solidFill>
              </a:rPr>
              <a:t>Titre</a:t>
            </a:r>
            <a:r>
              <a:rPr lang="fr-FR" spc="-263">
                <a:solidFill>
                  <a:srgbClr val="1E2124"/>
                </a:solidFill>
              </a:rPr>
              <a:t> </a:t>
            </a:r>
            <a:r>
              <a:rPr lang="fr-FR" spc="-21">
                <a:solidFill>
                  <a:srgbClr val="1E2124"/>
                </a:solidFill>
              </a:rPr>
              <a:t>principal</a:t>
            </a:r>
            <a:endParaRPr lang="fr-FR" spc="-12">
              <a:latin typeface="+mj-lt"/>
              <a:cs typeface="Poppins ExtraBold" panose="00000900000000000000" pitchFamily="2" charset="0"/>
            </a:endParaRPr>
          </a:p>
        </p:txBody>
      </p:sp>
      <p:sp>
        <p:nvSpPr>
          <p:cNvPr id="4" name="Espace réservé de la date 3">
            <a:extLst>
              <a:ext uri="{FF2B5EF4-FFF2-40B4-BE49-F238E27FC236}">
                <a16:creationId xmlns:a16="http://schemas.microsoft.com/office/drawing/2014/main" id="{A2D12FD0-E949-D036-4447-68B77EB5E08B}"/>
              </a:ext>
            </a:extLst>
          </p:cNvPr>
          <p:cNvSpPr>
            <a:spLocks noGrp="1"/>
          </p:cNvSpPr>
          <p:nvPr>
            <p:ph type="dt" sz="half" idx="10"/>
          </p:nvPr>
        </p:nvSpPr>
        <p:spPr>
          <a:xfrm>
            <a:off x="1371977" y="6060916"/>
            <a:ext cx="2742815" cy="271258"/>
          </a:xfrm>
        </p:spPr>
        <p:txBody>
          <a:bodyPr/>
          <a:lstStyle>
            <a:lvl1pPr>
              <a:defRPr sz="1200">
                <a:solidFill>
                  <a:schemeClr val="tx2"/>
                </a:solidFill>
                <a:latin typeface="+mn-lt"/>
              </a:defRPr>
            </a:lvl1pPr>
          </a:lstStyle>
          <a:p>
            <a:fld id="{5055C2BB-620F-417B-B084-4A179E12BAE2}" type="datetime4">
              <a:rPr lang="fr-FR" smtClean="0"/>
              <a:pPr/>
              <a:t>3 novembre 2024</a:t>
            </a:fld>
            <a:endParaRPr lang="fr-FR"/>
          </a:p>
        </p:txBody>
      </p:sp>
      <p:grpSp>
        <p:nvGrpSpPr>
          <p:cNvPr id="30" name="Groupe 29">
            <a:extLst>
              <a:ext uri="{FF2B5EF4-FFF2-40B4-BE49-F238E27FC236}">
                <a16:creationId xmlns:a16="http://schemas.microsoft.com/office/drawing/2014/main" id="{E7AA4C2E-DF4D-5AC2-0571-46468BA5A050}"/>
              </a:ext>
            </a:extLst>
          </p:cNvPr>
          <p:cNvGrpSpPr/>
          <p:nvPr/>
        </p:nvGrpSpPr>
        <p:grpSpPr>
          <a:xfrm>
            <a:off x="1163939" y="6162477"/>
            <a:ext cx="122197" cy="71097"/>
            <a:chOff x="1916906" y="10164763"/>
            <a:chExt cx="201498" cy="117244"/>
          </a:xfrm>
        </p:grpSpPr>
        <p:cxnSp>
          <p:nvCxnSpPr>
            <p:cNvPr id="23" name="Connecteur droit 22">
              <a:extLst>
                <a:ext uri="{FF2B5EF4-FFF2-40B4-BE49-F238E27FC236}">
                  <a16:creationId xmlns:a16="http://schemas.microsoft.com/office/drawing/2014/main" id="{F9CE5AFA-FC58-B4A7-99D8-E751335B887E}"/>
                </a:ext>
              </a:extLst>
            </p:cNvPr>
            <p:cNvCxnSpPr>
              <a:cxnSpLocks/>
            </p:cNvCxnSpPr>
            <p:nvPr/>
          </p:nvCxnSpPr>
          <p:spPr>
            <a:xfrm>
              <a:off x="1916906" y="10222174"/>
              <a:ext cx="191972" cy="0"/>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3C9EE1E8-409C-C85C-3BB9-81CB7992ED61}"/>
                </a:ext>
              </a:extLst>
            </p:cNvPr>
            <p:cNvCxnSpPr/>
            <p:nvPr/>
          </p:nvCxnSpPr>
          <p:spPr>
            <a:xfrm>
              <a:off x="2055813" y="10164763"/>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145BB1F8-AC73-87BE-68FF-38462D8F7EA9}"/>
                </a:ext>
              </a:extLst>
            </p:cNvPr>
            <p:cNvCxnSpPr>
              <a:cxnSpLocks/>
            </p:cNvCxnSpPr>
            <p:nvPr/>
          </p:nvCxnSpPr>
          <p:spPr>
            <a:xfrm flipV="1">
              <a:off x="2051050" y="10219416"/>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37" name="Connecteur droit 36">
            <a:extLst>
              <a:ext uri="{FF2B5EF4-FFF2-40B4-BE49-F238E27FC236}">
                <a16:creationId xmlns:a16="http://schemas.microsoft.com/office/drawing/2014/main" id="{C69DD6EC-9697-E094-B895-1B86B37DFE83}"/>
              </a:ext>
            </a:extLst>
          </p:cNvPr>
          <p:cNvCxnSpPr/>
          <p:nvPr/>
        </p:nvCxnSpPr>
        <p:spPr>
          <a:xfrm>
            <a:off x="793287" y="0"/>
            <a:ext cx="0" cy="6854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9" name="Graphique 38">
            <a:extLst>
              <a:ext uri="{FF2B5EF4-FFF2-40B4-BE49-F238E27FC236}">
                <a16:creationId xmlns:a16="http://schemas.microsoft.com/office/drawing/2014/main" id="{B4EB22AF-29F2-9730-55E7-AD262C7DA761}"/>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52"/>
          <a:stretch/>
        </p:blipFill>
        <p:spPr>
          <a:xfrm>
            <a:off x="10079062" y="5970426"/>
            <a:ext cx="1867078" cy="488238"/>
          </a:xfrm>
          <a:prstGeom prst="rect">
            <a:avLst/>
          </a:prstGeom>
        </p:spPr>
      </p:pic>
      <p:sp>
        <p:nvSpPr>
          <p:cNvPr id="70" name="Espace réservé pour une image  69">
            <a:extLst>
              <a:ext uri="{FF2B5EF4-FFF2-40B4-BE49-F238E27FC236}">
                <a16:creationId xmlns:a16="http://schemas.microsoft.com/office/drawing/2014/main" id="{A1A6CF12-45EF-A5D2-4666-0ECAA5C145EF}"/>
              </a:ext>
            </a:extLst>
          </p:cNvPr>
          <p:cNvSpPr>
            <a:spLocks noGrp="1"/>
          </p:cNvSpPr>
          <p:nvPr>
            <p:ph type="pic" sz="quarter" idx="11" hasCustomPrompt="1"/>
          </p:nvPr>
        </p:nvSpPr>
        <p:spPr>
          <a:xfrm>
            <a:off x="4615117" y="-1"/>
            <a:ext cx="7576884" cy="6886446"/>
          </a:xfrm>
          <a:custGeom>
            <a:avLst/>
            <a:gdLst>
              <a:gd name="connsiteX0" fmla="*/ 6443473 w 12435371"/>
              <a:gd name="connsiteY0" fmla="*/ 9866103 h 11303001"/>
              <a:gd name="connsiteX1" fmla="*/ 6648987 w 12435371"/>
              <a:gd name="connsiteY1" fmla="*/ 9876479 h 11303001"/>
              <a:gd name="connsiteX2" fmla="*/ 8562603 w 12435371"/>
              <a:gd name="connsiteY2" fmla="*/ 11194758 h 11303001"/>
              <a:gd name="connsiteX3" fmla="*/ 8598366 w 12435371"/>
              <a:gd name="connsiteY3" fmla="*/ 11274528 h 11303001"/>
              <a:gd name="connsiteX4" fmla="*/ 6443473 w 12435371"/>
              <a:gd name="connsiteY4" fmla="*/ 11274528 h 11303001"/>
              <a:gd name="connsiteX5" fmla="*/ 6443473 w 12435371"/>
              <a:gd name="connsiteY5" fmla="*/ 5723600 h 11303001"/>
              <a:gd name="connsiteX6" fmla="*/ 6443473 w 12435371"/>
              <a:gd name="connsiteY6" fmla="*/ 9863572 h 11303001"/>
              <a:gd name="connsiteX7" fmla="*/ 6237959 w 12435371"/>
              <a:gd name="connsiteY7" fmla="*/ 9873949 h 11303001"/>
              <a:gd name="connsiteX8" fmla="*/ 4324343 w 12435371"/>
              <a:gd name="connsiteY8" fmla="*/ 11192227 h 11303001"/>
              <a:gd name="connsiteX9" fmla="*/ 4274679 w 12435371"/>
              <a:gd name="connsiteY9" fmla="*/ 11303001 h 11303001"/>
              <a:gd name="connsiteX10" fmla="*/ 0 w 12435371"/>
              <a:gd name="connsiteY10" fmla="*/ 11303001 h 11303001"/>
              <a:gd name="connsiteX11" fmla="*/ 52599 w 12435371"/>
              <a:gd name="connsiteY11" fmla="*/ 10998818 h 11303001"/>
              <a:gd name="connsiteX12" fmla="*/ 6147815 w 12435371"/>
              <a:gd name="connsiteY12" fmla="*/ 5731076 h 11303001"/>
              <a:gd name="connsiteX13" fmla="*/ 6443473 w 12435371"/>
              <a:gd name="connsiteY13" fmla="*/ 0 h 11303001"/>
              <a:gd name="connsiteX14" fmla="*/ 12435371 w 12435371"/>
              <a:gd name="connsiteY14" fmla="*/ 0 h 11303001"/>
              <a:gd name="connsiteX15" fmla="*/ 12435371 w 12435371"/>
              <a:gd name="connsiteY15" fmla="*/ 9704627 h 11303001"/>
              <a:gd name="connsiteX16" fmla="*/ 12429977 w 12435371"/>
              <a:gd name="connsiteY16" fmla="*/ 9691313 h 11303001"/>
              <a:gd name="connsiteX17" fmla="*/ 6739131 w 12435371"/>
              <a:gd name="connsiteY17" fmla="*/ 5727892 h 11303001"/>
              <a:gd name="connsiteX18" fmla="*/ 6443473 w 12435371"/>
              <a:gd name="connsiteY18" fmla="*/ 5720417 h 11303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35371" h="11303001">
                <a:moveTo>
                  <a:pt x="6443473" y="9866103"/>
                </a:moveTo>
                <a:lnTo>
                  <a:pt x="6648987" y="9876479"/>
                </a:lnTo>
                <a:cubicBezTo>
                  <a:pt x="7487570" y="9961642"/>
                  <a:pt x="8199524" y="10475151"/>
                  <a:pt x="8562603" y="11194758"/>
                </a:cubicBezTo>
                <a:lnTo>
                  <a:pt x="8598366" y="11274528"/>
                </a:lnTo>
                <a:lnTo>
                  <a:pt x="6443473" y="11274528"/>
                </a:lnTo>
                <a:close/>
                <a:moveTo>
                  <a:pt x="6443473" y="5723600"/>
                </a:moveTo>
                <a:lnTo>
                  <a:pt x="6443473" y="9863572"/>
                </a:lnTo>
                <a:lnTo>
                  <a:pt x="6237959" y="9873949"/>
                </a:lnTo>
                <a:cubicBezTo>
                  <a:pt x="5399375" y="9959111"/>
                  <a:pt x="4687421" y="10472620"/>
                  <a:pt x="4324343" y="11192227"/>
                </a:cubicBezTo>
                <a:lnTo>
                  <a:pt x="4274679" y="11303001"/>
                </a:lnTo>
                <a:lnTo>
                  <a:pt x="0" y="11303001"/>
                </a:lnTo>
                <a:lnTo>
                  <a:pt x="52599" y="10998818"/>
                </a:lnTo>
                <a:cubicBezTo>
                  <a:pt x="627375" y="8097529"/>
                  <a:pt x="3115968" y="5884761"/>
                  <a:pt x="6147815" y="5731076"/>
                </a:cubicBezTo>
                <a:close/>
                <a:moveTo>
                  <a:pt x="6443473" y="0"/>
                </a:moveTo>
                <a:lnTo>
                  <a:pt x="12435371" y="0"/>
                </a:lnTo>
                <a:lnTo>
                  <a:pt x="12435371" y="9704627"/>
                </a:lnTo>
                <a:lnTo>
                  <a:pt x="12429977" y="9691313"/>
                </a:lnTo>
                <a:cubicBezTo>
                  <a:pt x="11468623" y="7453126"/>
                  <a:pt x="9297251" y="5857565"/>
                  <a:pt x="6739131" y="5727892"/>
                </a:cubicBezTo>
                <a:lnTo>
                  <a:pt x="6443473" y="5720417"/>
                </a:lnTo>
                <a:close/>
              </a:path>
            </a:pathLst>
          </a:custGeom>
          <a:solidFill>
            <a:schemeClr val="bg1"/>
          </a:solidFill>
        </p:spPr>
        <p:txBody>
          <a:bodyPr wrap="square">
            <a:noAutofit/>
          </a:bodyPr>
          <a:lstStyle>
            <a:lvl1pPr>
              <a:defRPr/>
            </a:lvl1pPr>
          </a:lstStyle>
          <a:p>
            <a:r>
              <a:rPr lang="fr-FR"/>
              <a:t>Insérer image ici</a:t>
            </a:r>
          </a:p>
        </p:txBody>
      </p:sp>
      <p:sp>
        <p:nvSpPr>
          <p:cNvPr id="6" name="Espace réservé du texte 5">
            <a:extLst>
              <a:ext uri="{FF2B5EF4-FFF2-40B4-BE49-F238E27FC236}">
                <a16:creationId xmlns:a16="http://schemas.microsoft.com/office/drawing/2014/main" id="{DA75BC81-92D9-8D6D-EA3F-95B35BD4C235}"/>
              </a:ext>
            </a:extLst>
          </p:cNvPr>
          <p:cNvSpPr>
            <a:spLocks noGrp="1"/>
          </p:cNvSpPr>
          <p:nvPr>
            <p:ph type="body" sz="quarter" idx="12" hasCustomPrompt="1"/>
          </p:nvPr>
        </p:nvSpPr>
        <p:spPr>
          <a:xfrm>
            <a:off x="1106748" y="3170668"/>
            <a:ext cx="5932532" cy="1155194"/>
          </a:xfrm>
        </p:spPr>
        <p:txBody>
          <a:bodyPr>
            <a:normAutofit/>
          </a:bodyPr>
          <a:lstStyle>
            <a:lvl1pPr marL="7701" indent="0">
              <a:spcBef>
                <a:spcPts val="167"/>
              </a:spcBef>
              <a:buNone/>
              <a:defRPr sz="2400">
                <a:latin typeface="+mn-lt"/>
              </a:defRPr>
            </a:lvl1pPr>
          </a:lstStyle>
          <a:p>
            <a:pPr marL="12700">
              <a:spcBef>
                <a:spcPts val="275"/>
              </a:spcBef>
            </a:pPr>
            <a:r>
              <a:rPr lang="fr-FR" sz="2426" b="0" spc="-85">
                <a:latin typeface="Poppins Light"/>
                <a:cs typeface="Poppins Light"/>
              </a:rPr>
              <a:t>Présentation du </a:t>
            </a:r>
            <a:r>
              <a:rPr lang="fr-FR" sz="2426" b="0" spc="-85" err="1">
                <a:latin typeface="Poppins Light"/>
                <a:cs typeface="Poppins Light"/>
              </a:rPr>
              <a:t>template</a:t>
            </a:r>
            <a:endParaRPr lang="fr-FR" sz="2426">
              <a:latin typeface="Poppins Light"/>
              <a:cs typeface="Poppins Light"/>
            </a:endParaRPr>
          </a:p>
        </p:txBody>
      </p:sp>
    </p:spTree>
    <p:extLst>
      <p:ext uri="{BB962C8B-B14F-4D97-AF65-F5344CB8AC3E}">
        <p14:creationId xmlns:p14="http://schemas.microsoft.com/office/powerpoint/2010/main" val="3364024327"/>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_Diapositive de titre">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F14866-E4B9-776A-70E0-90665ED3F728}"/>
              </a:ext>
            </a:extLst>
          </p:cNvPr>
          <p:cNvSpPr>
            <a:spLocks noGrp="1"/>
          </p:cNvSpPr>
          <p:nvPr>
            <p:ph type="ctrTitle" hasCustomPrompt="1"/>
          </p:nvPr>
        </p:nvSpPr>
        <p:spPr>
          <a:xfrm>
            <a:off x="1106748" y="1695155"/>
            <a:ext cx="6699059" cy="1438707"/>
          </a:xfrm>
        </p:spPr>
        <p:txBody>
          <a:bodyPr anchor="b">
            <a:noAutofit/>
          </a:bodyPr>
          <a:lstStyle>
            <a:lvl1pPr marL="7701" algn="l" defTabSz="554492" rtl="0" eaLnBrk="1" latinLnBrk="0" hangingPunct="1">
              <a:lnSpc>
                <a:spcPts val="5458"/>
              </a:lnSpc>
              <a:spcBef>
                <a:spcPts val="73"/>
              </a:spcBef>
              <a:buNone/>
              <a:defRPr lang="fr-FR" sz="4800" b="1" kern="1200" spc="0" dirty="0">
                <a:solidFill>
                  <a:schemeClr val="tx1"/>
                </a:solidFill>
                <a:latin typeface="+mj-lt"/>
                <a:ea typeface="+mj-ea"/>
                <a:cs typeface="Poppins ExtraBold" panose="00000900000000000000" pitchFamily="2" charset="0"/>
              </a:defRPr>
            </a:lvl1pPr>
          </a:lstStyle>
          <a:p>
            <a:pPr marL="12700">
              <a:spcBef>
                <a:spcPts val="120"/>
              </a:spcBef>
            </a:pPr>
            <a:r>
              <a:rPr lang="fr-FR">
                <a:latin typeface="+mj-lt"/>
                <a:cs typeface="Poppins ExtraBold" panose="00000900000000000000" pitchFamily="2" charset="0"/>
              </a:rPr>
              <a:t>Titre principal</a:t>
            </a:r>
            <a:endParaRPr lang="fr-FR" spc="-12">
              <a:latin typeface="+mj-lt"/>
              <a:cs typeface="Poppins ExtraBold" panose="00000900000000000000" pitchFamily="2" charset="0"/>
            </a:endParaRPr>
          </a:p>
        </p:txBody>
      </p:sp>
      <p:sp>
        <p:nvSpPr>
          <p:cNvPr id="4" name="Espace réservé de la date 3">
            <a:extLst>
              <a:ext uri="{FF2B5EF4-FFF2-40B4-BE49-F238E27FC236}">
                <a16:creationId xmlns:a16="http://schemas.microsoft.com/office/drawing/2014/main" id="{A2D12FD0-E949-D036-4447-68B77EB5E08B}"/>
              </a:ext>
            </a:extLst>
          </p:cNvPr>
          <p:cNvSpPr>
            <a:spLocks noGrp="1"/>
          </p:cNvSpPr>
          <p:nvPr>
            <p:ph type="dt" sz="half" idx="10"/>
          </p:nvPr>
        </p:nvSpPr>
        <p:spPr>
          <a:xfrm>
            <a:off x="1371977" y="6060916"/>
            <a:ext cx="2742815" cy="271258"/>
          </a:xfrm>
        </p:spPr>
        <p:txBody>
          <a:bodyPr/>
          <a:lstStyle>
            <a:lvl1pPr>
              <a:defRPr sz="1200">
                <a:solidFill>
                  <a:schemeClr val="tx1"/>
                </a:solidFill>
                <a:latin typeface="+mn-lt"/>
              </a:defRPr>
            </a:lvl1pPr>
          </a:lstStyle>
          <a:p>
            <a:fld id="{5055C2BB-620F-417B-B084-4A179E12BAE2}" type="datetime4">
              <a:rPr lang="fr-FR" smtClean="0"/>
              <a:pPr/>
              <a:t>3 novembre 2024</a:t>
            </a:fld>
            <a:endParaRPr lang="fr-FR"/>
          </a:p>
        </p:txBody>
      </p:sp>
      <p:grpSp>
        <p:nvGrpSpPr>
          <p:cNvPr id="30" name="Groupe 29">
            <a:extLst>
              <a:ext uri="{FF2B5EF4-FFF2-40B4-BE49-F238E27FC236}">
                <a16:creationId xmlns:a16="http://schemas.microsoft.com/office/drawing/2014/main" id="{E7AA4C2E-DF4D-5AC2-0571-46468BA5A050}"/>
              </a:ext>
            </a:extLst>
          </p:cNvPr>
          <p:cNvGrpSpPr/>
          <p:nvPr/>
        </p:nvGrpSpPr>
        <p:grpSpPr>
          <a:xfrm>
            <a:off x="1163939" y="6162477"/>
            <a:ext cx="122197" cy="71097"/>
            <a:chOff x="1916906" y="10164763"/>
            <a:chExt cx="201498" cy="117244"/>
          </a:xfrm>
        </p:grpSpPr>
        <p:cxnSp>
          <p:nvCxnSpPr>
            <p:cNvPr id="23" name="Connecteur droit 22">
              <a:extLst>
                <a:ext uri="{FF2B5EF4-FFF2-40B4-BE49-F238E27FC236}">
                  <a16:creationId xmlns:a16="http://schemas.microsoft.com/office/drawing/2014/main" id="{F9CE5AFA-FC58-B4A7-99D8-E751335B887E}"/>
                </a:ext>
              </a:extLst>
            </p:cNvPr>
            <p:cNvCxnSpPr>
              <a:cxnSpLocks/>
            </p:cNvCxnSpPr>
            <p:nvPr/>
          </p:nvCxnSpPr>
          <p:spPr>
            <a:xfrm>
              <a:off x="1916906" y="10222174"/>
              <a:ext cx="191972" cy="0"/>
            </a:xfrm>
            <a:prstGeom prst="line">
              <a:avLst/>
            </a:prstGeom>
            <a:ln w="1651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3C9EE1E8-409C-C85C-3BB9-81CB7992ED61}"/>
                </a:ext>
              </a:extLst>
            </p:cNvPr>
            <p:cNvCxnSpPr/>
            <p:nvPr/>
          </p:nvCxnSpPr>
          <p:spPr>
            <a:xfrm>
              <a:off x="2055813" y="10164763"/>
              <a:ext cx="62591" cy="62591"/>
            </a:xfrm>
            <a:prstGeom prst="line">
              <a:avLst/>
            </a:prstGeom>
            <a:ln w="1651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145BB1F8-AC73-87BE-68FF-38462D8F7EA9}"/>
                </a:ext>
              </a:extLst>
            </p:cNvPr>
            <p:cNvCxnSpPr>
              <a:cxnSpLocks/>
            </p:cNvCxnSpPr>
            <p:nvPr/>
          </p:nvCxnSpPr>
          <p:spPr>
            <a:xfrm flipV="1">
              <a:off x="2051050" y="10219416"/>
              <a:ext cx="62591" cy="62591"/>
            </a:xfrm>
            <a:prstGeom prst="line">
              <a:avLst/>
            </a:prstGeom>
            <a:ln w="1651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7" name="Connecteur droit 36">
            <a:extLst>
              <a:ext uri="{FF2B5EF4-FFF2-40B4-BE49-F238E27FC236}">
                <a16:creationId xmlns:a16="http://schemas.microsoft.com/office/drawing/2014/main" id="{C69DD6EC-9697-E094-B895-1B86B37DFE83}"/>
              </a:ext>
            </a:extLst>
          </p:cNvPr>
          <p:cNvCxnSpPr/>
          <p:nvPr/>
        </p:nvCxnSpPr>
        <p:spPr>
          <a:xfrm>
            <a:off x="793287" y="0"/>
            <a:ext cx="0" cy="6854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9" name="Graphique 38">
            <a:extLst>
              <a:ext uri="{FF2B5EF4-FFF2-40B4-BE49-F238E27FC236}">
                <a16:creationId xmlns:a16="http://schemas.microsoft.com/office/drawing/2014/main" id="{B4EB22AF-29F2-9730-55E7-AD262C7DA761}"/>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52"/>
          <a:stretch/>
        </p:blipFill>
        <p:spPr>
          <a:xfrm>
            <a:off x="10079062" y="5970426"/>
            <a:ext cx="1867078" cy="488238"/>
          </a:xfrm>
          <a:prstGeom prst="rect">
            <a:avLst/>
          </a:prstGeom>
        </p:spPr>
      </p:pic>
      <p:sp>
        <p:nvSpPr>
          <p:cNvPr id="70" name="Espace réservé pour une image  69">
            <a:extLst>
              <a:ext uri="{FF2B5EF4-FFF2-40B4-BE49-F238E27FC236}">
                <a16:creationId xmlns:a16="http://schemas.microsoft.com/office/drawing/2014/main" id="{A1A6CF12-45EF-A5D2-4666-0ECAA5C145EF}"/>
              </a:ext>
            </a:extLst>
          </p:cNvPr>
          <p:cNvSpPr>
            <a:spLocks noGrp="1"/>
          </p:cNvSpPr>
          <p:nvPr>
            <p:ph type="pic" sz="quarter" idx="11" hasCustomPrompt="1"/>
          </p:nvPr>
        </p:nvSpPr>
        <p:spPr>
          <a:xfrm>
            <a:off x="4615117" y="-1"/>
            <a:ext cx="7576884" cy="6886446"/>
          </a:xfrm>
          <a:custGeom>
            <a:avLst/>
            <a:gdLst>
              <a:gd name="connsiteX0" fmla="*/ 6443473 w 12435371"/>
              <a:gd name="connsiteY0" fmla="*/ 9866103 h 11303001"/>
              <a:gd name="connsiteX1" fmla="*/ 6648987 w 12435371"/>
              <a:gd name="connsiteY1" fmla="*/ 9876479 h 11303001"/>
              <a:gd name="connsiteX2" fmla="*/ 8562603 w 12435371"/>
              <a:gd name="connsiteY2" fmla="*/ 11194758 h 11303001"/>
              <a:gd name="connsiteX3" fmla="*/ 8598366 w 12435371"/>
              <a:gd name="connsiteY3" fmla="*/ 11274528 h 11303001"/>
              <a:gd name="connsiteX4" fmla="*/ 6443473 w 12435371"/>
              <a:gd name="connsiteY4" fmla="*/ 11274528 h 11303001"/>
              <a:gd name="connsiteX5" fmla="*/ 6443473 w 12435371"/>
              <a:gd name="connsiteY5" fmla="*/ 5723600 h 11303001"/>
              <a:gd name="connsiteX6" fmla="*/ 6443473 w 12435371"/>
              <a:gd name="connsiteY6" fmla="*/ 9863572 h 11303001"/>
              <a:gd name="connsiteX7" fmla="*/ 6237959 w 12435371"/>
              <a:gd name="connsiteY7" fmla="*/ 9873949 h 11303001"/>
              <a:gd name="connsiteX8" fmla="*/ 4324343 w 12435371"/>
              <a:gd name="connsiteY8" fmla="*/ 11192227 h 11303001"/>
              <a:gd name="connsiteX9" fmla="*/ 4274679 w 12435371"/>
              <a:gd name="connsiteY9" fmla="*/ 11303001 h 11303001"/>
              <a:gd name="connsiteX10" fmla="*/ 0 w 12435371"/>
              <a:gd name="connsiteY10" fmla="*/ 11303001 h 11303001"/>
              <a:gd name="connsiteX11" fmla="*/ 52599 w 12435371"/>
              <a:gd name="connsiteY11" fmla="*/ 10998818 h 11303001"/>
              <a:gd name="connsiteX12" fmla="*/ 6147815 w 12435371"/>
              <a:gd name="connsiteY12" fmla="*/ 5731076 h 11303001"/>
              <a:gd name="connsiteX13" fmla="*/ 6443473 w 12435371"/>
              <a:gd name="connsiteY13" fmla="*/ 0 h 11303001"/>
              <a:gd name="connsiteX14" fmla="*/ 12435371 w 12435371"/>
              <a:gd name="connsiteY14" fmla="*/ 0 h 11303001"/>
              <a:gd name="connsiteX15" fmla="*/ 12435371 w 12435371"/>
              <a:gd name="connsiteY15" fmla="*/ 9704627 h 11303001"/>
              <a:gd name="connsiteX16" fmla="*/ 12429977 w 12435371"/>
              <a:gd name="connsiteY16" fmla="*/ 9691313 h 11303001"/>
              <a:gd name="connsiteX17" fmla="*/ 6739131 w 12435371"/>
              <a:gd name="connsiteY17" fmla="*/ 5727892 h 11303001"/>
              <a:gd name="connsiteX18" fmla="*/ 6443473 w 12435371"/>
              <a:gd name="connsiteY18" fmla="*/ 5720417 h 11303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35371" h="11303001">
                <a:moveTo>
                  <a:pt x="6443473" y="9866103"/>
                </a:moveTo>
                <a:lnTo>
                  <a:pt x="6648987" y="9876479"/>
                </a:lnTo>
                <a:cubicBezTo>
                  <a:pt x="7487570" y="9961642"/>
                  <a:pt x="8199524" y="10475151"/>
                  <a:pt x="8562603" y="11194758"/>
                </a:cubicBezTo>
                <a:lnTo>
                  <a:pt x="8598366" y="11274528"/>
                </a:lnTo>
                <a:lnTo>
                  <a:pt x="6443473" y="11274528"/>
                </a:lnTo>
                <a:close/>
                <a:moveTo>
                  <a:pt x="6443473" y="5723600"/>
                </a:moveTo>
                <a:lnTo>
                  <a:pt x="6443473" y="9863572"/>
                </a:lnTo>
                <a:lnTo>
                  <a:pt x="6237959" y="9873949"/>
                </a:lnTo>
                <a:cubicBezTo>
                  <a:pt x="5399375" y="9959111"/>
                  <a:pt x="4687421" y="10472620"/>
                  <a:pt x="4324343" y="11192227"/>
                </a:cubicBezTo>
                <a:lnTo>
                  <a:pt x="4274679" y="11303001"/>
                </a:lnTo>
                <a:lnTo>
                  <a:pt x="0" y="11303001"/>
                </a:lnTo>
                <a:lnTo>
                  <a:pt x="52599" y="10998818"/>
                </a:lnTo>
                <a:cubicBezTo>
                  <a:pt x="627375" y="8097529"/>
                  <a:pt x="3115968" y="5884761"/>
                  <a:pt x="6147815" y="5731076"/>
                </a:cubicBezTo>
                <a:close/>
                <a:moveTo>
                  <a:pt x="6443473" y="0"/>
                </a:moveTo>
                <a:lnTo>
                  <a:pt x="12435371" y="0"/>
                </a:lnTo>
                <a:lnTo>
                  <a:pt x="12435371" y="9704627"/>
                </a:lnTo>
                <a:lnTo>
                  <a:pt x="12429977" y="9691313"/>
                </a:lnTo>
                <a:cubicBezTo>
                  <a:pt x="11468623" y="7453126"/>
                  <a:pt x="9297251" y="5857565"/>
                  <a:pt x="6739131" y="5727892"/>
                </a:cubicBezTo>
                <a:lnTo>
                  <a:pt x="6443473" y="5720417"/>
                </a:lnTo>
                <a:close/>
              </a:path>
            </a:pathLst>
          </a:custGeom>
          <a:solidFill>
            <a:schemeClr val="tx2"/>
          </a:solidFill>
        </p:spPr>
        <p:txBody>
          <a:bodyPr wrap="square">
            <a:noAutofit/>
          </a:bodyPr>
          <a:lstStyle>
            <a:lvl1pPr>
              <a:defRPr/>
            </a:lvl1pPr>
          </a:lstStyle>
          <a:p>
            <a:r>
              <a:rPr lang="fr-FR"/>
              <a:t>Insérer image ici</a:t>
            </a:r>
          </a:p>
        </p:txBody>
      </p:sp>
      <p:sp>
        <p:nvSpPr>
          <p:cNvPr id="5" name="Espace réservé du texte 5">
            <a:extLst>
              <a:ext uri="{FF2B5EF4-FFF2-40B4-BE49-F238E27FC236}">
                <a16:creationId xmlns:a16="http://schemas.microsoft.com/office/drawing/2014/main" id="{04F6B8E7-1613-A981-67E2-D620A3FF3999}"/>
              </a:ext>
            </a:extLst>
          </p:cNvPr>
          <p:cNvSpPr>
            <a:spLocks noGrp="1"/>
          </p:cNvSpPr>
          <p:nvPr>
            <p:ph type="body" sz="quarter" idx="12" hasCustomPrompt="1"/>
          </p:nvPr>
        </p:nvSpPr>
        <p:spPr>
          <a:xfrm>
            <a:off x="1106748" y="3170668"/>
            <a:ext cx="5932532" cy="1155194"/>
          </a:xfrm>
        </p:spPr>
        <p:txBody>
          <a:bodyPr>
            <a:normAutofit/>
          </a:bodyPr>
          <a:lstStyle>
            <a:lvl1pPr marL="7701" indent="0">
              <a:spcBef>
                <a:spcPts val="167"/>
              </a:spcBef>
              <a:buNone/>
              <a:defRPr sz="2426">
                <a:solidFill>
                  <a:schemeClr val="tx2"/>
                </a:solidFill>
                <a:latin typeface="+mn-lt"/>
              </a:defRPr>
            </a:lvl1pPr>
          </a:lstStyle>
          <a:p>
            <a:pPr marL="12700">
              <a:spcBef>
                <a:spcPts val="275"/>
              </a:spcBef>
            </a:pPr>
            <a:r>
              <a:rPr lang="fr-FR" sz="2426" b="0" spc="-85">
                <a:latin typeface="Poppins Light"/>
                <a:cs typeface="Poppins Light"/>
              </a:rPr>
              <a:t>Présentation du </a:t>
            </a:r>
            <a:r>
              <a:rPr lang="fr-FR" sz="2426" b="0" spc="-85" err="1">
                <a:latin typeface="Poppins Light"/>
                <a:cs typeface="Poppins Light"/>
              </a:rPr>
              <a:t>template</a:t>
            </a:r>
            <a:endParaRPr lang="fr-FR" sz="2426">
              <a:latin typeface="Poppins Light"/>
              <a:cs typeface="Poppins Light"/>
            </a:endParaRPr>
          </a:p>
        </p:txBody>
      </p:sp>
    </p:spTree>
    <p:extLst>
      <p:ext uri="{BB962C8B-B14F-4D97-AF65-F5344CB8AC3E}">
        <p14:creationId xmlns:p14="http://schemas.microsoft.com/office/powerpoint/2010/main" val="1154899900"/>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Diapositive de titre">
    <p:bg>
      <p:bgPr>
        <a:solidFill>
          <a:schemeClr val="tx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F14866-E4B9-776A-70E0-90665ED3F728}"/>
              </a:ext>
            </a:extLst>
          </p:cNvPr>
          <p:cNvSpPr>
            <a:spLocks noGrp="1"/>
          </p:cNvSpPr>
          <p:nvPr>
            <p:ph type="ctrTitle" hasCustomPrompt="1"/>
          </p:nvPr>
        </p:nvSpPr>
        <p:spPr>
          <a:xfrm>
            <a:off x="1106748" y="1695155"/>
            <a:ext cx="6699059" cy="1438707"/>
          </a:xfrm>
        </p:spPr>
        <p:txBody>
          <a:bodyPr anchor="b">
            <a:noAutofit/>
          </a:bodyPr>
          <a:lstStyle>
            <a:lvl1pPr marL="7701" algn="l" defTabSz="554492" rtl="0" eaLnBrk="1" latinLnBrk="0" hangingPunct="1">
              <a:lnSpc>
                <a:spcPts val="5458"/>
              </a:lnSpc>
              <a:spcBef>
                <a:spcPts val="73"/>
              </a:spcBef>
              <a:buNone/>
              <a:defRPr lang="fr-FR" sz="4800" b="1" kern="1200" dirty="0">
                <a:solidFill>
                  <a:schemeClr val="bg1"/>
                </a:solidFill>
                <a:latin typeface="+mj-lt"/>
                <a:ea typeface="+mj-ea"/>
                <a:cs typeface="Poppins ExtraBold" panose="00000900000000000000" pitchFamily="2" charset="0"/>
              </a:defRPr>
            </a:lvl1pPr>
          </a:lstStyle>
          <a:p>
            <a:pPr marL="12700">
              <a:spcBef>
                <a:spcPts val="120"/>
              </a:spcBef>
            </a:pPr>
            <a:r>
              <a:rPr lang="fr-FR">
                <a:latin typeface="+mj-lt"/>
                <a:cs typeface="Poppins ExtraBold" panose="00000900000000000000" pitchFamily="2" charset="0"/>
              </a:rPr>
              <a:t>Titre principal</a:t>
            </a:r>
            <a:endParaRPr lang="fr-FR" spc="-12">
              <a:latin typeface="+mj-lt"/>
              <a:cs typeface="Poppins ExtraBold" panose="00000900000000000000" pitchFamily="2" charset="0"/>
            </a:endParaRPr>
          </a:p>
        </p:txBody>
      </p:sp>
      <p:sp>
        <p:nvSpPr>
          <p:cNvPr id="4" name="Espace réservé de la date 3">
            <a:extLst>
              <a:ext uri="{FF2B5EF4-FFF2-40B4-BE49-F238E27FC236}">
                <a16:creationId xmlns:a16="http://schemas.microsoft.com/office/drawing/2014/main" id="{A2D12FD0-E949-D036-4447-68B77EB5E08B}"/>
              </a:ext>
            </a:extLst>
          </p:cNvPr>
          <p:cNvSpPr>
            <a:spLocks noGrp="1"/>
          </p:cNvSpPr>
          <p:nvPr>
            <p:ph type="dt" sz="half" idx="10"/>
          </p:nvPr>
        </p:nvSpPr>
        <p:spPr>
          <a:xfrm>
            <a:off x="1371977" y="6060916"/>
            <a:ext cx="2742815" cy="271258"/>
          </a:xfrm>
        </p:spPr>
        <p:txBody>
          <a:bodyPr/>
          <a:lstStyle>
            <a:lvl1pPr>
              <a:defRPr sz="1200">
                <a:solidFill>
                  <a:schemeClr val="tx2"/>
                </a:solidFill>
                <a:latin typeface="+mn-lt"/>
              </a:defRPr>
            </a:lvl1pPr>
          </a:lstStyle>
          <a:p>
            <a:fld id="{5055C2BB-620F-417B-B084-4A179E12BAE2}" type="datetime4">
              <a:rPr lang="fr-FR" smtClean="0"/>
              <a:pPr/>
              <a:t>3 novembre 2024</a:t>
            </a:fld>
            <a:endParaRPr lang="fr-FR"/>
          </a:p>
        </p:txBody>
      </p:sp>
      <p:grpSp>
        <p:nvGrpSpPr>
          <p:cNvPr id="30" name="Groupe 29">
            <a:extLst>
              <a:ext uri="{FF2B5EF4-FFF2-40B4-BE49-F238E27FC236}">
                <a16:creationId xmlns:a16="http://schemas.microsoft.com/office/drawing/2014/main" id="{E7AA4C2E-DF4D-5AC2-0571-46468BA5A050}"/>
              </a:ext>
            </a:extLst>
          </p:cNvPr>
          <p:cNvGrpSpPr/>
          <p:nvPr/>
        </p:nvGrpSpPr>
        <p:grpSpPr>
          <a:xfrm>
            <a:off x="1163939" y="6162477"/>
            <a:ext cx="122197" cy="71097"/>
            <a:chOff x="1916906" y="10164763"/>
            <a:chExt cx="201498" cy="117244"/>
          </a:xfrm>
        </p:grpSpPr>
        <p:cxnSp>
          <p:nvCxnSpPr>
            <p:cNvPr id="23" name="Connecteur droit 22">
              <a:extLst>
                <a:ext uri="{FF2B5EF4-FFF2-40B4-BE49-F238E27FC236}">
                  <a16:creationId xmlns:a16="http://schemas.microsoft.com/office/drawing/2014/main" id="{F9CE5AFA-FC58-B4A7-99D8-E751335B887E}"/>
                </a:ext>
              </a:extLst>
            </p:cNvPr>
            <p:cNvCxnSpPr>
              <a:cxnSpLocks/>
            </p:cNvCxnSpPr>
            <p:nvPr/>
          </p:nvCxnSpPr>
          <p:spPr>
            <a:xfrm>
              <a:off x="1916906" y="10222174"/>
              <a:ext cx="191972" cy="0"/>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3C9EE1E8-409C-C85C-3BB9-81CB7992ED61}"/>
                </a:ext>
              </a:extLst>
            </p:cNvPr>
            <p:cNvCxnSpPr/>
            <p:nvPr/>
          </p:nvCxnSpPr>
          <p:spPr>
            <a:xfrm>
              <a:off x="2055813" y="10164763"/>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145BB1F8-AC73-87BE-68FF-38462D8F7EA9}"/>
                </a:ext>
              </a:extLst>
            </p:cNvPr>
            <p:cNvCxnSpPr>
              <a:cxnSpLocks/>
            </p:cNvCxnSpPr>
            <p:nvPr/>
          </p:nvCxnSpPr>
          <p:spPr>
            <a:xfrm flipV="1">
              <a:off x="2051050" y="10219416"/>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37" name="Connecteur droit 36">
            <a:extLst>
              <a:ext uri="{FF2B5EF4-FFF2-40B4-BE49-F238E27FC236}">
                <a16:creationId xmlns:a16="http://schemas.microsoft.com/office/drawing/2014/main" id="{C69DD6EC-9697-E094-B895-1B86B37DFE83}"/>
              </a:ext>
            </a:extLst>
          </p:cNvPr>
          <p:cNvCxnSpPr/>
          <p:nvPr/>
        </p:nvCxnSpPr>
        <p:spPr>
          <a:xfrm>
            <a:off x="793287" y="0"/>
            <a:ext cx="0" cy="685463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0" name="Espace réservé pour une image  69">
            <a:extLst>
              <a:ext uri="{FF2B5EF4-FFF2-40B4-BE49-F238E27FC236}">
                <a16:creationId xmlns:a16="http://schemas.microsoft.com/office/drawing/2014/main" id="{A1A6CF12-45EF-A5D2-4666-0ECAA5C145EF}"/>
              </a:ext>
            </a:extLst>
          </p:cNvPr>
          <p:cNvSpPr>
            <a:spLocks noGrp="1"/>
          </p:cNvSpPr>
          <p:nvPr>
            <p:ph type="pic" sz="quarter" idx="11" hasCustomPrompt="1"/>
          </p:nvPr>
        </p:nvSpPr>
        <p:spPr>
          <a:xfrm>
            <a:off x="4615117" y="-1"/>
            <a:ext cx="7576884" cy="6886446"/>
          </a:xfrm>
          <a:custGeom>
            <a:avLst/>
            <a:gdLst>
              <a:gd name="connsiteX0" fmla="*/ 6443473 w 12435371"/>
              <a:gd name="connsiteY0" fmla="*/ 9866103 h 11303001"/>
              <a:gd name="connsiteX1" fmla="*/ 6648987 w 12435371"/>
              <a:gd name="connsiteY1" fmla="*/ 9876479 h 11303001"/>
              <a:gd name="connsiteX2" fmla="*/ 8562603 w 12435371"/>
              <a:gd name="connsiteY2" fmla="*/ 11194758 h 11303001"/>
              <a:gd name="connsiteX3" fmla="*/ 8598366 w 12435371"/>
              <a:gd name="connsiteY3" fmla="*/ 11274528 h 11303001"/>
              <a:gd name="connsiteX4" fmla="*/ 6443473 w 12435371"/>
              <a:gd name="connsiteY4" fmla="*/ 11274528 h 11303001"/>
              <a:gd name="connsiteX5" fmla="*/ 6443473 w 12435371"/>
              <a:gd name="connsiteY5" fmla="*/ 5723600 h 11303001"/>
              <a:gd name="connsiteX6" fmla="*/ 6443473 w 12435371"/>
              <a:gd name="connsiteY6" fmla="*/ 9863572 h 11303001"/>
              <a:gd name="connsiteX7" fmla="*/ 6237959 w 12435371"/>
              <a:gd name="connsiteY7" fmla="*/ 9873949 h 11303001"/>
              <a:gd name="connsiteX8" fmla="*/ 4324343 w 12435371"/>
              <a:gd name="connsiteY8" fmla="*/ 11192227 h 11303001"/>
              <a:gd name="connsiteX9" fmla="*/ 4274679 w 12435371"/>
              <a:gd name="connsiteY9" fmla="*/ 11303001 h 11303001"/>
              <a:gd name="connsiteX10" fmla="*/ 0 w 12435371"/>
              <a:gd name="connsiteY10" fmla="*/ 11303001 h 11303001"/>
              <a:gd name="connsiteX11" fmla="*/ 52599 w 12435371"/>
              <a:gd name="connsiteY11" fmla="*/ 10998818 h 11303001"/>
              <a:gd name="connsiteX12" fmla="*/ 6147815 w 12435371"/>
              <a:gd name="connsiteY12" fmla="*/ 5731076 h 11303001"/>
              <a:gd name="connsiteX13" fmla="*/ 6443473 w 12435371"/>
              <a:gd name="connsiteY13" fmla="*/ 0 h 11303001"/>
              <a:gd name="connsiteX14" fmla="*/ 12435371 w 12435371"/>
              <a:gd name="connsiteY14" fmla="*/ 0 h 11303001"/>
              <a:gd name="connsiteX15" fmla="*/ 12435371 w 12435371"/>
              <a:gd name="connsiteY15" fmla="*/ 9704627 h 11303001"/>
              <a:gd name="connsiteX16" fmla="*/ 12429977 w 12435371"/>
              <a:gd name="connsiteY16" fmla="*/ 9691313 h 11303001"/>
              <a:gd name="connsiteX17" fmla="*/ 6739131 w 12435371"/>
              <a:gd name="connsiteY17" fmla="*/ 5727892 h 11303001"/>
              <a:gd name="connsiteX18" fmla="*/ 6443473 w 12435371"/>
              <a:gd name="connsiteY18" fmla="*/ 5720417 h 11303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35371" h="11303001">
                <a:moveTo>
                  <a:pt x="6443473" y="9866103"/>
                </a:moveTo>
                <a:lnTo>
                  <a:pt x="6648987" y="9876479"/>
                </a:lnTo>
                <a:cubicBezTo>
                  <a:pt x="7487570" y="9961642"/>
                  <a:pt x="8199524" y="10475151"/>
                  <a:pt x="8562603" y="11194758"/>
                </a:cubicBezTo>
                <a:lnTo>
                  <a:pt x="8598366" y="11274528"/>
                </a:lnTo>
                <a:lnTo>
                  <a:pt x="6443473" y="11274528"/>
                </a:lnTo>
                <a:close/>
                <a:moveTo>
                  <a:pt x="6443473" y="5723600"/>
                </a:moveTo>
                <a:lnTo>
                  <a:pt x="6443473" y="9863572"/>
                </a:lnTo>
                <a:lnTo>
                  <a:pt x="6237959" y="9873949"/>
                </a:lnTo>
                <a:cubicBezTo>
                  <a:pt x="5399375" y="9959111"/>
                  <a:pt x="4687421" y="10472620"/>
                  <a:pt x="4324343" y="11192227"/>
                </a:cubicBezTo>
                <a:lnTo>
                  <a:pt x="4274679" y="11303001"/>
                </a:lnTo>
                <a:lnTo>
                  <a:pt x="0" y="11303001"/>
                </a:lnTo>
                <a:lnTo>
                  <a:pt x="52599" y="10998818"/>
                </a:lnTo>
                <a:cubicBezTo>
                  <a:pt x="627375" y="8097529"/>
                  <a:pt x="3115968" y="5884761"/>
                  <a:pt x="6147815" y="5731076"/>
                </a:cubicBezTo>
                <a:close/>
                <a:moveTo>
                  <a:pt x="6443473" y="0"/>
                </a:moveTo>
                <a:lnTo>
                  <a:pt x="12435371" y="0"/>
                </a:lnTo>
                <a:lnTo>
                  <a:pt x="12435371" y="9704627"/>
                </a:lnTo>
                <a:lnTo>
                  <a:pt x="12429977" y="9691313"/>
                </a:lnTo>
                <a:cubicBezTo>
                  <a:pt x="11468623" y="7453126"/>
                  <a:pt x="9297251" y="5857565"/>
                  <a:pt x="6739131" y="5727892"/>
                </a:cubicBezTo>
                <a:lnTo>
                  <a:pt x="6443473" y="5720417"/>
                </a:lnTo>
                <a:close/>
              </a:path>
            </a:pathLst>
          </a:custGeom>
          <a:solidFill>
            <a:schemeClr val="bg1"/>
          </a:solidFill>
        </p:spPr>
        <p:txBody>
          <a:bodyPr wrap="square">
            <a:noAutofit/>
          </a:bodyPr>
          <a:lstStyle>
            <a:lvl1pPr>
              <a:defRPr/>
            </a:lvl1pPr>
          </a:lstStyle>
          <a:p>
            <a:r>
              <a:rPr lang="fr-FR"/>
              <a:t>Insérer image ici</a:t>
            </a:r>
          </a:p>
        </p:txBody>
      </p:sp>
      <p:grpSp>
        <p:nvGrpSpPr>
          <p:cNvPr id="42" name="Groupe 41">
            <a:extLst>
              <a:ext uri="{FF2B5EF4-FFF2-40B4-BE49-F238E27FC236}">
                <a16:creationId xmlns:a16="http://schemas.microsoft.com/office/drawing/2014/main" id="{179A2B51-DAFB-6977-5D42-C162E4062AB5}"/>
              </a:ext>
            </a:extLst>
          </p:cNvPr>
          <p:cNvGrpSpPr/>
          <p:nvPr/>
        </p:nvGrpSpPr>
        <p:grpSpPr>
          <a:xfrm>
            <a:off x="10154033" y="6030625"/>
            <a:ext cx="1666786" cy="429172"/>
            <a:chOff x="16741197" y="12092322"/>
            <a:chExt cx="2748460" cy="707737"/>
          </a:xfrm>
        </p:grpSpPr>
        <p:sp>
          <p:nvSpPr>
            <p:cNvPr id="43" name="Forme libre : forme 42">
              <a:extLst>
                <a:ext uri="{FF2B5EF4-FFF2-40B4-BE49-F238E27FC236}">
                  <a16:creationId xmlns:a16="http://schemas.microsoft.com/office/drawing/2014/main" id="{DF62AE27-C4E5-8E56-12FE-564C3209DD1C}"/>
                </a:ext>
              </a:extLst>
            </p:cNvPr>
            <p:cNvSpPr/>
            <p:nvPr/>
          </p:nvSpPr>
          <p:spPr>
            <a:xfrm>
              <a:off x="16741197" y="12156471"/>
              <a:ext cx="306824" cy="290434"/>
            </a:xfrm>
            <a:custGeom>
              <a:avLst/>
              <a:gdLst>
                <a:gd name="connsiteX0" fmla="*/ 153937 w 306824"/>
                <a:gd name="connsiteY0" fmla="*/ 0 h 290434"/>
                <a:gd name="connsiteX1" fmla="*/ 0 w 306824"/>
                <a:gd name="connsiteY1" fmla="*/ 145742 h 290434"/>
                <a:gd name="connsiteX2" fmla="*/ 152888 w 306824"/>
                <a:gd name="connsiteY2" fmla="*/ 290434 h 290434"/>
                <a:gd name="connsiteX3" fmla="*/ 306825 w 306824"/>
                <a:gd name="connsiteY3" fmla="*/ 144693 h 290434"/>
                <a:gd name="connsiteX4" fmla="*/ 153937 w 306824"/>
                <a:gd name="connsiteY4" fmla="*/ 0 h 290434"/>
                <a:gd name="connsiteX5" fmla="*/ 153937 w 306824"/>
                <a:gd name="connsiteY5" fmla="*/ 207794 h 290434"/>
                <a:gd name="connsiteX6" fmla="*/ 94936 w 306824"/>
                <a:gd name="connsiteY6" fmla="*/ 144693 h 290434"/>
                <a:gd name="connsiteX7" fmla="*/ 152888 w 306824"/>
                <a:gd name="connsiteY7" fmla="*/ 82641 h 290434"/>
                <a:gd name="connsiteX8" fmla="*/ 211889 w 306824"/>
                <a:gd name="connsiteY8" fmla="*/ 145742 h 290434"/>
                <a:gd name="connsiteX9" fmla="*/ 153937 w 306824"/>
                <a:gd name="connsiteY9" fmla="*/ 207794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24" h="290434">
                  <a:moveTo>
                    <a:pt x="153937" y="0"/>
                  </a:moveTo>
                  <a:cubicBezTo>
                    <a:pt x="64625" y="0"/>
                    <a:pt x="0" y="66723"/>
                    <a:pt x="0" y="145742"/>
                  </a:cubicBezTo>
                  <a:cubicBezTo>
                    <a:pt x="0" y="224760"/>
                    <a:pt x="64148" y="290434"/>
                    <a:pt x="152888" y="290434"/>
                  </a:cubicBezTo>
                  <a:cubicBezTo>
                    <a:pt x="241628" y="290434"/>
                    <a:pt x="306825" y="223712"/>
                    <a:pt x="306825" y="144693"/>
                  </a:cubicBezTo>
                  <a:cubicBezTo>
                    <a:pt x="306825" y="65674"/>
                    <a:pt x="242677" y="0"/>
                    <a:pt x="153937" y="0"/>
                  </a:cubicBezTo>
                  <a:moveTo>
                    <a:pt x="153937" y="207794"/>
                  </a:moveTo>
                  <a:cubicBezTo>
                    <a:pt x="119527" y="207794"/>
                    <a:pt x="94936" y="178531"/>
                    <a:pt x="94936" y="144693"/>
                  </a:cubicBezTo>
                  <a:cubicBezTo>
                    <a:pt x="94936" y="110855"/>
                    <a:pt x="117526" y="82641"/>
                    <a:pt x="152888" y="82641"/>
                  </a:cubicBezTo>
                  <a:cubicBezTo>
                    <a:pt x="188251" y="82641"/>
                    <a:pt x="211889" y="111904"/>
                    <a:pt x="211889" y="145742"/>
                  </a:cubicBezTo>
                  <a:cubicBezTo>
                    <a:pt x="211889" y="179579"/>
                    <a:pt x="189299" y="207794"/>
                    <a:pt x="153937" y="207794"/>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44" name="Forme libre : forme 43">
              <a:extLst>
                <a:ext uri="{FF2B5EF4-FFF2-40B4-BE49-F238E27FC236}">
                  <a16:creationId xmlns:a16="http://schemas.microsoft.com/office/drawing/2014/main" id="{5246D132-17B6-E817-3CBA-3F7E7CB050CB}"/>
                </a:ext>
              </a:extLst>
            </p:cNvPr>
            <p:cNvSpPr/>
            <p:nvPr/>
          </p:nvSpPr>
          <p:spPr>
            <a:xfrm>
              <a:off x="17978314" y="12156471"/>
              <a:ext cx="306824" cy="290434"/>
            </a:xfrm>
            <a:custGeom>
              <a:avLst/>
              <a:gdLst>
                <a:gd name="connsiteX0" fmla="*/ 153937 w 306824"/>
                <a:gd name="connsiteY0" fmla="*/ 0 h 290434"/>
                <a:gd name="connsiteX1" fmla="*/ 0 w 306824"/>
                <a:gd name="connsiteY1" fmla="*/ 145742 h 290434"/>
                <a:gd name="connsiteX2" fmla="*/ 152888 w 306824"/>
                <a:gd name="connsiteY2" fmla="*/ 290434 h 290434"/>
                <a:gd name="connsiteX3" fmla="*/ 306825 w 306824"/>
                <a:gd name="connsiteY3" fmla="*/ 144693 h 290434"/>
                <a:gd name="connsiteX4" fmla="*/ 153937 w 306824"/>
                <a:gd name="connsiteY4" fmla="*/ 0 h 290434"/>
                <a:gd name="connsiteX5" fmla="*/ 153937 w 306824"/>
                <a:gd name="connsiteY5" fmla="*/ 207794 h 290434"/>
                <a:gd name="connsiteX6" fmla="*/ 94936 w 306824"/>
                <a:gd name="connsiteY6" fmla="*/ 144693 h 290434"/>
                <a:gd name="connsiteX7" fmla="*/ 152888 w 306824"/>
                <a:gd name="connsiteY7" fmla="*/ 82641 h 290434"/>
                <a:gd name="connsiteX8" fmla="*/ 211889 w 306824"/>
                <a:gd name="connsiteY8" fmla="*/ 145742 h 290434"/>
                <a:gd name="connsiteX9" fmla="*/ 153937 w 306824"/>
                <a:gd name="connsiteY9" fmla="*/ 207794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24" h="290434">
                  <a:moveTo>
                    <a:pt x="153937" y="0"/>
                  </a:moveTo>
                  <a:cubicBezTo>
                    <a:pt x="64625" y="0"/>
                    <a:pt x="0" y="66723"/>
                    <a:pt x="0" y="145742"/>
                  </a:cubicBezTo>
                  <a:cubicBezTo>
                    <a:pt x="0" y="224760"/>
                    <a:pt x="64148" y="290434"/>
                    <a:pt x="152888" y="290434"/>
                  </a:cubicBezTo>
                  <a:cubicBezTo>
                    <a:pt x="241628" y="290434"/>
                    <a:pt x="306825" y="223712"/>
                    <a:pt x="306825" y="144693"/>
                  </a:cubicBezTo>
                  <a:cubicBezTo>
                    <a:pt x="306825" y="65674"/>
                    <a:pt x="242677" y="0"/>
                    <a:pt x="153937" y="0"/>
                  </a:cubicBezTo>
                  <a:moveTo>
                    <a:pt x="153937" y="207794"/>
                  </a:moveTo>
                  <a:cubicBezTo>
                    <a:pt x="119527" y="207794"/>
                    <a:pt x="94936" y="178531"/>
                    <a:pt x="94936" y="144693"/>
                  </a:cubicBezTo>
                  <a:cubicBezTo>
                    <a:pt x="94936" y="110855"/>
                    <a:pt x="117526" y="82641"/>
                    <a:pt x="152888" y="82641"/>
                  </a:cubicBezTo>
                  <a:cubicBezTo>
                    <a:pt x="188251" y="82641"/>
                    <a:pt x="211889" y="111904"/>
                    <a:pt x="211889" y="145742"/>
                  </a:cubicBezTo>
                  <a:cubicBezTo>
                    <a:pt x="211889" y="179579"/>
                    <a:pt x="189299" y="207794"/>
                    <a:pt x="153937" y="207794"/>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45" name="Forme libre : forme 44">
              <a:extLst>
                <a:ext uri="{FF2B5EF4-FFF2-40B4-BE49-F238E27FC236}">
                  <a16:creationId xmlns:a16="http://schemas.microsoft.com/office/drawing/2014/main" id="{6113452A-EE1A-5BCC-F0F1-111B2D8E7297}"/>
                </a:ext>
              </a:extLst>
            </p:cNvPr>
            <p:cNvSpPr/>
            <p:nvPr/>
          </p:nvSpPr>
          <p:spPr>
            <a:xfrm>
              <a:off x="17068610" y="12156471"/>
              <a:ext cx="275084" cy="283762"/>
            </a:xfrm>
            <a:custGeom>
              <a:avLst/>
              <a:gdLst>
                <a:gd name="connsiteX0" fmla="*/ 0 w 275084"/>
                <a:gd name="connsiteY0" fmla="*/ 6196 h 283762"/>
                <a:gd name="connsiteX1" fmla="*/ 97509 w 275084"/>
                <a:gd name="connsiteY1" fmla="*/ 6196 h 283762"/>
                <a:gd name="connsiteX2" fmla="*/ 97509 w 275084"/>
                <a:gd name="connsiteY2" fmla="*/ 45181 h 283762"/>
                <a:gd name="connsiteX3" fmla="*/ 180625 w 275084"/>
                <a:gd name="connsiteY3" fmla="*/ 0 h 283762"/>
                <a:gd name="connsiteX4" fmla="*/ 275084 w 275084"/>
                <a:gd name="connsiteY4" fmla="*/ 102086 h 283762"/>
                <a:gd name="connsiteX5" fmla="*/ 275084 w 275084"/>
                <a:gd name="connsiteY5" fmla="*/ 283762 h 283762"/>
                <a:gd name="connsiteX6" fmla="*/ 177575 w 275084"/>
                <a:gd name="connsiteY6" fmla="*/ 283762 h 283762"/>
                <a:gd name="connsiteX7" fmla="*/ 177575 w 275084"/>
                <a:gd name="connsiteY7" fmla="*/ 133445 h 283762"/>
                <a:gd name="connsiteX8" fmla="*/ 138591 w 275084"/>
                <a:gd name="connsiteY8" fmla="*/ 86740 h 283762"/>
                <a:gd name="connsiteX9" fmla="*/ 97509 w 275084"/>
                <a:gd name="connsiteY9" fmla="*/ 133445 h 283762"/>
                <a:gd name="connsiteX10" fmla="*/ 97509 w 275084"/>
                <a:gd name="connsiteY10" fmla="*/ 283762 h 283762"/>
                <a:gd name="connsiteX11" fmla="*/ 0 w 275084"/>
                <a:gd name="connsiteY11" fmla="*/ 283762 h 283762"/>
                <a:gd name="connsiteX12" fmla="*/ 0 w 275084"/>
                <a:gd name="connsiteY12" fmla="*/ 6196 h 28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084" h="283762">
                  <a:moveTo>
                    <a:pt x="0" y="6196"/>
                  </a:moveTo>
                  <a:lnTo>
                    <a:pt x="97509" y="6196"/>
                  </a:lnTo>
                  <a:lnTo>
                    <a:pt x="97509" y="45181"/>
                  </a:lnTo>
                  <a:cubicBezTo>
                    <a:pt x="115429" y="22114"/>
                    <a:pt x="141164" y="0"/>
                    <a:pt x="180625" y="0"/>
                  </a:cubicBezTo>
                  <a:cubicBezTo>
                    <a:pt x="239627" y="0"/>
                    <a:pt x="275084" y="38985"/>
                    <a:pt x="275084" y="102086"/>
                  </a:cubicBezTo>
                  <a:lnTo>
                    <a:pt x="275084" y="283762"/>
                  </a:lnTo>
                  <a:lnTo>
                    <a:pt x="177575" y="283762"/>
                  </a:lnTo>
                  <a:lnTo>
                    <a:pt x="177575" y="133445"/>
                  </a:lnTo>
                  <a:cubicBezTo>
                    <a:pt x="177575" y="103134"/>
                    <a:pt x="161657" y="86740"/>
                    <a:pt x="138591" y="86740"/>
                  </a:cubicBezTo>
                  <a:cubicBezTo>
                    <a:pt x="115524" y="86740"/>
                    <a:pt x="97509" y="103134"/>
                    <a:pt x="97509" y="133445"/>
                  </a:cubicBezTo>
                  <a:lnTo>
                    <a:pt x="97509" y="283762"/>
                  </a:lnTo>
                  <a:lnTo>
                    <a:pt x="0" y="283762"/>
                  </a:lnTo>
                  <a:lnTo>
                    <a:pt x="0" y="6196"/>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46" name="Forme libre : forme 45">
              <a:extLst>
                <a:ext uri="{FF2B5EF4-FFF2-40B4-BE49-F238E27FC236}">
                  <a16:creationId xmlns:a16="http://schemas.microsoft.com/office/drawing/2014/main" id="{621B71E3-E134-11D1-F565-65E79041B827}"/>
                </a:ext>
              </a:extLst>
            </p:cNvPr>
            <p:cNvSpPr/>
            <p:nvPr/>
          </p:nvSpPr>
          <p:spPr>
            <a:xfrm>
              <a:off x="17362090" y="12156567"/>
              <a:ext cx="280136" cy="290434"/>
            </a:xfrm>
            <a:custGeom>
              <a:avLst/>
              <a:gdLst>
                <a:gd name="connsiteX0" fmla="*/ 280136 w 280136"/>
                <a:gd name="connsiteY0" fmla="*/ 151842 h 290434"/>
                <a:gd name="connsiteX1" fmla="*/ 140116 w 280136"/>
                <a:gd name="connsiteY1" fmla="*/ 0 h 290434"/>
                <a:gd name="connsiteX2" fmla="*/ 0 w 280136"/>
                <a:gd name="connsiteY2" fmla="*/ 145742 h 290434"/>
                <a:gd name="connsiteX3" fmla="*/ 148790 w 280136"/>
                <a:gd name="connsiteY3" fmla="*/ 290434 h 290434"/>
                <a:gd name="connsiteX4" fmla="*/ 269365 w 280136"/>
                <a:gd name="connsiteY4" fmla="*/ 234006 h 290434"/>
                <a:gd name="connsiteX5" fmla="*/ 215511 w 280136"/>
                <a:gd name="connsiteY5" fmla="*/ 189302 h 290434"/>
                <a:gd name="connsiteX6" fmla="*/ 153937 w 280136"/>
                <a:gd name="connsiteY6" fmla="*/ 217516 h 290434"/>
                <a:gd name="connsiteX7" fmla="*/ 93887 w 280136"/>
                <a:gd name="connsiteY7" fmla="*/ 171859 h 290434"/>
                <a:gd name="connsiteX8" fmla="*/ 279660 w 280136"/>
                <a:gd name="connsiteY8" fmla="*/ 171859 h 290434"/>
                <a:gd name="connsiteX9" fmla="*/ 280136 w 280136"/>
                <a:gd name="connsiteY9" fmla="*/ 151842 h 290434"/>
                <a:gd name="connsiteX10" fmla="*/ 92362 w 280136"/>
                <a:gd name="connsiteY10" fmla="*/ 122103 h 290434"/>
                <a:gd name="connsiteX11" fmla="*/ 140592 w 280136"/>
                <a:gd name="connsiteY11" fmla="*/ 71870 h 290434"/>
                <a:gd name="connsiteX12" fmla="*/ 188823 w 280136"/>
                <a:gd name="connsiteY12" fmla="*/ 122103 h 290434"/>
                <a:gd name="connsiteX13" fmla="*/ 92362 w 280136"/>
                <a:gd name="connsiteY13" fmla="*/ 122103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0136" h="290434">
                  <a:moveTo>
                    <a:pt x="280136" y="151842"/>
                  </a:moveTo>
                  <a:cubicBezTo>
                    <a:pt x="280136" y="70249"/>
                    <a:pt x="236005" y="0"/>
                    <a:pt x="140116" y="0"/>
                  </a:cubicBezTo>
                  <a:cubicBezTo>
                    <a:pt x="58048" y="0"/>
                    <a:pt x="0" y="64626"/>
                    <a:pt x="0" y="145742"/>
                  </a:cubicBezTo>
                  <a:cubicBezTo>
                    <a:pt x="0" y="231909"/>
                    <a:pt x="61575" y="290434"/>
                    <a:pt x="148790" y="290434"/>
                  </a:cubicBezTo>
                  <a:cubicBezTo>
                    <a:pt x="204169" y="290434"/>
                    <a:pt x="242677" y="267844"/>
                    <a:pt x="269365" y="234006"/>
                  </a:cubicBezTo>
                  <a:lnTo>
                    <a:pt x="215511" y="189302"/>
                  </a:lnTo>
                  <a:cubicBezTo>
                    <a:pt x="195495" y="208842"/>
                    <a:pt x="177003" y="217516"/>
                    <a:pt x="153937" y="217516"/>
                  </a:cubicBezTo>
                  <a:cubicBezTo>
                    <a:pt x="123626" y="217516"/>
                    <a:pt x="101608" y="202170"/>
                    <a:pt x="93887" y="171859"/>
                  </a:cubicBezTo>
                  <a:lnTo>
                    <a:pt x="279660" y="171859"/>
                  </a:lnTo>
                  <a:cubicBezTo>
                    <a:pt x="280136" y="165186"/>
                    <a:pt x="280136" y="158037"/>
                    <a:pt x="280136" y="151842"/>
                  </a:cubicBezTo>
                  <a:moveTo>
                    <a:pt x="92362" y="122103"/>
                  </a:moveTo>
                  <a:cubicBezTo>
                    <a:pt x="97509" y="91791"/>
                    <a:pt x="114952" y="71870"/>
                    <a:pt x="140592" y="71870"/>
                  </a:cubicBezTo>
                  <a:cubicBezTo>
                    <a:pt x="166233" y="71870"/>
                    <a:pt x="185201" y="91315"/>
                    <a:pt x="188823" y="122103"/>
                  </a:cubicBezTo>
                  <a:lnTo>
                    <a:pt x="92362" y="122103"/>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47" name="Forme libre : forme 46">
              <a:extLst>
                <a:ext uri="{FF2B5EF4-FFF2-40B4-BE49-F238E27FC236}">
                  <a16:creationId xmlns:a16="http://schemas.microsoft.com/office/drawing/2014/main" id="{11F26310-FC88-C178-DFDB-6E5278084244}"/>
                </a:ext>
              </a:extLst>
            </p:cNvPr>
            <p:cNvSpPr/>
            <p:nvPr/>
          </p:nvSpPr>
          <p:spPr>
            <a:xfrm>
              <a:off x="17663196" y="12156376"/>
              <a:ext cx="304727" cy="365926"/>
            </a:xfrm>
            <a:custGeom>
              <a:avLst/>
              <a:gdLst>
                <a:gd name="connsiteX0" fmla="*/ 181674 w 304727"/>
                <a:gd name="connsiteY0" fmla="*/ 95 h 365926"/>
                <a:gd name="connsiteX1" fmla="*/ 97509 w 304727"/>
                <a:gd name="connsiteY1" fmla="*/ 43179 h 365926"/>
                <a:gd name="connsiteX2" fmla="*/ 97509 w 304727"/>
                <a:gd name="connsiteY2" fmla="*/ 6196 h 365926"/>
                <a:gd name="connsiteX3" fmla="*/ 0 w 304727"/>
                <a:gd name="connsiteY3" fmla="*/ 6196 h 365926"/>
                <a:gd name="connsiteX4" fmla="*/ 0 w 304727"/>
                <a:gd name="connsiteY4" fmla="*/ 365926 h 365926"/>
                <a:gd name="connsiteX5" fmla="*/ 97509 w 304727"/>
                <a:gd name="connsiteY5" fmla="*/ 365926 h 365926"/>
                <a:gd name="connsiteX6" fmla="*/ 97509 w 304727"/>
                <a:gd name="connsiteY6" fmla="*/ 249924 h 365926"/>
                <a:gd name="connsiteX7" fmla="*/ 182150 w 304727"/>
                <a:gd name="connsiteY7" fmla="*/ 289958 h 365926"/>
                <a:gd name="connsiteX8" fmla="*/ 304728 w 304727"/>
                <a:gd name="connsiteY8" fmla="*/ 144216 h 365926"/>
                <a:gd name="connsiteX9" fmla="*/ 181579 w 304727"/>
                <a:gd name="connsiteY9" fmla="*/ 0 h 365926"/>
                <a:gd name="connsiteX10" fmla="*/ 151840 w 304727"/>
                <a:gd name="connsiteY10" fmla="*/ 208365 h 365926"/>
                <a:gd name="connsiteX11" fmla="*/ 95412 w 304727"/>
                <a:gd name="connsiteY11" fmla="*/ 144693 h 365926"/>
                <a:gd name="connsiteX12" fmla="*/ 151840 w 304727"/>
                <a:gd name="connsiteY12" fmla="*/ 81592 h 365926"/>
                <a:gd name="connsiteX13" fmla="*/ 208839 w 304727"/>
                <a:gd name="connsiteY13" fmla="*/ 144693 h 365926"/>
                <a:gd name="connsiteX14" fmla="*/ 151840 w 304727"/>
                <a:gd name="connsiteY14" fmla="*/ 208365 h 36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4727" h="365926">
                  <a:moveTo>
                    <a:pt x="181674" y="95"/>
                  </a:moveTo>
                  <a:cubicBezTo>
                    <a:pt x="140116" y="95"/>
                    <a:pt x="116477" y="20112"/>
                    <a:pt x="97509" y="43179"/>
                  </a:cubicBezTo>
                  <a:lnTo>
                    <a:pt x="97509" y="6196"/>
                  </a:lnTo>
                  <a:lnTo>
                    <a:pt x="0" y="6196"/>
                  </a:lnTo>
                  <a:lnTo>
                    <a:pt x="0" y="365926"/>
                  </a:lnTo>
                  <a:lnTo>
                    <a:pt x="97509" y="365926"/>
                  </a:lnTo>
                  <a:lnTo>
                    <a:pt x="97509" y="249924"/>
                  </a:lnTo>
                  <a:cubicBezTo>
                    <a:pt x="115429" y="270990"/>
                    <a:pt x="140116" y="289958"/>
                    <a:pt x="182150" y="289958"/>
                  </a:cubicBezTo>
                  <a:cubicBezTo>
                    <a:pt x="247824" y="289958"/>
                    <a:pt x="304728" y="234578"/>
                    <a:pt x="304728" y="144216"/>
                  </a:cubicBezTo>
                  <a:cubicBezTo>
                    <a:pt x="304728" y="53855"/>
                    <a:pt x="247729" y="0"/>
                    <a:pt x="181579" y="0"/>
                  </a:cubicBezTo>
                  <a:moveTo>
                    <a:pt x="151840" y="208365"/>
                  </a:moveTo>
                  <a:cubicBezTo>
                    <a:pt x="120576" y="208365"/>
                    <a:pt x="95412" y="181677"/>
                    <a:pt x="95412" y="144693"/>
                  </a:cubicBezTo>
                  <a:cubicBezTo>
                    <a:pt x="95412" y="107710"/>
                    <a:pt x="120576" y="81592"/>
                    <a:pt x="151840" y="81592"/>
                  </a:cubicBezTo>
                  <a:cubicBezTo>
                    <a:pt x="183104" y="81592"/>
                    <a:pt x="208839" y="108281"/>
                    <a:pt x="208839" y="144693"/>
                  </a:cubicBezTo>
                  <a:cubicBezTo>
                    <a:pt x="208839" y="181105"/>
                    <a:pt x="183676" y="208365"/>
                    <a:pt x="151840" y="208365"/>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48" name="Forme libre : forme 47">
              <a:extLst>
                <a:ext uri="{FF2B5EF4-FFF2-40B4-BE49-F238E27FC236}">
                  <a16:creationId xmlns:a16="http://schemas.microsoft.com/office/drawing/2014/main" id="{0F30B67F-E02E-2DBC-B12E-50D9A311569A}"/>
                </a:ext>
              </a:extLst>
            </p:cNvPr>
            <p:cNvSpPr/>
            <p:nvPr/>
          </p:nvSpPr>
          <p:spPr>
            <a:xfrm>
              <a:off x="18307729" y="12162667"/>
              <a:ext cx="97509" cy="277566"/>
            </a:xfrm>
            <a:custGeom>
              <a:avLst/>
              <a:gdLst>
                <a:gd name="connsiteX0" fmla="*/ 0 w 97509"/>
                <a:gd name="connsiteY0" fmla="*/ 0 h 277566"/>
                <a:gd name="connsiteX1" fmla="*/ 97509 w 97509"/>
                <a:gd name="connsiteY1" fmla="*/ 0 h 277566"/>
                <a:gd name="connsiteX2" fmla="*/ 97509 w 97509"/>
                <a:gd name="connsiteY2" fmla="*/ 277567 h 277566"/>
                <a:gd name="connsiteX3" fmla="*/ 0 w 97509"/>
                <a:gd name="connsiteY3" fmla="*/ 277567 h 277566"/>
              </a:gdLst>
              <a:ahLst/>
              <a:cxnLst>
                <a:cxn ang="0">
                  <a:pos x="connsiteX0" y="connsiteY0"/>
                </a:cxn>
                <a:cxn ang="0">
                  <a:pos x="connsiteX1" y="connsiteY1"/>
                </a:cxn>
                <a:cxn ang="0">
                  <a:pos x="connsiteX2" y="connsiteY2"/>
                </a:cxn>
                <a:cxn ang="0">
                  <a:pos x="connsiteX3" y="connsiteY3"/>
                </a:cxn>
              </a:cxnLst>
              <a:rect l="l" t="t" r="r" b="b"/>
              <a:pathLst>
                <a:path w="97509" h="277566">
                  <a:moveTo>
                    <a:pt x="0" y="0"/>
                  </a:moveTo>
                  <a:lnTo>
                    <a:pt x="97509" y="0"/>
                  </a:lnTo>
                  <a:lnTo>
                    <a:pt x="97509" y="277567"/>
                  </a:lnTo>
                  <a:lnTo>
                    <a:pt x="0" y="277567"/>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49" name="Forme libre : forme 48">
              <a:extLst>
                <a:ext uri="{FF2B5EF4-FFF2-40B4-BE49-F238E27FC236}">
                  <a16:creationId xmlns:a16="http://schemas.microsoft.com/office/drawing/2014/main" id="{306A694F-B02E-64C3-8F27-E646D5B52AC7}"/>
                </a:ext>
              </a:extLst>
            </p:cNvPr>
            <p:cNvSpPr/>
            <p:nvPr/>
          </p:nvSpPr>
          <p:spPr>
            <a:xfrm>
              <a:off x="18439075" y="12156471"/>
              <a:ext cx="275084" cy="283762"/>
            </a:xfrm>
            <a:custGeom>
              <a:avLst/>
              <a:gdLst>
                <a:gd name="connsiteX0" fmla="*/ 0 w 275084"/>
                <a:gd name="connsiteY0" fmla="*/ 6196 h 283762"/>
                <a:gd name="connsiteX1" fmla="*/ 97509 w 275084"/>
                <a:gd name="connsiteY1" fmla="*/ 6196 h 283762"/>
                <a:gd name="connsiteX2" fmla="*/ 97509 w 275084"/>
                <a:gd name="connsiteY2" fmla="*/ 45181 h 283762"/>
                <a:gd name="connsiteX3" fmla="*/ 180625 w 275084"/>
                <a:gd name="connsiteY3" fmla="*/ 0 h 283762"/>
                <a:gd name="connsiteX4" fmla="*/ 275084 w 275084"/>
                <a:gd name="connsiteY4" fmla="*/ 102086 h 283762"/>
                <a:gd name="connsiteX5" fmla="*/ 275084 w 275084"/>
                <a:gd name="connsiteY5" fmla="*/ 283762 h 283762"/>
                <a:gd name="connsiteX6" fmla="*/ 177575 w 275084"/>
                <a:gd name="connsiteY6" fmla="*/ 283762 h 283762"/>
                <a:gd name="connsiteX7" fmla="*/ 177575 w 275084"/>
                <a:gd name="connsiteY7" fmla="*/ 133445 h 283762"/>
                <a:gd name="connsiteX8" fmla="*/ 138591 w 275084"/>
                <a:gd name="connsiteY8" fmla="*/ 86740 h 283762"/>
                <a:gd name="connsiteX9" fmla="*/ 97509 w 275084"/>
                <a:gd name="connsiteY9" fmla="*/ 133445 h 283762"/>
                <a:gd name="connsiteX10" fmla="*/ 97509 w 275084"/>
                <a:gd name="connsiteY10" fmla="*/ 283762 h 283762"/>
                <a:gd name="connsiteX11" fmla="*/ 0 w 275084"/>
                <a:gd name="connsiteY11" fmla="*/ 283762 h 283762"/>
                <a:gd name="connsiteX12" fmla="*/ 0 w 275084"/>
                <a:gd name="connsiteY12" fmla="*/ 6196 h 28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084" h="283762">
                  <a:moveTo>
                    <a:pt x="0" y="6196"/>
                  </a:moveTo>
                  <a:lnTo>
                    <a:pt x="97509" y="6196"/>
                  </a:lnTo>
                  <a:lnTo>
                    <a:pt x="97509" y="45181"/>
                  </a:lnTo>
                  <a:cubicBezTo>
                    <a:pt x="115429" y="22114"/>
                    <a:pt x="141164" y="0"/>
                    <a:pt x="180625" y="0"/>
                  </a:cubicBezTo>
                  <a:cubicBezTo>
                    <a:pt x="239627" y="0"/>
                    <a:pt x="275084" y="38985"/>
                    <a:pt x="275084" y="102086"/>
                  </a:cubicBezTo>
                  <a:lnTo>
                    <a:pt x="275084" y="283762"/>
                  </a:lnTo>
                  <a:lnTo>
                    <a:pt x="177575" y="283762"/>
                  </a:lnTo>
                  <a:lnTo>
                    <a:pt x="177575" y="133445"/>
                  </a:lnTo>
                  <a:cubicBezTo>
                    <a:pt x="177575" y="103134"/>
                    <a:pt x="161657" y="86740"/>
                    <a:pt x="138591" y="86740"/>
                  </a:cubicBezTo>
                  <a:cubicBezTo>
                    <a:pt x="115524" y="86740"/>
                    <a:pt x="97509" y="103134"/>
                    <a:pt x="97509" y="133445"/>
                  </a:cubicBezTo>
                  <a:lnTo>
                    <a:pt x="97509" y="283762"/>
                  </a:lnTo>
                  <a:lnTo>
                    <a:pt x="0" y="283762"/>
                  </a:lnTo>
                  <a:lnTo>
                    <a:pt x="0" y="6196"/>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50" name="Forme libre : forme 49">
              <a:extLst>
                <a:ext uri="{FF2B5EF4-FFF2-40B4-BE49-F238E27FC236}">
                  <a16:creationId xmlns:a16="http://schemas.microsoft.com/office/drawing/2014/main" id="{A72388B8-31C8-1719-58C0-B37232D14598}"/>
                </a:ext>
              </a:extLst>
            </p:cNvPr>
            <p:cNvSpPr/>
            <p:nvPr/>
          </p:nvSpPr>
          <p:spPr>
            <a:xfrm>
              <a:off x="18730268" y="12092322"/>
              <a:ext cx="194923" cy="347911"/>
            </a:xfrm>
            <a:custGeom>
              <a:avLst/>
              <a:gdLst>
                <a:gd name="connsiteX0" fmla="*/ 32789 w 194923"/>
                <a:gd name="connsiteY0" fmla="*/ 347911 h 347911"/>
                <a:gd name="connsiteX1" fmla="*/ 32789 w 194923"/>
                <a:gd name="connsiteY1" fmla="*/ 148887 h 347911"/>
                <a:gd name="connsiteX2" fmla="*/ 0 w 194923"/>
                <a:gd name="connsiteY2" fmla="*/ 148887 h 347911"/>
                <a:gd name="connsiteX3" fmla="*/ 0 w 194923"/>
                <a:gd name="connsiteY3" fmla="*/ 70345 h 347911"/>
                <a:gd name="connsiteX4" fmla="*/ 32789 w 194923"/>
                <a:gd name="connsiteY4" fmla="*/ 70345 h 347911"/>
                <a:gd name="connsiteX5" fmla="*/ 32789 w 194923"/>
                <a:gd name="connsiteY5" fmla="*/ 0 h 347911"/>
                <a:gd name="connsiteX6" fmla="*/ 130298 w 194923"/>
                <a:gd name="connsiteY6" fmla="*/ 0 h 347911"/>
                <a:gd name="connsiteX7" fmla="*/ 130298 w 194923"/>
                <a:gd name="connsiteY7" fmla="*/ 70345 h 347911"/>
                <a:gd name="connsiteX8" fmla="*/ 194923 w 194923"/>
                <a:gd name="connsiteY8" fmla="*/ 70345 h 347911"/>
                <a:gd name="connsiteX9" fmla="*/ 194923 w 194923"/>
                <a:gd name="connsiteY9" fmla="*/ 148887 h 347911"/>
                <a:gd name="connsiteX10" fmla="*/ 130298 w 194923"/>
                <a:gd name="connsiteY10" fmla="*/ 148887 h 347911"/>
                <a:gd name="connsiteX11" fmla="*/ 130298 w 194923"/>
                <a:gd name="connsiteY11" fmla="*/ 347911 h 347911"/>
                <a:gd name="connsiteX12" fmla="*/ 32789 w 194923"/>
                <a:gd name="connsiteY12" fmla="*/ 347911 h 34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923" h="347911">
                  <a:moveTo>
                    <a:pt x="32789" y="347911"/>
                  </a:moveTo>
                  <a:lnTo>
                    <a:pt x="32789" y="148887"/>
                  </a:lnTo>
                  <a:lnTo>
                    <a:pt x="0" y="148887"/>
                  </a:lnTo>
                  <a:lnTo>
                    <a:pt x="0" y="70345"/>
                  </a:lnTo>
                  <a:lnTo>
                    <a:pt x="32789" y="70345"/>
                  </a:lnTo>
                  <a:lnTo>
                    <a:pt x="32789" y="0"/>
                  </a:lnTo>
                  <a:lnTo>
                    <a:pt x="130298" y="0"/>
                  </a:lnTo>
                  <a:lnTo>
                    <a:pt x="130298" y="70345"/>
                  </a:lnTo>
                  <a:lnTo>
                    <a:pt x="194923" y="70345"/>
                  </a:lnTo>
                  <a:lnTo>
                    <a:pt x="194923" y="148887"/>
                  </a:lnTo>
                  <a:lnTo>
                    <a:pt x="130298" y="148887"/>
                  </a:lnTo>
                  <a:lnTo>
                    <a:pt x="130298" y="347911"/>
                  </a:lnTo>
                  <a:lnTo>
                    <a:pt x="32789" y="347911"/>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51" name="Forme libre : forme 50">
              <a:extLst>
                <a:ext uri="{FF2B5EF4-FFF2-40B4-BE49-F238E27FC236}">
                  <a16:creationId xmlns:a16="http://schemas.microsoft.com/office/drawing/2014/main" id="{E4FB240D-A230-1F48-F795-78496D2758EC}"/>
                </a:ext>
              </a:extLst>
            </p:cNvPr>
            <p:cNvSpPr/>
            <p:nvPr/>
          </p:nvSpPr>
          <p:spPr>
            <a:xfrm>
              <a:off x="18903173" y="12327758"/>
              <a:ext cx="119146" cy="119147"/>
            </a:xfrm>
            <a:custGeom>
              <a:avLst/>
              <a:gdLst>
                <a:gd name="connsiteX0" fmla="*/ 119146 w 119146"/>
                <a:gd name="connsiteY0" fmla="*/ 59574 h 119147"/>
                <a:gd name="connsiteX1" fmla="*/ 59573 w 119146"/>
                <a:gd name="connsiteY1" fmla="*/ 119148 h 119147"/>
                <a:gd name="connsiteX2" fmla="*/ 0 w 119146"/>
                <a:gd name="connsiteY2" fmla="*/ 59574 h 119147"/>
                <a:gd name="connsiteX3" fmla="*/ 59573 w 119146"/>
                <a:gd name="connsiteY3" fmla="*/ 0 h 119147"/>
                <a:gd name="connsiteX4" fmla="*/ 119146 w 119146"/>
                <a:gd name="connsiteY4" fmla="*/ 59574 h 11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46" h="119147">
                  <a:moveTo>
                    <a:pt x="119146" y="59574"/>
                  </a:moveTo>
                  <a:cubicBezTo>
                    <a:pt x="119146" y="92459"/>
                    <a:pt x="92457" y="119148"/>
                    <a:pt x="59573" y="119148"/>
                  </a:cubicBezTo>
                  <a:cubicBezTo>
                    <a:pt x="26689" y="119148"/>
                    <a:pt x="0" y="92459"/>
                    <a:pt x="0" y="59574"/>
                  </a:cubicBezTo>
                  <a:cubicBezTo>
                    <a:pt x="0" y="26689"/>
                    <a:pt x="26689" y="0"/>
                    <a:pt x="59573" y="0"/>
                  </a:cubicBezTo>
                  <a:cubicBezTo>
                    <a:pt x="92457" y="0"/>
                    <a:pt x="119146" y="26689"/>
                    <a:pt x="119146" y="59574"/>
                  </a:cubicBezTo>
                </a:path>
              </a:pathLst>
            </a:custGeom>
            <a:solidFill>
              <a:srgbClr val="00A2DF"/>
            </a:solidFill>
            <a:ln w="9525" cap="flat">
              <a:noFill/>
              <a:prstDash val="solid"/>
              <a:miter/>
            </a:ln>
          </p:spPr>
          <p:txBody>
            <a:bodyPr rtlCol="0" anchor="ctr"/>
            <a:lstStyle/>
            <a:p>
              <a:endParaRPr lang="fr-FR" sz="1092"/>
            </a:p>
          </p:txBody>
        </p:sp>
        <p:sp>
          <p:nvSpPr>
            <p:cNvPr id="52" name="Forme libre : forme 51">
              <a:extLst>
                <a:ext uri="{FF2B5EF4-FFF2-40B4-BE49-F238E27FC236}">
                  <a16:creationId xmlns:a16="http://schemas.microsoft.com/office/drawing/2014/main" id="{199CF841-1BC6-1985-28C3-4CD352927369}"/>
                </a:ext>
              </a:extLst>
            </p:cNvPr>
            <p:cNvSpPr/>
            <p:nvPr/>
          </p:nvSpPr>
          <p:spPr>
            <a:xfrm>
              <a:off x="17661767" y="12603990"/>
              <a:ext cx="110662" cy="146122"/>
            </a:xfrm>
            <a:custGeom>
              <a:avLst/>
              <a:gdLst>
                <a:gd name="connsiteX0" fmla="*/ 87024 w 110662"/>
                <a:gd name="connsiteY0" fmla="*/ 42226 h 146122"/>
                <a:gd name="connsiteX1" fmla="*/ 104372 w 110662"/>
                <a:gd name="connsiteY1" fmla="*/ 61385 h 146122"/>
                <a:gd name="connsiteX2" fmla="*/ 110663 w 110662"/>
                <a:gd name="connsiteY2" fmla="*/ 90743 h 146122"/>
                <a:gd name="connsiteX3" fmla="*/ 104372 w 110662"/>
                <a:gd name="connsiteY3" fmla="*/ 120291 h 146122"/>
                <a:gd name="connsiteX4" fmla="*/ 87024 w 110662"/>
                <a:gd name="connsiteY4" fmla="*/ 139451 h 146122"/>
                <a:gd name="connsiteX5" fmla="*/ 61861 w 110662"/>
                <a:gd name="connsiteY5" fmla="*/ 146123 h 146122"/>
                <a:gd name="connsiteX6" fmla="*/ 36792 w 110662"/>
                <a:gd name="connsiteY6" fmla="*/ 138879 h 146122"/>
                <a:gd name="connsiteX7" fmla="*/ 22304 w 110662"/>
                <a:gd name="connsiteY7" fmla="*/ 119720 h 146122"/>
                <a:gd name="connsiteX8" fmla="*/ 22304 w 110662"/>
                <a:gd name="connsiteY8" fmla="*/ 144788 h 146122"/>
                <a:gd name="connsiteX9" fmla="*/ 0 w 110662"/>
                <a:gd name="connsiteY9" fmla="*/ 144788 h 146122"/>
                <a:gd name="connsiteX10" fmla="*/ 0 w 110662"/>
                <a:gd name="connsiteY10" fmla="*/ 0 h 146122"/>
                <a:gd name="connsiteX11" fmla="*/ 22304 w 110662"/>
                <a:gd name="connsiteY11" fmla="*/ 0 h 146122"/>
                <a:gd name="connsiteX12" fmla="*/ 22304 w 110662"/>
                <a:gd name="connsiteY12" fmla="*/ 62052 h 146122"/>
                <a:gd name="connsiteX13" fmla="*/ 36792 w 110662"/>
                <a:gd name="connsiteY13" fmla="*/ 42893 h 146122"/>
                <a:gd name="connsiteX14" fmla="*/ 61861 w 110662"/>
                <a:gd name="connsiteY14" fmla="*/ 35649 h 146122"/>
                <a:gd name="connsiteX15" fmla="*/ 87024 w 110662"/>
                <a:gd name="connsiteY15" fmla="*/ 42321 h 146122"/>
                <a:gd name="connsiteX16" fmla="*/ 38222 w 110662"/>
                <a:gd name="connsiteY16" fmla="*/ 59574 h 146122"/>
                <a:gd name="connsiteX17" fmla="*/ 26498 w 110662"/>
                <a:gd name="connsiteY17" fmla="*/ 72061 h 146122"/>
                <a:gd name="connsiteX18" fmla="*/ 22209 w 110662"/>
                <a:gd name="connsiteY18" fmla="*/ 90743 h 146122"/>
                <a:gd name="connsiteX19" fmla="*/ 26498 w 110662"/>
                <a:gd name="connsiteY19" fmla="*/ 109520 h 146122"/>
                <a:gd name="connsiteX20" fmla="*/ 38222 w 110662"/>
                <a:gd name="connsiteY20" fmla="*/ 121912 h 146122"/>
                <a:gd name="connsiteX21" fmla="*/ 55093 w 110662"/>
                <a:gd name="connsiteY21" fmla="*/ 126297 h 146122"/>
                <a:gd name="connsiteX22" fmla="*/ 78922 w 110662"/>
                <a:gd name="connsiteY22" fmla="*/ 116765 h 146122"/>
                <a:gd name="connsiteX23" fmla="*/ 87882 w 110662"/>
                <a:gd name="connsiteY23" fmla="*/ 90648 h 146122"/>
                <a:gd name="connsiteX24" fmla="*/ 78922 w 110662"/>
                <a:gd name="connsiteY24" fmla="*/ 64626 h 146122"/>
                <a:gd name="connsiteX25" fmla="*/ 55093 w 110662"/>
                <a:gd name="connsiteY25" fmla="*/ 54998 h 146122"/>
                <a:gd name="connsiteX26" fmla="*/ 38222 w 110662"/>
                <a:gd name="connsiteY26" fmla="*/ 59383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662" h="146122">
                  <a:moveTo>
                    <a:pt x="87024" y="42226"/>
                  </a:moveTo>
                  <a:cubicBezTo>
                    <a:pt x="94364" y="46610"/>
                    <a:pt x="100178" y="53092"/>
                    <a:pt x="104372" y="61385"/>
                  </a:cubicBezTo>
                  <a:cubicBezTo>
                    <a:pt x="108566" y="69678"/>
                    <a:pt x="110663" y="79495"/>
                    <a:pt x="110663" y="90743"/>
                  </a:cubicBezTo>
                  <a:cubicBezTo>
                    <a:pt x="110663" y="101990"/>
                    <a:pt x="108566" y="111903"/>
                    <a:pt x="104372" y="120291"/>
                  </a:cubicBezTo>
                  <a:cubicBezTo>
                    <a:pt x="100178" y="128680"/>
                    <a:pt x="94459" y="135066"/>
                    <a:pt x="87024" y="139451"/>
                  </a:cubicBezTo>
                  <a:cubicBezTo>
                    <a:pt x="79685" y="143930"/>
                    <a:pt x="71297" y="146123"/>
                    <a:pt x="61861" y="146123"/>
                  </a:cubicBezTo>
                  <a:cubicBezTo>
                    <a:pt x="52424" y="146123"/>
                    <a:pt x="43750" y="143740"/>
                    <a:pt x="36792" y="138879"/>
                  </a:cubicBezTo>
                  <a:cubicBezTo>
                    <a:pt x="29834" y="134017"/>
                    <a:pt x="25068" y="127631"/>
                    <a:pt x="22304" y="119720"/>
                  </a:cubicBezTo>
                  <a:lnTo>
                    <a:pt x="22304" y="144788"/>
                  </a:lnTo>
                  <a:lnTo>
                    <a:pt x="0" y="144788"/>
                  </a:lnTo>
                  <a:lnTo>
                    <a:pt x="0" y="0"/>
                  </a:lnTo>
                  <a:lnTo>
                    <a:pt x="22304" y="0"/>
                  </a:lnTo>
                  <a:lnTo>
                    <a:pt x="22304" y="62052"/>
                  </a:lnTo>
                  <a:cubicBezTo>
                    <a:pt x="25068" y="54141"/>
                    <a:pt x="29834" y="47659"/>
                    <a:pt x="36792" y="42893"/>
                  </a:cubicBezTo>
                  <a:cubicBezTo>
                    <a:pt x="43750" y="38032"/>
                    <a:pt x="52043" y="35649"/>
                    <a:pt x="61861" y="35649"/>
                  </a:cubicBezTo>
                  <a:cubicBezTo>
                    <a:pt x="71678" y="35649"/>
                    <a:pt x="79685" y="37841"/>
                    <a:pt x="87024" y="42321"/>
                  </a:cubicBezTo>
                  <a:close/>
                  <a:moveTo>
                    <a:pt x="38222" y="59574"/>
                  </a:moveTo>
                  <a:cubicBezTo>
                    <a:pt x="33266" y="62529"/>
                    <a:pt x="29358" y="66723"/>
                    <a:pt x="26498" y="72061"/>
                  </a:cubicBezTo>
                  <a:cubicBezTo>
                    <a:pt x="23639" y="77494"/>
                    <a:pt x="22209" y="83689"/>
                    <a:pt x="22209" y="90743"/>
                  </a:cubicBezTo>
                  <a:cubicBezTo>
                    <a:pt x="22209" y="97797"/>
                    <a:pt x="23639" y="104183"/>
                    <a:pt x="26498" y="109520"/>
                  </a:cubicBezTo>
                  <a:cubicBezTo>
                    <a:pt x="29358" y="114858"/>
                    <a:pt x="33266" y="119052"/>
                    <a:pt x="38222" y="121912"/>
                  </a:cubicBezTo>
                  <a:cubicBezTo>
                    <a:pt x="43179" y="124867"/>
                    <a:pt x="48802" y="126297"/>
                    <a:pt x="55093" y="126297"/>
                  </a:cubicBezTo>
                  <a:cubicBezTo>
                    <a:pt x="65006" y="126297"/>
                    <a:pt x="73013" y="123151"/>
                    <a:pt x="78922" y="116765"/>
                  </a:cubicBezTo>
                  <a:cubicBezTo>
                    <a:pt x="84832" y="110378"/>
                    <a:pt x="87882" y="101704"/>
                    <a:pt x="87882" y="90648"/>
                  </a:cubicBezTo>
                  <a:cubicBezTo>
                    <a:pt x="87882" y="79591"/>
                    <a:pt x="84927" y="71012"/>
                    <a:pt x="78922" y="64626"/>
                  </a:cubicBezTo>
                  <a:cubicBezTo>
                    <a:pt x="72917" y="58239"/>
                    <a:pt x="65006" y="54998"/>
                    <a:pt x="55093" y="54998"/>
                  </a:cubicBezTo>
                  <a:cubicBezTo>
                    <a:pt x="48802" y="54998"/>
                    <a:pt x="43179" y="56428"/>
                    <a:pt x="38222" y="59383"/>
                  </a:cubicBezTo>
                  <a:close/>
                </a:path>
              </a:pathLst>
            </a:custGeom>
            <a:solidFill>
              <a:schemeClr val="bg1"/>
            </a:solidFill>
            <a:ln w="9525" cap="flat">
              <a:noFill/>
              <a:prstDash val="solid"/>
              <a:miter/>
            </a:ln>
          </p:spPr>
          <p:txBody>
            <a:bodyPr rtlCol="0" anchor="ctr"/>
            <a:lstStyle/>
            <a:p>
              <a:endParaRPr lang="fr-FR" sz="1092"/>
            </a:p>
          </p:txBody>
        </p:sp>
        <p:sp>
          <p:nvSpPr>
            <p:cNvPr id="53" name="Forme libre : forme 52">
              <a:extLst>
                <a:ext uri="{FF2B5EF4-FFF2-40B4-BE49-F238E27FC236}">
                  <a16:creationId xmlns:a16="http://schemas.microsoft.com/office/drawing/2014/main" id="{72E57516-86BF-20C6-2E67-68EAEEBFBCA4}"/>
                </a:ext>
              </a:extLst>
            </p:cNvPr>
            <p:cNvSpPr/>
            <p:nvPr/>
          </p:nvSpPr>
          <p:spPr>
            <a:xfrm>
              <a:off x="17783391" y="12639639"/>
              <a:ext cx="105706" cy="110569"/>
            </a:xfrm>
            <a:custGeom>
              <a:avLst/>
              <a:gdLst>
                <a:gd name="connsiteX0" fmla="*/ 105039 w 105706"/>
                <a:gd name="connsiteY0" fmla="*/ 59669 h 110569"/>
                <a:gd name="connsiteX1" fmla="*/ 22018 w 105706"/>
                <a:gd name="connsiteY1" fmla="*/ 59669 h 110569"/>
                <a:gd name="connsiteX2" fmla="*/ 31169 w 105706"/>
                <a:gd name="connsiteY2" fmla="*/ 84357 h 110569"/>
                <a:gd name="connsiteX3" fmla="*/ 52520 w 105706"/>
                <a:gd name="connsiteY3" fmla="*/ 92363 h 110569"/>
                <a:gd name="connsiteX4" fmla="*/ 71392 w 105706"/>
                <a:gd name="connsiteY4" fmla="*/ 86644 h 110569"/>
                <a:gd name="connsiteX5" fmla="*/ 80924 w 105706"/>
                <a:gd name="connsiteY5" fmla="*/ 71584 h 110569"/>
                <a:gd name="connsiteX6" fmla="*/ 104753 w 105706"/>
                <a:gd name="connsiteY6" fmla="*/ 71584 h 110569"/>
                <a:gd name="connsiteX7" fmla="*/ 95698 w 105706"/>
                <a:gd name="connsiteY7" fmla="*/ 91791 h 110569"/>
                <a:gd name="connsiteX8" fmla="*/ 77874 w 105706"/>
                <a:gd name="connsiteY8" fmla="*/ 105613 h 110569"/>
                <a:gd name="connsiteX9" fmla="*/ 53377 w 105706"/>
                <a:gd name="connsiteY9" fmla="*/ 110569 h 110569"/>
                <a:gd name="connsiteX10" fmla="*/ 25736 w 105706"/>
                <a:gd name="connsiteY10" fmla="*/ 103897 h 110569"/>
                <a:gd name="connsiteX11" fmla="*/ 6863 w 105706"/>
                <a:gd name="connsiteY11" fmla="*/ 84738 h 110569"/>
                <a:gd name="connsiteX12" fmla="*/ 0 w 105706"/>
                <a:gd name="connsiteY12" fmla="*/ 55189 h 110569"/>
                <a:gd name="connsiteX13" fmla="*/ 6863 w 105706"/>
                <a:gd name="connsiteY13" fmla="*/ 25831 h 110569"/>
                <a:gd name="connsiteX14" fmla="*/ 25736 w 105706"/>
                <a:gd name="connsiteY14" fmla="*/ 6672 h 110569"/>
                <a:gd name="connsiteX15" fmla="*/ 53377 w 105706"/>
                <a:gd name="connsiteY15" fmla="*/ 0 h 110569"/>
                <a:gd name="connsiteX16" fmla="*/ 81115 w 105706"/>
                <a:gd name="connsiteY16" fmla="*/ 6577 h 110569"/>
                <a:gd name="connsiteX17" fmla="*/ 99320 w 105706"/>
                <a:gd name="connsiteY17" fmla="*/ 24592 h 110569"/>
                <a:gd name="connsiteX18" fmla="*/ 105706 w 105706"/>
                <a:gd name="connsiteY18" fmla="*/ 50137 h 110569"/>
                <a:gd name="connsiteX19" fmla="*/ 104944 w 105706"/>
                <a:gd name="connsiteY19" fmla="*/ 59765 h 110569"/>
                <a:gd name="connsiteX20" fmla="*/ 79685 w 105706"/>
                <a:gd name="connsiteY20" fmla="*/ 31741 h 110569"/>
                <a:gd name="connsiteX21" fmla="*/ 68724 w 105706"/>
                <a:gd name="connsiteY21" fmla="*/ 21161 h 110569"/>
                <a:gd name="connsiteX22" fmla="*/ 53568 w 105706"/>
                <a:gd name="connsiteY22" fmla="*/ 17729 h 110569"/>
                <a:gd name="connsiteX23" fmla="*/ 31645 w 105706"/>
                <a:gd name="connsiteY23" fmla="*/ 25736 h 110569"/>
                <a:gd name="connsiteX24" fmla="*/ 22018 w 105706"/>
                <a:gd name="connsiteY24" fmla="*/ 49375 h 110569"/>
                <a:gd name="connsiteX25" fmla="*/ 83307 w 105706"/>
                <a:gd name="connsiteY25" fmla="*/ 49375 h 110569"/>
                <a:gd name="connsiteX26" fmla="*/ 79685 w 105706"/>
                <a:gd name="connsiteY26" fmla="*/ 31646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06" h="110569">
                  <a:moveTo>
                    <a:pt x="105039" y="59669"/>
                  </a:moveTo>
                  <a:lnTo>
                    <a:pt x="22018" y="59669"/>
                  </a:lnTo>
                  <a:cubicBezTo>
                    <a:pt x="22400" y="70726"/>
                    <a:pt x="25450" y="79019"/>
                    <a:pt x="31169" y="84357"/>
                  </a:cubicBezTo>
                  <a:cubicBezTo>
                    <a:pt x="36888" y="89694"/>
                    <a:pt x="44036" y="92363"/>
                    <a:pt x="52520" y="92363"/>
                  </a:cubicBezTo>
                  <a:cubicBezTo>
                    <a:pt x="59954" y="92363"/>
                    <a:pt x="66245" y="90457"/>
                    <a:pt x="71392" y="86644"/>
                  </a:cubicBezTo>
                  <a:cubicBezTo>
                    <a:pt x="76539" y="82832"/>
                    <a:pt x="79685" y="77875"/>
                    <a:pt x="80924" y="71584"/>
                  </a:cubicBezTo>
                  <a:lnTo>
                    <a:pt x="104753" y="71584"/>
                  </a:lnTo>
                  <a:cubicBezTo>
                    <a:pt x="103323" y="79114"/>
                    <a:pt x="100273" y="85882"/>
                    <a:pt x="95698" y="91791"/>
                  </a:cubicBezTo>
                  <a:cubicBezTo>
                    <a:pt x="91123" y="97701"/>
                    <a:pt x="85213" y="102276"/>
                    <a:pt x="77874" y="105613"/>
                  </a:cubicBezTo>
                  <a:cubicBezTo>
                    <a:pt x="70535" y="108949"/>
                    <a:pt x="62433" y="110569"/>
                    <a:pt x="53377" y="110569"/>
                  </a:cubicBezTo>
                  <a:cubicBezTo>
                    <a:pt x="42988" y="110569"/>
                    <a:pt x="33742" y="108377"/>
                    <a:pt x="25736" y="103897"/>
                  </a:cubicBezTo>
                  <a:cubicBezTo>
                    <a:pt x="17729" y="99512"/>
                    <a:pt x="11438" y="93031"/>
                    <a:pt x="6863" y="84738"/>
                  </a:cubicBezTo>
                  <a:cubicBezTo>
                    <a:pt x="2288" y="76350"/>
                    <a:pt x="0" y="66532"/>
                    <a:pt x="0" y="55189"/>
                  </a:cubicBezTo>
                  <a:cubicBezTo>
                    <a:pt x="0" y="43846"/>
                    <a:pt x="2288" y="34219"/>
                    <a:pt x="6863" y="25831"/>
                  </a:cubicBezTo>
                  <a:cubicBezTo>
                    <a:pt x="11438" y="17443"/>
                    <a:pt x="17729" y="11057"/>
                    <a:pt x="25736" y="6672"/>
                  </a:cubicBezTo>
                  <a:cubicBezTo>
                    <a:pt x="33742" y="2192"/>
                    <a:pt x="42988" y="0"/>
                    <a:pt x="53377" y="0"/>
                  </a:cubicBezTo>
                  <a:cubicBezTo>
                    <a:pt x="63767" y="0"/>
                    <a:pt x="73203" y="2192"/>
                    <a:pt x="81115" y="6577"/>
                  </a:cubicBezTo>
                  <a:cubicBezTo>
                    <a:pt x="89026" y="10962"/>
                    <a:pt x="95031" y="16967"/>
                    <a:pt x="99320" y="24592"/>
                  </a:cubicBezTo>
                  <a:cubicBezTo>
                    <a:pt x="103609" y="32218"/>
                    <a:pt x="105706" y="40701"/>
                    <a:pt x="105706" y="50137"/>
                  </a:cubicBezTo>
                  <a:cubicBezTo>
                    <a:pt x="105706" y="53760"/>
                    <a:pt x="105420" y="57000"/>
                    <a:pt x="104944" y="59765"/>
                  </a:cubicBezTo>
                  <a:close/>
                  <a:moveTo>
                    <a:pt x="79685" y="31741"/>
                  </a:moveTo>
                  <a:cubicBezTo>
                    <a:pt x="77016" y="26975"/>
                    <a:pt x="73394" y="23448"/>
                    <a:pt x="68724" y="21161"/>
                  </a:cubicBezTo>
                  <a:cubicBezTo>
                    <a:pt x="64053" y="18873"/>
                    <a:pt x="59001" y="17729"/>
                    <a:pt x="53568" y="17729"/>
                  </a:cubicBezTo>
                  <a:cubicBezTo>
                    <a:pt x="44799" y="17729"/>
                    <a:pt x="37555" y="20398"/>
                    <a:pt x="31645" y="25736"/>
                  </a:cubicBezTo>
                  <a:cubicBezTo>
                    <a:pt x="25736" y="31074"/>
                    <a:pt x="22590" y="38985"/>
                    <a:pt x="22018" y="49375"/>
                  </a:cubicBezTo>
                  <a:lnTo>
                    <a:pt x="83307" y="49375"/>
                  </a:lnTo>
                  <a:cubicBezTo>
                    <a:pt x="83593" y="42321"/>
                    <a:pt x="82354" y="36412"/>
                    <a:pt x="79685" y="31646"/>
                  </a:cubicBezTo>
                  <a:close/>
                </a:path>
              </a:pathLst>
            </a:custGeom>
            <a:solidFill>
              <a:schemeClr val="bg1"/>
            </a:solidFill>
            <a:ln w="9525" cap="flat">
              <a:noFill/>
              <a:prstDash val="solid"/>
              <a:miter/>
            </a:ln>
          </p:spPr>
          <p:txBody>
            <a:bodyPr rtlCol="0" anchor="ctr"/>
            <a:lstStyle/>
            <a:p>
              <a:endParaRPr lang="fr-FR" sz="1092"/>
            </a:p>
          </p:txBody>
        </p:sp>
        <p:sp>
          <p:nvSpPr>
            <p:cNvPr id="54" name="Forme libre : forme 53">
              <a:extLst>
                <a:ext uri="{FF2B5EF4-FFF2-40B4-BE49-F238E27FC236}">
                  <a16:creationId xmlns:a16="http://schemas.microsoft.com/office/drawing/2014/main" id="{363AD4D2-C4EE-F18C-3B96-FF2F7A6D3D74}"/>
                </a:ext>
              </a:extLst>
            </p:cNvPr>
            <p:cNvSpPr/>
            <p:nvPr/>
          </p:nvSpPr>
          <p:spPr>
            <a:xfrm>
              <a:off x="17888811" y="12640878"/>
              <a:ext cx="112187" cy="159181"/>
            </a:xfrm>
            <a:custGeom>
              <a:avLst/>
              <a:gdLst>
                <a:gd name="connsiteX0" fmla="*/ 25068 w 112187"/>
                <a:gd name="connsiteY0" fmla="*/ 95 h 159181"/>
                <a:gd name="connsiteX1" fmla="*/ 57381 w 112187"/>
                <a:gd name="connsiteY1" fmla="*/ 79400 h 159181"/>
                <a:gd name="connsiteX2" fmla="*/ 87310 w 112187"/>
                <a:gd name="connsiteY2" fmla="*/ 95 h 159181"/>
                <a:gd name="connsiteX3" fmla="*/ 112188 w 112187"/>
                <a:gd name="connsiteY3" fmla="*/ 95 h 159181"/>
                <a:gd name="connsiteX4" fmla="*/ 46991 w 112187"/>
                <a:gd name="connsiteY4" fmla="*/ 159181 h 159181"/>
                <a:gd name="connsiteX5" fmla="*/ 22114 w 112187"/>
                <a:gd name="connsiteY5" fmla="*/ 159181 h 159181"/>
                <a:gd name="connsiteX6" fmla="*/ 45371 w 112187"/>
                <a:gd name="connsiteY6" fmla="*/ 105326 h 159181"/>
                <a:gd name="connsiteX7" fmla="*/ 0 w 112187"/>
                <a:gd name="connsiteY7" fmla="*/ 0 h 159181"/>
                <a:gd name="connsiteX8" fmla="*/ 25068 w 112187"/>
                <a:gd name="connsiteY8" fmla="*/ 0 h 15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187" h="159181">
                  <a:moveTo>
                    <a:pt x="25068" y="95"/>
                  </a:moveTo>
                  <a:lnTo>
                    <a:pt x="57381" y="79400"/>
                  </a:lnTo>
                  <a:lnTo>
                    <a:pt x="87310" y="95"/>
                  </a:lnTo>
                  <a:lnTo>
                    <a:pt x="112188" y="95"/>
                  </a:lnTo>
                  <a:lnTo>
                    <a:pt x="46991" y="159181"/>
                  </a:lnTo>
                  <a:lnTo>
                    <a:pt x="22114" y="159181"/>
                  </a:lnTo>
                  <a:lnTo>
                    <a:pt x="45371" y="105326"/>
                  </a:lnTo>
                  <a:lnTo>
                    <a:pt x="0" y="0"/>
                  </a:lnTo>
                  <a:lnTo>
                    <a:pt x="25068" y="0"/>
                  </a:lnTo>
                  <a:close/>
                </a:path>
              </a:pathLst>
            </a:custGeom>
            <a:solidFill>
              <a:schemeClr val="bg1"/>
            </a:solidFill>
            <a:ln w="9525" cap="flat">
              <a:noFill/>
              <a:prstDash val="solid"/>
              <a:miter/>
            </a:ln>
          </p:spPr>
          <p:txBody>
            <a:bodyPr rtlCol="0" anchor="ctr"/>
            <a:lstStyle/>
            <a:p>
              <a:endParaRPr lang="fr-FR" sz="1092"/>
            </a:p>
          </p:txBody>
        </p:sp>
        <p:sp>
          <p:nvSpPr>
            <p:cNvPr id="55" name="Forme libre : forme 54">
              <a:extLst>
                <a:ext uri="{FF2B5EF4-FFF2-40B4-BE49-F238E27FC236}">
                  <a16:creationId xmlns:a16="http://schemas.microsoft.com/office/drawing/2014/main" id="{9466EB46-72FD-BF43-FADB-F823D2D8F8FD}"/>
                </a:ext>
              </a:extLst>
            </p:cNvPr>
            <p:cNvSpPr/>
            <p:nvPr/>
          </p:nvSpPr>
          <p:spPr>
            <a:xfrm>
              <a:off x="17999379"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3" y="25927"/>
                    <a:pt x="30311" y="29930"/>
                    <a:pt x="27356" y="35363"/>
                  </a:cubicBezTo>
                  <a:cubicBezTo>
                    <a:pt x="24401" y="40796"/>
                    <a:pt x="22971" y="47373"/>
                    <a:pt x="22971" y="55189"/>
                  </a:cubicBezTo>
                  <a:cubicBezTo>
                    <a:pt x="22971" y="63005"/>
                    <a:pt x="24401" y="69773"/>
                    <a:pt x="27356" y="75111"/>
                  </a:cubicBezTo>
                  <a:cubicBezTo>
                    <a:pt x="30311" y="80449"/>
                    <a:pt x="34123"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56" name="Forme libre : forme 55">
              <a:extLst>
                <a:ext uri="{FF2B5EF4-FFF2-40B4-BE49-F238E27FC236}">
                  <a16:creationId xmlns:a16="http://schemas.microsoft.com/office/drawing/2014/main" id="{A75C7FCA-60AF-2F04-7993-F4BC2953E8CE}"/>
                </a:ext>
              </a:extLst>
            </p:cNvPr>
            <p:cNvSpPr/>
            <p:nvPr/>
          </p:nvSpPr>
          <p:spPr>
            <a:xfrm>
              <a:off x="18125674" y="12639163"/>
              <a:ext cx="101703" cy="109615"/>
            </a:xfrm>
            <a:custGeom>
              <a:avLst/>
              <a:gdLst>
                <a:gd name="connsiteX0" fmla="*/ 90360 w 101703"/>
                <a:gd name="connsiteY0" fmla="*/ 12105 h 109615"/>
                <a:gd name="connsiteX1" fmla="*/ 101703 w 101703"/>
                <a:gd name="connsiteY1" fmla="*/ 46706 h 109615"/>
                <a:gd name="connsiteX2" fmla="*/ 101703 w 101703"/>
                <a:gd name="connsiteY2" fmla="*/ 109520 h 109615"/>
                <a:gd name="connsiteX3" fmla="*/ 79399 w 101703"/>
                <a:gd name="connsiteY3" fmla="*/ 109520 h 109615"/>
                <a:gd name="connsiteX4" fmla="*/ 79399 w 101703"/>
                <a:gd name="connsiteY4" fmla="*/ 49089 h 109615"/>
                <a:gd name="connsiteX5" fmla="*/ 71964 w 101703"/>
                <a:gd name="connsiteY5" fmla="*/ 26689 h 109615"/>
                <a:gd name="connsiteX6" fmla="*/ 51662 w 101703"/>
                <a:gd name="connsiteY6" fmla="*/ 18778 h 109615"/>
                <a:gd name="connsiteX7" fmla="*/ 30311 w 101703"/>
                <a:gd name="connsiteY7" fmla="*/ 27261 h 109615"/>
                <a:gd name="connsiteX8" fmla="*/ 22304 w 101703"/>
                <a:gd name="connsiteY8" fmla="*/ 52234 h 109615"/>
                <a:gd name="connsiteX9" fmla="*/ 22304 w 101703"/>
                <a:gd name="connsiteY9" fmla="*/ 109616 h 109615"/>
                <a:gd name="connsiteX10" fmla="*/ 0 w 101703"/>
                <a:gd name="connsiteY10" fmla="*/ 109616 h 109615"/>
                <a:gd name="connsiteX11" fmla="*/ 0 w 101703"/>
                <a:gd name="connsiteY11" fmla="*/ 1811 h 109615"/>
                <a:gd name="connsiteX12" fmla="*/ 22304 w 101703"/>
                <a:gd name="connsiteY12" fmla="*/ 1811 h 109615"/>
                <a:gd name="connsiteX13" fmla="*/ 22304 w 101703"/>
                <a:gd name="connsiteY13" fmla="*/ 25450 h 109615"/>
                <a:gd name="connsiteX14" fmla="*/ 36792 w 101703"/>
                <a:gd name="connsiteY14" fmla="*/ 6672 h 109615"/>
                <a:gd name="connsiteX15" fmla="*/ 60240 w 101703"/>
                <a:gd name="connsiteY15" fmla="*/ 0 h 109615"/>
                <a:gd name="connsiteX16" fmla="*/ 90360 w 101703"/>
                <a:gd name="connsiteY16" fmla="*/ 12105 h 10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703" h="109615">
                  <a:moveTo>
                    <a:pt x="90360" y="12105"/>
                  </a:moveTo>
                  <a:cubicBezTo>
                    <a:pt x="97890" y="20207"/>
                    <a:pt x="101703" y="31741"/>
                    <a:pt x="101703" y="46706"/>
                  </a:cubicBezTo>
                  <a:lnTo>
                    <a:pt x="101703" y="109520"/>
                  </a:lnTo>
                  <a:lnTo>
                    <a:pt x="79399" y="109520"/>
                  </a:lnTo>
                  <a:lnTo>
                    <a:pt x="79399" y="49089"/>
                  </a:lnTo>
                  <a:cubicBezTo>
                    <a:pt x="79399" y="39462"/>
                    <a:pt x="76921" y="31932"/>
                    <a:pt x="71964" y="26689"/>
                  </a:cubicBezTo>
                  <a:cubicBezTo>
                    <a:pt x="67008" y="21447"/>
                    <a:pt x="60240" y="18778"/>
                    <a:pt x="51662" y="18778"/>
                  </a:cubicBezTo>
                  <a:cubicBezTo>
                    <a:pt x="43083" y="18778"/>
                    <a:pt x="35649" y="21637"/>
                    <a:pt x="30311" y="27261"/>
                  </a:cubicBezTo>
                  <a:cubicBezTo>
                    <a:pt x="24973" y="32885"/>
                    <a:pt x="22304" y="41273"/>
                    <a:pt x="22304" y="52234"/>
                  </a:cubicBezTo>
                  <a:lnTo>
                    <a:pt x="22304" y="109616"/>
                  </a:lnTo>
                  <a:lnTo>
                    <a:pt x="0" y="109616"/>
                  </a:lnTo>
                  <a:lnTo>
                    <a:pt x="0" y="1811"/>
                  </a:lnTo>
                  <a:lnTo>
                    <a:pt x="22304" y="1811"/>
                  </a:lnTo>
                  <a:lnTo>
                    <a:pt x="22304" y="25450"/>
                  </a:lnTo>
                  <a:cubicBezTo>
                    <a:pt x="25164" y="17348"/>
                    <a:pt x="30025" y="11057"/>
                    <a:pt x="36792" y="6672"/>
                  </a:cubicBezTo>
                  <a:cubicBezTo>
                    <a:pt x="43560" y="2192"/>
                    <a:pt x="51376" y="0"/>
                    <a:pt x="60240" y="0"/>
                  </a:cubicBezTo>
                  <a:cubicBezTo>
                    <a:pt x="72727" y="0"/>
                    <a:pt x="82830" y="4003"/>
                    <a:pt x="90360" y="12105"/>
                  </a:cubicBezTo>
                  <a:close/>
                </a:path>
              </a:pathLst>
            </a:custGeom>
            <a:solidFill>
              <a:schemeClr val="bg1"/>
            </a:solidFill>
            <a:ln w="9525" cap="flat">
              <a:noFill/>
              <a:prstDash val="solid"/>
              <a:miter/>
            </a:ln>
          </p:spPr>
          <p:txBody>
            <a:bodyPr rtlCol="0" anchor="ctr"/>
            <a:lstStyle/>
            <a:p>
              <a:endParaRPr lang="fr-FR" sz="1092"/>
            </a:p>
          </p:txBody>
        </p:sp>
        <p:sp>
          <p:nvSpPr>
            <p:cNvPr id="57" name="Forme libre : forme 56">
              <a:extLst>
                <a:ext uri="{FF2B5EF4-FFF2-40B4-BE49-F238E27FC236}">
                  <a16:creationId xmlns:a16="http://schemas.microsoft.com/office/drawing/2014/main" id="{09C5D15E-7BD5-01E2-55A3-64CBB86197C1}"/>
                </a:ext>
              </a:extLst>
            </p:cNvPr>
            <p:cNvSpPr/>
            <p:nvPr/>
          </p:nvSpPr>
          <p:spPr>
            <a:xfrm>
              <a:off x="18242913" y="12603895"/>
              <a:ext cx="110853" cy="146122"/>
            </a:xfrm>
            <a:custGeom>
              <a:avLst/>
              <a:gdLst>
                <a:gd name="connsiteX0" fmla="*/ 73871 w 110853"/>
                <a:gd name="connsiteY0" fmla="*/ 42893 h 146122"/>
                <a:gd name="connsiteX1" fmla="*/ 88359 w 110853"/>
                <a:gd name="connsiteY1" fmla="*/ 62052 h 146122"/>
                <a:gd name="connsiteX2" fmla="*/ 88359 w 110853"/>
                <a:gd name="connsiteY2" fmla="*/ 0 h 146122"/>
                <a:gd name="connsiteX3" fmla="*/ 110853 w 110853"/>
                <a:gd name="connsiteY3" fmla="*/ 0 h 146122"/>
                <a:gd name="connsiteX4" fmla="*/ 110853 w 110853"/>
                <a:gd name="connsiteY4" fmla="*/ 144788 h 146122"/>
                <a:gd name="connsiteX5" fmla="*/ 88359 w 110853"/>
                <a:gd name="connsiteY5" fmla="*/ 144788 h 146122"/>
                <a:gd name="connsiteX6" fmla="*/ 88359 w 110853"/>
                <a:gd name="connsiteY6" fmla="*/ 119720 h 146122"/>
                <a:gd name="connsiteX7" fmla="*/ 73871 w 110853"/>
                <a:gd name="connsiteY7" fmla="*/ 138879 h 146122"/>
                <a:gd name="connsiteX8" fmla="*/ 48802 w 110853"/>
                <a:gd name="connsiteY8" fmla="*/ 146123 h 146122"/>
                <a:gd name="connsiteX9" fmla="*/ 23639 w 110853"/>
                <a:gd name="connsiteY9" fmla="*/ 139451 h 146122"/>
                <a:gd name="connsiteX10" fmla="*/ 6291 w 110853"/>
                <a:gd name="connsiteY10" fmla="*/ 120291 h 146122"/>
                <a:gd name="connsiteX11" fmla="*/ 0 w 110853"/>
                <a:gd name="connsiteY11" fmla="*/ 90743 h 146122"/>
                <a:gd name="connsiteX12" fmla="*/ 6291 w 110853"/>
                <a:gd name="connsiteY12" fmla="*/ 61385 h 146122"/>
                <a:gd name="connsiteX13" fmla="*/ 23639 w 110853"/>
                <a:gd name="connsiteY13" fmla="*/ 42226 h 146122"/>
                <a:gd name="connsiteX14" fmla="*/ 48802 w 110853"/>
                <a:gd name="connsiteY14" fmla="*/ 35554 h 146122"/>
                <a:gd name="connsiteX15" fmla="*/ 73871 w 110853"/>
                <a:gd name="connsiteY15" fmla="*/ 42798 h 146122"/>
                <a:gd name="connsiteX16" fmla="*/ 31931 w 110853"/>
                <a:gd name="connsiteY16" fmla="*/ 64721 h 146122"/>
                <a:gd name="connsiteX17" fmla="*/ 23067 w 110853"/>
                <a:gd name="connsiteY17" fmla="*/ 90838 h 146122"/>
                <a:gd name="connsiteX18" fmla="*/ 31931 w 110853"/>
                <a:gd name="connsiteY18" fmla="*/ 116956 h 146122"/>
                <a:gd name="connsiteX19" fmla="*/ 55760 w 110853"/>
                <a:gd name="connsiteY19" fmla="*/ 126487 h 146122"/>
                <a:gd name="connsiteX20" fmla="*/ 72631 w 110853"/>
                <a:gd name="connsiteY20" fmla="*/ 122103 h 146122"/>
                <a:gd name="connsiteX21" fmla="*/ 84355 w 110853"/>
                <a:gd name="connsiteY21" fmla="*/ 109711 h 146122"/>
                <a:gd name="connsiteX22" fmla="*/ 88645 w 110853"/>
                <a:gd name="connsiteY22" fmla="*/ 90934 h 146122"/>
                <a:gd name="connsiteX23" fmla="*/ 84355 w 110853"/>
                <a:gd name="connsiteY23" fmla="*/ 72251 h 146122"/>
                <a:gd name="connsiteX24" fmla="*/ 72631 w 110853"/>
                <a:gd name="connsiteY24" fmla="*/ 59765 h 146122"/>
                <a:gd name="connsiteX25" fmla="*/ 55760 w 110853"/>
                <a:gd name="connsiteY25" fmla="*/ 55380 h 146122"/>
                <a:gd name="connsiteX26" fmla="*/ 31931 w 110853"/>
                <a:gd name="connsiteY26" fmla="*/ 64912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853" h="146122">
                  <a:moveTo>
                    <a:pt x="73871" y="42893"/>
                  </a:moveTo>
                  <a:cubicBezTo>
                    <a:pt x="80829" y="47754"/>
                    <a:pt x="85594" y="54141"/>
                    <a:pt x="88359" y="62052"/>
                  </a:cubicBezTo>
                  <a:lnTo>
                    <a:pt x="88359" y="0"/>
                  </a:lnTo>
                  <a:lnTo>
                    <a:pt x="110853" y="0"/>
                  </a:lnTo>
                  <a:lnTo>
                    <a:pt x="110853" y="144788"/>
                  </a:lnTo>
                  <a:lnTo>
                    <a:pt x="88359" y="144788"/>
                  </a:lnTo>
                  <a:lnTo>
                    <a:pt x="88359" y="119720"/>
                  </a:lnTo>
                  <a:cubicBezTo>
                    <a:pt x="85594" y="127631"/>
                    <a:pt x="80829" y="134113"/>
                    <a:pt x="73871" y="138879"/>
                  </a:cubicBezTo>
                  <a:cubicBezTo>
                    <a:pt x="66912" y="143740"/>
                    <a:pt x="58620" y="146123"/>
                    <a:pt x="48802" y="146123"/>
                  </a:cubicBezTo>
                  <a:cubicBezTo>
                    <a:pt x="38985" y="146123"/>
                    <a:pt x="30978" y="143930"/>
                    <a:pt x="23639" y="139451"/>
                  </a:cubicBezTo>
                  <a:cubicBezTo>
                    <a:pt x="16299" y="135066"/>
                    <a:pt x="10485" y="128584"/>
                    <a:pt x="6291" y="120291"/>
                  </a:cubicBezTo>
                  <a:cubicBezTo>
                    <a:pt x="2097" y="111903"/>
                    <a:pt x="0" y="102086"/>
                    <a:pt x="0" y="90743"/>
                  </a:cubicBezTo>
                  <a:cubicBezTo>
                    <a:pt x="0" y="79400"/>
                    <a:pt x="2097" y="69773"/>
                    <a:pt x="6291" y="61385"/>
                  </a:cubicBezTo>
                  <a:cubicBezTo>
                    <a:pt x="10485" y="52997"/>
                    <a:pt x="16204" y="46611"/>
                    <a:pt x="23639" y="42226"/>
                  </a:cubicBezTo>
                  <a:cubicBezTo>
                    <a:pt x="30978" y="37746"/>
                    <a:pt x="39366" y="35554"/>
                    <a:pt x="48802" y="35554"/>
                  </a:cubicBezTo>
                  <a:cubicBezTo>
                    <a:pt x="58239" y="35554"/>
                    <a:pt x="66912" y="37937"/>
                    <a:pt x="73871" y="42798"/>
                  </a:cubicBezTo>
                  <a:close/>
                  <a:moveTo>
                    <a:pt x="31931" y="64721"/>
                  </a:moveTo>
                  <a:cubicBezTo>
                    <a:pt x="26021" y="71012"/>
                    <a:pt x="23067" y="79781"/>
                    <a:pt x="23067" y="90838"/>
                  </a:cubicBezTo>
                  <a:cubicBezTo>
                    <a:pt x="23067" y="101895"/>
                    <a:pt x="26021" y="110665"/>
                    <a:pt x="31931" y="116956"/>
                  </a:cubicBezTo>
                  <a:cubicBezTo>
                    <a:pt x="37841" y="123246"/>
                    <a:pt x="45752" y="126487"/>
                    <a:pt x="55760" y="126487"/>
                  </a:cubicBezTo>
                  <a:cubicBezTo>
                    <a:pt x="62051" y="126487"/>
                    <a:pt x="67675" y="125057"/>
                    <a:pt x="72631" y="122103"/>
                  </a:cubicBezTo>
                  <a:cubicBezTo>
                    <a:pt x="77588" y="119148"/>
                    <a:pt x="81496" y="115049"/>
                    <a:pt x="84355" y="109711"/>
                  </a:cubicBezTo>
                  <a:cubicBezTo>
                    <a:pt x="87215" y="104373"/>
                    <a:pt x="88645" y="98082"/>
                    <a:pt x="88645" y="90934"/>
                  </a:cubicBezTo>
                  <a:cubicBezTo>
                    <a:pt x="88645" y="83785"/>
                    <a:pt x="87215" y="77684"/>
                    <a:pt x="84355" y="72251"/>
                  </a:cubicBezTo>
                  <a:cubicBezTo>
                    <a:pt x="81496" y="66818"/>
                    <a:pt x="77588" y="62624"/>
                    <a:pt x="72631" y="59765"/>
                  </a:cubicBezTo>
                  <a:cubicBezTo>
                    <a:pt x="67675" y="56810"/>
                    <a:pt x="62051" y="55380"/>
                    <a:pt x="55760" y="55380"/>
                  </a:cubicBezTo>
                  <a:cubicBezTo>
                    <a:pt x="45847" y="55380"/>
                    <a:pt x="37936" y="58525"/>
                    <a:pt x="31931" y="64912"/>
                  </a:cubicBezTo>
                  <a:close/>
                </a:path>
              </a:pathLst>
            </a:custGeom>
            <a:solidFill>
              <a:schemeClr val="bg1"/>
            </a:solidFill>
            <a:ln w="9525" cap="flat">
              <a:noFill/>
              <a:prstDash val="solid"/>
              <a:miter/>
            </a:ln>
          </p:spPr>
          <p:txBody>
            <a:bodyPr rtlCol="0" anchor="ctr"/>
            <a:lstStyle/>
            <a:p>
              <a:endParaRPr lang="fr-FR" sz="1092"/>
            </a:p>
          </p:txBody>
        </p:sp>
        <p:sp>
          <p:nvSpPr>
            <p:cNvPr id="58" name="Forme libre : forme 57">
              <a:extLst>
                <a:ext uri="{FF2B5EF4-FFF2-40B4-BE49-F238E27FC236}">
                  <a16:creationId xmlns:a16="http://schemas.microsoft.com/office/drawing/2014/main" id="{CDBE68C2-A323-8BA2-CB2F-CA540371E1D5}"/>
                </a:ext>
              </a:extLst>
            </p:cNvPr>
            <p:cNvSpPr/>
            <p:nvPr/>
          </p:nvSpPr>
          <p:spPr>
            <a:xfrm>
              <a:off x="18406858" y="12614284"/>
              <a:ext cx="64148" cy="134494"/>
            </a:xfrm>
            <a:custGeom>
              <a:avLst/>
              <a:gdLst>
                <a:gd name="connsiteX0" fmla="*/ 64148 w 64148"/>
                <a:gd name="connsiteY0" fmla="*/ 115144 h 134494"/>
                <a:gd name="connsiteX1" fmla="*/ 64148 w 64148"/>
                <a:gd name="connsiteY1" fmla="*/ 134494 h 134494"/>
                <a:gd name="connsiteX2" fmla="*/ 50423 w 64148"/>
                <a:gd name="connsiteY2" fmla="*/ 134494 h 134494"/>
                <a:gd name="connsiteX3" fmla="*/ 24306 w 64148"/>
                <a:gd name="connsiteY3" fmla="*/ 126201 h 134494"/>
                <a:gd name="connsiteX4" fmla="*/ 15441 w 64148"/>
                <a:gd name="connsiteY4" fmla="*/ 98559 h 134494"/>
                <a:gd name="connsiteX5" fmla="*/ 15441 w 64148"/>
                <a:gd name="connsiteY5" fmla="*/ 45753 h 134494"/>
                <a:gd name="connsiteX6" fmla="*/ 0 w 64148"/>
                <a:gd name="connsiteY6" fmla="*/ 45753 h 134494"/>
                <a:gd name="connsiteX7" fmla="*/ 0 w 64148"/>
                <a:gd name="connsiteY7" fmla="*/ 26784 h 134494"/>
                <a:gd name="connsiteX8" fmla="*/ 15441 w 64148"/>
                <a:gd name="connsiteY8" fmla="*/ 26784 h 134494"/>
                <a:gd name="connsiteX9" fmla="*/ 15441 w 64148"/>
                <a:gd name="connsiteY9" fmla="*/ 0 h 134494"/>
                <a:gd name="connsiteX10" fmla="*/ 37936 w 64148"/>
                <a:gd name="connsiteY10" fmla="*/ 0 h 134494"/>
                <a:gd name="connsiteX11" fmla="*/ 37936 w 64148"/>
                <a:gd name="connsiteY11" fmla="*/ 26784 h 134494"/>
                <a:gd name="connsiteX12" fmla="*/ 63958 w 64148"/>
                <a:gd name="connsiteY12" fmla="*/ 26784 h 134494"/>
                <a:gd name="connsiteX13" fmla="*/ 63958 w 64148"/>
                <a:gd name="connsiteY13" fmla="*/ 45753 h 134494"/>
                <a:gd name="connsiteX14" fmla="*/ 37936 w 64148"/>
                <a:gd name="connsiteY14" fmla="*/ 45753 h 134494"/>
                <a:gd name="connsiteX15" fmla="*/ 37936 w 64148"/>
                <a:gd name="connsiteY15" fmla="*/ 98940 h 134494"/>
                <a:gd name="connsiteX16" fmla="*/ 41367 w 64148"/>
                <a:gd name="connsiteY16" fmla="*/ 111618 h 134494"/>
                <a:gd name="connsiteX17" fmla="*/ 53377 w 64148"/>
                <a:gd name="connsiteY17" fmla="*/ 115144 h 134494"/>
                <a:gd name="connsiteX18" fmla="*/ 64148 w 64148"/>
                <a:gd name="connsiteY18" fmla="*/ 115144 h 13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148" h="134494">
                  <a:moveTo>
                    <a:pt x="64148" y="115144"/>
                  </a:moveTo>
                  <a:lnTo>
                    <a:pt x="64148" y="134494"/>
                  </a:lnTo>
                  <a:lnTo>
                    <a:pt x="50423" y="134494"/>
                  </a:lnTo>
                  <a:cubicBezTo>
                    <a:pt x="38985" y="134494"/>
                    <a:pt x="30215" y="131730"/>
                    <a:pt x="24306" y="126201"/>
                  </a:cubicBezTo>
                  <a:cubicBezTo>
                    <a:pt x="18396" y="120673"/>
                    <a:pt x="15441" y="111427"/>
                    <a:pt x="15441" y="98559"/>
                  </a:cubicBezTo>
                  <a:lnTo>
                    <a:pt x="15441" y="45753"/>
                  </a:lnTo>
                  <a:lnTo>
                    <a:pt x="0" y="45753"/>
                  </a:lnTo>
                  <a:lnTo>
                    <a:pt x="0" y="26784"/>
                  </a:lnTo>
                  <a:lnTo>
                    <a:pt x="15441" y="26784"/>
                  </a:lnTo>
                  <a:lnTo>
                    <a:pt x="15441" y="0"/>
                  </a:lnTo>
                  <a:lnTo>
                    <a:pt x="37936" y="0"/>
                  </a:lnTo>
                  <a:lnTo>
                    <a:pt x="37936" y="26784"/>
                  </a:lnTo>
                  <a:lnTo>
                    <a:pt x="63958" y="26784"/>
                  </a:lnTo>
                  <a:lnTo>
                    <a:pt x="63958" y="45753"/>
                  </a:lnTo>
                  <a:lnTo>
                    <a:pt x="37936" y="45753"/>
                  </a:lnTo>
                  <a:lnTo>
                    <a:pt x="37936" y="98940"/>
                  </a:lnTo>
                  <a:cubicBezTo>
                    <a:pt x="37936" y="105041"/>
                    <a:pt x="39080" y="109330"/>
                    <a:pt x="41367" y="111618"/>
                  </a:cubicBezTo>
                  <a:cubicBezTo>
                    <a:pt x="43655" y="114001"/>
                    <a:pt x="47658" y="115144"/>
                    <a:pt x="53377" y="115144"/>
                  </a:cubicBezTo>
                  <a:lnTo>
                    <a:pt x="64148" y="115144"/>
                  </a:lnTo>
                  <a:close/>
                </a:path>
              </a:pathLst>
            </a:custGeom>
            <a:solidFill>
              <a:schemeClr val="bg1"/>
            </a:solidFill>
            <a:ln w="9525" cap="flat">
              <a:noFill/>
              <a:prstDash val="solid"/>
              <a:miter/>
            </a:ln>
          </p:spPr>
          <p:txBody>
            <a:bodyPr rtlCol="0" anchor="ctr"/>
            <a:lstStyle/>
            <a:p>
              <a:endParaRPr lang="fr-FR" sz="1092"/>
            </a:p>
          </p:txBody>
        </p:sp>
        <p:sp>
          <p:nvSpPr>
            <p:cNvPr id="59" name="Forme libre : forme 58">
              <a:extLst>
                <a:ext uri="{FF2B5EF4-FFF2-40B4-BE49-F238E27FC236}">
                  <a16:creationId xmlns:a16="http://schemas.microsoft.com/office/drawing/2014/main" id="{F68F656C-582F-2E70-B6DA-4C99D142080E}"/>
                </a:ext>
              </a:extLst>
            </p:cNvPr>
            <p:cNvSpPr/>
            <p:nvPr/>
          </p:nvSpPr>
          <p:spPr>
            <a:xfrm>
              <a:off x="18487306" y="12603990"/>
              <a:ext cx="101703" cy="144788"/>
            </a:xfrm>
            <a:custGeom>
              <a:avLst/>
              <a:gdLst>
                <a:gd name="connsiteX0" fmla="*/ 90360 w 101703"/>
                <a:gd name="connsiteY0" fmla="*/ 47278 h 144788"/>
                <a:gd name="connsiteX1" fmla="*/ 101703 w 101703"/>
                <a:gd name="connsiteY1" fmla="*/ 81878 h 144788"/>
                <a:gd name="connsiteX2" fmla="*/ 101703 w 101703"/>
                <a:gd name="connsiteY2" fmla="*/ 144693 h 144788"/>
                <a:gd name="connsiteX3" fmla="*/ 79399 w 101703"/>
                <a:gd name="connsiteY3" fmla="*/ 144693 h 144788"/>
                <a:gd name="connsiteX4" fmla="*/ 79399 w 101703"/>
                <a:gd name="connsiteY4" fmla="*/ 84261 h 144788"/>
                <a:gd name="connsiteX5" fmla="*/ 71964 w 101703"/>
                <a:gd name="connsiteY5" fmla="*/ 61861 h 144788"/>
                <a:gd name="connsiteX6" fmla="*/ 51662 w 101703"/>
                <a:gd name="connsiteY6" fmla="*/ 53950 h 144788"/>
                <a:gd name="connsiteX7" fmla="*/ 30311 w 101703"/>
                <a:gd name="connsiteY7" fmla="*/ 62433 h 144788"/>
                <a:gd name="connsiteX8" fmla="*/ 22304 w 101703"/>
                <a:gd name="connsiteY8" fmla="*/ 87407 h 144788"/>
                <a:gd name="connsiteX9" fmla="*/ 22304 w 101703"/>
                <a:gd name="connsiteY9" fmla="*/ 144788 h 144788"/>
                <a:gd name="connsiteX10" fmla="*/ 0 w 101703"/>
                <a:gd name="connsiteY10" fmla="*/ 144788 h 144788"/>
                <a:gd name="connsiteX11" fmla="*/ 0 w 101703"/>
                <a:gd name="connsiteY11" fmla="*/ 0 h 144788"/>
                <a:gd name="connsiteX12" fmla="*/ 22304 w 101703"/>
                <a:gd name="connsiteY12" fmla="*/ 0 h 144788"/>
                <a:gd name="connsiteX13" fmla="*/ 22304 w 101703"/>
                <a:gd name="connsiteY13" fmla="*/ 60622 h 144788"/>
                <a:gd name="connsiteX14" fmla="*/ 36792 w 101703"/>
                <a:gd name="connsiteY14" fmla="*/ 41845 h 144788"/>
                <a:gd name="connsiteX15" fmla="*/ 60240 w 101703"/>
                <a:gd name="connsiteY15" fmla="*/ 35172 h 144788"/>
                <a:gd name="connsiteX16" fmla="*/ 90360 w 101703"/>
                <a:gd name="connsiteY16" fmla="*/ 47278 h 144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703" h="144788">
                  <a:moveTo>
                    <a:pt x="90360" y="47278"/>
                  </a:moveTo>
                  <a:cubicBezTo>
                    <a:pt x="97890" y="55380"/>
                    <a:pt x="101703" y="66913"/>
                    <a:pt x="101703" y="81878"/>
                  </a:cubicBezTo>
                  <a:lnTo>
                    <a:pt x="101703" y="144693"/>
                  </a:lnTo>
                  <a:lnTo>
                    <a:pt x="79399" y="144693"/>
                  </a:lnTo>
                  <a:lnTo>
                    <a:pt x="79399" y="84261"/>
                  </a:lnTo>
                  <a:cubicBezTo>
                    <a:pt x="79399" y="74634"/>
                    <a:pt x="76921" y="67104"/>
                    <a:pt x="71964" y="61861"/>
                  </a:cubicBezTo>
                  <a:cubicBezTo>
                    <a:pt x="67008" y="56619"/>
                    <a:pt x="60240" y="53950"/>
                    <a:pt x="51662" y="53950"/>
                  </a:cubicBezTo>
                  <a:cubicBezTo>
                    <a:pt x="43083" y="53950"/>
                    <a:pt x="35648" y="56810"/>
                    <a:pt x="30311" y="62433"/>
                  </a:cubicBezTo>
                  <a:cubicBezTo>
                    <a:pt x="24973" y="68057"/>
                    <a:pt x="22304" y="76445"/>
                    <a:pt x="22304" y="87407"/>
                  </a:cubicBezTo>
                  <a:lnTo>
                    <a:pt x="22304" y="144788"/>
                  </a:lnTo>
                  <a:lnTo>
                    <a:pt x="0" y="144788"/>
                  </a:lnTo>
                  <a:lnTo>
                    <a:pt x="0" y="0"/>
                  </a:lnTo>
                  <a:lnTo>
                    <a:pt x="22304" y="0"/>
                  </a:lnTo>
                  <a:lnTo>
                    <a:pt x="22304" y="60622"/>
                  </a:lnTo>
                  <a:cubicBezTo>
                    <a:pt x="25164" y="52520"/>
                    <a:pt x="30025" y="46229"/>
                    <a:pt x="36792" y="41845"/>
                  </a:cubicBezTo>
                  <a:cubicBezTo>
                    <a:pt x="43560" y="37365"/>
                    <a:pt x="51376" y="35172"/>
                    <a:pt x="60240" y="35172"/>
                  </a:cubicBezTo>
                  <a:cubicBezTo>
                    <a:pt x="72727" y="35172"/>
                    <a:pt x="82830" y="39176"/>
                    <a:pt x="90360" y="47278"/>
                  </a:cubicBezTo>
                  <a:close/>
                </a:path>
              </a:pathLst>
            </a:custGeom>
            <a:solidFill>
              <a:schemeClr val="bg1"/>
            </a:solidFill>
            <a:ln w="9525" cap="flat">
              <a:noFill/>
              <a:prstDash val="solid"/>
              <a:miter/>
            </a:ln>
          </p:spPr>
          <p:txBody>
            <a:bodyPr rtlCol="0" anchor="ctr"/>
            <a:lstStyle/>
            <a:p>
              <a:endParaRPr lang="fr-FR" sz="1092"/>
            </a:p>
          </p:txBody>
        </p:sp>
        <p:sp>
          <p:nvSpPr>
            <p:cNvPr id="60" name="Forme libre : forme 59">
              <a:extLst>
                <a:ext uri="{FF2B5EF4-FFF2-40B4-BE49-F238E27FC236}">
                  <a16:creationId xmlns:a16="http://schemas.microsoft.com/office/drawing/2014/main" id="{6EFB4602-FBDA-1689-C6B9-A3CB403A8F1E}"/>
                </a:ext>
              </a:extLst>
            </p:cNvPr>
            <p:cNvSpPr/>
            <p:nvPr/>
          </p:nvSpPr>
          <p:spPr>
            <a:xfrm>
              <a:off x="18604546" y="12639639"/>
              <a:ext cx="105706" cy="110569"/>
            </a:xfrm>
            <a:custGeom>
              <a:avLst/>
              <a:gdLst>
                <a:gd name="connsiteX0" fmla="*/ 105039 w 105706"/>
                <a:gd name="connsiteY0" fmla="*/ 59669 h 110569"/>
                <a:gd name="connsiteX1" fmla="*/ 22018 w 105706"/>
                <a:gd name="connsiteY1" fmla="*/ 59669 h 110569"/>
                <a:gd name="connsiteX2" fmla="*/ 31169 w 105706"/>
                <a:gd name="connsiteY2" fmla="*/ 84357 h 110569"/>
                <a:gd name="connsiteX3" fmla="*/ 52520 w 105706"/>
                <a:gd name="connsiteY3" fmla="*/ 92363 h 110569"/>
                <a:gd name="connsiteX4" fmla="*/ 71392 w 105706"/>
                <a:gd name="connsiteY4" fmla="*/ 86644 h 110569"/>
                <a:gd name="connsiteX5" fmla="*/ 80924 w 105706"/>
                <a:gd name="connsiteY5" fmla="*/ 71584 h 110569"/>
                <a:gd name="connsiteX6" fmla="*/ 104753 w 105706"/>
                <a:gd name="connsiteY6" fmla="*/ 71584 h 110569"/>
                <a:gd name="connsiteX7" fmla="*/ 95698 w 105706"/>
                <a:gd name="connsiteY7" fmla="*/ 91791 h 110569"/>
                <a:gd name="connsiteX8" fmla="*/ 77874 w 105706"/>
                <a:gd name="connsiteY8" fmla="*/ 105613 h 110569"/>
                <a:gd name="connsiteX9" fmla="*/ 53377 w 105706"/>
                <a:gd name="connsiteY9" fmla="*/ 110569 h 110569"/>
                <a:gd name="connsiteX10" fmla="*/ 25736 w 105706"/>
                <a:gd name="connsiteY10" fmla="*/ 103897 h 110569"/>
                <a:gd name="connsiteX11" fmla="*/ 6863 w 105706"/>
                <a:gd name="connsiteY11" fmla="*/ 84738 h 110569"/>
                <a:gd name="connsiteX12" fmla="*/ 0 w 105706"/>
                <a:gd name="connsiteY12" fmla="*/ 55189 h 110569"/>
                <a:gd name="connsiteX13" fmla="*/ 6863 w 105706"/>
                <a:gd name="connsiteY13" fmla="*/ 25831 h 110569"/>
                <a:gd name="connsiteX14" fmla="*/ 25736 w 105706"/>
                <a:gd name="connsiteY14" fmla="*/ 6672 h 110569"/>
                <a:gd name="connsiteX15" fmla="*/ 53377 w 105706"/>
                <a:gd name="connsiteY15" fmla="*/ 0 h 110569"/>
                <a:gd name="connsiteX16" fmla="*/ 81115 w 105706"/>
                <a:gd name="connsiteY16" fmla="*/ 6577 h 110569"/>
                <a:gd name="connsiteX17" fmla="*/ 99320 w 105706"/>
                <a:gd name="connsiteY17" fmla="*/ 24592 h 110569"/>
                <a:gd name="connsiteX18" fmla="*/ 105706 w 105706"/>
                <a:gd name="connsiteY18" fmla="*/ 50137 h 110569"/>
                <a:gd name="connsiteX19" fmla="*/ 104944 w 105706"/>
                <a:gd name="connsiteY19" fmla="*/ 59765 h 110569"/>
                <a:gd name="connsiteX20" fmla="*/ 79685 w 105706"/>
                <a:gd name="connsiteY20" fmla="*/ 31741 h 110569"/>
                <a:gd name="connsiteX21" fmla="*/ 68723 w 105706"/>
                <a:gd name="connsiteY21" fmla="*/ 21161 h 110569"/>
                <a:gd name="connsiteX22" fmla="*/ 53568 w 105706"/>
                <a:gd name="connsiteY22" fmla="*/ 17729 h 110569"/>
                <a:gd name="connsiteX23" fmla="*/ 31645 w 105706"/>
                <a:gd name="connsiteY23" fmla="*/ 25736 h 110569"/>
                <a:gd name="connsiteX24" fmla="*/ 22018 w 105706"/>
                <a:gd name="connsiteY24" fmla="*/ 49375 h 110569"/>
                <a:gd name="connsiteX25" fmla="*/ 83307 w 105706"/>
                <a:gd name="connsiteY25" fmla="*/ 49375 h 110569"/>
                <a:gd name="connsiteX26" fmla="*/ 79685 w 105706"/>
                <a:gd name="connsiteY26" fmla="*/ 31646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06" h="110569">
                  <a:moveTo>
                    <a:pt x="105039" y="59669"/>
                  </a:moveTo>
                  <a:lnTo>
                    <a:pt x="22018" y="59669"/>
                  </a:lnTo>
                  <a:cubicBezTo>
                    <a:pt x="22399" y="70726"/>
                    <a:pt x="25450" y="79019"/>
                    <a:pt x="31169" y="84357"/>
                  </a:cubicBezTo>
                  <a:cubicBezTo>
                    <a:pt x="36888" y="89694"/>
                    <a:pt x="44036" y="92363"/>
                    <a:pt x="52520" y="92363"/>
                  </a:cubicBezTo>
                  <a:cubicBezTo>
                    <a:pt x="59954" y="92363"/>
                    <a:pt x="66245" y="90457"/>
                    <a:pt x="71392" y="86644"/>
                  </a:cubicBezTo>
                  <a:cubicBezTo>
                    <a:pt x="76539" y="82832"/>
                    <a:pt x="79685" y="77875"/>
                    <a:pt x="80924" y="71584"/>
                  </a:cubicBezTo>
                  <a:lnTo>
                    <a:pt x="104753" y="71584"/>
                  </a:lnTo>
                  <a:cubicBezTo>
                    <a:pt x="103323" y="79114"/>
                    <a:pt x="100273" y="85882"/>
                    <a:pt x="95698" y="91791"/>
                  </a:cubicBezTo>
                  <a:cubicBezTo>
                    <a:pt x="91123" y="97701"/>
                    <a:pt x="85213" y="102276"/>
                    <a:pt x="77874" y="105613"/>
                  </a:cubicBezTo>
                  <a:cubicBezTo>
                    <a:pt x="70534" y="108949"/>
                    <a:pt x="62432" y="110569"/>
                    <a:pt x="53377" y="110569"/>
                  </a:cubicBezTo>
                  <a:cubicBezTo>
                    <a:pt x="42988" y="110569"/>
                    <a:pt x="33742" y="108377"/>
                    <a:pt x="25736" y="103897"/>
                  </a:cubicBezTo>
                  <a:cubicBezTo>
                    <a:pt x="17729" y="99512"/>
                    <a:pt x="11438" y="93031"/>
                    <a:pt x="6863" y="84738"/>
                  </a:cubicBezTo>
                  <a:cubicBezTo>
                    <a:pt x="2288" y="76350"/>
                    <a:pt x="0" y="66532"/>
                    <a:pt x="0" y="55189"/>
                  </a:cubicBezTo>
                  <a:cubicBezTo>
                    <a:pt x="0" y="43846"/>
                    <a:pt x="2288" y="34219"/>
                    <a:pt x="6863" y="25831"/>
                  </a:cubicBezTo>
                  <a:cubicBezTo>
                    <a:pt x="11438" y="17443"/>
                    <a:pt x="17729" y="11057"/>
                    <a:pt x="25736" y="6672"/>
                  </a:cubicBezTo>
                  <a:cubicBezTo>
                    <a:pt x="33742" y="2192"/>
                    <a:pt x="42988" y="0"/>
                    <a:pt x="53377" y="0"/>
                  </a:cubicBezTo>
                  <a:cubicBezTo>
                    <a:pt x="63767" y="0"/>
                    <a:pt x="73203" y="2192"/>
                    <a:pt x="81115" y="6577"/>
                  </a:cubicBezTo>
                  <a:cubicBezTo>
                    <a:pt x="89026" y="10962"/>
                    <a:pt x="95031" y="16967"/>
                    <a:pt x="99320" y="24592"/>
                  </a:cubicBezTo>
                  <a:cubicBezTo>
                    <a:pt x="103609" y="32218"/>
                    <a:pt x="105706" y="40701"/>
                    <a:pt x="105706" y="50137"/>
                  </a:cubicBezTo>
                  <a:cubicBezTo>
                    <a:pt x="105706" y="53760"/>
                    <a:pt x="105420" y="57000"/>
                    <a:pt x="104944" y="59765"/>
                  </a:cubicBezTo>
                  <a:close/>
                  <a:moveTo>
                    <a:pt x="79685" y="31741"/>
                  </a:moveTo>
                  <a:cubicBezTo>
                    <a:pt x="77016" y="26975"/>
                    <a:pt x="73394" y="23448"/>
                    <a:pt x="68723" y="21161"/>
                  </a:cubicBezTo>
                  <a:cubicBezTo>
                    <a:pt x="64053" y="18873"/>
                    <a:pt x="59001" y="17729"/>
                    <a:pt x="53568" y="17729"/>
                  </a:cubicBezTo>
                  <a:cubicBezTo>
                    <a:pt x="44799" y="17729"/>
                    <a:pt x="37555" y="20398"/>
                    <a:pt x="31645" y="25736"/>
                  </a:cubicBezTo>
                  <a:cubicBezTo>
                    <a:pt x="25736" y="31074"/>
                    <a:pt x="22590" y="38985"/>
                    <a:pt x="22018" y="49375"/>
                  </a:cubicBezTo>
                  <a:lnTo>
                    <a:pt x="83307" y="49375"/>
                  </a:lnTo>
                  <a:cubicBezTo>
                    <a:pt x="83593" y="42321"/>
                    <a:pt x="82354" y="36412"/>
                    <a:pt x="79685" y="31646"/>
                  </a:cubicBezTo>
                  <a:close/>
                </a:path>
              </a:pathLst>
            </a:custGeom>
            <a:solidFill>
              <a:schemeClr val="bg1"/>
            </a:solidFill>
            <a:ln w="9525" cap="flat">
              <a:noFill/>
              <a:prstDash val="solid"/>
              <a:miter/>
            </a:ln>
          </p:spPr>
          <p:txBody>
            <a:bodyPr rtlCol="0" anchor="ctr"/>
            <a:lstStyle/>
            <a:p>
              <a:endParaRPr lang="fr-FR" sz="1092"/>
            </a:p>
          </p:txBody>
        </p:sp>
        <p:sp>
          <p:nvSpPr>
            <p:cNvPr id="61" name="Forme libre : forme 60">
              <a:extLst>
                <a:ext uri="{FF2B5EF4-FFF2-40B4-BE49-F238E27FC236}">
                  <a16:creationId xmlns:a16="http://schemas.microsoft.com/office/drawing/2014/main" id="{6493DCA1-5965-5F7F-5016-EF14C2353DA7}"/>
                </a:ext>
              </a:extLst>
            </p:cNvPr>
            <p:cNvSpPr/>
            <p:nvPr/>
          </p:nvSpPr>
          <p:spPr>
            <a:xfrm>
              <a:off x="18762771"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3" y="25927"/>
                    <a:pt x="30311" y="29930"/>
                    <a:pt x="27356" y="35363"/>
                  </a:cubicBezTo>
                  <a:cubicBezTo>
                    <a:pt x="24401" y="40796"/>
                    <a:pt x="22971" y="47373"/>
                    <a:pt x="22971" y="55189"/>
                  </a:cubicBezTo>
                  <a:cubicBezTo>
                    <a:pt x="22971" y="63005"/>
                    <a:pt x="24401" y="69773"/>
                    <a:pt x="27356" y="75111"/>
                  </a:cubicBezTo>
                  <a:cubicBezTo>
                    <a:pt x="30311" y="80449"/>
                    <a:pt x="34123"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62" name="Forme libre : forme 61">
              <a:extLst>
                <a:ext uri="{FF2B5EF4-FFF2-40B4-BE49-F238E27FC236}">
                  <a16:creationId xmlns:a16="http://schemas.microsoft.com/office/drawing/2014/main" id="{44C2F830-718A-B903-13D5-4B4A189B4CCE}"/>
                </a:ext>
              </a:extLst>
            </p:cNvPr>
            <p:cNvSpPr/>
            <p:nvPr/>
          </p:nvSpPr>
          <p:spPr>
            <a:xfrm>
              <a:off x="18889162" y="12603990"/>
              <a:ext cx="110662" cy="146122"/>
            </a:xfrm>
            <a:custGeom>
              <a:avLst/>
              <a:gdLst>
                <a:gd name="connsiteX0" fmla="*/ 87024 w 110662"/>
                <a:gd name="connsiteY0" fmla="*/ 42226 h 146122"/>
                <a:gd name="connsiteX1" fmla="*/ 104372 w 110662"/>
                <a:gd name="connsiteY1" fmla="*/ 61385 h 146122"/>
                <a:gd name="connsiteX2" fmla="*/ 110663 w 110662"/>
                <a:gd name="connsiteY2" fmla="*/ 90743 h 146122"/>
                <a:gd name="connsiteX3" fmla="*/ 104372 w 110662"/>
                <a:gd name="connsiteY3" fmla="*/ 120291 h 146122"/>
                <a:gd name="connsiteX4" fmla="*/ 87024 w 110662"/>
                <a:gd name="connsiteY4" fmla="*/ 139451 h 146122"/>
                <a:gd name="connsiteX5" fmla="*/ 61861 w 110662"/>
                <a:gd name="connsiteY5" fmla="*/ 146123 h 146122"/>
                <a:gd name="connsiteX6" fmla="*/ 36792 w 110662"/>
                <a:gd name="connsiteY6" fmla="*/ 138879 h 146122"/>
                <a:gd name="connsiteX7" fmla="*/ 22304 w 110662"/>
                <a:gd name="connsiteY7" fmla="*/ 119720 h 146122"/>
                <a:gd name="connsiteX8" fmla="*/ 22304 w 110662"/>
                <a:gd name="connsiteY8" fmla="*/ 144788 h 146122"/>
                <a:gd name="connsiteX9" fmla="*/ 0 w 110662"/>
                <a:gd name="connsiteY9" fmla="*/ 144788 h 146122"/>
                <a:gd name="connsiteX10" fmla="*/ 0 w 110662"/>
                <a:gd name="connsiteY10" fmla="*/ 0 h 146122"/>
                <a:gd name="connsiteX11" fmla="*/ 22304 w 110662"/>
                <a:gd name="connsiteY11" fmla="*/ 0 h 146122"/>
                <a:gd name="connsiteX12" fmla="*/ 22304 w 110662"/>
                <a:gd name="connsiteY12" fmla="*/ 62052 h 146122"/>
                <a:gd name="connsiteX13" fmla="*/ 36792 w 110662"/>
                <a:gd name="connsiteY13" fmla="*/ 42893 h 146122"/>
                <a:gd name="connsiteX14" fmla="*/ 61861 w 110662"/>
                <a:gd name="connsiteY14" fmla="*/ 35649 h 146122"/>
                <a:gd name="connsiteX15" fmla="*/ 87024 w 110662"/>
                <a:gd name="connsiteY15" fmla="*/ 42321 h 146122"/>
                <a:gd name="connsiteX16" fmla="*/ 38222 w 110662"/>
                <a:gd name="connsiteY16" fmla="*/ 59574 h 146122"/>
                <a:gd name="connsiteX17" fmla="*/ 26498 w 110662"/>
                <a:gd name="connsiteY17" fmla="*/ 72061 h 146122"/>
                <a:gd name="connsiteX18" fmla="*/ 22209 w 110662"/>
                <a:gd name="connsiteY18" fmla="*/ 90743 h 146122"/>
                <a:gd name="connsiteX19" fmla="*/ 26498 w 110662"/>
                <a:gd name="connsiteY19" fmla="*/ 109520 h 146122"/>
                <a:gd name="connsiteX20" fmla="*/ 38222 w 110662"/>
                <a:gd name="connsiteY20" fmla="*/ 121912 h 146122"/>
                <a:gd name="connsiteX21" fmla="*/ 55093 w 110662"/>
                <a:gd name="connsiteY21" fmla="*/ 126297 h 146122"/>
                <a:gd name="connsiteX22" fmla="*/ 78922 w 110662"/>
                <a:gd name="connsiteY22" fmla="*/ 116765 h 146122"/>
                <a:gd name="connsiteX23" fmla="*/ 87882 w 110662"/>
                <a:gd name="connsiteY23" fmla="*/ 90648 h 146122"/>
                <a:gd name="connsiteX24" fmla="*/ 78922 w 110662"/>
                <a:gd name="connsiteY24" fmla="*/ 64626 h 146122"/>
                <a:gd name="connsiteX25" fmla="*/ 55093 w 110662"/>
                <a:gd name="connsiteY25" fmla="*/ 54998 h 146122"/>
                <a:gd name="connsiteX26" fmla="*/ 38222 w 110662"/>
                <a:gd name="connsiteY26" fmla="*/ 59383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662" h="146122">
                  <a:moveTo>
                    <a:pt x="87024" y="42226"/>
                  </a:moveTo>
                  <a:cubicBezTo>
                    <a:pt x="94364" y="46610"/>
                    <a:pt x="100178" y="53092"/>
                    <a:pt x="104372" y="61385"/>
                  </a:cubicBezTo>
                  <a:cubicBezTo>
                    <a:pt x="108566" y="69678"/>
                    <a:pt x="110663" y="79495"/>
                    <a:pt x="110663" y="90743"/>
                  </a:cubicBezTo>
                  <a:cubicBezTo>
                    <a:pt x="110663" y="101990"/>
                    <a:pt x="108566" y="111903"/>
                    <a:pt x="104372" y="120291"/>
                  </a:cubicBezTo>
                  <a:cubicBezTo>
                    <a:pt x="100178" y="128680"/>
                    <a:pt x="94459" y="135066"/>
                    <a:pt x="87024" y="139451"/>
                  </a:cubicBezTo>
                  <a:cubicBezTo>
                    <a:pt x="79685" y="143930"/>
                    <a:pt x="71297" y="146123"/>
                    <a:pt x="61861" y="146123"/>
                  </a:cubicBezTo>
                  <a:cubicBezTo>
                    <a:pt x="52424" y="146123"/>
                    <a:pt x="43750" y="143740"/>
                    <a:pt x="36792" y="138879"/>
                  </a:cubicBezTo>
                  <a:cubicBezTo>
                    <a:pt x="29834" y="134017"/>
                    <a:pt x="25068" y="127631"/>
                    <a:pt x="22304" y="119720"/>
                  </a:cubicBezTo>
                  <a:lnTo>
                    <a:pt x="22304" y="144788"/>
                  </a:lnTo>
                  <a:lnTo>
                    <a:pt x="0" y="144788"/>
                  </a:lnTo>
                  <a:lnTo>
                    <a:pt x="0" y="0"/>
                  </a:lnTo>
                  <a:lnTo>
                    <a:pt x="22304" y="0"/>
                  </a:lnTo>
                  <a:lnTo>
                    <a:pt x="22304" y="62052"/>
                  </a:lnTo>
                  <a:cubicBezTo>
                    <a:pt x="25068" y="54141"/>
                    <a:pt x="29834" y="47659"/>
                    <a:pt x="36792" y="42893"/>
                  </a:cubicBezTo>
                  <a:cubicBezTo>
                    <a:pt x="43750" y="38032"/>
                    <a:pt x="52043" y="35649"/>
                    <a:pt x="61861" y="35649"/>
                  </a:cubicBezTo>
                  <a:cubicBezTo>
                    <a:pt x="71678" y="35649"/>
                    <a:pt x="79685" y="37841"/>
                    <a:pt x="87024" y="42321"/>
                  </a:cubicBezTo>
                  <a:close/>
                  <a:moveTo>
                    <a:pt x="38222" y="59574"/>
                  </a:moveTo>
                  <a:cubicBezTo>
                    <a:pt x="33265" y="62529"/>
                    <a:pt x="29357" y="66723"/>
                    <a:pt x="26498" y="72061"/>
                  </a:cubicBezTo>
                  <a:cubicBezTo>
                    <a:pt x="23639" y="77494"/>
                    <a:pt x="22209" y="83689"/>
                    <a:pt x="22209" y="90743"/>
                  </a:cubicBezTo>
                  <a:cubicBezTo>
                    <a:pt x="22209" y="97797"/>
                    <a:pt x="23639" y="104183"/>
                    <a:pt x="26498" y="109520"/>
                  </a:cubicBezTo>
                  <a:cubicBezTo>
                    <a:pt x="29357" y="114858"/>
                    <a:pt x="33265" y="119052"/>
                    <a:pt x="38222" y="121912"/>
                  </a:cubicBezTo>
                  <a:cubicBezTo>
                    <a:pt x="43179" y="124867"/>
                    <a:pt x="48802" y="126297"/>
                    <a:pt x="55093" y="126297"/>
                  </a:cubicBezTo>
                  <a:cubicBezTo>
                    <a:pt x="65006" y="126297"/>
                    <a:pt x="73013" y="123151"/>
                    <a:pt x="78922" y="116765"/>
                  </a:cubicBezTo>
                  <a:cubicBezTo>
                    <a:pt x="84832" y="110378"/>
                    <a:pt x="87882" y="101704"/>
                    <a:pt x="87882" y="90648"/>
                  </a:cubicBezTo>
                  <a:cubicBezTo>
                    <a:pt x="87882" y="79591"/>
                    <a:pt x="84927" y="71012"/>
                    <a:pt x="78922" y="64626"/>
                  </a:cubicBezTo>
                  <a:cubicBezTo>
                    <a:pt x="72917" y="58239"/>
                    <a:pt x="65006" y="54998"/>
                    <a:pt x="55093" y="54998"/>
                  </a:cubicBezTo>
                  <a:cubicBezTo>
                    <a:pt x="48802" y="54998"/>
                    <a:pt x="43179" y="56428"/>
                    <a:pt x="38222" y="59383"/>
                  </a:cubicBezTo>
                  <a:close/>
                </a:path>
              </a:pathLst>
            </a:custGeom>
            <a:solidFill>
              <a:schemeClr val="bg1"/>
            </a:solidFill>
            <a:ln w="9525" cap="flat">
              <a:noFill/>
              <a:prstDash val="solid"/>
              <a:miter/>
            </a:ln>
          </p:spPr>
          <p:txBody>
            <a:bodyPr rtlCol="0" anchor="ctr"/>
            <a:lstStyle/>
            <a:p>
              <a:endParaRPr lang="fr-FR" sz="1092"/>
            </a:p>
          </p:txBody>
        </p:sp>
        <p:sp>
          <p:nvSpPr>
            <p:cNvPr id="63" name="Forme libre : forme 62">
              <a:extLst>
                <a:ext uri="{FF2B5EF4-FFF2-40B4-BE49-F238E27FC236}">
                  <a16:creationId xmlns:a16="http://schemas.microsoft.com/office/drawing/2014/main" id="{7CA62A53-8A1D-DBFA-F48B-05D79B54223B}"/>
                </a:ext>
              </a:extLst>
            </p:cNvPr>
            <p:cNvSpPr/>
            <p:nvPr/>
          </p:nvSpPr>
          <p:spPr>
            <a:xfrm>
              <a:off x="19001159" y="12640974"/>
              <a:ext cx="109137" cy="107804"/>
            </a:xfrm>
            <a:custGeom>
              <a:avLst/>
              <a:gdLst>
                <a:gd name="connsiteX0" fmla="*/ 54807 w 109137"/>
                <a:gd name="connsiteY0" fmla="*/ 84738 h 107804"/>
                <a:gd name="connsiteX1" fmla="*/ 85308 w 109137"/>
                <a:gd name="connsiteY1" fmla="*/ 0 h 107804"/>
                <a:gd name="connsiteX2" fmla="*/ 109138 w 109137"/>
                <a:gd name="connsiteY2" fmla="*/ 0 h 107804"/>
                <a:gd name="connsiteX3" fmla="*/ 68056 w 109137"/>
                <a:gd name="connsiteY3" fmla="*/ 107805 h 107804"/>
                <a:gd name="connsiteX4" fmla="*/ 41082 w 109137"/>
                <a:gd name="connsiteY4" fmla="*/ 107805 h 107804"/>
                <a:gd name="connsiteX5" fmla="*/ 0 w 109137"/>
                <a:gd name="connsiteY5" fmla="*/ 0 h 107804"/>
                <a:gd name="connsiteX6" fmla="*/ 23829 w 109137"/>
                <a:gd name="connsiteY6" fmla="*/ 0 h 107804"/>
                <a:gd name="connsiteX7" fmla="*/ 54712 w 109137"/>
                <a:gd name="connsiteY7" fmla="*/ 84738 h 1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37" h="107804">
                  <a:moveTo>
                    <a:pt x="54807" y="84738"/>
                  </a:moveTo>
                  <a:lnTo>
                    <a:pt x="85308" y="0"/>
                  </a:lnTo>
                  <a:lnTo>
                    <a:pt x="109138" y="0"/>
                  </a:lnTo>
                  <a:lnTo>
                    <a:pt x="68056" y="107805"/>
                  </a:lnTo>
                  <a:lnTo>
                    <a:pt x="41082" y="107805"/>
                  </a:lnTo>
                  <a:lnTo>
                    <a:pt x="0" y="0"/>
                  </a:lnTo>
                  <a:lnTo>
                    <a:pt x="23829" y="0"/>
                  </a:lnTo>
                  <a:lnTo>
                    <a:pt x="54712" y="84738"/>
                  </a:lnTo>
                  <a:close/>
                </a:path>
              </a:pathLst>
            </a:custGeom>
            <a:solidFill>
              <a:schemeClr val="bg1"/>
            </a:solidFill>
            <a:ln w="9525" cap="flat">
              <a:noFill/>
              <a:prstDash val="solid"/>
              <a:miter/>
            </a:ln>
          </p:spPr>
          <p:txBody>
            <a:bodyPr rtlCol="0" anchor="ctr"/>
            <a:lstStyle/>
            <a:p>
              <a:endParaRPr lang="fr-FR" sz="1092"/>
            </a:p>
          </p:txBody>
        </p:sp>
        <p:sp>
          <p:nvSpPr>
            <p:cNvPr id="64" name="Forme libre : forme 63">
              <a:extLst>
                <a:ext uri="{FF2B5EF4-FFF2-40B4-BE49-F238E27FC236}">
                  <a16:creationId xmlns:a16="http://schemas.microsoft.com/office/drawing/2014/main" id="{77E0A0A9-CC08-A8FD-BEC6-E6E850120196}"/>
                </a:ext>
              </a:extLst>
            </p:cNvPr>
            <p:cNvSpPr/>
            <p:nvPr/>
          </p:nvSpPr>
          <p:spPr>
            <a:xfrm>
              <a:off x="19118970" y="12596555"/>
              <a:ext cx="28785" cy="152223"/>
            </a:xfrm>
            <a:custGeom>
              <a:avLst/>
              <a:gdLst>
                <a:gd name="connsiteX0" fmla="*/ 3908 w 28785"/>
                <a:gd name="connsiteY0" fmla="*/ 3717 h 152223"/>
                <a:gd name="connsiteX1" fmla="*/ 14298 w 28785"/>
                <a:gd name="connsiteY1" fmla="*/ 0 h 152223"/>
                <a:gd name="connsiteX2" fmla="*/ 24782 w 28785"/>
                <a:gd name="connsiteY2" fmla="*/ 3717 h 152223"/>
                <a:gd name="connsiteX3" fmla="*/ 28786 w 28785"/>
                <a:gd name="connsiteY3" fmla="*/ 13154 h 152223"/>
                <a:gd name="connsiteX4" fmla="*/ 24782 w 28785"/>
                <a:gd name="connsiteY4" fmla="*/ 22304 h 152223"/>
                <a:gd name="connsiteX5" fmla="*/ 14298 w 28785"/>
                <a:gd name="connsiteY5" fmla="*/ 25831 h 152223"/>
                <a:gd name="connsiteX6" fmla="*/ 3908 w 28785"/>
                <a:gd name="connsiteY6" fmla="*/ 22304 h 152223"/>
                <a:gd name="connsiteX7" fmla="*/ 0 w 28785"/>
                <a:gd name="connsiteY7" fmla="*/ 13154 h 152223"/>
                <a:gd name="connsiteX8" fmla="*/ 3908 w 28785"/>
                <a:gd name="connsiteY8" fmla="*/ 3717 h 152223"/>
                <a:gd name="connsiteX9" fmla="*/ 25450 w 28785"/>
                <a:gd name="connsiteY9" fmla="*/ 44418 h 152223"/>
                <a:gd name="connsiteX10" fmla="*/ 25450 w 28785"/>
                <a:gd name="connsiteY10" fmla="*/ 152223 h 152223"/>
                <a:gd name="connsiteX11" fmla="*/ 3146 w 28785"/>
                <a:gd name="connsiteY11" fmla="*/ 152223 h 152223"/>
                <a:gd name="connsiteX12" fmla="*/ 3146 w 28785"/>
                <a:gd name="connsiteY12" fmla="*/ 44418 h 152223"/>
                <a:gd name="connsiteX13" fmla="*/ 25450 w 28785"/>
                <a:gd name="connsiteY13" fmla="*/ 44418 h 152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785" h="152223">
                  <a:moveTo>
                    <a:pt x="3908" y="3717"/>
                  </a:moveTo>
                  <a:cubicBezTo>
                    <a:pt x="6481" y="1239"/>
                    <a:pt x="10008" y="0"/>
                    <a:pt x="14298" y="0"/>
                  </a:cubicBezTo>
                  <a:cubicBezTo>
                    <a:pt x="18587" y="0"/>
                    <a:pt x="22114" y="1239"/>
                    <a:pt x="24782" y="3717"/>
                  </a:cubicBezTo>
                  <a:cubicBezTo>
                    <a:pt x="27451" y="6196"/>
                    <a:pt x="28786" y="9341"/>
                    <a:pt x="28786" y="13154"/>
                  </a:cubicBezTo>
                  <a:cubicBezTo>
                    <a:pt x="28786" y="16967"/>
                    <a:pt x="27451" y="20017"/>
                    <a:pt x="24782" y="22304"/>
                  </a:cubicBezTo>
                  <a:cubicBezTo>
                    <a:pt x="22114" y="24687"/>
                    <a:pt x="18587" y="25831"/>
                    <a:pt x="14298" y="25831"/>
                  </a:cubicBezTo>
                  <a:cubicBezTo>
                    <a:pt x="10008" y="25831"/>
                    <a:pt x="6577" y="24687"/>
                    <a:pt x="3908" y="22304"/>
                  </a:cubicBezTo>
                  <a:cubicBezTo>
                    <a:pt x="1335" y="19921"/>
                    <a:pt x="0" y="16871"/>
                    <a:pt x="0" y="13154"/>
                  </a:cubicBezTo>
                  <a:cubicBezTo>
                    <a:pt x="0" y="9436"/>
                    <a:pt x="1335" y="6291"/>
                    <a:pt x="3908" y="3717"/>
                  </a:cubicBezTo>
                  <a:close/>
                  <a:moveTo>
                    <a:pt x="25450" y="44418"/>
                  </a:moveTo>
                  <a:lnTo>
                    <a:pt x="25450" y="152223"/>
                  </a:lnTo>
                  <a:lnTo>
                    <a:pt x="3146" y="152223"/>
                  </a:lnTo>
                  <a:lnTo>
                    <a:pt x="3146" y="44418"/>
                  </a:lnTo>
                  <a:lnTo>
                    <a:pt x="25450" y="44418"/>
                  </a:lnTo>
                  <a:close/>
                </a:path>
              </a:pathLst>
            </a:custGeom>
            <a:solidFill>
              <a:schemeClr val="bg1"/>
            </a:solidFill>
            <a:ln w="9525" cap="flat">
              <a:noFill/>
              <a:prstDash val="solid"/>
              <a:miter/>
            </a:ln>
          </p:spPr>
          <p:txBody>
            <a:bodyPr rtlCol="0" anchor="ctr"/>
            <a:lstStyle/>
            <a:p>
              <a:endParaRPr lang="fr-FR" sz="1092"/>
            </a:p>
          </p:txBody>
        </p:sp>
        <p:sp>
          <p:nvSpPr>
            <p:cNvPr id="65" name="Forme libre : forme 64">
              <a:extLst>
                <a:ext uri="{FF2B5EF4-FFF2-40B4-BE49-F238E27FC236}">
                  <a16:creationId xmlns:a16="http://schemas.microsoft.com/office/drawing/2014/main" id="{ED3E0908-B5F9-B789-7054-FE50FAB60F41}"/>
                </a:ext>
              </a:extLst>
            </p:cNvPr>
            <p:cNvSpPr/>
            <p:nvPr/>
          </p:nvSpPr>
          <p:spPr>
            <a:xfrm>
              <a:off x="19161005"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4" y="25927"/>
                    <a:pt x="30311" y="29930"/>
                    <a:pt x="27356" y="35363"/>
                  </a:cubicBezTo>
                  <a:cubicBezTo>
                    <a:pt x="24401" y="40796"/>
                    <a:pt x="22971" y="47373"/>
                    <a:pt x="22971" y="55189"/>
                  </a:cubicBezTo>
                  <a:cubicBezTo>
                    <a:pt x="22971" y="63005"/>
                    <a:pt x="24401" y="69773"/>
                    <a:pt x="27356" y="75111"/>
                  </a:cubicBezTo>
                  <a:cubicBezTo>
                    <a:pt x="30311" y="80449"/>
                    <a:pt x="34124"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66" name="Forme libre : forme 65">
              <a:extLst>
                <a:ext uri="{FF2B5EF4-FFF2-40B4-BE49-F238E27FC236}">
                  <a16:creationId xmlns:a16="http://schemas.microsoft.com/office/drawing/2014/main" id="{3DF836B3-56E9-1818-B46E-3BE4DEFBA17A}"/>
                </a:ext>
              </a:extLst>
            </p:cNvPr>
            <p:cNvSpPr/>
            <p:nvPr/>
          </p:nvSpPr>
          <p:spPr>
            <a:xfrm>
              <a:off x="19284727" y="12640974"/>
              <a:ext cx="101893" cy="109425"/>
            </a:xfrm>
            <a:custGeom>
              <a:avLst/>
              <a:gdLst>
                <a:gd name="connsiteX0" fmla="*/ 101894 w 101893"/>
                <a:gd name="connsiteY0" fmla="*/ 0 h 109425"/>
                <a:gd name="connsiteX1" fmla="*/ 101894 w 101893"/>
                <a:gd name="connsiteY1" fmla="*/ 107805 h 109425"/>
                <a:gd name="connsiteX2" fmla="*/ 79399 w 101893"/>
                <a:gd name="connsiteY2" fmla="*/ 107805 h 109425"/>
                <a:gd name="connsiteX3" fmla="*/ 79399 w 101893"/>
                <a:gd name="connsiteY3" fmla="*/ 84356 h 109425"/>
                <a:gd name="connsiteX4" fmla="*/ 65101 w 101893"/>
                <a:gd name="connsiteY4" fmla="*/ 102848 h 109425"/>
                <a:gd name="connsiteX5" fmla="*/ 41463 w 101893"/>
                <a:gd name="connsiteY5" fmla="*/ 109425 h 109425"/>
                <a:gd name="connsiteX6" fmla="*/ 11343 w 101893"/>
                <a:gd name="connsiteY6" fmla="*/ 97320 h 109425"/>
                <a:gd name="connsiteX7" fmla="*/ 0 w 101893"/>
                <a:gd name="connsiteY7" fmla="*/ 62719 h 109425"/>
                <a:gd name="connsiteX8" fmla="*/ 0 w 101893"/>
                <a:gd name="connsiteY8" fmla="*/ 95 h 109425"/>
                <a:gd name="connsiteX9" fmla="*/ 22304 w 101893"/>
                <a:gd name="connsiteY9" fmla="*/ 95 h 109425"/>
                <a:gd name="connsiteX10" fmla="*/ 22304 w 101893"/>
                <a:gd name="connsiteY10" fmla="*/ 60336 h 109425"/>
                <a:gd name="connsiteX11" fmla="*/ 29739 w 101893"/>
                <a:gd name="connsiteY11" fmla="*/ 82927 h 109425"/>
                <a:gd name="connsiteX12" fmla="*/ 50041 w 101893"/>
                <a:gd name="connsiteY12" fmla="*/ 90838 h 109425"/>
                <a:gd name="connsiteX13" fmla="*/ 71392 w 101893"/>
                <a:gd name="connsiteY13" fmla="*/ 82260 h 109425"/>
                <a:gd name="connsiteX14" fmla="*/ 79399 w 101893"/>
                <a:gd name="connsiteY14" fmla="*/ 57191 h 109425"/>
                <a:gd name="connsiteX15" fmla="*/ 79399 w 101893"/>
                <a:gd name="connsiteY15" fmla="*/ 0 h 109425"/>
                <a:gd name="connsiteX16" fmla="*/ 101894 w 101893"/>
                <a:gd name="connsiteY16" fmla="*/ 0 h 10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893" h="109425">
                  <a:moveTo>
                    <a:pt x="101894" y="0"/>
                  </a:moveTo>
                  <a:lnTo>
                    <a:pt x="101894" y="107805"/>
                  </a:lnTo>
                  <a:lnTo>
                    <a:pt x="79399" y="107805"/>
                  </a:lnTo>
                  <a:lnTo>
                    <a:pt x="79399" y="84356"/>
                  </a:lnTo>
                  <a:cubicBezTo>
                    <a:pt x="76635" y="92268"/>
                    <a:pt x="71869" y="98464"/>
                    <a:pt x="65101" y="102848"/>
                  </a:cubicBezTo>
                  <a:cubicBezTo>
                    <a:pt x="58334" y="107233"/>
                    <a:pt x="50422" y="109425"/>
                    <a:pt x="41463" y="109425"/>
                  </a:cubicBezTo>
                  <a:cubicBezTo>
                    <a:pt x="28976" y="109425"/>
                    <a:pt x="18873" y="105422"/>
                    <a:pt x="11343" y="97320"/>
                  </a:cubicBezTo>
                  <a:cubicBezTo>
                    <a:pt x="3813" y="89218"/>
                    <a:pt x="0" y="77684"/>
                    <a:pt x="0" y="62719"/>
                  </a:cubicBezTo>
                  <a:lnTo>
                    <a:pt x="0" y="95"/>
                  </a:lnTo>
                  <a:lnTo>
                    <a:pt x="22304" y="95"/>
                  </a:lnTo>
                  <a:lnTo>
                    <a:pt x="22304" y="60336"/>
                  </a:lnTo>
                  <a:cubicBezTo>
                    <a:pt x="22304" y="70154"/>
                    <a:pt x="24782" y="77684"/>
                    <a:pt x="29739" y="82927"/>
                  </a:cubicBezTo>
                  <a:cubicBezTo>
                    <a:pt x="34695" y="88169"/>
                    <a:pt x="41463" y="90838"/>
                    <a:pt x="50041" y="90838"/>
                  </a:cubicBezTo>
                  <a:cubicBezTo>
                    <a:pt x="58620" y="90838"/>
                    <a:pt x="66055" y="87978"/>
                    <a:pt x="71392" y="82260"/>
                  </a:cubicBezTo>
                  <a:cubicBezTo>
                    <a:pt x="76730" y="76540"/>
                    <a:pt x="79399" y="68152"/>
                    <a:pt x="79399" y="57191"/>
                  </a:cubicBezTo>
                  <a:lnTo>
                    <a:pt x="79399" y="0"/>
                  </a:lnTo>
                  <a:lnTo>
                    <a:pt x="101894" y="0"/>
                  </a:lnTo>
                  <a:close/>
                </a:path>
              </a:pathLst>
            </a:custGeom>
            <a:solidFill>
              <a:schemeClr val="bg1"/>
            </a:solidFill>
            <a:ln w="9525" cap="flat">
              <a:noFill/>
              <a:prstDash val="solid"/>
              <a:miter/>
            </a:ln>
          </p:spPr>
          <p:txBody>
            <a:bodyPr rtlCol="0" anchor="ctr"/>
            <a:lstStyle/>
            <a:p>
              <a:endParaRPr lang="fr-FR" sz="1092"/>
            </a:p>
          </p:txBody>
        </p:sp>
        <p:sp>
          <p:nvSpPr>
            <p:cNvPr id="67" name="Forme libre : forme 66">
              <a:extLst>
                <a:ext uri="{FF2B5EF4-FFF2-40B4-BE49-F238E27FC236}">
                  <a16:creationId xmlns:a16="http://schemas.microsoft.com/office/drawing/2014/main" id="{DC50DC44-56D6-4685-F870-6FDA6FEBFFF7}"/>
                </a:ext>
              </a:extLst>
            </p:cNvPr>
            <p:cNvSpPr/>
            <p:nvPr/>
          </p:nvSpPr>
          <p:spPr>
            <a:xfrm>
              <a:off x="19404063" y="12639735"/>
              <a:ext cx="85594" cy="110378"/>
            </a:xfrm>
            <a:custGeom>
              <a:avLst/>
              <a:gdLst>
                <a:gd name="connsiteX0" fmla="*/ 70534 w 85594"/>
                <a:gd name="connsiteY0" fmla="*/ 9532 h 110378"/>
                <a:gd name="connsiteX1" fmla="*/ 84546 w 85594"/>
                <a:gd name="connsiteY1" fmla="*/ 35458 h 110378"/>
                <a:gd name="connsiteX2" fmla="*/ 63386 w 85594"/>
                <a:gd name="connsiteY2" fmla="*/ 35458 h 110378"/>
                <a:gd name="connsiteX3" fmla="*/ 55856 w 85594"/>
                <a:gd name="connsiteY3" fmla="*/ 21256 h 110378"/>
                <a:gd name="connsiteX4" fmla="*/ 39556 w 85594"/>
                <a:gd name="connsiteY4" fmla="*/ 15918 h 110378"/>
                <a:gd name="connsiteX5" fmla="*/ 26498 w 85594"/>
                <a:gd name="connsiteY5" fmla="*/ 19921 h 110378"/>
                <a:gd name="connsiteX6" fmla="*/ 21923 w 85594"/>
                <a:gd name="connsiteY6" fmla="*/ 30788 h 110378"/>
                <a:gd name="connsiteX7" fmla="*/ 25259 w 85594"/>
                <a:gd name="connsiteY7" fmla="*/ 38985 h 110378"/>
                <a:gd name="connsiteX8" fmla="*/ 33551 w 85594"/>
                <a:gd name="connsiteY8" fmla="*/ 43846 h 110378"/>
                <a:gd name="connsiteX9" fmla="*/ 47754 w 85594"/>
                <a:gd name="connsiteY9" fmla="*/ 47754 h 110378"/>
                <a:gd name="connsiteX10" fmla="*/ 67389 w 85594"/>
                <a:gd name="connsiteY10" fmla="*/ 53378 h 110378"/>
                <a:gd name="connsiteX11" fmla="*/ 80257 w 85594"/>
                <a:gd name="connsiteY11" fmla="*/ 62719 h 110378"/>
                <a:gd name="connsiteX12" fmla="*/ 85595 w 85594"/>
                <a:gd name="connsiteY12" fmla="*/ 80067 h 110378"/>
                <a:gd name="connsiteX13" fmla="*/ 75300 w 85594"/>
                <a:gd name="connsiteY13" fmla="*/ 101990 h 110378"/>
                <a:gd name="connsiteX14" fmla="*/ 47563 w 85594"/>
                <a:gd name="connsiteY14" fmla="*/ 110378 h 110378"/>
                <a:gd name="connsiteX15" fmla="*/ 14965 w 85594"/>
                <a:gd name="connsiteY15" fmla="*/ 100942 h 110378"/>
                <a:gd name="connsiteX16" fmla="*/ 0 w 85594"/>
                <a:gd name="connsiteY16" fmla="*/ 74729 h 110378"/>
                <a:gd name="connsiteX17" fmla="*/ 21732 w 85594"/>
                <a:gd name="connsiteY17" fmla="*/ 74729 h 110378"/>
                <a:gd name="connsiteX18" fmla="*/ 29548 w 85594"/>
                <a:gd name="connsiteY18" fmla="*/ 89027 h 110378"/>
                <a:gd name="connsiteX19" fmla="*/ 47563 w 85594"/>
                <a:gd name="connsiteY19" fmla="*/ 94460 h 110378"/>
                <a:gd name="connsiteX20" fmla="*/ 60145 w 85594"/>
                <a:gd name="connsiteY20" fmla="*/ 90266 h 110378"/>
                <a:gd name="connsiteX21" fmla="*/ 64720 w 85594"/>
                <a:gd name="connsiteY21" fmla="*/ 79591 h 110378"/>
                <a:gd name="connsiteX22" fmla="*/ 61194 w 85594"/>
                <a:gd name="connsiteY22" fmla="*/ 70631 h 110378"/>
                <a:gd name="connsiteX23" fmla="*/ 52424 w 85594"/>
                <a:gd name="connsiteY23" fmla="*/ 65484 h 110378"/>
                <a:gd name="connsiteX24" fmla="*/ 37936 w 85594"/>
                <a:gd name="connsiteY24" fmla="*/ 61671 h 110378"/>
                <a:gd name="connsiteX25" fmla="*/ 18873 w 85594"/>
                <a:gd name="connsiteY25" fmla="*/ 56238 h 110378"/>
                <a:gd name="connsiteX26" fmla="*/ 6386 w 85594"/>
                <a:gd name="connsiteY26" fmla="*/ 47373 h 110378"/>
                <a:gd name="connsiteX27" fmla="*/ 1239 w 85594"/>
                <a:gd name="connsiteY27" fmla="*/ 30692 h 110378"/>
                <a:gd name="connsiteX28" fmla="*/ 11533 w 85594"/>
                <a:gd name="connsiteY28" fmla="*/ 8483 h 110378"/>
                <a:gd name="connsiteX29" fmla="*/ 40033 w 85594"/>
                <a:gd name="connsiteY29" fmla="*/ 0 h 110378"/>
                <a:gd name="connsiteX30" fmla="*/ 70439 w 85594"/>
                <a:gd name="connsiteY30" fmla="*/ 9722 h 110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5594" h="110378">
                  <a:moveTo>
                    <a:pt x="70534" y="9532"/>
                  </a:moveTo>
                  <a:cubicBezTo>
                    <a:pt x="78160" y="16013"/>
                    <a:pt x="82830" y="24592"/>
                    <a:pt x="84546" y="35458"/>
                  </a:cubicBezTo>
                  <a:lnTo>
                    <a:pt x="63386" y="35458"/>
                  </a:lnTo>
                  <a:cubicBezTo>
                    <a:pt x="62433" y="29549"/>
                    <a:pt x="59954" y="24878"/>
                    <a:pt x="55856" y="21256"/>
                  </a:cubicBezTo>
                  <a:cubicBezTo>
                    <a:pt x="51757" y="17634"/>
                    <a:pt x="46324" y="15918"/>
                    <a:pt x="39556" y="15918"/>
                  </a:cubicBezTo>
                  <a:cubicBezTo>
                    <a:pt x="33933" y="15918"/>
                    <a:pt x="29644" y="17253"/>
                    <a:pt x="26498" y="19921"/>
                  </a:cubicBezTo>
                  <a:cubicBezTo>
                    <a:pt x="23448" y="22590"/>
                    <a:pt x="21923" y="26212"/>
                    <a:pt x="21923" y="30788"/>
                  </a:cubicBezTo>
                  <a:cubicBezTo>
                    <a:pt x="21923" y="34219"/>
                    <a:pt x="23067" y="36888"/>
                    <a:pt x="25259" y="38985"/>
                  </a:cubicBezTo>
                  <a:cubicBezTo>
                    <a:pt x="27451" y="41082"/>
                    <a:pt x="30216" y="42702"/>
                    <a:pt x="33551" y="43846"/>
                  </a:cubicBezTo>
                  <a:cubicBezTo>
                    <a:pt x="36888" y="44990"/>
                    <a:pt x="41558" y="46324"/>
                    <a:pt x="47754" y="47754"/>
                  </a:cubicBezTo>
                  <a:cubicBezTo>
                    <a:pt x="55856" y="49565"/>
                    <a:pt x="62433" y="51472"/>
                    <a:pt x="67389" y="53378"/>
                  </a:cubicBezTo>
                  <a:cubicBezTo>
                    <a:pt x="72441" y="55380"/>
                    <a:pt x="76730" y="58430"/>
                    <a:pt x="80257" y="62719"/>
                  </a:cubicBezTo>
                  <a:cubicBezTo>
                    <a:pt x="83879" y="67009"/>
                    <a:pt x="85595" y="72728"/>
                    <a:pt x="85595" y="80067"/>
                  </a:cubicBezTo>
                  <a:cubicBezTo>
                    <a:pt x="85595" y="89027"/>
                    <a:pt x="82163" y="96367"/>
                    <a:pt x="75300" y="101990"/>
                  </a:cubicBezTo>
                  <a:cubicBezTo>
                    <a:pt x="68437" y="107614"/>
                    <a:pt x="59192" y="110378"/>
                    <a:pt x="47563" y="110378"/>
                  </a:cubicBezTo>
                  <a:cubicBezTo>
                    <a:pt x="34124" y="110378"/>
                    <a:pt x="23257" y="107233"/>
                    <a:pt x="14965" y="100942"/>
                  </a:cubicBezTo>
                  <a:cubicBezTo>
                    <a:pt x="6672" y="94651"/>
                    <a:pt x="1716" y="85977"/>
                    <a:pt x="0" y="74729"/>
                  </a:cubicBezTo>
                  <a:lnTo>
                    <a:pt x="21732" y="74729"/>
                  </a:lnTo>
                  <a:cubicBezTo>
                    <a:pt x="22400" y="80639"/>
                    <a:pt x="24973" y="85405"/>
                    <a:pt x="29548" y="89027"/>
                  </a:cubicBezTo>
                  <a:cubicBezTo>
                    <a:pt x="34124" y="92649"/>
                    <a:pt x="40128" y="94460"/>
                    <a:pt x="47563" y="94460"/>
                  </a:cubicBezTo>
                  <a:cubicBezTo>
                    <a:pt x="52901" y="94460"/>
                    <a:pt x="57095" y="93031"/>
                    <a:pt x="60145" y="90266"/>
                  </a:cubicBezTo>
                  <a:cubicBezTo>
                    <a:pt x="63195" y="87502"/>
                    <a:pt x="64720" y="83880"/>
                    <a:pt x="64720" y="79591"/>
                  </a:cubicBezTo>
                  <a:cubicBezTo>
                    <a:pt x="64720" y="75778"/>
                    <a:pt x="63576" y="72823"/>
                    <a:pt x="61194" y="70631"/>
                  </a:cubicBezTo>
                  <a:cubicBezTo>
                    <a:pt x="58811" y="68438"/>
                    <a:pt x="55951" y="66723"/>
                    <a:pt x="52424" y="65484"/>
                  </a:cubicBezTo>
                  <a:cubicBezTo>
                    <a:pt x="48898" y="64244"/>
                    <a:pt x="44036" y="63005"/>
                    <a:pt x="37936" y="61671"/>
                  </a:cubicBezTo>
                  <a:cubicBezTo>
                    <a:pt x="30120" y="59860"/>
                    <a:pt x="23734" y="58049"/>
                    <a:pt x="18873" y="56238"/>
                  </a:cubicBezTo>
                  <a:cubicBezTo>
                    <a:pt x="14012" y="54427"/>
                    <a:pt x="9818" y="51472"/>
                    <a:pt x="6386" y="47373"/>
                  </a:cubicBezTo>
                  <a:cubicBezTo>
                    <a:pt x="2955" y="43275"/>
                    <a:pt x="1239" y="37650"/>
                    <a:pt x="1239" y="30692"/>
                  </a:cubicBezTo>
                  <a:cubicBezTo>
                    <a:pt x="1239" y="21542"/>
                    <a:pt x="4670" y="14107"/>
                    <a:pt x="11533" y="8483"/>
                  </a:cubicBezTo>
                  <a:cubicBezTo>
                    <a:pt x="18396" y="2859"/>
                    <a:pt x="27833" y="0"/>
                    <a:pt x="40033" y="0"/>
                  </a:cubicBezTo>
                  <a:cubicBezTo>
                    <a:pt x="52234" y="0"/>
                    <a:pt x="62814" y="3241"/>
                    <a:pt x="70439" y="9722"/>
                  </a:cubicBezTo>
                  <a:close/>
                </a:path>
              </a:pathLst>
            </a:custGeom>
            <a:solidFill>
              <a:schemeClr val="bg1"/>
            </a:solidFill>
            <a:ln w="9525" cap="flat">
              <a:noFill/>
              <a:prstDash val="solid"/>
              <a:miter/>
            </a:ln>
          </p:spPr>
          <p:txBody>
            <a:bodyPr rtlCol="0" anchor="ctr"/>
            <a:lstStyle/>
            <a:p>
              <a:endParaRPr lang="fr-FR" sz="1092"/>
            </a:p>
          </p:txBody>
        </p:sp>
      </p:grpSp>
      <p:sp>
        <p:nvSpPr>
          <p:cNvPr id="5" name="Espace réservé du texte 5">
            <a:extLst>
              <a:ext uri="{FF2B5EF4-FFF2-40B4-BE49-F238E27FC236}">
                <a16:creationId xmlns:a16="http://schemas.microsoft.com/office/drawing/2014/main" id="{DA0E62E5-2E2A-F413-FFC2-C17A8F1CEE2F}"/>
              </a:ext>
            </a:extLst>
          </p:cNvPr>
          <p:cNvSpPr>
            <a:spLocks noGrp="1"/>
          </p:cNvSpPr>
          <p:nvPr>
            <p:ph type="body" sz="quarter" idx="12" hasCustomPrompt="1"/>
          </p:nvPr>
        </p:nvSpPr>
        <p:spPr>
          <a:xfrm>
            <a:off x="1106748" y="3170668"/>
            <a:ext cx="5932532" cy="1155194"/>
          </a:xfrm>
        </p:spPr>
        <p:txBody>
          <a:bodyPr>
            <a:normAutofit/>
          </a:bodyPr>
          <a:lstStyle>
            <a:lvl1pPr marL="7701" indent="0">
              <a:spcBef>
                <a:spcPts val="167"/>
              </a:spcBef>
              <a:buNone/>
              <a:defRPr sz="2426">
                <a:solidFill>
                  <a:schemeClr val="bg1"/>
                </a:solidFill>
                <a:latin typeface="+mn-lt"/>
              </a:defRPr>
            </a:lvl1pPr>
          </a:lstStyle>
          <a:p>
            <a:pPr marL="12700">
              <a:spcBef>
                <a:spcPts val="275"/>
              </a:spcBef>
            </a:pPr>
            <a:r>
              <a:rPr lang="fr-FR" sz="2426" b="0" spc="-85">
                <a:latin typeface="Poppins Light"/>
                <a:cs typeface="Poppins Light"/>
              </a:rPr>
              <a:t>Présentation du </a:t>
            </a:r>
            <a:r>
              <a:rPr lang="fr-FR" sz="2426" b="0" spc="-85" err="1">
                <a:latin typeface="Poppins Light"/>
                <a:cs typeface="Poppins Light"/>
              </a:rPr>
              <a:t>template</a:t>
            </a:r>
            <a:endParaRPr lang="fr-FR" sz="2426">
              <a:latin typeface="Poppins Light"/>
              <a:cs typeface="Poppins Light"/>
            </a:endParaRPr>
          </a:p>
        </p:txBody>
      </p:sp>
    </p:spTree>
    <p:extLst>
      <p:ext uri="{BB962C8B-B14F-4D97-AF65-F5344CB8AC3E}">
        <p14:creationId xmlns:p14="http://schemas.microsoft.com/office/powerpoint/2010/main" val="2916123005"/>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Diapositive de titre">
    <p:bg>
      <p:bgPr>
        <a:solidFill>
          <a:schemeClr val="tx1"/>
        </a:solidFill>
        <a:effectLst/>
      </p:bgPr>
    </p:bg>
    <p:spTree>
      <p:nvGrpSpPr>
        <p:cNvPr id="1" name=""/>
        <p:cNvGrpSpPr/>
        <p:nvPr/>
      </p:nvGrpSpPr>
      <p:grpSpPr>
        <a:xfrm>
          <a:off x="0" y="0"/>
          <a:ext cx="0" cy="0"/>
          <a:chOff x="0" y="0"/>
          <a:chExt cx="0" cy="0"/>
        </a:xfrm>
      </p:grpSpPr>
      <p:grpSp>
        <p:nvGrpSpPr>
          <p:cNvPr id="36" name="Groupe 35">
            <a:extLst>
              <a:ext uri="{FF2B5EF4-FFF2-40B4-BE49-F238E27FC236}">
                <a16:creationId xmlns:a16="http://schemas.microsoft.com/office/drawing/2014/main" id="{83283FAA-FE9E-2C10-3747-B2BB8669B32C}"/>
              </a:ext>
            </a:extLst>
          </p:cNvPr>
          <p:cNvGrpSpPr/>
          <p:nvPr/>
        </p:nvGrpSpPr>
        <p:grpSpPr>
          <a:xfrm>
            <a:off x="0" y="0"/>
            <a:ext cx="4225610" cy="5621943"/>
            <a:chOff x="0" y="0"/>
            <a:chExt cx="6967855" cy="9271000"/>
          </a:xfrm>
        </p:grpSpPr>
        <p:sp>
          <p:nvSpPr>
            <p:cNvPr id="7" name="object 4">
              <a:extLst>
                <a:ext uri="{FF2B5EF4-FFF2-40B4-BE49-F238E27FC236}">
                  <a16:creationId xmlns:a16="http://schemas.microsoft.com/office/drawing/2014/main" id="{F80267D9-9F16-2B50-5B4E-A4D7A431A4E1}"/>
                </a:ext>
              </a:extLst>
            </p:cNvPr>
            <p:cNvSpPr/>
            <p:nvPr/>
          </p:nvSpPr>
          <p:spPr>
            <a:xfrm>
              <a:off x="6935362" y="0"/>
              <a:ext cx="32384" cy="755015"/>
            </a:xfrm>
            <a:custGeom>
              <a:avLst/>
              <a:gdLst/>
              <a:ahLst/>
              <a:cxnLst/>
              <a:rect l="l" t="t" r="r" b="b"/>
              <a:pathLst>
                <a:path w="32384" h="755015">
                  <a:moveTo>
                    <a:pt x="32359" y="754956"/>
                  </a:moveTo>
                  <a:lnTo>
                    <a:pt x="32131" y="691311"/>
                  </a:lnTo>
                  <a:lnTo>
                    <a:pt x="31447" y="627775"/>
                  </a:lnTo>
                  <a:lnTo>
                    <a:pt x="30309" y="564348"/>
                  </a:lnTo>
                  <a:lnTo>
                    <a:pt x="28719" y="501033"/>
                  </a:lnTo>
                  <a:lnTo>
                    <a:pt x="26677" y="437831"/>
                  </a:lnTo>
                  <a:lnTo>
                    <a:pt x="24187" y="374743"/>
                  </a:lnTo>
                  <a:lnTo>
                    <a:pt x="21248" y="311772"/>
                  </a:lnTo>
                  <a:lnTo>
                    <a:pt x="17863" y="248918"/>
                  </a:lnTo>
                  <a:lnTo>
                    <a:pt x="14034" y="186183"/>
                  </a:lnTo>
                  <a:lnTo>
                    <a:pt x="9761" y="123569"/>
                  </a:lnTo>
                  <a:lnTo>
                    <a:pt x="5047" y="61078"/>
                  </a:lnTo>
                  <a:lnTo>
                    <a:pt x="0" y="0"/>
                  </a:lnTo>
                </a:path>
              </a:pathLst>
            </a:custGeom>
            <a:ln w="7853">
              <a:solidFill>
                <a:srgbClr val="00A5E5"/>
              </a:solidFill>
            </a:ln>
          </p:spPr>
          <p:txBody>
            <a:bodyPr wrap="square" lIns="0" tIns="0" rIns="0" bIns="0" rtlCol="0"/>
            <a:lstStyle/>
            <a:p>
              <a:endParaRPr sz="1092"/>
            </a:p>
          </p:txBody>
        </p:sp>
        <p:sp>
          <p:nvSpPr>
            <p:cNvPr id="9" name="object 6">
              <a:extLst>
                <a:ext uri="{FF2B5EF4-FFF2-40B4-BE49-F238E27FC236}">
                  <a16:creationId xmlns:a16="http://schemas.microsoft.com/office/drawing/2014/main" id="{54FE4294-F1CB-D641-2E73-1CD7B939E61F}"/>
                </a:ext>
              </a:extLst>
            </p:cNvPr>
            <p:cNvSpPr/>
            <p:nvPr/>
          </p:nvSpPr>
          <p:spPr>
            <a:xfrm>
              <a:off x="0" y="0"/>
              <a:ext cx="6967855" cy="9271000"/>
            </a:xfrm>
            <a:custGeom>
              <a:avLst/>
              <a:gdLst/>
              <a:ahLst/>
              <a:cxnLst/>
              <a:rect l="l" t="t" r="r" b="b"/>
              <a:pathLst>
                <a:path w="6967855" h="9271000">
                  <a:moveTo>
                    <a:pt x="1980420" y="0"/>
                  </a:moveTo>
                  <a:lnTo>
                    <a:pt x="1992645" y="61005"/>
                  </a:lnTo>
                  <a:lnTo>
                    <a:pt x="2001511" y="109294"/>
                  </a:lnTo>
                  <a:lnTo>
                    <a:pt x="2009748" y="157796"/>
                  </a:lnTo>
                  <a:lnTo>
                    <a:pt x="2017350" y="206508"/>
                  </a:lnTo>
                  <a:lnTo>
                    <a:pt x="2024314" y="255426"/>
                  </a:lnTo>
                  <a:lnTo>
                    <a:pt x="2030636" y="304545"/>
                  </a:lnTo>
                  <a:lnTo>
                    <a:pt x="2036310" y="353860"/>
                  </a:lnTo>
                  <a:lnTo>
                    <a:pt x="2041333" y="403368"/>
                  </a:lnTo>
                  <a:lnTo>
                    <a:pt x="2045700" y="453064"/>
                  </a:lnTo>
                  <a:lnTo>
                    <a:pt x="2049408" y="502944"/>
                  </a:lnTo>
                  <a:lnTo>
                    <a:pt x="2052450" y="553004"/>
                  </a:lnTo>
                  <a:lnTo>
                    <a:pt x="2054825" y="603240"/>
                  </a:lnTo>
                  <a:lnTo>
                    <a:pt x="2056526" y="653646"/>
                  </a:lnTo>
                  <a:lnTo>
                    <a:pt x="2057550" y="704220"/>
                  </a:lnTo>
                  <a:lnTo>
                    <a:pt x="2057892" y="754956"/>
                  </a:lnTo>
                  <a:lnTo>
                    <a:pt x="2057550" y="805692"/>
                  </a:lnTo>
                  <a:lnTo>
                    <a:pt x="2056526" y="856265"/>
                  </a:lnTo>
                  <a:lnTo>
                    <a:pt x="2054825" y="906672"/>
                  </a:lnTo>
                  <a:lnTo>
                    <a:pt x="2052450" y="956907"/>
                  </a:lnTo>
                  <a:lnTo>
                    <a:pt x="2049408" y="1006967"/>
                  </a:lnTo>
                  <a:lnTo>
                    <a:pt x="2045700" y="1056847"/>
                  </a:lnTo>
                  <a:lnTo>
                    <a:pt x="2041333" y="1106543"/>
                  </a:lnTo>
                  <a:lnTo>
                    <a:pt x="2036310" y="1156051"/>
                  </a:lnTo>
                  <a:lnTo>
                    <a:pt x="2030636" y="1205367"/>
                  </a:lnTo>
                  <a:lnTo>
                    <a:pt x="2024314" y="1254485"/>
                  </a:lnTo>
                  <a:lnTo>
                    <a:pt x="2017350" y="1303403"/>
                  </a:lnTo>
                  <a:lnTo>
                    <a:pt x="2009748" y="1352115"/>
                  </a:lnTo>
                  <a:lnTo>
                    <a:pt x="2001511" y="1400618"/>
                  </a:lnTo>
                  <a:lnTo>
                    <a:pt x="1992645" y="1448907"/>
                  </a:lnTo>
                  <a:lnTo>
                    <a:pt x="1983153" y="1496977"/>
                  </a:lnTo>
                  <a:lnTo>
                    <a:pt x="1973040" y="1544826"/>
                  </a:lnTo>
                  <a:lnTo>
                    <a:pt x="1962311" y="1592447"/>
                  </a:lnTo>
                  <a:lnTo>
                    <a:pt x="1950969" y="1639838"/>
                  </a:lnTo>
                  <a:lnTo>
                    <a:pt x="1939019" y="1686994"/>
                  </a:lnTo>
                  <a:lnTo>
                    <a:pt x="1926465" y="1733910"/>
                  </a:lnTo>
                  <a:lnTo>
                    <a:pt x="1913311" y="1780582"/>
                  </a:lnTo>
                  <a:lnTo>
                    <a:pt x="1899563" y="1827007"/>
                  </a:lnTo>
                  <a:lnTo>
                    <a:pt x="1885223" y="1873179"/>
                  </a:lnTo>
                  <a:lnTo>
                    <a:pt x="1870297" y="1919094"/>
                  </a:lnTo>
                  <a:lnTo>
                    <a:pt x="1854789" y="1964749"/>
                  </a:lnTo>
                  <a:lnTo>
                    <a:pt x="1838703" y="2010139"/>
                  </a:lnTo>
                  <a:lnTo>
                    <a:pt x="1822044" y="2055260"/>
                  </a:lnTo>
                  <a:lnTo>
                    <a:pt x="1804815" y="2100106"/>
                  </a:lnTo>
                  <a:lnTo>
                    <a:pt x="1787021" y="2144676"/>
                  </a:lnTo>
                  <a:lnTo>
                    <a:pt x="1768667" y="2188963"/>
                  </a:lnTo>
                  <a:lnTo>
                    <a:pt x="1749757" y="2232963"/>
                  </a:lnTo>
                  <a:lnTo>
                    <a:pt x="1730295" y="2276673"/>
                  </a:lnTo>
                  <a:lnTo>
                    <a:pt x="1710285" y="2320088"/>
                  </a:lnTo>
                  <a:lnTo>
                    <a:pt x="1689732" y="2363204"/>
                  </a:lnTo>
                  <a:lnTo>
                    <a:pt x="1668640" y="2406017"/>
                  </a:lnTo>
                  <a:lnTo>
                    <a:pt x="1647013" y="2448521"/>
                  </a:lnTo>
                  <a:lnTo>
                    <a:pt x="1624856" y="2490714"/>
                  </a:lnTo>
                  <a:lnTo>
                    <a:pt x="1602173" y="2532591"/>
                  </a:lnTo>
                  <a:lnTo>
                    <a:pt x="1578969" y="2574147"/>
                  </a:lnTo>
                  <a:lnTo>
                    <a:pt x="1555247" y="2615378"/>
                  </a:lnTo>
                  <a:lnTo>
                    <a:pt x="1531012" y="2656280"/>
                  </a:lnTo>
                  <a:lnTo>
                    <a:pt x="1506269" y="2696849"/>
                  </a:lnTo>
                  <a:lnTo>
                    <a:pt x="1481021" y="2737081"/>
                  </a:lnTo>
                  <a:lnTo>
                    <a:pt x="1455273" y="2776970"/>
                  </a:lnTo>
                  <a:lnTo>
                    <a:pt x="1429029" y="2816514"/>
                  </a:lnTo>
                  <a:lnTo>
                    <a:pt x="1402295" y="2855707"/>
                  </a:lnTo>
                  <a:lnTo>
                    <a:pt x="1375073" y="2894545"/>
                  </a:lnTo>
                  <a:lnTo>
                    <a:pt x="1347368" y="2933025"/>
                  </a:lnTo>
                  <a:lnTo>
                    <a:pt x="1319185" y="2971141"/>
                  </a:lnTo>
                  <a:lnTo>
                    <a:pt x="1290528" y="3008890"/>
                  </a:lnTo>
                  <a:lnTo>
                    <a:pt x="1261401" y="3046267"/>
                  </a:lnTo>
                  <a:lnTo>
                    <a:pt x="1231809" y="3083268"/>
                  </a:lnTo>
                  <a:lnTo>
                    <a:pt x="1201756" y="3119890"/>
                  </a:lnTo>
                  <a:lnTo>
                    <a:pt x="1171246" y="3156126"/>
                  </a:lnTo>
                  <a:lnTo>
                    <a:pt x="1140283" y="3191974"/>
                  </a:lnTo>
                  <a:lnTo>
                    <a:pt x="1108872" y="3227429"/>
                  </a:lnTo>
                  <a:lnTo>
                    <a:pt x="1077018" y="3262486"/>
                  </a:lnTo>
                  <a:lnTo>
                    <a:pt x="1044724" y="3297142"/>
                  </a:lnTo>
                  <a:lnTo>
                    <a:pt x="1011995" y="3331392"/>
                  </a:lnTo>
                  <a:lnTo>
                    <a:pt x="978835" y="3365232"/>
                  </a:lnTo>
                  <a:lnTo>
                    <a:pt x="945249" y="3398658"/>
                  </a:lnTo>
                  <a:lnTo>
                    <a:pt x="911240" y="3431665"/>
                  </a:lnTo>
                  <a:lnTo>
                    <a:pt x="876814" y="3464249"/>
                  </a:lnTo>
                  <a:lnTo>
                    <a:pt x="841974" y="3496406"/>
                  </a:lnTo>
                  <a:lnTo>
                    <a:pt x="806725" y="3528132"/>
                  </a:lnTo>
                  <a:lnTo>
                    <a:pt x="771071" y="3559422"/>
                  </a:lnTo>
                  <a:lnTo>
                    <a:pt x="735017" y="3590272"/>
                  </a:lnTo>
                  <a:lnTo>
                    <a:pt x="698566" y="3620677"/>
                  </a:lnTo>
                  <a:lnTo>
                    <a:pt x="661723" y="3650635"/>
                  </a:lnTo>
                  <a:lnTo>
                    <a:pt x="624493" y="3680139"/>
                  </a:lnTo>
                  <a:lnTo>
                    <a:pt x="586880" y="3709187"/>
                  </a:lnTo>
                  <a:lnTo>
                    <a:pt x="548887" y="3737773"/>
                  </a:lnTo>
                  <a:lnTo>
                    <a:pt x="510520" y="3765894"/>
                  </a:lnTo>
                  <a:lnTo>
                    <a:pt x="471783" y="3793544"/>
                  </a:lnTo>
                  <a:lnTo>
                    <a:pt x="432680" y="3820721"/>
                  </a:lnTo>
                  <a:lnTo>
                    <a:pt x="393215" y="3847420"/>
                  </a:lnTo>
                  <a:lnTo>
                    <a:pt x="353393" y="3873635"/>
                  </a:lnTo>
                  <a:lnTo>
                    <a:pt x="313218" y="3899364"/>
                  </a:lnTo>
                  <a:lnTo>
                    <a:pt x="272694" y="3924602"/>
                  </a:lnTo>
                  <a:lnTo>
                    <a:pt x="231826" y="3949344"/>
                  </a:lnTo>
                  <a:lnTo>
                    <a:pt x="190618" y="3973587"/>
                  </a:lnTo>
                  <a:lnTo>
                    <a:pt x="149074" y="3997326"/>
                  </a:lnTo>
                  <a:lnTo>
                    <a:pt x="107199" y="4020556"/>
                  </a:lnTo>
                  <a:lnTo>
                    <a:pt x="64997" y="4043275"/>
                  </a:lnTo>
                  <a:lnTo>
                    <a:pt x="22472" y="4065476"/>
                  </a:lnTo>
                  <a:lnTo>
                    <a:pt x="0" y="4076848"/>
                  </a:lnTo>
                </a:path>
                <a:path w="6967855" h="9271000">
                  <a:moveTo>
                    <a:pt x="0" y="9270789"/>
                  </a:moveTo>
                  <a:lnTo>
                    <a:pt x="73562" y="9255733"/>
                  </a:lnTo>
                  <a:lnTo>
                    <a:pt x="133447" y="9242952"/>
                  </a:lnTo>
                  <a:lnTo>
                    <a:pt x="193179" y="9229760"/>
                  </a:lnTo>
                  <a:lnTo>
                    <a:pt x="252755" y="9216159"/>
                  </a:lnTo>
                  <a:lnTo>
                    <a:pt x="312176" y="9202151"/>
                  </a:lnTo>
                  <a:lnTo>
                    <a:pt x="371439" y="9187736"/>
                  </a:lnTo>
                  <a:lnTo>
                    <a:pt x="430542" y="9172918"/>
                  </a:lnTo>
                  <a:lnTo>
                    <a:pt x="489484" y="9157696"/>
                  </a:lnTo>
                  <a:lnTo>
                    <a:pt x="548264" y="9142073"/>
                  </a:lnTo>
                  <a:lnTo>
                    <a:pt x="606880" y="9126049"/>
                  </a:lnTo>
                  <a:lnTo>
                    <a:pt x="665330" y="9109628"/>
                  </a:lnTo>
                  <a:lnTo>
                    <a:pt x="723613" y="9092810"/>
                  </a:lnTo>
                  <a:lnTo>
                    <a:pt x="781728" y="9075597"/>
                  </a:lnTo>
                  <a:lnTo>
                    <a:pt x="839672" y="9057990"/>
                  </a:lnTo>
                  <a:lnTo>
                    <a:pt x="897445" y="9039991"/>
                  </a:lnTo>
                  <a:lnTo>
                    <a:pt x="955044" y="9021602"/>
                  </a:lnTo>
                  <a:lnTo>
                    <a:pt x="1012468" y="9002823"/>
                  </a:lnTo>
                  <a:lnTo>
                    <a:pt x="1069716" y="8983657"/>
                  </a:lnTo>
                  <a:lnTo>
                    <a:pt x="1126786" y="8964106"/>
                  </a:lnTo>
                  <a:lnTo>
                    <a:pt x="1183676" y="8944170"/>
                  </a:lnTo>
                  <a:lnTo>
                    <a:pt x="1240386" y="8923851"/>
                  </a:lnTo>
                  <a:lnTo>
                    <a:pt x="1296912" y="8903151"/>
                  </a:lnTo>
                  <a:lnTo>
                    <a:pt x="1353255" y="8882071"/>
                  </a:lnTo>
                  <a:lnTo>
                    <a:pt x="1409411" y="8860613"/>
                  </a:lnTo>
                  <a:lnTo>
                    <a:pt x="1465381" y="8838779"/>
                  </a:lnTo>
                  <a:lnTo>
                    <a:pt x="1521162" y="8816570"/>
                  </a:lnTo>
                  <a:lnTo>
                    <a:pt x="1576752" y="8793987"/>
                  </a:lnTo>
                  <a:lnTo>
                    <a:pt x="1632150" y="8771032"/>
                  </a:lnTo>
                  <a:lnTo>
                    <a:pt x="1687355" y="8747707"/>
                  </a:lnTo>
                  <a:lnTo>
                    <a:pt x="1742365" y="8724013"/>
                  </a:lnTo>
                  <a:lnTo>
                    <a:pt x="1797178" y="8699952"/>
                  </a:lnTo>
                  <a:lnTo>
                    <a:pt x="1851793" y="8675525"/>
                  </a:lnTo>
                  <a:lnTo>
                    <a:pt x="1906208" y="8650733"/>
                  </a:lnTo>
                  <a:lnTo>
                    <a:pt x="1960422" y="8625580"/>
                  </a:lnTo>
                  <a:lnTo>
                    <a:pt x="2014434" y="8600065"/>
                  </a:lnTo>
                  <a:lnTo>
                    <a:pt x="2068241" y="8574191"/>
                  </a:lnTo>
                  <a:lnTo>
                    <a:pt x="2121842" y="8547958"/>
                  </a:lnTo>
                  <a:lnTo>
                    <a:pt x="2175235" y="8521370"/>
                  </a:lnTo>
                  <a:lnTo>
                    <a:pt x="2228420" y="8494426"/>
                  </a:lnTo>
                  <a:lnTo>
                    <a:pt x="2281394" y="8467129"/>
                  </a:lnTo>
                  <a:lnTo>
                    <a:pt x="2334156" y="8439480"/>
                  </a:lnTo>
                  <a:lnTo>
                    <a:pt x="2386704" y="8411482"/>
                  </a:lnTo>
                  <a:lnTo>
                    <a:pt x="2439037" y="8383134"/>
                  </a:lnTo>
                  <a:lnTo>
                    <a:pt x="2491154" y="8354439"/>
                  </a:lnTo>
                  <a:lnTo>
                    <a:pt x="2543052" y="8325399"/>
                  </a:lnTo>
                  <a:lnTo>
                    <a:pt x="2594730" y="8296015"/>
                  </a:lnTo>
                  <a:lnTo>
                    <a:pt x="2646187" y="8266288"/>
                  </a:lnTo>
                  <a:lnTo>
                    <a:pt x="2697421" y="8236221"/>
                  </a:lnTo>
                  <a:lnTo>
                    <a:pt x="2748430" y="8205814"/>
                  </a:lnTo>
                  <a:lnTo>
                    <a:pt x="2799214" y="8175069"/>
                  </a:lnTo>
                  <a:lnTo>
                    <a:pt x="2849769" y="8143988"/>
                  </a:lnTo>
                  <a:lnTo>
                    <a:pt x="2900096" y="8112573"/>
                  </a:lnTo>
                  <a:lnTo>
                    <a:pt x="2950192" y="8080824"/>
                  </a:lnTo>
                  <a:lnTo>
                    <a:pt x="3000055" y="8048743"/>
                  </a:lnTo>
                  <a:lnTo>
                    <a:pt x="3049685" y="8016333"/>
                  </a:lnTo>
                  <a:lnTo>
                    <a:pt x="3099079" y="7983594"/>
                  </a:lnTo>
                  <a:lnTo>
                    <a:pt x="3148237" y="7950528"/>
                  </a:lnTo>
                  <a:lnTo>
                    <a:pt x="3197156" y="7917136"/>
                  </a:lnTo>
                  <a:lnTo>
                    <a:pt x="3245835" y="7883421"/>
                  </a:lnTo>
                  <a:lnTo>
                    <a:pt x="3294273" y="7849384"/>
                  </a:lnTo>
                  <a:lnTo>
                    <a:pt x="3342467" y="7815025"/>
                  </a:lnTo>
                  <a:lnTo>
                    <a:pt x="3390417" y="7780348"/>
                  </a:lnTo>
                  <a:lnTo>
                    <a:pt x="3438120" y="7745353"/>
                  </a:lnTo>
                  <a:lnTo>
                    <a:pt x="3485576" y="7710041"/>
                  </a:lnTo>
                  <a:lnTo>
                    <a:pt x="3532782" y="7674416"/>
                  </a:lnTo>
                  <a:lnTo>
                    <a:pt x="3579738" y="7638477"/>
                  </a:lnTo>
                  <a:lnTo>
                    <a:pt x="3626441" y="7602227"/>
                  </a:lnTo>
                  <a:lnTo>
                    <a:pt x="3672890" y="7565667"/>
                  </a:lnTo>
                  <a:lnTo>
                    <a:pt x="3719084" y="7528798"/>
                  </a:lnTo>
                  <a:lnTo>
                    <a:pt x="3765020" y="7491623"/>
                  </a:lnTo>
                  <a:lnTo>
                    <a:pt x="3810698" y="7454142"/>
                  </a:lnTo>
                  <a:lnTo>
                    <a:pt x="3856116" y="7416358"/>
                  </a:lnTo>
                  <a:lnTo>
                    <a:pt x="3901272" y="7378272"/>
                  </a:lnTo>
                  <a:lnTo>
                    <a:pt x="3946165" y="7339885"/>
                  </a:lnTo>
                  <a:lnTo>
                    <a:pt x="3990793" y="7301199"/>
                  </a:lnTo>
                  <a:lnTo>
                    <a:pt x="4035155" y="7262215"/>
                  </a:lnTo>
                  <a:lnTo>
                    <a:pt x="4079248" y="7222936"/>
                  </a:lnTo>
                  <a:lnTo>
                    <a:pt x="4123072" y="7183362"/>
                  </a:lnTo>
                  <a:lnTo>
                    <a:pt x="4166626" y="7143495"/>
                  </a:lnTo>
                  <a:lnTo>
                    <a:pt x="4209906" y="7103337"/>
                  </a:lnTo>
                  <a:lnTo>
                    <a:pt x="4252913" y="7062889"/>
                  </a:lnTo>
                  <a:lnTo>
                    <a:pt x="4295643" y="7022153"/>
                  </a:lnTo>
                  <a:lnTo>
                    <a:pt x="4338097" y="6981131"/>
                  </a:lnTo>
                  <a:lnTo>
                    <a:pt x="4380272" y="6939823"/>
                  </a:lnTo>
                  <a:lnTo>
                    <a:pt x="4422166" y="6898232"/>
                  </a:lnTo>
                  <a:lnTo>
                    <a:pt x="4463779" y="6856359"/>
                  </a:lnTo>
                  <a:lnTo>
                    <a:pt x="4505108" y="6814205"/>
                  </a:lnTo>
                  <a:lnTo>
                    <a:pt x="4546152" y="6771773"/>
                  </a:lnTo>
                  <a:lnTo>
                    <a:pt x="4586909" y="6729063"/>
                  </a:lnTo>
                  <a:lnTo>
                    <a:pt x="4627379" y="6686077"/>
                  </a:lnTo>
                  <a:lnTo>
                    <a:pt x="4667559" y="6642817"/>
                  </a:lnTo>
                  <a:lnTo>
                    <a:pt x="4707448" y="6599285"/>
                  </a:lnTo>
                  <a:lnTo>
                    <a:pt x="4747043" y="6555481"/>
                  </a:lnTo>
                  <a:lnTo>
                    <a:pt x="4786345" y="6511408"/>
                  </a:lnTo>
                  <a:lnTo>
                    <a:pt x="4825351" y="6467066"/>
                  </a:lnTo>
                  <a:lnTo>
                    <a:pt x="4864059" y="6422458"/>
                  </a:lnTo>
                  <a:lnTo>
                    <a:pt x="4902469" y="6377586"/>
                  </a:lnTo>
                  <a:lnTo>
                    <a:pt x="4940578" y="6332450"/>
                  </a:lnTo>
                  <a:lnTo>
                    <a:pt x="4978385" y="6287052"/>
                  </a:lnTo>
                  <a:lnTo>
                    <a:pt x="5015888" y="6241393"/>
                  </a:lnTo>
                  <a:lnTo>
                    <a:pt x="5053086" y="6195476"/>
                  </a:lnTo>
                  <a:lnTo>
                    <a:pt x="5089978" y="6149302"/>
                  </a:lnTo>
                  <a:lnTo>
                    <a:pt x="5126561" y="6102872"/>
                  </a:lnTo>
                  <a:lnTo>
                    <a:pt x="5162835" y="6056188"/>
                  </a:lnTo>
                  <a:lnTo>
                    <a:pt x="5198797" y="6009252"/>
                  </a:lnTo>
                  <a:lnTo>
                    <a:pt x="5234446" y="5962064"/>
                  </a:lnTo>
                  <a:lnTo>
                    <a:pt x="5269781" y="5914628"/>
                  </a:lnTo>
                  <a:lnTo>
                    <a:pt x="5304799" y="5866943"/>
                  </a:lnTo>
                  <a:lnTo>
                    <a:pt x="5339501" y="5819012"/>
                  </a:lnTo>
                  <a:lnTo>
                    <a:pt x="5373883" y="5770836"/>
                  </a:lnTo>
                  <a:lnTo>
                    <a:pt x="5407944" y="5722417"/>
                  </a:lnTo>
                  <a:lnTo>
                    <a:pt x="5441684" y="5673756"/>
                  </a:lnTo>
                  <a:lnTo>
                    <a:pt x="5475099" y="5624855"/>
                  </a:lnTo>
                  <a:lnTo>
                    <a:pt x="5508189" y="5575716"/>
                  </a:lnTo>
                  <a:lnTo>
                    <a:pt x="5540953" y="5526339"/>
                  </a:lnTo>
                  <a:lnTo>
                    <a:pt x="5573388" y="5476727"/>
                  </a:lnTo>
                  <a:lnTo>
                    <a:pt x="5605493" y="5426882"/>
                  </a:lnTo>
                  <a:lnTo>
                    <a:pt x="5637266" y="5376803"/>
                  </a:lnTo>
                  <a:lnTo>
                    <a:pt x="5668707" y="5326494"/>
                  </a:lnTo>
                  <a:lnTo>
                    <a:pt x="5699812" y="5275956"/>
                  </a:lnTo>
                  <a:lnTo>
                    <a:pt x="5730582" y="5225190"/>
                  </a:lnTo>
                  <a:lnTo>
                    <a:pt x="5761014" y="5174198"/>
                  </a:lnTo>
                  <a:lnTo>
                    <a:pt x="5791107" y="5122981"/>
                  </a:lnTo>
                  <a:lnTo>
                    <a:pt x="5820858" y="5071541"/>
                  </a:lnTo>
                  <a:lnTo>
                    <a:pt x="5850268" y="5019879"/>
                  </a:lnTo>
                  <a:lnTo>
                    <a:pt x="5879334" y="4967998"/>
                  </a:lnTo>
                  <a:lnTo>
                    <a:pt x="5908054" y="4915898"/>
                  </a:lnTo>
                  <a:lnTo>
                    <a:pt x="5936427" y="4863581"/>
                  </a:lnTo>
                  <a:lnTo>
                    <a:pt x="5964451" y="4811049"/>
                  </a:lnTo>
                  <a:lnTo>
                    <a:pt x="5992126" y="4758303"/>
                  </a:lnTo>
                  <a:lnTo>
                    <a:pt x="6019449" y="4705345"/>
                  </a:lnTo>
                  <a:lnTo>
                    <a:pt x="6046418" y="4652177"/>
                  </a:lnTo>
                  <a:lnTo>
                    <a:pt x="6073033" y="4598799"/>
                  </a:lnTo>
                  <a:lnTo>
                    <a:pt x="6099291" y="4545213"/>
                  </a:lnTo>
                  <a:lnTo>
                    <a:pt x="6125192" y="4491422"/>
                  </a:lnTo>
                  <a:lnTo>
                    <a:pt x="6150733" y="4437426"/>
                  </a:lnTo>
                  <a:lnTo>
                    <a:pt x="6175913" y="4383227"/>
                  </a:lnTo>
                  <a:lnTo>
                    <a:pt x="6200731" y="4328827"/>
                  </a:lnTo>
                  <a:lnTo>
                    <a:pt x="6225185" y="4274227"/>
                  </a:lnTo>
                  <a:lnTo>
                    <a:pt x="6249272" y="4219429"/>
                  </a:lnTo>
                  <a:lnTo>
                    <a:pt x="6272993" y="4164434"/>
                  </a:lnTo>
                  <a:lnTo>
                    <a:pt x="6296345" y="4109244"/>
                  </a:lnTo>
                  <a:lnTo>
                    <a:pt x="6319327" y="4053860"/>
                  </a:lnTo>
                  <a:lnTo>
                    <a:pt x="6341937" y="3998284"/>
                  </a:lnTo>
                  <a:lnTo>
                    <a:pt x="6364174" y="3942518"/>
                  </a:lnTo>
                  <a:lnTo>
                    <a:pt x="6386035" y="3886563"/>
                  </a:lnTo>
                  <a:lnTo>
                    <a:pt x="6407520" y="3830420"/>
                  </a:lnTo>
                  <a:lnTo>
                    <a:pt x="6428628" y="3774091"/>
                  </a:lnTo>
                  <a:lnTo>
                    <a:pt x="6449355" y="3717579"/>
                  </a:lnTo>
                  <a:lnTo>
                    <a:pt x="6469702" y="3660883"/>
                  </a:lnTo>
                  <a:lnTo>
                    <a:pt x="6489665" y="3604006"/>
                  </a:lnTo>
                  <a:lnTo>
                    <a:pt x="6509245" y="3546950"/>
                  </a:lnTo>
                  <a:lnTo>
                    <a:pt x="6528438" y="3489715"/>
                  </a:lnTo>
                  <a:lnTo>
                    <a:pt x="6547245" y="3432304"/>
                  </a:lnTo>
                  <a:lnTo>
                    <a:pt x="6565662" y="3374718"/>
                  </a:lnTo>
                  <a:lnTo>
                    <a:pt x="6583689" y="3316958"/>
                  </a:lnTo>
                  <a:lnTo>
                    <a:pt x="6601324" y="3259026"/>
                  </a:lnTo>
                  <a:lnTo>
                    <a:pt x="6618566" y="3200925"/>
                  </a:lnTo>
                  <a:lnTo>
                    <a:pt x="6635412" y="3142654"/>
                  </a:lnTo>
                  <a:lnTo>
                    <a:pt x="6651862" y="3084216"/>
                  </a:lnTo>
                  <a:lnTo>
                    <a:pt x="6667914" y="3025612"/>
                  </a:lnTo>
                  <a:lnTo>
                    <a:pt x="6683566" y="2966844"/>
                  </a:lnTo>
                  <a:lnTo>
                    <a:pt x="6698816" y="2907914"/>
                  </a:lnTo>
                  <a:lnTo>
                    <a:pt x="6713664" y="2848823"/>
                  </a:lnTo>
                  <a:lnTo>
                    <a:pt x="6728107" y="2789572"/>
                  </a:lnTo>
                  <a:lnTo>
                    <a:pt x="6742145" y="2730163"/>
                  </a:lnTo>
                  <a:lnTo>
                    <a:pt x="6755775" y="2670597"/>
                  </a:lnTo>
                  <a:lnTo>
                    <a:pt x="6768995" y="2610877"/>
                  </a:lnTo>
                  <a:lnTo>
                    <a:pt x="6781806" y="2551004"/>
                  </a:lnTo>
                  <a:lnTo>
                    <a:pt x="6794204" y="2490978"/>
                  </a:lnTo>
                  <a:lnTo>
                    <a:pt x="6806188" y="2430803"/>
                  </a:lnTo>
                  <a:lnTo>
                    <a:pt x="6817757" y="2370479"/>
                  </a:lnTo>
                  <a:lnTo>
                    <a:pt x="6828910" y="2310008"/>
                  </a:lnTo>
                  <a:lnTo>
                    <a:pt x="6839644" y="2249391"/>
                  </a:lnTo>
                  <a:lnTo>
                    <a:pt x="6849958" y="2188630"/>
                  </a:lnTo>
                  <a:lnTo>
                    <a:pt x="6859850" y="2127727"/>
                  </a:lnTo>
                  <a:lnTo>
                    <a:pt x="6869320" y="2066683"/>
                  </a:lnTo>
                  <a:lnTo>
                    <a:pt x="6878365" y="2005499"/>
                  </a:lnTo>
                  <a:lnTo>
                    <a:pt x="6886984" y="1944178"/>
                  </a:lnTo>
                  <a:lnTo>
                    <a:pt x="6895175" y="1882721"/>
                  </a:lnTo>
                  <a:lnTo>
                    <a:pt x="6902937" y="1821129"/>
                  </a:lnTo>
                  <a:lnTo>
                    <a:pt x="6910269" y="1759403"/>
                  </a:lnTo>
                  <a:lnTo>
                    <a:pt x="6917168" y="1697546"/>
                  </a:lnTo>
                  <a:lnTo>
                    <a:pt x="6923633" y="1635559"/>
                  </a:lnTo>
                  <a:lnTo>
                    <a:pt x="6929663" y="1573444"/>
                  </a:lnTo>
                  <a:lnTo>
                    <a:pt x="6935255" y="1511202"/>
                  </a:lnTo>
                  <a:lnTo>
                    <a:pt x="6940410" y="1448834"/>
                  </a:lnTo>
                  <a:lnTo>
                    <a:pt x="6945124" y="1386342"/>
                  </a:lnTo>
                  <a:lnTo>
                    <a:pt x="6949397" y="1323728"/>
                  </a:lnTo>
                  <a:lnTo>
                    <a:pt x="6953226" y="1260994"/>
                  </a:lnTo>
                  <a:lnTo>
                    <a:pt x="6956611" y="1198140"/>
                  </a:lnTo>
                  <a:lnTo>
                    <a:pt x="6959549" y="1135168"/>
                  </a:lnTo>
                  <a:lnTo>
                    <a:pt x="6962040" y="1072081"/>
                  </a:lnTo>
                  <a:lnTo>
                    <a:pt x="6964081" y="1008879"/>
                  </a:lnTo>
                  <a:lnTo>
                    <a:pt x="6965672" y="945563"/>
                  </a:lnTo>
                  <a:lnTo>
                    <a:pt x="6966809" y="882137"/>
                  </a:lnTo>
                  <a:lnTo>
                    <a:pt x="6967493" y="818600"/>
                  </a:lnTo>
                  <a:lnTo>
                    <a:pt x="6967722" y="754956"/>
                  </a:lnTo>
                </a:path>
              </a:pathLst>
            </a:custGeom>
            <a:ln w="7853">
              <a:solidFill>
                <a:srgbClr val="00A5E5"/>
              </a:solidFill>
            </a:ln>
          </p:spPr>
          <p:txBody>
            <a:bodyPr wrap="square" lIns="0" tIns="0" rIns="0" bIns="0" rtlCol="0"/>
            <a:lstStyle/>
            <a:p>
              <a:endParaRPr sz="1092"/>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rgbClr val="F9F9F9"/>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2" name="Titre 1">
            <a:extLst>
              <a:ext uri="{FF2B5EF4-FFF2-40B4-BE49-F238E27FC236}">
                <a16:creationId xmlns:a16="http://schemas.microsoft.com/office/drawing/2014/main" id="{FCF14866-E4B9-776A-70E0-90665ED3F728}"/>
              </a:ext>
            </a:extLst>
          </p:cNvPr>
          <p:cNvSpPr>
            <a:spLocks noGrp="1"/>
          </p:cNvSpPr>
          <p:nvPr>
            <p:ph type="ctrTitle" hasCustomPrompt="1"/>
          </p:nvPr>
        </p:nvSpPr>
        <p:spPr>
          <a:xfrm>
            <a:off x="1106748" y="2135183"/>
            <a:ext cx="4115383" cy="952471"/>
          </a:xfrm>
          <a:solidFill>
            <a:schemeClr val="tx1"/>
          </a:solidFill>
        </p:spPr>
        <p:txBody>
          <a:bodyPr anchor="b">
            <a:noAutofit/>
          </a:bodyPr>
          <a:lstStyle>
            <a:lvl1pPr marL="7701" algn="l" defTabSz="554492" rtl="0" eaLnBrk="1" latinLnBrk="0" hangingPunct="1">
              <a:lnSpc>
                <a:spcPts val="5458"/>
              </a:lnSpc>
              <a:spcBef>
                <a:spcPts val="73"/>
              </a:spcBef>
              <a:buNone/>
              <a:defRPr lang="fr-FR" sz="4800" b="1" kern="1200" dirty="0">
                <a:solidFill>
                  <a:schemeClr val="bg1"/>
                </a:solidFill>
                <a:latin typeface="+mj-lt"/>
                <a:ea typeface="+mj-ea"/>
                <a:cs typeface="Poppins ExtraBold" panose="00000900000000000000" pitchFamily="2" charset="0"/>
              </a:defRPr>
            </a:lvl1pPr>
          </a:lstStyle>
          <a:p>
            <a:pPr marL="12700">
              <a:spcBef>
                <a:spcPts val="120"/>
              </a:spcBef>
            </a:pPr>
            <a:r>
              <a:rPr lang="fr-FR">
                <a:latin typeface="+mj-lt"/>
                <a:cs typeface="Poppins ExtraBold" panose="00000900000000000000" pitchFamily="2" charset="0"/>
              </a:rPr>
              <a:t>Sommaire</a:t>
            </a:r>
            <a:endParaRPr lang="fr-FR" spc="-12">
              <a:latin typeface="+mj-lt"/>
              <a:cs typeface="Poppins ExtraBold" panose="00000900000000000000" pitchFamily="2" charset="0"/>
            </a:endParaRPr>
          </a:p>
        </p:txBody>
      </p:sp>
      <p:pic>
        <p:nvPicPr>
          <p:cNvPr id="22" name="Graphique 21">
            <a:extLst>
              <a:ext uri="{FF2B5EF4-FFF2-40B4-BE49-F238E27FC236}">
                <a16:creationId xmlns:a16="http://schemas.microsoft.com/office/drawing/2014/main" id="{31066733-9516-BE4E-43A0-A34E8E7D1E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a:lstStyle>
            <a:lvl1pPr algn="r">
              <a:defRPr>
                <a:solidFill>
                  <a:schemeClr val="tx1"/>
                </a:solidFill>
                <a:latin typeface="+mn-lt"/>
              </a:defRPr>
            </a:lvl1pPr>
          </a:lstStyle>
          <a:p>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tx1"/>
                </a:solidFill>
                <a:latin typeface="+mj-lt"/>
              </a:defRPr>
            </a:lvl1pPr>
          </a:lstStyle>
          <a:p>
            <a:fld id="{362060BF-C460-4FB3-AB63-4430F31C2F52}" type="slidenum">
              <a:rPr lang="fr-FR" smtClean="0"/>
              <a:pPr/>
              <a:t>‹N°›</a:t>
            </a:fld>
            <a:endParaRPr lang="fr-FR"/>
          </a:p>
        </p:txBody>
      </p:sp>
      <p:sp>
        <p:nvSpPr>
          <p:cNvPr id="32" name="Espace réservé du contenu 31">
            <a:extLst>
              <a:ext uri="{FF2B5EF4-FFF2-40B4-BE49-F238E27FC236}">
                <a16:creationId xmlns:a16="http://schemas.microsoft.com/office/drawing/2014/main" id="{815564CD-8785-B101-614B-74C477DD2A2F}"/>
              </a:ext>
            </a:extLst>
          </p:cNvPr>
          <p:cNvSpPr>
            <a:spLocks noGrp="1"/>
          </p:cNvSpPr>
          <p:nvPr>
            <p:ph sz="quarter" idx="13"/>
          </p:nvPr>
        </p:nvSpPr>
        <p:spPr>
          <a:xfrm>
            <a:off x="5431144" y="2462488"/>
            <a:ext cx="5757783" cy="4091983"/>
          </a:xfrm>
        </p:spPr>
        <p:txBody>
          <a:bodyPr>
            <a:noAutofit/>
          </a:bodyPr>
          <a:lstStyle>
            <a:lvl1pPr marL="600700" indent="-600700">
              <a:lnSpc>
                <a:spcPts val="2911"/>
              </a:lnSpc>
              <a:spcBef>
                <a:spcPts val="0"/>
              </a:spcBef>
              <a:spcAft>
                <a:spcPts val="728"/>
              </a:spcAft>
              <a:buClr>
                <a:schemeClr val="tx2"/>
              </a:buClr>
              <a:buFont typeface="+mj-lt"/>
              <a:buAutoNum type="arabicPeriod"/>
              <a:defRPr sz="2400">
                <a:solidFill>
                  <a:schemeClr val="bg1"/>
                </a:solidFill>
                <a:latin typeface="+mn-lt"/>
                <a:cs typeface="Poppins Light" panose="00000400000000000000" pitchFamily="2" charset="0"/>
              </a:defRPr>
            </a:lvl1pPr>
            <a:lvl2pPr marL="600700" indent="0">
              <a:lnSpc>
                <a:spcPts val="2911"/>
              </a:lnSpc>
              <a:spcBef>
                <a:spcPts val="0"/>
              </a:spcBef>
              <a:spcAft>
                <a:spcPts val="728"/>
              </a:spcAft>
              <a:buClr>
                <a:schemeClr val="tx2"/>
              </a:buClr>
              <a:buFont typeface="+mj-lt"/>
              <a:buNone/>
              <a:defRPr sz="1800">
                <a:solidFill>
                  <a:schemeClr val="bg1"/>
                </a:solidFill>
                <a:latin typeface="+mn-lt"/>
                <a:cs typeface="Poppins Light" panose="00000400000000000000" pitchFamily="2" charset="0"/>
              </a:defRPr>
            </a:lvl2pPr>
          </a:lstStyle>
          <a:p>
            <a:pPr lvl="0"/>
            <a:r>
              <a:rPr lang="fr-FR"/>
              <a:t>Cliquez pour modifier les styles du texte du masque</a:t>
            </a:r>
          </a:p>
          <a:p>
            <a:pPr lvl="1"/>
            <a:r>
              <a:rPr lang="fr-FR"/>
              <a:t>Deuxième niveau</a:t>
            </a:r>
          </a:p>
        </p:txBody>
      </p:sp>
    </p:spTree>
    <p:extLst>
      <p:ext uri="{BB962C8B-B14F-4D97-AF65-F5344CB8AC3E}">
        <p14:creationId xmlns:p14="http://schemas.microsoft.com/office/powerpoint/2010/main" val="3662662320"/>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Diapositive de titre">
    <p:bg>
      <p:bgPr>
        <a:solidFill>
          <a:schemeClr val="tx1"/>
        </a:solidFill>
        <a:effectLst/>
      </p:bgPr>
    </p:bg>
    <p:spTree>
      <p:nvGrpSpPr>
        <p:cNvPr id="1" name=""/>
        <p:cNvGrpSpPr/>
        <p:nvPr/>
      </p:nvGrpSpPr>
      <p:grpSpPr>
        <a:xfrm>
          <a:off x="0" y="0"/>
          <a:ext cx="0" cy="0"/>
          <a:chOff x="0" y="0"/>
          <a:chExt cx="0" cy="0"/>
        </a:xfrm>
      </p:grpSpPr>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rgbClr val="F9F9F9"/>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2" name="Titre 1">
            <a:extLst>
              <a:ext uri="{FF2B5EF4-FFF2-40B4-BE49-F238E27FC236}">
                <a16:creationId xmlns:a16="http://schemas.microsoft.com/office/drawing/2014/main" id="{FCF14866-E4B9-776A-70E0-90665ED3F728}"/>
              </a:ext>
            </a:extLst>
          </p:cNvPr>
          <p:cNvSpPr>
            <a:spLocks noGrp="1"/>
          </p:cNvSpPr>
          <p:nvPr>
            <p:ph type="ctrTitle" hasCustomPrompt="1"/>
          </p:nvPr>
        </p:nvSpPr>
        <p:spPr>
          <a:xfrm>
            <a:off x="5215493" y="1434366"/>
            <a:ext cx="5963716" cy="952471"/>
          </a:xfrm>
          <a:solidFill>
            <a:schemeClr val="tx1"/>
          </a:solidFill>
        </p:spPr>
        <p:txBody>
          <a:bodyPr anchor="b">
            <a:noAutofit/>
          </a:bodyPr>
          <a:lstStyle>
            <a:lvl1pPr marL="7701" algn="l" defTabSz="554492" rtl="0" eaLnBrk="1" latinLnBrk="0" hangingPunct="1">
              <a:lnSpc>
                <a:spcPts val="5458"/>
              </a:lnSpc>
              <a:spcBef>
                <a:spcPts val="73"/>
              </a:spcBef>
              <a:buNone/>
              <a:defRPr lang="fr-FR" sz="4800" b="1" kern="1200" dirty="0">
                <a:solidFill>
                  <a:schemeClr val="bg1"/>
                </a:solidFill>
                <a:latin typeface="+mj-lt"/>
                <a:ea typeface="+mj-ea"/>
                <a:cs typeface="Poppins ExtraBold" panose="00000900000000000000" pitchFamily="2" charset="0"/>
              </a:defRPr>
            </a:lvl1pPr>
          </a:lstStyle>
          <a:p>
            <a:pPr marL="12700">
              <a:spcBef>
                <a:spcPts val="120"/>
              </a:spcBef>
            </a:pPr>
            <a:r>
              <a:rPr lang="fr-FR">
                <a:latin typeface="+mj-lt"/>
                <a:cs typeface="Poppins ExtraBold" panose="00000900000000000000" pitchFamily="2" charset="0"/>
              </a:rPr>
              <a:t>Sommaire</a:t>
            </a:r>
            <a:endParaRPr lang="fr-FR" spc="-12">
              <a:latin typeface="+mj-lt"/>
              <a:cs typeface="Poppins ExtraBold" panose="00000900000000000000" pitchFamily="2" charset="0"/>
            </a:endParaRPr>
          </a:p>
        </p:txBody>
      </p:sp>
      <p:pic>
        <p:nvPicPr>
          <p:cNvPr id="22" name="Graphique 21">
            <a:extLst>
              <a:ext uri="{FF2B5EF4-FFF2-40B4-BE49-F238E27FC236}">
                <a16:creationId xmlns:a16="http://schemas.microsoft.com/office/drawing/2014/main" id="{31066733-9516-BE4E-43A0-A34E8E7D1E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tx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tx1"/>
                </a:solidFill>
                <a:latin typeface="+mj-lt"/>
              </a:defRPr>
            </a:lvl1pPr>
          </a:lstStyle>
          <a:p>
            <a:fld id="{362060BF-C460-4FB3-AB63-4430F31C2F52}" type="slidenum">
              <a:rPr lang="fr-FR" smtClean="0"/>
              <a:pPr/>
              <a:t>‹N°›</a:t>
            </a:fld>
            <a:endParaRPr lang="fr-FR"/>
          </a:p>
        </p:txBody>
      </p:sp>
      <p:sp>
        <p:nvSpPr>
          <p:cNvPr id="32" name="Espace réservé du contenu 31">
            <a:extLst>
              <a:ext uri="{FF2B5EF4-FFF2-40B4-BE49-F238E27FC236}">
                <a16:creationId xmlns:a16="http://schemas.microsoft.com/office/drawing/2014/main" id="{815564CD-8785-B101-614B-74C477DD2A2F}"/>
              </a:ext>
            </a:extLst>
          </p:cNvPr>
          <p:cNvSpPr>
            <a:spLocks noGrp="1"/>
          </p:cNvSpPr>
          <p:nvPr>
            <p:ph sz="quarter" idx="13"/>
          </p:nvPr>
        </p:nvSpPr>
        <p:spPr>
          <a:xfrm>
            <a:off x="5215493" y="2886059"/>
            <a:ext cx="5967489" cy="3668411"/>
          </a:xfrm>
        </p:spPr>
        <p:txBody>
          <a:bodyPr>
            <a:noAutofit/>
          </a:bodyPr>
          <a:lstStyle>
            <a:lvl1pPr marL="600700" indent="-600700">
              <a:lnSpc>
                <a:spcPts val="2911"/>
              </a:lnSpc>
              <a:spcBef>
                <a:spcPts val="0"/>
              </a:spcBef>
              <a:spcAft>
                <a:spcPts val="728"/>
              </a:spcAft>
              <a:buClr>
                <a:schemeClr val="tx2"/>
              </a:buClr>
              <a:buFont typeface="+mj-lt"/>
              <a:buAutoNum type="arabicPeriod"/>
              <a:defRPr sz="2400">
                <a:solidFill>
                  <a:schemeClr val="bg1"/>
                </a:solidFill>
                <a:latin typeface="+mn-lt"/>
                <a:cs typeface="Poppins Light" panose="00000400000000000000" pitchFamily="2" charset="0"/>
              </a:defRPr>
            </a:lvl1pPr>
            <a:lvl2pPr marL="600700" indent="0">
              <a:lnSpc>
                <a:spcPts val="2911"/>
              </a:lnSpc>
              <a:spcBef>
                <a:spcPts val="0"/>
              </a:spcBef>
              <a:spcAft>
                <a:spcPts val="728"/>
              </a:spcAft>
              <a:buClr>
                <a:schemeClr val="tx2"/>
              </a:buClr>
              <a:buFont typeface="+mj-lt"/>
              <a:buNone/>
              <a:defRPr sz="1800">
                <a:solidFill>
                  <a:schemeClr val="bg1"/>
                </a:solidFill>
                <a:latin typeface="+mn-lt"/>
                <a:cs typeface="Poppins Light" panose="00000400000000000000" pitchFamily="2" charset="0"/>
              </a:defRPr>
            </a:lvl2pPr>
          </a:lstStyle>
          <a:p>
            <a:pPr lvl="0"/>
            <a:r>
              <a:rPr lang="fr-FR"/>
              <a:t>Cliquez pour modifier les styles du texte du masque</a:t>
            </a:r>
          </a:p>
          <a:p>
            <a:pPr lvl="1"/>
            <a:r>
              <a:rPr lang="fr-FR"/>
              <a:t>Deuxième niveau</a:t>
            </a:r>
          </a:p>
        </p:txBody>
      </p:sp>
      <p:sp>
        <p:nvSpPr>
          <p:cNvPr id="24" name="Espace réservé pour une image  23">
            <a:extLst>
              <a:ext uri="{FF2B5EF4-FFF2-40B4-BE49-F238E27FC236}">
                <a16:creationId xmlns:a16="http://schemas.microsoft.com/office/drawing/2014/main" id="{8F7A243F-04D8-A86D-C6C6-FC4D068BF586}"/>
              </a:ext>
            </a:extLst>
          </p:cNvPr>
          <p:cNvSpPr>
            <a:spLocks noGrp="1"/>
          </p:cNvSpPr>
          <p:nvPr>
            <p:ph type="pic" sz="quarter" idx="14" hasCustomPrompt="1"/>
          </p:nvPr>
        </p:nvSpPr>
        <p:spPr>
          <a:xfrm>
            <a:off x="0" y="0"/>
            <a:ext cx="4236749" cy="5654241"/>
          </a:xfrm>
          <a:custGeom>
            <a:avLst/>
            <a:gdLst>
              <a:gd name="connsiteX0" fmla="*/ 1971880 w 6986223"/>
              <a:gd name="connsiteY0" fmla="*/ 0 h 9324262"/>
              <a:gd name="connsiteX1" fmla="*/ 6948265 w 6986223"/>
              <a:gd name="connsiteY1" fmla="*/ 0 h 9324262"/>
              <a:gd name="connsiteX2" fmla="*/ 6958021 w 6986223"/>
              <a:gd name="connsiteY2" fmla="*/ 91012 h 9324262"/>
              <a:gd name="connsiteX3" fmla="*/ 6962287 w 6986223"/>
              <a:gd name="connsiteY3" fmla="*/ 1430585 h 9324262"/>
              <a:gd name="connsiteX4" fmla="*/ 45273 w 6986223"/>
              <a:gd name="connsiteY4" fmla="*/ 9315265 h 9324262"/>
              <a:gd name="connsiteX5" fmla="*/ 0 w 6986223"/>
              <a:gd name="connsiteY5" fmla="*/ 9324262 h 9324262"/>
              <a:gd name="connsiteX6" fmla="*/ 0 w 6986223"/>
              <a:gd name="connsiteY6" fmla="*/ 4126044 h 9324262"/>
              <a:gd name="connsiteX7" fmla="*/ 28610 w 6986223"/>
              <a:gd name="connsiteY7" fmla="*/ 4111461 h 9324262"/>
              <a:gd name="connsiteX8" fmla="*/ 2049770 w 6986223"/>
              <a:gd name="connsiteY8" fmla="*/ 1065494 h 9324262"/>
              <a:gd name="connsiteX9" fmla="*/ 1993511 w 6986223"/>
              <a:gd name="connsiteY9" fmla="*/ 98024 h 932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86223" h="9324262">
                <a:moveTo>
                  <a:pt x="1971880" y="0"/>
                </a:moveTo>
                <a:lnTo>
                  <a:pt x="6948265" y="0"/>
                </a:lnTo>
                <a:lnTo>
                  <a:pt x="6958021" y="91012"/>
                </a:lnTo>
                <a:cubicBezTo>
                  <a:pt x="6993736" y="530345"/>
                  <a:pt x="6995941" y="977756"/>
                  <a:pt x="6962287" y="1430585"/>
                </a:cubicBezTo>
                <a:cubicBezTo>
                  <a:pt x="6670622" y="5355102"/>
                  <a:pt x="3775301" y="8479040"/>
                  <a:pt x="45273" y="9315265"/>
                </a:cubicBezTo>
                <a:lnTo>
                  <a:pt x="0" y="9324262"/>
                </a:lnTo>
                <a:lnTo>
                  <a:pt x="0" y="4126044"/>
                </a:lnTo>
                <a:lnTo>
                  <a:pt x="28610" y="4111461"/>
                </a:lnTo>
                <a:cubicBezTo>
                  <a:pt x="1156705" y="3502625"/>
                  <a:pt x="1951434" y="2388660"/>
                  <a:pt x="2049770" y="1065494"/>
                </a:cubicBezTo>
                <a:cubicBezTo>
                  <a:pt x="2074354" y="734702"/>
                  <a:pt x="2053959" y="410408"/>
                  <a:pt x="1993511" y="98024"/>
                </a:cubicBezTo>
                <a:close/>
              </a:path>
            </a:pathLst>
          </a:custGeom>
          <a:solidFill>
            <a:schemeClr val="bg1"/>
          </a:solidFill>
        </p:spPr>
        <p:txBody>
          <a:bodyPr wrap="square">
            <a:noAutofit/>
          </a:bodyPr>
          <a:lstStyle>
            <a:lvl1pPr>
              <a:defRPr>
                <a:solidFill>
                  <a:schemeClr val="bg1"/>
                </a:solidFill>
              </a:defRPr>
            </a:lvl1pPr>
          </a:lstStyle>
          <a:p>
            <a:r>
              <a:rPr lang="fr-FR"/>
              <a:t>Insérer </a:t>
            </a:r>
          </a:p>
          <a:p>
            <a:r>
              <a:rPr lang="fr-FR"/>
              <a:t>image </a:t>
            </a:r>
          </a:p>
          <a:p>
            <a:r>
              <a:rPr lang="fr-FR"/>
              <a:t>ici</a:t>
            </a:r>
          </a:p>
        </p:txBody>
      </p:sp>
    </p:spTree>
    <p:extLst>
      <p:ext uri="{BB962C8B-B14F-4D97-AF65-F5344CB8AC3E}">
        <p14:creationId xmlns:p14="http://schemas.microsoft.com/office/powerpoint/2010/main" val="3646156326"/>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Diapositive de titre">
    <p:bg>
      <p:bgPr>
        <a:solidFill>
          <a:schemeClr val="tx1"/>
        </a:solidFill>
        <a:effectLst/>
      </p:bgPr>
    </p:bg>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D9B64558-CF33-6E36-90AC-DF1CE29F4C1B}"/>
              </a:ext>
            </a:extLst>
          </p:cNvPr>
          <p:cNvGrpSpPr/>
          <p:nvPr/>
        </p:nvGrpSpPr>
        <p:grpSpPr>
          <a:xfrm>
            <a:off x="0" y="0"/>
            <a:ext cx="4225610" cy="5621943"/>
            <a:chOff x="0" y="0"/>
            <a:chExt cx="6967855" cy="9271000"/>
          </a:xfrm>
        </p:grpSpPr>
        <p:sp>
          <p:nvSpPr>
            <p:cNvPr id="7" name="object 4">
              <a:extLst>
                <a:ext uri="{FF2B5EF4-FFF2-40B4-BE49-F238E27FC236}">
                  <a16:creationId xmlns:a16="http://schemas.microsoft.com/office/drawing/2014/main" id="{F80267D9-9F16-2B50-5B4E-A4D7A431A4E1}"/>
                </a:ext>
              </a:extLst>
            </p:cNvPr>
            <p:cNvSpPr/>
            <p:nvPr/>
          </p:nvSpPr>
          <p:spPr>
            <a:xfrm>
              <a:off x="6935362" y="0"/>
              <a:ext cx="32384" cy="755015"/>
            </a:xfrm>
            <a:custGeom>
              <a:avLst/>
              <a:gdLst/>
              <a:ahLst/>
              <a:cxnLst/>
              <a:rect l="l" t="t" r="r" b="b"/>
              <a:pathLst>
                <a:path w="32384" h="755015">
                  <a:moveTo>
                    <a:pt x="32359" y="754956"/>
                  </a:moveTo>
                  <a:lnTo>
                    <a:pt x="32131" y="691311"/>
                  </a:lnTo>
                  <a:lnTo>
                    <a:pt x="31447" y="627775"/>
                  </a:lnTo>
                  <a:lnTo>
                    <a:pt x="30309" y="564348"/>
                  </a:lnTo>
                  <a:lnTo>
                    <a:pt x="28719" y="501033"/>
                  </a:lnTo>
                  <a:lnTo>
                    <a:pt x="26677" y="437831"/>
                  </a:lnTo>
                  <a:lnTo>
                    <a:pt x="24187" y="374743"/>
                  </a:lnTo>
                  <a:lnTo>
                    <a:pt x="21248" y="311772"/>
                  </a:lnTo>
                  <a:lnTo>
                    <a:pt x="17863" y="248918"/>
                  </a:lnTo>
                  <a:lnTo>
                    <a:pt x="14034" y="186183"/>
                  </a:lnTo>
                  <a:lnTo>
                    <a:pt x="9761" y="123569"/>
                  </a:lnTo>
                  <a:lnTo>
                    <a:pt x="5047" y="61078"/>
                  </a:lnTo>
                  <a:lnTo>
                    <a:pt x="0" y="0"/>
                  </a:lnTo>
                </a:path>
              </a:pathLst>
            </a:custGeom>
            <a:ln w="7853">
              <a:solidFill>
                <a:srgbClr val="00A5E5"/>
              </a:solidFill>
            </a:ln>
          </p:spPr>
          <p:txBody>
            <a:bodyPr wrap="square" lIns="0" tIns="0" rIns="0" bIns="0" rtlCol="0"/>
            <a:lstStyle/>
            <a:p>
              <a:endParaRPr sz="1092"/>
            </a:p>
          </p:txBody>
        </p:sp>
        <p:sp>
          <p:nvSpPr>
            <p:cNvPr id="9" name="object 6">
              <a:extLst>
                <a:ext uri="{FF2B5EF4-FFF2-40B4-BE49-F238E27FC236}">
                  <a16:creationId xmlns:a16="http://schemas.microsoft.com/office/drawing/2014/main" id="{54FE4294-F1CB-D641-2E73-1CD7B939E61F}"/>
                </a:ext>
              </a:extLst>
            </p:cNvPr>
            <p:cNvSpPr/>
            <p:nvPr/>
          </p:nvSpPr>
          <p:spPr>
            <a:xfrm>
              <a:off x="0" y="0"/>
              <a:ext cx="6967855" cy="9271000"/>
            </a:xfrm>
            <a:custGeom>
              <a:avLst/>
              <a:gdLst/>
              <a:ahLst/>
              <a:cxnLst/>
              <a:rect l="l" t="t" r="r" b="b"/>
              <a:pathLst>
                <a:path w="6967855" h="9271000">
                  <a:moveTo>
                    <a:pt x="1980420" y="0"/>
                  </a:moveTo>
                  <a:lnTo>
                    <a:pt x="1992645" y="61005"/>
                  </a:lnTo>
                  <a:lnTo>
                    <a:pt x="2001511" y="109294"/>
                  </a:lnTo>
                  <a:lnTo>
                    <a:pt x="2009748" y="157796"/>
                  </a:lnTo>
                  <a:lnTo>
                    <a:pt x="2017350" y="206508"/>
                  </a:lnTo>
                  <a:lnTo>
                    <a:pt x="2024314" y="255426"/>
                  </a:lnTo>
                  <a:lnTo>
                    <a:pt x="2030636" y="304545"/>
                  </a:lnTo>
                  <a:lnTo>
                    <a:pt x="2036310" y="353860"/>
                  </a:lnTo>
                  <a:lnTo>
                    <a:pt x="2041333" y="403368"/>
                  </a:lnTo>
                  <a:lnTo>
                    <a:pt x="2045700" y="453064"/>
                  </a:lnTo>
                  <a:lnTo>
                    <a:pt x="2049408" y="502944"/>
                  </a:lnTo>
                  <a:lnTo>
                    <a:pt x="2052450" y="553004"/>
                  </a:lnTo>
                  <a:lnTo>
                    <a:pt x="2054825" y="603240"/>
                  </a:lnTo>
                  <a:lnTo>
                    <a:pt x="2056526" y="653646"/>
                  </a:lnTo>
                  <a:lnTo>
                    <a:pt x="2057550" y="704220"/>
                  </a:lnTo>
                  <a:lnTo>
                    <a:pt x="2057892" y="754956"/>
                  </a:lnTo>
                  <a:lnTo>
                    <a:pt x="2057550" y="805692"/>
                  </a:lnTo>
                  <a:lnTo>
                    <a:pt x="2056526" y="856265"/>
                  </a:lnTo>
                  <a:lnTo>
                    <a:pt x="2054825" y="906672"/>
                  </a:lnTo>
                  <a:lnTo>
                    <a:pt x="2052450" y="956907"/>
                  </a:lnTo>
                  <a:lnTo>
                    <a:pt x="2049408" y="1006967"/>
                  </a:lnTo>
                  <a:lnTo>
                    <a:pt x="2045700" y="1056847"/>
                  </a:lnTo>
                  <a:lnTo>
                    <a:pt x="2041333" y="1106543"/>
                  </a:lnTo>
                  <a:lnTo>
                    <a:pt x="2036310" y="1156051"/>
                  </a:lnTo>
                  <a:lnTo>
                    <a:pt x="2030636" y="1205367"/>
                  </a:lnTo>
                  <a:lnTo>
                    <a:pt x="2024314" y="1254485"/>
                  </a:lnTo>
                  <a:lnTo>
                    <a:pt x="2017350" y="1303403"/>
                  </a:lnTo>
                  <a:lnTo>
                    <a:pt x="2009748" y="1352115"/>
                  </a:lnTo>
                  <a:lnTo>
                    <a:pt x="2001511" y="1400618"/>
                  </a:lnTo>
                  <a:lnTo>
                    <a:pt x="1992645" y="1448907"/>
                  </a:lnTo>
                  <a:lnTo>
                    <a:pt x="1983153" y="1496977"/>
                  </a:lnTo>
                  <a:lnTo>
                    <a:pt x="1973040" y="1544826"/>
                  </a:lnTo>
                  <a:lnTo>
                    <a:pt x="1962311" y="1592447"/>
                  </a:lnTo>
                  <a:lnTo>
                    <a:pt x="1950969" y="1639838"/>
                  </a:lnTo>
                  <a:lnTo>
                    <a:pt x="1939019" y="1686994"/>
                  </a:lnTo>
                  <a:lnTo>
                    <a:pt x="1926465" y="1733910"/>
                  </a:lnTo>
                  <a:lnTo>
                    <a:pt x="1913311" y="1780582"/>
                  </a:lnTo>
                  <a:lnTo>
                    <a:pt x="1899563" y="1827007"/>
                  </a:lnTo>
                  <a:lnTo>
                    <a:pt x="1885223" y="1873179"/>
                  </a:lnTo>
                  <a:lnTo>
                    <a:pt x="1870297" y="1919094"/>
                  </a:lnTo>
                  <a:lnTo>
                    <a:pt x="1854789" y="1964749"/>
                  </a:lnTo>
                  <a:lnTo>
                    <a:pt x="1838703" y="2010139"/>
                  </a:lnTo>
                  <a:lnTo>
                    <a:pt x="1822044" y="2055260"/>
                  </a:lnTo>
                  <a:lnTo>
                    <a:pt x="1804815" y="2100106"/>
                  </a:lnTo>
                  <a:lnTo>
                    <a:pt x="1787021" y="2144676"/>
                  </a:lnTo>
                  <a:lnTo>
                    <a:pt x="1768667" y="2188963"/>
                  </a:lnTo>
                  <a:lnTo>
                    <a:pt x="1749757" y="2232963"/>
                  </a:lnTo>
                  <a:lnTo>
                    <a:pt x="1730295" y="2276673"/>
                  </a:lnTo>
                  <a:lnTo>
                    <a:pt x="1710285" y="2320088"/>
                  </a:lnTo>
                  <a:lnTo>
                    <a:pt x="1689732" y="2363204"/>
                  </a:lnTo>
                  <a:lnTo>
                    <a:pt x="1668640" y="2406017"/>
                  </a:lnTo>
                  <a:lnTo>
                    <a:pt x="1647013" y="2448521"/>
                  </a:lnTo>
                  <a:lnTo>
                    <a:pt x="1624856" y="2490714"/>
                  </a:lnTo>
                  <a:lnTo>
                    <a:pt x="1602173" y="2532591"/>
                  </a:lnTo>
                  <a:lnTo>
                    <a:pt x="1578969" y="2574147"/>
                  </a:lnTo>
                  <a:lnTo>
                    <a:pt x="1555247" y="2615378"/>
                  </a:lnTo>
                  <a:lnTo>
                    <a:pt x="1531012" y="2656280"/>
                  </a:lnTo>
                  <a:lnTo>
                    <a:pt x="1506269" y="2696849"/>
                  </a:lnTo>
                  <a:lnTo>
                    <a:pt x="1481021" y="2737081"/>
                  </a:lnTo>
                  <a:lnTo>
                    <a:pt x="1455273" y="2776970"/>
                  </a:lnTo>
                  <a:lnTo>
                    <a:pt x="1429029" y="2816514"/>
                  </a:lnTo>
                  <a:lnTo>
                    <a:pt x="1402295" y="2855707"/>
                  </a:lnTo>
                  <a:lnTo>
                    <a:pt x="1375073" y="2894545"/>
                  </a:lnTo>
                  <a:lnTo>
                    <a:pt x="1347368" y="2933025"/>
                  </a:lnTo>
                  <a:lnTo>
                    <a:pt x="1319185" y="2971141"/>
                  </a:lnTo>
                  <a:lnTo>
                    <a:pt x="1290528" y="3008890"/>
                  </a:lnTo>
                  <a:lnTo>
                    <a:pt x="1261401" y="3046267"/>
                  </a:lnTo>
                  <a:lnTo>
                    <a:pt x="1231809" y="3083268"/>
                  </a:lnTo>
                  <a:lnTo>
                    <a:pt x="1201756" y="3119890"/>
                  </a:lnTo>
                  <a:lnTo>
                    <a:pt x="1171246" y="3156126"/>
                  </a:lnTo>
                  <a:lnTo>
                    <a:pt x="1140283" y="3191974"/>
                  </a:lnTo>
                  <a:lnTo>
                    <a:pt x="1108872" y="3227429"/>
                  </a:lnTo>
                  <a:lnTo>
                    <a:pt x="1077018" y="3262486"/>
                  </a:lnTo>
                  <a:lnTo>
                    <a:pt x="1044724" y="3297142"/>
                  </a:lnTo>
                  <a:lnTo>
                    <a:pt x="1011995" y="3331392"/>
                  </a:lnTo>
                  <a:lnTo>
                    <a:pt x="978835" y="3365232"/>
                  </a:lnTo>
                  <a:lnTo>
                    <a:pt x="945249" y="3398658"/>
                  </a:lnTo>
                  <a:lnTo>
                    <a:pt x="911240" y="3431665"/>
                  </a:lnTo>
                  <a:lnTo>
                    <a:pt x="876814" y="3464249"/>
                  </a:lnTo>
                  <a:lnTo>
                    <a:pt x="841974" y="3496406"/>
                  </a:lnTo>
                  <a:lnTo>
                    <a:pt x="806725" y="3528132"/>
                  </a:lnTo>
                  <a:lnTo>
                    <a:pt x="771071" y="3559422"/>
                  </a:lnTo>
                  <a:lnTo>
                    <a:pt x="735017" y="3590272"/>
                  </a:lnTo>
                  <a:lnTo>
                    <a:pt x="698566" y="3620677"/>
                  </a:lnTo>
                  <a:lnTo>
                    <a:pt x="661723" y="3650635"/>
                  </a:lnTo>
                  <a:lnTo>
                    <a:pt x="624493" y="3680139"/>
                  </a:lnTo>
                  <a:lnTo>
                    <a:pt x="586880" y="3709187"/>
                  </a:lnTo>
                  <a:lnTo>
                    <a:pt x="548887" y="3737773"/>
                  </a:lnTo>
                  <a:lnTo>
                    <a:pt x="510520" y="3765894"/>
                  </a:lnTo>
                  <a:lnTo>
                    <a:pt x="471783" y="3793544"/>
                  </a:lnTo>
                  <a:lnTo>
                    <a:pt x="432680" y="3820721"/>
                  </a:lnTo>
                  <a:lnTo>
                    <a:pt x="393215" y="3847420"/>
                  </a:lnTo>
                  <a:lnTo>
                    <a:pt x="353393" y="3873635"/>
                  </a:lnTo>
                  <a:lnTo>
                    <a:pt x="313218" y="3899364"/>
                  </a:lnTo>
                  <a:lnTo>
                    <a:pt x="272694" y="3924602"/>
                  </a:lnTo>
                  <a:lnTo>
                    <a:pt x="231826" y="3949344"/>
                  </a:lnTo>
                  <a:lnTo>
                    <a:pt x="190618" y="3973587"/>
                  </a:lnTo>
                  <a:lnTo>
                    <a:pt x="149074" y="3997326"/>
                  </a:lnTo>
                  <a:lnTo>
                    <a:pt x="107199" y="4020556"/>
                  </a:lnTo>
                  <a:lnTo>
                    <a:pt x="64997" y="4043275"/>
                  </a:lnTo>
                  <a:lnTo>
                    <a:pt x="22472" y="4065476"/>
                  </a:lnTo>
                  <a:lnTo>
                    <a:pt x="0" y="4076848"/>
                  </a:lnTo>
                </a:path>
                <a:path w="6967855" h="9271000">
                  <a:moveTo>
                    <a:pt x="0" y="9270789"/>
                  </a:moveTo>
                  <a:lnTo>
                    <a:pt x="73562" y="9255733"/>
                  </a:lnTo>
                  <a:lnTo>
                    <a:pt x="133447" y="9242952"/>
                  </a:lnTo>
                  <a:lnTo>
                    <a:pt x="193179" y="9229760"/>
                  </a:lnTo>
                  <a:lnTo>
                    <a:pt x="252755" y="9216159"/>
                  </a:lnTo>
                  <a:lnTo>
                    <a:pt x="312176" y="9202151"/>
                  </a:lnTo>
                  <a:lnTo>
                    <a:pt x="371439" y="9187736"/>
                  </a:lnTo>
                  <a:lnTo>
                    <a:pt x="430542" y="9172918"/>
                  </a:lnTo>
                  <a:lnTo>
                    <a:pt x="489484" y="9157696"/>
                  </a:lnTo>
                  <a:lnTo>
                    <a:pt x="548264" y="9142073"/>
                  </a:lnTo>
                  <a:lnTo>
                    <a:pt x="606880" y="9126049"/>
                  </a:lnTo>
                  <a:lnTo>
                    <a:pt x="665330" y="9109628"/>
                  </a:lnTo>
                  <a:lnTo>
                    <a:pt x="723613" y="9092810"/>
                  </a:lnTo>
                  <a:lnTo>
                    <a:pt x="781728" y="9075597"/>
                  </a:lnTo>
                  <a:lnTo>
                    <a:pt x="839672" y="9057990"/>
                  </a:lnTo>
                  <a:lnTo>
                    <a:pt x="897445" y="9039991"/>
                  </a:lnTo>
                  <a:lnTo>
                    <a:pt x="955044" y="9021602"/>
                  </a:lnTo>
                  <a:lnTo>
                    <a:pt x="1012468" y="9002823"/>
                  </a:lnTo>
                  <a:lnTo>
                    <a:pt x="1069716" y="8983657"/>
                  </a:lnTo>
                  <a:lnTo>
                    <a:pt x="1126786" y="8964106"/>
                  </a:lnTo>
                  <a:lnTo>
                    <a:pt x="1183676" y="8944170"/>
                  </a:lnTo>
                  <a:lnTo>
                    <a:pt x="1240386" y="8923851"/>
                  </a:lnTo>
                  <a:lnTo>
                    <a:pt x="1296912" y="8903151"/>
                  </a:lnTo>
                  <a:lnTo>
                    <a:pt x="1353255" y="8882071"/>
                  </a:lnTo>
                  <a:lnTo>
                    <a:pt x="1409411" y="8860613"/>
                  </a:lnTo>
                  <a:lnTo>
                    <a:pt x="1465381" y="8838779"/>
                  </a:lnTo>
                  <a:lnTo>
                    <a:pt x="1521162" y="8816570"/>
                  </a:lnTo>
                  <a:lnTo>
                    <a:pt x="1576752" y="8793987"/>
                  </a:lnTo>
                  <a:lnTo>
                    <a:pt x="1632150" y="8771032"/>
                  </a:lnTo>
                  <a:lnTo>
                    <a:pt x="1687355" y="8747707"/>
                  </a:lnTo>
                  <a:lnTo>
                    <a:pt x="1742365" y="8724013"/>
                  </a:lnTo>
                  <a:lnTo>
                    <a:pt x="1797178" y="8699952"/>
                  </a:lnTo>
                  <a:lnTo>
                    <a:pt x="1851793" y="8675525"/>
                  </a:lnTo>
                  <a:lnTo>
                    <a:pt x="1906208" y="8650733"/>
                  </a:lnTo>
                  <a:lnTo>
                    <a:pt x="1960422" y="8625580"/>
                  </a:lnTo>
                  <a:lnTo>
                    <a:pt x="2014434" y="8600065"/>
                  </a:lnTo>
                  <a:lnTo>
                    <a:pt x="2068241" y="8574191"/>
                  </a:lnTo>
                  <a:lnTo>
                    <a:pt x="2121842" y="8547958"/>
                  </a:lnTo>
                  <a:lnTo>
                    <a:pt x="2175235" y="8521370"/>
                  </a:lnTo>
                  <a:lnTo>
                    <a:pt x="2228420" y="8494426"/>
                  </a:lnTo>
                  <a:lnTo>
                    <a:pt x="2281394" y="8467129"/>
                  </a:lnTo>
                  <a:lnTo>
                    <a:pt x="2334156" y="8439480"/>
                  </a:lnTo>
                  <a:lnTo>
                    <a:pt x="2386704" y="8411482"/>
                  </a:lnTo>
                  <a:lnTo>
                    <a:pt x="2439037" y="8383134"/>
                  </a:lnTo>
                  <a:lnTo>
                    <a:pt x="2491154" y="8354439"/>
                  </a:lnTo>
                  <a:lnTo>
                    <a:pt x="2543052" y="8325399"/>
                  </a:lnTo>
                  <a:lnTo>
                    <a:pt x="2594730" y="8296015"/>
                  </a:lnTo>
                  <a:lnTo>
                    <a:pt x="2646187" y="8266288"/>
                  </a:lnTo>
                  <a:lnTo>
                    <a:pt x="2697421" y="8236221"/>
                  </a:lnTo>
                  <a:lnTo>
                    <a:pt x="2748430" y="8205814"/>
                  </a:lnTo>
                  <a:lnTo>
                    <a:pt x="2799214" y="8175069"/>
                  </a:lnTo>
                  <a:lnTo>
                    <a:pt x="2849769" y="8143988"/>
                  </a:lnTo>
                  <a:lnTo>
                    <a:pt x="2900096" y="8112573"/>
                  </a:lnTo>
                  <a:lnTo>
                    <a:pt x="2950192" y="8080824"/>
                  </a:lnTo>
                  <a:lnTo>
                    <a:pt x="3000055" y="8048743"/>
                  </a:lnTo>
                  <a:lnTo>
                    <a:pt x="3049685" y="8016333"/>
                  </a:lnTo>
                  <a:lnTo>
                    <a:pt x="3099079" y="7983594"/>
                  </a:lnTo>
                  <a:lnTo>
                    <a:pt x="3148237" y="7950528"/>
                  </a:lnTo>
                  <a:lnTo>
                    <a:pt x="3197156" y="7917136"/>
                  </a:lnTo>
                  <a:lnTo>
                    <a:pt x="3245835" y="7883421"/>
                  </a:lnTo>
                  <a:lnTo>
                    <a:pt x="3294273" y="7849384"/>
                  </a:lnTo>
                  <a:lnTo>
                    <a:pt x="3342467" y="7815025"/>
                  </a:lnTo>
                  <a:lnTo>
                    <a:pt x="3390417" y="7780348"/>
                  </a:lnTo>
                  <a:lnTo>
                    <a:pt x="3438120" y="7745353"/>
                  </a:lnTo>
                  <a:lnTo>
                    <a:pt x="3485576" y="7710041"/>
                  </a:lnTo>
                  <a:lnTo>
                    <a:pt x="3532782" y="7674416"/>
                  </a:lnTo>
                  <a:lnTo>
                    <a:pt x="3579738" y="7638477"/>
                  </a:lnTo>
                  <a:lnTo>
                    <a:pt x="3626441" y="7602227"/>
                  </a:lnTo>
                  <a:lnTo>
                    <a:pt x="3672890" y="7565667"/>
                  </a:lnTo>
                  <a:lnTo>
                    <a:pt x="3719084" y="7528798"/>
                  </a:lnTo>
                  <a:lnTo>
                    <a:pt x="3765020" y="7491623"/>
                  </a:lnTo>
                  <a:lnTo>
                    <a:pt x="3810698" y="7454142"/>
                  </a:lnTo>
                  <a:lnTo>
                    <a:pt x="3856116" y="7416358"/>
                  </a:lnTo>
                  <a:lnTo>
                    <a:pt x="3901272" y="7378272"/>
                  </a:lnTo>
                  <a:lnTo>
                    <a:pt x="3946165" y="7339885"/>
                  </a:lnTo>
                  <a:lnTo>
                    <a:pt x="3990793" y="7301199"/>
                  </a:lnTo>
                  <a:lnTo>
                    <a:pt x="4035155" y="7262215"/>
                  </a:lnTo>
                  <a:lnTo>
                    <a:pt x="4079248" y="7222936"/>
                  </a:lnTo>
                  <a:lnTo>
                    <a:pt x="4123072" y="7183362"/>
                  </a:lnTo>
                  <a:lnTo>
                    <a:pt x="4166626" y="7143495"/>
                  </a:lnTo>
                  <a:lnTo>
                    <a:pt x="4209906" y="7103337"/>
                  </a:lnTo>
                  <a:lnTo>
                    <a:pt x="4252913" y="7062889"/>
                  </a:lnTo>
                  <a:lnTo>
                    <a:pt x="4295643" y="7022153"/>
                  </a:lnTo>
                  <a:lnTo>
                    <a:pt x="4338097" y="6981131"/>
                  </a:lnTo>
                  <a:lnTo>
                    <a:pt x="4380272" y="6939823"/>
                  </a:lnTo>
                  <a:lnTo>
                    <a:pt x="4422166" y="6898232"/>
                  </a:lnTo>
                  <a:lnTo>
                    <a:pt x="4463779" y="6856359"/>
                  </a:lnTo>
                  <a:lnTo>
                    <a:pt x="4505108" y="6814205"/>
                  </a:lnTo>
                  <a:lnTo>
                    <a:pt x="4546152" y="6771773"/>
                  </a:lnTo>
                  <a:lnTo>
                    <a:pt x="4586909" y="6729063"/>
                  </a:lnTo>
                  <a:lnTo>
                    <a:pt x="4627379" y="6686077"/>
                  </a:lnTo>
                  <a:lnTo>
                    <a:pt x="4667559" y="6642817"/>
                  </a:lnTo>
                  <a:lnTo>
                    <a:pt x="4707448" y="6599285"/>
                  </a:lnTo>
                  <a:lnTo>
                    <a:pt x="4747043" y="6555481"/>
                  </a:lnTo>
                  <a:lnTo>
                    <a:pt x="4786345" y="6511408"/>
                  </a:lnTo>
                  <a:lnTo>
                    <a:pt x="4825351" y="6467066"/>
                  </a:lnTo>
                  <a:lnTo>
                    <a:pt x="4864059" y="6422458"/>
                  </a:lnTo>
                  <a:lnTo>
                    <a:pt x="4902469" y="6377586"/>
                  </a:lnTo>
                  <a:lnTo>
                    <a:pt x="4940578" y="6332450"/>
                  </a:lnTo>
                  <a:lnTo>
                    <a:pt x="4978385" y="6287052"/>
                  </a:lnTo>
                  <a:lnTo>
                    <a:pt x="5015888" y="6241393"/>
                  </a:lnTo>
                  <a:lnTo>
                    <a:pt x="5053086" y="6195476"/>
                  </a:lnTo>
                  <a:lnTo>
                    <a:pt x="5089978" y="6149302"/>
                  </a:lnTo>
                  <a:lnTo>
                    <a:pt x="5126561" y="6102872"/>
                  </a:lnTo>
                  <a:lnTo>
                    <a:pt x="5162835" y="6056188"/>
                  </a:lnTo>
                  <a:lnTo>
                    <a:pt x="5198797" y="6009252"/>
                  </a:lnTo>
                  <a:lnTo>
                    <a:pt x="5234446" y="5962064"/>
                  </a:lnTo>
                  <a:lnTo>
                    <a:pt x="5269781" y="5914628"/>
                  </a:lnTo>
                  <a:lnTo>
                    <a:pt x="5304799" y="5866943"/>
                  </a:lnTo>
                  <a:lnTo>
                    <a:pt x="5339501" y="5819012"/>
                  </a:lnTo>
                  <a:lnTo>
                    <a:pt x="5373883" y="5770836"/>
                  </a:lnTo>
                  <a:lnTo>
                    <a:pt x="5407944" y="5722417"/>
                  </a:lnTo>
                  <a:lnTo>
                    <a:pt x="5441684" y="5673756"/>
                  </a:lnTo>
                  <a:lnTo>
                    <a:pt x="5475099" y="5624855"/>
                  </a:lnTo>
                  <a:lnTo>
                    <a:pt x="5508189" y="5575716"/>
                  </a:lnTo>
                  <a:lnTo>
                    <a:pt x="5540953" y="5526339"/>
                  </a:lnTo>
                  <a:lnTo>
                    <a:pt x="5573388" y="5476727"/>
                  </a:lnTo>
                  <a:lnTo>
                    <a:pt x="5605493" y="5426882"/>
                  </a:lnTo>
                  <a:lnTo>
                    <a:pt x="5637266" y="5376803"/>
                  </a:lnTo>
                  <a:lnTo>
                    <a:pt x="5668707" y="5326494"/>
                  </a:lnTo>
                  <a:lnTo>
                    <a:pt x="5699812" y="5275956"/>
                  </a:lnTo>
                  <a:lnTo>
                    <a:pt x="5730582" y="5225190"/>
                  </a:lnTo>
                  <a:lnTo>
                    <a:pt x="5761014" y="5174198"/>
                  </a:lnTo>
                  <a:lnTo>
                    <a:pt x="5791107" y="5122981"/>
                  </a:lnTo>
                  <a:lnTo>
                    <a:pt x="5820858" y="5071541"/>
                  </a:lnTo>
                  <a:lnTo>
                    <a:pt x="5850268" y="5019879"/>
                  </a:lnTo>
                  <a:lnTo>
                    <a:pt x="5879334" y="4967998"/>
                  </a:lnTo>
                  <a:lnTo>
                    <a:pt x="5908054" y="4915898"/>
                  </a:lnTo>
                  <a:lnTo>
                    <a:pt x="5936427" y="4863581"/>
                  </a:lnTo>
                  <a:lnTo>
                    <a:pt x="5964451" y="4811049"/>
                  </a:lnTo>
                  <a:lnTo>
                    <a:pt x="5992126" y="4758303"/>
                  </a:lnTo>
                  <a:lnTo>
                    <a:pt x="6019449" y="4705345"/>
                  </a:lnTo>
                  <a:lnTo>
                    <a:pt x="6046418" y="4652177"/>
                  </a:lnTo>
                  <a:lnTo>
                    <a:pt x="6073033" y="4598799"/>
                  </a:lnTo>
                  <a:lnTo>
                    <a:pt x="6099291" y="4545213"/>
                  </a:lnTo>
                  <a:lnTo>
                    <a:pt x="6125192" y="4491422"/>
                  </a:lnTo>
                  <a:lnTo>
                    <a:pt x="6150733" y="4437426"/>
                  </a:lnTo>
                  <a:lnTo>
                    <a:pt x="6175913" y="4383227"/>
                  </a:lnTo>
                  <a:lnTo>
                    <a:pt x="6200731" y="4328827"/>
                  </a:lnTo>
                  <a:lnTo>
                    <a:pt x="6225185" y="4274227"/>
                  </a:lnTo>
                  <a:lnTo>
                    <a:pt x="6249272" y="4219429"/>
                  </a:lnTo>
                  <a:lnTo>
                    <a:pt x="6272993" y="4164434"/>
                  </a:lnTo>
                  <a:lnTo>
                    <a:pt x="6296345" y="4109244"/>
                  </a:lnTo>
                  <a:lnTo>
                    <a:pt x="6319327" y="4053860"/>
                  </a:lnTo>
                  <a:lnTo>
                    <a:pt x="6341937" y="3998284"/>
                  </a:lnTo>
                  <a:lnTo>
                    <a:pt x="6364174" y="3942518"/>
                  </a:lnTo>
                  <a:lnTo>
                    <a:pt x="6386035" y="3886563"/>
                  </a:lnTo>
                  <a:lnTo>
                    <a:pt x="6407520" y="3830420"/>
                  </a:lnTo>
                  <a:lnTo>
                    <a:pt x="6428628" y="3774091"/>
                  </a:lnTo>
                  <a:lnTo>
                    <a:pt x="6449355" y="3717579"/>
                  </a:lnTo>
                  <a:lnTo>
                    <a:pt x="6469702" y="3660883"/>
                  </a:lnTo>
                  <a:lnTo>
                    <a:pt x="6489665" y="3604006"/>
                  </a:lnTo>
                  <a:lnTo>
                    <a:pt x="6509245" y="3546950"/>
                  </a:lnTo>
                  <a:lnTo>
                    <a:pt x="6528438" y="3489715"/>
                  </a:lnTo>
                  <a:lnTo>
                    <a:pt x="6547245" y="3432304"/>
                  </a:lnTo>
                  <a:lnTo>
                    <a:pt x="6565662" y="3374718"/>
                  </a:lnTo>
                  <a:lnTo>
                    <a:pt x="6583689" y="3316958"/>
                  </a:lnTo>
                  <a:lnTo>
                    <a:pt x="6601324" y="3259026"/>
                  </a:lnTo>
                  <a:lnTo>
                    <a:pt x="6618566" y="3200925"/>
                  </a:lnTo>
                  <a:lnTo>
                    <a:pt x="6635412" y="3142654"/>
                  </a:lnTo>
                  <a:lnTo>
                    <a:pt x="6651862" y="3084216"/>
                  </a:lnTo>
                  <a:lnTo>
                    <a:pt x="6667914" y="3025612"/>
                  </a:lnTo>
                  <a:lnTo>
                    <a:pt x="6683566" y="2966844"/>
                  </a:lnTo>
                  <a:lnTo>
                    <a:pt x="6698816" y="2907914"/>
                  </a:lnTo>
                  <a:lnTo>
                    <a:pt x="6713664" y="2848823"/>
                  </a:lnTo>
                  <a:lnTo>
                    <a:pt x="6728107" y="2789572"/>
                  </a:lnTo>
                  <a:lnTo>
                    <a:pt x="6742145" y="2730163"/>
                  </a:lnTo>
                  <a:lnTo>
                    <a:pt x="6755775" y="2670597"/>
                  </a:lnTo>
                  <a:lnTo>
                    <a:pt x="6768995" y="2610877"/>
                  </a:lnTo>
                  <a:lnTo>
                    <a:pt x="6781806" y="2551004"/>
                  </a:lnTo>
                  <a:lnTo>
                    <a:pt x="6794204" y="2490978"/>
                  </a:lnTo>
                  <a:lnTo>
                    <a:pt x="6806188" y="2430803"/>
                  </a:lnTo>
                  <a:lnTo>
                    <a:pt x="6817757" y="2370479"/>
                  </a:lnTo>
                  <a:lnTo>
                    <a:pt x="6828910" y="2310008"/>
                  </a:lnTo>
                  <a:lnTo>
                    <a:pt x="6839644" y="2249391"/>
                  </a:lnTo>
                  <a:lnTo>
                    <a:pt x="6849958" y="2188630"/>
                  </a:lnTo>
                  <a:lnTo>
                    <a:pt x="6859850" y="2127727"/>
                  </a:lnTo>
                  <a:lnTo>
                    <a:pt x="6869320" y="2066683"/>
                  </a:lnTo>
                  <a:lnTo>
                    <a:pt x="6878365" y="2005499"/>
                  </a:lnTo>
                  <a:lnTo>
                    <a:pt x="6886984" y="1944178"/>
                  </a:lnTo>
                  <a:lnTo>
                    <a:pt x="6895175" y="1882721"/>
                  </a:lnTo>
                  <a:lnTo>
                    <a:pt x="6902937" y="1821129"/>
                  </a:lnTo>
                  <a:lnTo>
                    <a:pt x="6910269" y="1759403"/>
                  </a:lnTo>
                  <a:lnTo>
                    <a:pt x="6917168" y="1697546"/>
                  </a:lnTo>
                  <a:lnTo>
                    <a:pt x="6923633" y="1635559"/>
                  </a:lnTo>
                  <a:lnTo>
                    <a:pt x="6929663" y="1573444"/>
                  </a:lnTo>
                  <a:lnTo>
                    <a:pt x="6935255" y="1511202"/>
                  </a:lnTo>
                  <a:lnTo>
                    <a:pt x="6940410" y="1448834"/>
                  </a:lnTo>
                  <a:lnTo>
                    <a:pt x="6945124" y="1386342"/>
                  </a:lnTo>
                  <a:lnTo>
                    <a:pt x="6949397" y="1323728"/>
                  </a:lnTo>
                  <a:lnTo>
                    <a:pt x="6953226" y="1260994"/>
                  </a:lnTo>
                  <a:lnTo>
                    <a:pt x="6956611" y="1198140"/>
                  </a:lnTo>
                  <a:lnTo>
                    <a:pt x="6959549" y="1135168"/>
                  </a:lnTo>
                  <a:lnTo>
                    <a:pt x="6962040" y="1072081"/>
                  </a:lnTo>
                  <a:lnTo>
                    <a:pt x="6964081" y="1008879"/>
                  </a:lnTo>
                  <a:lnTo>
                    <a:pt x="6965672" y="945563"/>
                  </a:lnTo>
                  <a:lnTo>
                    <a:pt x="6966809" y="882137"/>
                  </a:lnTo>
                  <a:lnTo>
                    <a:pt x="6967493" y="818600"/>
                  </a:lnTo>
                  <a:lnTo>
                    <a:pt x="6967722" y="754956"/>
                  </a:lnTo>
                </a:path>
              </a:pathLst>
            </a:custGeom>
            <a:ln w="7853">
              <a:solidFill>
                <a:srgbClr val="00A5E5"/>
              </a:solidFill>
            </a:ln>
          </p:spPr>
          <p:txBody>
            <a:bodyPr wrap="square" lIns="0" tIns="0" rIns="0" bIns="0" rtlCol="0"/>
            <a:lstStyle/>
            <a:p>
              <a:endParaRPr sz="1092"/>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rgbClr val="F9F9F9"/>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2" name="Titre 1">
            <a:extLst>
              <a:ext uri="{FF2B5EF4-FFF2-40B4-BE49-F238E27FC236}">
                <a16:creationId xmlns:a16="http://schemas.microsoft.com/office/drawing/2014/main" id="{FCF14866-E4B9-776A-70E0-90665ED3F728}"/>
              </a:ext>
            </a:extLst>
          </p:cNvPr>
          <p:cNvSpPr>
            <a:spLocks noGrp="1"/>
          </p:cNvSpPr>
          <p:nvPr>
            <p:ph type="ctrTitle" hasCustomPrompt="1"/>
          </p:nvPr>
        </p:nvSpPr>
        <p:spPr>
          <a:xfrm>
            <a:off x="1105214" y="1257236"/>
            <a:ext cx="4325931" cy="802296"/>
          </a:xfrm>
          <a:solidFill>
            <a:schemeClr val="tx1"/>
          </a:solidFill>
        </p:spPr>
        <p:txBody>
          <a:bodyPr anchor="b">
            <a:noAutofit/>
          </a:bodyPr>
          <a:lstStyle>
            <a:lvl1pPr marL="7701" algn="l" defTabSz="554492" rtl="0" eaLnBrk="1" latinLnBrk="0" hangingPunct="1">
              <a:lnSpc>
                <a:spcPts val="5458"/>
              </a:lnSpc>
              <a:spcBef>
                <a:spcPts val="73"/>
              </a:spcBef>
              <a:buNone/>
              <a:defRPr lang="fr-FR" sz="4800" b="1" kern="1200" dirty="0">
                <a:solidFill>
                  <a:schemeClr val="bg1"/>
                </a:solidFill>
                <a:latin typeface="+mj-lt"/>
                <a:ea typeface="+mj-ea"/>
                <a:cs typeface="Poppins ExtraBold" panose="00000900000000000000" pitchFamily="2" charset="0"/>
              </a:defRPr>
            </a:lvl1pPr>
          </a:lstStyle>
          <a:p>
            <a:pPr marL="12700">
              <a:spcBef>
                <a:spcPts val="120"/>
              </a:spcBef>
            </a:pPr>
            <a:r>
              <a:rPr lang="fr-FR">
                <a:latin typeface="+mj-lt"/>
                <a:cs typeface="Poppins ExtraBold" panose="00000900000000000000" pitchFamily="2" charset="0"/>
              </a:rPr>
              <a:t>Sommaire</a:t>
            </a:r>
            <a:endParaRPr lang="fr-FR" spc="-12">
              <a:latin typeface="+mj-lt"/>
              <a:cs typeface="Poppins ExtraBold" panose="00000900000000000000" pitchFamily="2" charset="0"/>
            </a:endParaRPr>
          </a:p>
        </p:txBody>
      </p:sp>
      <p:pic>
        <p:nvPicPr>
          <p:cNvPr id="22" name="Graphique 21">
            <a:extLst>
              <a:ext uri="{FF2B5EF4-FFF2-40B4-BE49-F238E27FC236}">
                <a16:creationId xmlns:a16="http://schemas.microsoft.com/office/drawing/2014/main" id="{31066733-9516-BE4E-43A0-A34E8E7D1E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tx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tx1"/>
                </a:solidFill>
                <a:latin typeface="+mj-lt"/>
              </a:defRPr>
            </a:lvl1pPr>
          </a:lstStyle>
          <a:p>
            <a:fld id="{362060BF-C460-4FB3-AB63-4430F31C2F52}" type="slidenum">
              <a:rPr lang="fr-FR" smtClean="0"/>
              <a:pPr/>
              <a:t>‹N°›</a:t>
            </a:fld>
            <a:endParaRPr lang="fr-FR"/>
          </a:p>
        </p:txBody>
      </p:sp>
      <p:sp>
        <p:nvSpPr>
          <p:cNvPr id="32" name="Espace réservé du contenu 31">
            <a:extLst>
              <a:ext uri="{FF2B5EF4-FFF2-40B4-BE49-F238E27FC236}">
                <a16:creationId xmlns:a16="http://schemas.microsoft.com/office/drawing/2014/main" id="{815564CD-8785-B101-614B-74C477DD2A2F}"/>
              </a:ext>
            </a:extLst>
          </p:cNvPr>
          <p:cNvSpPr>
            <a:spLocks noGrp="1"/>
          </p:cNvSpPr>
          <p:nvPr>
            <p:ph sz="quarter" idx="13"/>
          </p:nvPr>
        </p:nvSpPr>
        <p:spPr>
          <a:xfrm>
            <a:off x="5431144" y="1434366"/>
            <a:ext cx="5757783" cy="5120106"/>
          </a:xfrm>
        </p:spPr>
        <p:txBody>
          <a:bodyPr>
            <a:noAutofit/>
          </a:bodyPr>
          <a:lstStyle>
            <a:lvl1pPr marL="600700" indent="-600700">
              <a:lnSpc>
                <a:spcPts val="2911"/>
              </a:lnSpc>
              <a:spcBef>
                <a:spcPts val="0"/>
              </a:spcBef>
              <a:spcAft>
                <a:spcPts val="728"/>
              </a:spcAft>
              <a:buClr>
                <a:schemeClr val="tx2"/>
              </a:buClr>
              <a:buFont typeface="+mj-lt"/>
              <a:buAutoNum type="arabicPeriod"/>
              <a:defRPr sz="2000">
                <a:solidFill>
                  <a:schemeClr val="bg1"/>
                </a:solidFill>
                <a:latin typeface="+mn-lt"/>
                <a:cs typeface="Poppins Light" panose="00000400000000000000" pitchFamily="2" charset="0"/>
              </a:defRPr>
            </a:lvl1pPr>
            <a:lvl2pPr marL="600700" indent="0">
              <a:lnSpc>
                <a:spcPts val="1213"/>
              </a:lnSpc>
              <a:spcBef>
                <a:spcPts val="0"/>
              </a:spcBef>
              <a:spcAft>
                <a:spcPts val="728"/>
              </a:spcAft>
              <a:buClr>
                <a:schemeClr val="tx2"/>
              </a:buClr>
              <a:buFont typeface="+mj-lt"/>
              <a:buNone/>
              <a:defRPr sz="1200">
                <a:solidFill>
                  <a:schemeClr val="tx1">
                    <a:lumMod val="75000"/>
                    <a:lumOff val="25000"/>
                  </a:schemeClr>
                </a:solidFill>
                <a:latin typeface="+mn-lt"/>
                <a:cs typeface="Poppins Light" panose="00000400000000000000" pitchFamily="2" charset="0"/>
              </a:defRPr>
            </a:lvl2pPr>
          </a:lstStyle>
          <a:p>
            <a:pPr lvl="0"/>
            <a:r>
              <a:rPr lang="fr-FR"/>
              <a:t>Cliquez pour modifier les styles du texte du masque</a:t>
            </a:r>
          </a:p>
          <a:p>
            <a:pPr lvl="1"/>
            <a:r>
              <a:rPr lang="fr-FR"/>
              <a:t>Deuxième niveau</a:t>
            </a:r>
          </a:p>
        </p:txBody>
      </p:sp>
    </p:spTree>
    <p:extLst>
      <p:ext uri="{BB962C8B-B14F-4D97-AF65-F5344CB8AC3E}">
        <p14:creationId xmlns:p14="http://schemas.microsoft.com/office/powerpoint/2010/main" val="3527074539"/>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Diapositive de titre">
    <p:bg>
      <p:bgPr>
        <a:solidFill>
          <a:schemeClr val="tx1"/>
        </a:solidFill>
        <a:effectLst/>
      </p:bgPr>
    </p:bg>
    <p:spTree>
      <p:nvGrpSpPr>
        <p:cNvPr id="1" name=""/>
        <p:cNvGrpSpPr/>
        <p:nvPr/>
      </p:nvGrpSpPr>
      <p:grpSpPr>
        <a:xfrm>
          <a:off x="0" y="0"/>
          <a:ext cx="0" cy="0"/>
          <a:chOff x="0" y="0"/>
          <a:chExt cx="0" cy="0"/>
        </a:xfrm>
      </p:grpSpPr>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rgbClr val="F9F9F9"/>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2" name="Titre 1">
            <a:extLst>
              <a:ext uri="{FF2B5EF4-FFF2-40B4-BE49-F238E27FC236}">
                <a16:creationId xmlns:a16="http://schemas.microsoft.com/office/drawing/2014/main" id="{FCF14866-E4B9-776A-70E0-90665ED3F728}"/>
              </a:ext>
            </a:extLst>
          </p:cNvPr>
          <p:cNvSpPr>
            <a:spLocks noGrp="1"/>
          </p:cNvSpPr>
          <p:nvPr>
            <p:ph type="ctrTitle" hasCustomPrompt="1"/>
          </p:nvPr>
        </p:nvSpPr>
        <p:spPr>
          <a:xfrm>
            <a:off x="5215493" y="417795"/>
            <a:ext cx="5640239" cy="952471"/>
          </a:xfrm>
          <a:solidFill>
            <a:schemeClr val="tx1"/>
          </a:solidFill>
        </p:spPr>
        <p:txBody>
          <a:bodyPr anchor="b">
            <a:noAutofit/>
          </a:bodyPr>
          <a:lstStyle>
            <a:lvl1pPr marL="7701" algn="l" defTabSz="554492" rtl="0" eaLnBrk="1" latinLnBrk="0" hangingPunct="1">
              <a:lnSpc>
                <a:spcPts val="5458"/>
              </a:lnSpc>
              <a:spcBef>
                <a:spcPts val="73"/>
              </a:spcBef>
              <a:buNone/>
              <a:defRPr lang="fr-FR" sz="4800" b="1" kern="1200" dirty="0">
                <a:solidFill>
                  <a:schemeClr val="bg1"/>
                </a:solidFill>
                <a:latin typeface="+mj-lt"/>
                <a:ea typeface="+mj-ea"/>
                <a:cs typeface="Poppins ExtraBold" panose="00000900000000000000" pitchFamily="2" charset="0"/>
              </a:defRPr>
            </a:lvl1pPr>
          </a:lstStyle>
          <a:p>
            <a:pPr marL="12700">
              <a:spcBef>
                <a:spcPts val="120"/>
              </a:spcBef>
            </a:pPr>
            <a:r>
              <a:rPr lang="fr-FR">
                <a:latin typeface="+mj-lt"/>
                <a:cs typeface="Poppins ExtraBold" panose="00000900000000000000" pitchFamily="2" charset="0"/>
              </a:rPr>
              <a:t>Sommaire</a:t>
            </a:r>
            <a:endParaRPr lang="fr-FR" spc="-12">
              <a:latin typeface="+mj-lt"/>
              <a:cs typeface="Poppins ExtraBold" panose="00000900000000000000" pitchFamily="2" charset="0"/>
            </a:endParaRPr>
          </a:p>
        </p:txBody>
      </p:sp>
      <p:pic>
        <p:nvPicPr>
          <p:cNvPr id="22" name="Graphique 21">
            <a:extLst>
              <a:ext uri="{FF2B5EF4-FFF2-40B4-BE49-F238E27FC236}">
                <a16:creationId xmlns:a16="http://schemas.microsoft.com/office/drawing/2014/main" id="{31066733-9516-BE4E-43A0-A34E8E7D1E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tx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tx1"/>
                </a:solidFill>
                <a:latin typeface="+mj-lt"/>
              </a:defRPr>
            </a:lvl1pPr>
          </a:lstStyle>
          <a:p>
            <a:fld id="{362060BF-C460-4FB3-AB63-4430F31C2F52}" type="slidenum">
              <a:rPr lang="fr-FR" smtClean="0"/>
              <a:pPr/>
              <a:t>‹N°›</a:t>
            </a:fld>
            <a:endParaRPr lang="fr-FR"/>
          </a:p>
        </p:txBody>
      </p:sp>
      <p:sp>
        <p:nvSpPr>
          <p:cNvPr id="32" name="Espace réservé du contenu 31">
            <a:extLst>
              <a:ext uri="{FF2B5EF4-FFF2-40B4-BE49-F238E27FC236}">
                <a16:creationId xmlns:a16="http://schemas.microsoft.com/office/drawing/2014/main" id="{815564CD-8785-B101-614B-74C477DD2A2F}"/>
              </a:ext>
            </a:extLst>
          </p:cNvPr>
          <p:cNvSpPr>
            <a:spLocks noGrp="1"/>
          </p:cNvSpPr>
          <p:nvPr>
            <p:ph sz="quarter" idx="13"/>
          </p:nvPr>
        </p:nvSpPr>
        <p:spPr>
          <a:xfrm>
            <a:off x="5215492" y="1638449"/>
            <a:ext cx="5967490" cy="4801755"/>
          </a:xfrm>
        </p:spPr>
        <p:txBody>
          <a:bodyPr>
            <a:noAutofit/>
          </a:bodyPr>
          <a:lstStyle>
            <a:lvl1pPr marL="600700" indent="-600700">
              <a:lnSpc>
                <a:spcPts val="2911"/>
              </a:lnSpc>
              <a:spcBef>
                <a:spcPts val="0"/>
              </a:spcBef>
              <a:spcAft>
                <a:spcPts val="728"/>
              </a:spcAft>
              <a:buClr>
                <a:schemeClr val="tx2"/>
              </a:buClr>
              <a:buFont typeface="+mj-lt"/>
              <a:buAutoNum type="arabicPeriod"/>
              <a:defRPr sz="2000">
                <a:solidFill>
                  <a:schemeClr val="bg1"/>
                </a:solidFill>
                <a:latin typeface="+mn-lt"/>
                <a:cs typeface="Poppins Light" panose="00000400000000000000" pitchFamily="2" charset="0"/>
              </a:defRPr>
            </a:lvl1pPr>
            <a:lvl2pPr marL="600700" indent="0">
              <a:lnSpc>
                <a:spcPts val="1213"/>
              </a:lnSpc>
              <a:spcBef>
                <a:spcPts val="0"/>
              </a:spcBef>
              <a:spcAft>
                <a:spcPts val="728"/>
              </a:spcAft>
              <a:buClr>
                <a:schemeClr val="tx2"/>
              </a:buClr>
              <a:buFont typeface="+mj-lt"/>
              <a:buNone/>
              <a:defRPr sz="1200">
                <a:solidFill>
                  <a:schemeClr val="tx1">
                    <a:lumMod val="75000"/>
                    <a:lumOff val="25000"/>
                  </a:schemeClr>
                </a:solidFill>
                <a:latin typeface="+mn-lt"/>
                <a:cs typeface="Poppins Light" panose="00000400000000000000" pitchFamily="2" charset="0"/>
              </a:defRPr>
            </a:lvl2pPr>
          </a:lstStyle>
          <a:p>
            <a:pPr lvl="0"/>
            <a:r>
              <a:rPr lang="fr-FR"/>
              <a:t>Cliquez pour modifier les styles du texte du masque</a:t>
            </a:r>
          </a:p>
          <a:p>
            <a:pPr lvl="1"/>
            <a:r>
              <a:rPr lang="fr-FR"/>
              <a:t>Deuxième niveau</a:t>
            </a:r>
          </a:p>
        </p:txBody>
      </p:sp>
      <p:sp>
        <p:nvSpPr>
          <p:cNvPr id="24" name="Espace réservé pour une image  23">
            <a:extLst>
              <a:ext uri="{FF2B5EF4-FFF2-40B4-BE49-F238E27FC236}">
                <a16:creationId xmlns:a16="http://schemas.microsoft.com/office/drawing/2014/main" id="{8F7A243F-04D8-A86D-C6C6-FC4D068BF586}"/>
              </a:ext>
            </a:extLst>
          </p:cNvPr>
          <p:cNvSpPr>
            <a:spLocks noGrp="1"/>
          </p:cNvSpPr>
          <p:nvPr>
            <p:ph type="pic" sz="quarter" idx="14" hasCustomPrompt="1"/>
          </p:nvPr>
        </p:nvSpPr>
        <p:spPr>
          <a:xfrm>
            <a:off x="0" y="0"/>
            <a:ext cx="4236749" cy="5654241"/>
          </a:xfrm>
          <a:custGeom>
            <a:avLst/>
            <a:gdLst>
              <a:gd name="connsiteX0" fmla="*/ 1971880 w 6986223"/>
              <a:gd name="connsiteY0" fmla="*/ 0 h 9324262"/>
              <a:gd name="connsiteX1" fmla="*/ 6948265 w 6986223"/>
              <a:gd name="connsiteY1" fmla="*/ 0 h 9324262"/>
              <a:gd name="connsiteX2" fmla="*/ 6958021 w 6986223"/>
              <a:gd name="connsiteY2" fmla="*/ 91012 h 9324262"/>
              <a:gd name="connsiteX3" fmla="*/ 6962287 w 6986223"/>
              <a:gd name="connsiteY3" fmla="*/ 1430585 h 9324262"/>
              <a:gd name="connsiteX4" fmla="*/ 45273 w 6986223"/>
              <a:gd name="connsiteY4" fmla="*/ 9315265 h 9324262"/>
              <a:gd name="connsiteX5" fmla="*/ 0 w 6986223"/>
              <a:gd name="connsiteY5" fmla="*/ 9324262 h 9324262"/>
              <a:gd name="connsiteX6" fmla="*/ 0 w 6986223"/>
              <a:gd name="connsiteY6" fmla="*/ 4126044 h 9324262"/>
              <a:gd name="connsiteX7" fmla="*/ 28610 w 6986223"/>
              <a:gd name="connsiteY7" fmla="*/ 4111461 h 9324262"/>
              <a:gd name="connsiteX8" fmla="*/ 2049770 w 6986223"/>
              <a:gd name="connsiteY8" fmla="*/ 1065494 h 9324262"/>
              <a:gd name="connsiteX9" fmla="*/ 1993511 w 6986223"/>
              <a:gd name="connsiteY9" fmla="*/ 98024 h 932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86223" h="9324262">
                <a:moveTo>
                  <a:pt x="1971880" y="0"/>
                </a:moveTo>
                <a:lnTo>
                  <a:pt x="6948265" y="0"/>
                </a:lnTo>
                <a:lnTo>
                  <a:pt x="6958021" y="91012"/>
                </a:lnTo>
                <a:cubicBezTo>
                  <a:pt x="6993736" y="530345"/>
                  <a:pt x="6995941" y="977756"/>
                  <a:pt x="6962287" y="1430585"/>
                </a:cubicBezTo>
                <a:cubicBezTo>
                  <a:pt x="6670622" y="5355102"/>
                  <a:pt x="3775301" y="8479040"/>
                  <a:pt x="45273" y="9315265"/>
                </a:cubicBezTo>
                <a:lnTo>
                  <a:pt x="0" y="9324262"/>
                </a:lnTo>
                <a:lnTo>
                  <a:pt x="0" y="4126044"/>
                </a:lnTo>
                <a:lnTo>
                  <a:pt x="28610" y="4111461"/>
                </a:lnTo>
                <a:cubicBezTo>
                  <a:pt x="1156705" y="3502625"/>
                  <a:pt x="1951434" y="2388660"/>
                  <a:pt x="2049770" y="1065494"/>
                </a:cubicBezTo>
                <a:cubicBezTo>
                  <a:pt x="2074354" y="734702"/>
                  <a:pt x="2053959" y="410408"/>
                  <a:pt x="1993511" y="98024"/>
                </a:cubicBezTo>
                <a:close/>
              </a:path>
            </a:pathLst>
          </a:custGeom>
          <a:solidFill>
            <a:schemeClr val="bg1"/>
          </a:solidFill>
        </p:spPr>
        <p:txBody>
          <a:bodyPr wrap="square">
            <a:noAutofit/>
          </a:bodyPr>
          <a:lstStyle>
            <a:lvl1pPr>
              <a:defRPr>
                <a:solidFill>
                  <a:schemeClr val="bg1"/>
                </a:solidFill>
              </a:defRPr>
            </a:lvl1pPr>
          </a:lstStyle>
          <a:p>
            <a:r>
              <a:rPr lang="fr-FR"/>
              <a:t>Insérer </a:t>
            </a:r>
          </a:p>
          <a:p>
            <a:r>
              <a:rPr lang="fr-FR"/>
              <a:t>image </a:t>
            </a:r>
          </a:p>
          <a:p>
            <a:r>
              <a:rPr lang="fr-FR"/>
              <a:t>ici</a:t>
            </a:r>
          </a:p>
        </p:txBody>
      </p:sp>
    </p:spTree>
    <p:extLst>
      <p:ext uri="{BB962C8B-B14F-4D97-AF65-F5344CB8AC3E}">
        <p14:creationId xmlns:p14="http://schemas.microsoft.com/office/powerpoint/2010/main" val="3535240647"/>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8_Diapositive de titre">
    <p:bg>
      <p:bgPr>
        <a:solidFill>
          <a:schemeClr val="tx1"/>
        </a:solidFill>
        <a:effectLst/>
      </p:bgPr>
    </p:bg>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F6311ABB-FDAB-727D-2DB1-93D1FF8ED281}"/>
              </a:ext>
            </a:extLst>
          </p:cNvPr>
          <p:cNvGrpSpPr/>
          <p:nvPr/>
        </p:nvGrpSpPr>
        <p:grpSpPr>
          <a:xfrm>
            <a:off x="0" y="0"/>
            <a:ext cx="4225610" cy="5621943"/>
            <a:chOff x="0" y="0"/>
            <a:chExt cx="6967855" cy="9271000"/>
          </a:xfrm>
        </p:grpSpPr>
        <p:sp>
          <p:nvSpPr>
            <p:cNvPr id="7" name="object 4">
              <a:extLst>
                <a:ext uri="{FF2B5EF4-FFF2-40B4-BE49-F238E27FC236}">
                  <a16:creationId xmlns:a16="http://schemas.microsoft.com/office/drawing/2014/main" id="{F80267D9-9F16-2B50-5B4E-A4D7A431A4E1}"/>
                </a:ext>
              </a:extLst>
            </p:cNvPr>
            <p:cNvSpPr/>
            <p:nvPr/>
          </p:nvSpPr>
          <p:spPr>
            <a:xfrm>
              <a:off x="6935362" y="0"/>
              <a:ext cx="32384" cy="755015"/>
            </a:xfrm>
            <a:custGeom>
              <a:avLst/>
              <a:gdLst/>
              <a:ahLst/>
              <a:cxnLst/>
              <a:rect l="l" t="t" r="r" b="b"/>
              <a:pathLst>
                <a:path w="32384" h="755015">
                  <a:moveTo>
                    <a:pt x="32359" y="754956"/>
                  </a:moveTo>
                  <a:lnTo>
                    <a:pt x="32131" y="691311"/>
                  </a:lnTo>
                  <a:lnTo>
                    <a:pt x="31447" y="627775"/>
                  </a:lnTo>
                  <a:lnTo>
                    <a:pt x="30309" y="564348"/>
                  </a:lnTo>
                  <a:lnTo>
                    <a:pt x="28719" y="501033"/>
                  </a:lnTo>
                  <a:lnTo>
                    <a:pt x="26677" y="437831"/>
                  </a:lnTo>
                  <a:lnTo>
                    <a:pt x="24187" y="374743"/>
                  </a:lnTo>
                  <a:lnTo>
                    <a:pt x="21248" y="311772"/>
                  </a:lnTo>
                  <a:lnTo>
                    <a:pt x="17863" y="248918"/>
                  </a:lnTo>
                  <a:lnTo>
                    <a:pt x="14034" y="186183"/>
                  </a:lnTo>
                  <a:lnTo>
                    <a:pt x="9761" y="123569"/>
                  </a:lnTo>
                  <a:lnTo>
                    <a:pt x="5047" y="61078"/>
                  </a:lnTo>
                  <a:lnTo>
                    <a:pt x="0" y="0"/>
                  </a:lnTo>
                </a:path>
              </a:pathLst>
            </a:custGeom>
            <a:ln w="7853">
              <a:solidFill>
                <a:srgbClr val="00A5E5"/>
              </a:solidFill>
            </a:ln>
          </p:spPr>
          <p:txBody>
            <a:bodyPr wrap="square" lIns="0" tIns="0" rIns="0" bIns="0" rtlCol="0"/>
            <a:lstStyle/>
            <a:p>
              <a:endParaRPr sz="1092"/>
            </a:p>
          </p:txBody>
        </p:sp>
        <p:sp>
          <p:nvSpPr>
            <p:cNvPr id="9" name="object 6">
              <a:extLst>
                <a:ext uri="{FF2B5EF4-FFF2-40B4-BE49-F238E27FC236}">
                  <a16:creationId xmlns:a16="http://schemas.microsoft.com/office/drawing/2014/main" id="{54FE4294-F1CB-D641-2E73-1CD7B939E61F}"/>
                </a:ext>
              </a:extLst>
            </p:cNvPr>
            <p:cNvSpPr/>
            <p:nvPr/>
          </p:nvSpPr>
          <p:spPr>
            <a:xfrm>
              <a:off x="0" y="0"/>
              <a:ext cx="6967855" cy="9271000"/>
            </a:xfrm>
            <a:custGeom>
              <a:avLst/>
              <a:gdLst/>
              <a:ahLst/>
              <a:cxnLst/>
              <a:rect l="l" t="t" r="r" b="b"/>
              <a:pathLst>
                <a:path w="6967855" h="9271000">
                  <a:moveTo>
                    <a:pt x="1980420" y="0"/>
                  </a:moveTo>
                  <a:lnTo>
                    <a:pt x="1992645" y="61005"/>
                  </a:lnTo>
                  <a:lnTo>
                    <a:pt x="2001511" y="109294"/>
                  </a:lnTo>
                  <a:lnTo>
                    <a:pt x="2009748" y="157796"/>
                  </a:lnTo>
                  <a:lnTo>
                    <a:pt x="2017350" y="206508"/>
                  </a:lnTo>
                  <a:lnTo>
                    <a:pt x="2024314" y="255426"/>
                  </a:lnTo>
                  <a:lnTo>
                    <a:pt x="2030636" y="304545"/>
                  </a:lnTo>
                  <a:lnTo>
                    <a:pt x="2036310" y="353860"/>
                  </a:lnTo>
                  <a:lnTo>
                    <a:pt x="2041333" y="403368"/>
                  </a:lnTo>
                  <a:lnTo>
                    <a:pt x="2045700" y="453064"/>
                  </a:lnTo>
                  <a:lnTo>
                    <a:pt x="2049408" y="502944"/>
                  </a:lnTo>
                  <a:lnTo>
                    <a:pt x="2052450" y="553004"/>
                  </a:lnTo>
                  <a:lnTo>
                    <a:pt x="2054825" y="603240"/>
                  </a:lnTo>
                  <a:lnTo>
                    <a:pt x="2056526" y="653646"/>
                  </a:lnTo>
                  <a:lnTo>
                    <a:pt x="2057550" y="704220"/>
                  </a:lnTo>
                  <a:lnTo>
                    <a:pt x="2057892" y="754956"/>
                  </a:lnTo>
                  <a:lnTo>
                    <a:pt x="2057550" y="805692"/>
                  </a:lnTo>
                  <a:lnTo>
                    <a:pt x="2056526" y="856265"/>
                  </a:lnTo>
                  <a:lnTo>
                    <a:pt x="2054825" y="906672"/>
                  </a:lnTo>
                  <a:lnTo>
                    <a:pt x="2052450" y="956907"/>
                  </a:lnTo>
                  <a:lnTo>
                    <a:pt x="2049408" y="1006967"/>
                  </a:lnTo>
                  <a:lnTo>
                    <a:pt x="2045700" y="1056847"/>
                  </a:lnTo>
                  <a:lnTo>
                    <a:pt x="2041333" y="1106543"/>
                  </a:lnTo>
                  <a:lnTo>
                    <a:pt x="2036310" y="1156051"/>
                  </a:lnTo>
                  <a:lnTo>
                    <a:pt x="2030636" y="1205367"/>
                  </a:lnTo>
                  <a:lnTo>
                    <a:pt x="2024314" y="1254485"/>
                  </a:lnTo>
                  <a:lnTo>
                    <a:pt x="2017350" y="1303403"/>
                  </a:lnTo>
                  <a:lnTo>
                    <a:pt x="2009748" y="1352115"/>
                  </a:lnTo>
                  <a:lnTo>
                    <a:pt x="2001511" y="1400618"/>
                  </a:lnTo>
                  <a:lnTo>
                    <a:pt x="1992645" y="1448907"/>
                  </a:lnTo>
                  <a:lnTo>
                    <a:pt x="1983153" y="1496977"/>
                  </a:lnTo>
                  <a:lnTo>
                    <a:pt x="1973040" y="1544826"/>
                  </a:lnTo>
                  <a:lnTo>
                    <a:pt x="1962311" y="1592447"/>
                  </a:lnTo>
                  <a:lnTo>
                    <a:pt x="1950969" y="1639838"/>
                  </a:lnTo>
                  <a:lnTo>
                    <a:pt x="1939019" y="1686994"/>
                  </a:lnTo>
                  <a:lnTo>
                    <a:pt x="1926465" y="1733910"/>
                  </a:lnTo>
                  <a:lnTo>
                    <a:pt x="1913311" y="1780582"/>
                  </a:lnTo>
                  <a:lnTo>
                    <a:pt x="1899563" y="1827007"/>
                  </a:lnTo>
                  <a:lnTo>
                    <a:pt x="1885223" y="1873179"/>
                  </a:lnTo>
                  <a:lnTo>
                    <a:pt x="1870297" y="1919094"/>
                  </a:lnTo>
                  <a:lnTo>
                    <a:pt x="1854789" y="1964749"/>
                  </a:lnTo>
                  <a:lnTo>
                    <a:pt x="1838703" y="2010139"/>
                  </a:lnTo>
                  <a:lnTo>
                    <a:pt x="1822044" y="2055260"/>
                  </a:lnTo>
                  <a:lnTo>
                    <a:pt x="1804815" y="2100106"/>
                  </a:lnTo>
                  <a:lnTo>
                    <a:pt x="1787021" y="2144676"/>
                  </a:lnTo>
                  <a:lnTo>
                    <a:pt x="1768667" y="2188963"/>
                  </a:lnTo>
                  <a:lnTo>
                    <a:pt x="1749757" y="2232963"/>
                  </a:lnTo>
                  <a:lnTo>
                    <a:pt x="1730295" y="2276673"/>
                  </a:lnTo>
                  <a:lnTo>
                    <a:pt x="1710285" y="2320088"/>
                  </a:lnTo>
                  <a:lnTo>
                    <a:pt x="1689732" y="2363204"/>
                  </a:lnTo>
                  <a:lnTo>
                    <a:pt x="1668640" y="2406017"/>
                  </a:lnTo>
                  <a:lnTo>
                    <a:pt x="1647013" y="2448521"/>
                  </a:lnTo>
                  <a:lnTo>
                    <a:pt x="1624856" y="2490714"/>
                  </a:lnTo>
                  <a:lnTo>
                    <a:pt x="1602173" y="2532591"/>
                  </a:lnTo>
                  <a:lnTo>
                    <a:pt x="1578969" y="2574147"/>
                  </a:lnTo>
                  <a:lnTo>
                    <a:pt x="1555247" y="2615378"/>
                  </a:lnTo>
                  <a:lnTo>
                    <a:pt x="1531012" y="2656280"/>
                  </a:lnTo>
                  <a:lnTo>
                    <a:pt x="1506269" y="2696849"/>
                  </a:lnTo>
                  <a:lnTo>
                    <a:pt x="1481021" y="2737081"/>
                  </a:lnTo>
                  <a:lnTo>
                    <a:pt x="1455273" y="2776970"/>
                  </a:lnTo>
                  <a:lnTo>
                    <a:pt x="1429029" y="2816514"/>
                  </a:lnTo>
                  <a:lnTo>
                    <a:pt x="1402295" y="2855707"/>
                  </a:lnTo>
                  <a:lnTo>
                    <a:pt x="1375073" y="2894545"/>
                  </a:lnTo>
                  <a:lnTo>
                    <a:pt x="1347368" y="2933025"/>
                  </a:lnTo>
                  <a:lnTo>
                    <a:pt x="1319185" y="2971141"/>
                  </a:lnTo>
                  <a:lnTo>
                    <a:pt x="1290528" y="3008890"/>
                  </a:lnTo>
                  <a:lnTo>
                    <a:pt x="1261401" y="3046267"/>
                  </a:lnTo>
                  <a:lnTo>
                    <a:pt x="1231809" y="3083268"/>
                  </a:lnTo>
                  <a:lnTo>
                    <a:pt x="1201756" y="3119890"/>
                  </a:lnTo>
                  <a:lnTo>
                    <a:pt x="1171246" y="3156126"/>
                  </a:lnTo>
                  <a:lnTo>
                    <a:pt x="1140283" y="3191974"/>
                  </a:lnTo>
                  <a:lnTo>
                    <a:pt x="1108872" y="3227429"/>
                  </a:lnTo>
                  <a:lnTo>
                    <a:pt x="1077018" y="3262486"/>
                  </a:lnTo>
                  <a:lnTo>
                    <a:pt x="1044724" y="3297142"/>
                  </a:lnTo>
                  <a:lnTo>
                    <a:pt x="1011995" y="3331392"/>
                  </a:lnTo>
                  <a:lnTo>
                    <a:pt x="978835" y="3365232"/>
                  </a:lnTo>
                  <a:lnTo>
                    <a:pt x="945249" y="3398658"/>
                  </a:lnTo>
                  <a:lnTo>
                    <a:pt x="911240" y="3431665"/>
                  </a:lnTo>
                  <a:lnTo>
                    <a:pt x="876814" y="3464249"/>
                  </a:lnTo>
                  <a:lnTo>
                    <a:pt x="841974" y="3496406"/>
                  </a:lnTo>
                  <a:lnTo>
                    <a:pt x="806725" y="3528132"/>
                  </a:lnTo>
                  <a:lnTo>
                    <a:pt x="771071" y="3559422"/>
                  </a:lnTo>
                  <a:lnTo>
                    <a:pt x="735017" y="3590272"/>
                  </a:lnTo>
                  <a:lnTo>
                    <a:pt x="698566" y="3620677"/>
                  </a:lnTo>
                  <a:lnTo>
                    <a:pt x="661723" y="3650635"/>
                  </a:lnTo>
                  <a:lnTo>
                    <a:pt x="624493" y="3680139"/>
                  </a:lnTo>
                  <a:lnTo>
                    <a:pt x="586880" y="3709187"/>
                  </a:lnTo>
                  <a:lnTo>
                    <a:pt x="548887" y="3737773"/>
                  </a:lnTo>
                  <a:lnTo>
                    <a:pt x="510520" y="3765894"/>
                  </a:lnTo>
                  <a:lnTo>
                    <a:pt x="471783" y="3793544"/>
                  </a:lnTo>
                  <a:lnTo>
                    <a:pt x="432680" y="3820721"/>
                  </a:lnTo>
                  <a:lnTo>
                    <a:pt x="393215" y="3847420"/>
                  </a:lnTo>
                  <a:lnTo>
                    <a:pt x="353393" y="3873635"/>
                  </a:lnTo>
                  <a:lnTo>
                    <a:pt x="313218" y="3899364"/>
                  </a:lnTo>
                  <a:lnTo>
                    <a:pt x="272694" y="3924602"/>
                  </a:lnTo>
                  <a:lnTo>
                    <a:pt x="231826" y="3949344"/>
                  </a:lnTo>
                  <a:lnTo>
                    <a:pt x="190618" y="3973587"/>
                  </a:lnTo>
                  <a:lnTo>
                    <a:pt x="149074" y="3997326"/>
                  </a:lnTo>
                  <a:lnTo>
                    <a:pt x="107199" y="4020556"/>
                  </a:lnTo>
                  <a:lnTo>
                    <a:pt x="64997" y="4043275"/>
                  </a:lnTo>
                  <a:lnTo>
                    <a:pt x="22472" y="4065476"/>
                  </a:lnTo>
                  <a:lnTo>
                    <a:pt x="0" y="4076848"/>
                  </a:lnTo>
                </a:path>
                <a:path w="6967855" h="9271000">
                  <a:moveTo>
                    <a:pt x="0" y="9270789"/>
                  </a:moveTo>
                  <a:lnTo>
                    <a:pt x="73562" y="9255733"/>
                  </a:lnTo>
                  <a:lnTo>
                    <a:pt x="133447" y="9242952"/>
                  </a:lnTo>
                  <a:lnTo>
                    <a:pt x="193179" y="9229760"/>
                  </a:lnTo>
                  <a:lnTo>
                    <a:pt x="252755" y="9216159"/>
                  </a:lnTo>
                  <a:lnTo>
                    <a:pt x="312176" y="9202151"/>
                  </a:lnTo>
                  <a:lnTo>
                    <a:pt x="371439" y="9187736"/>
                  </a:lnTo>
                  <a:lnTo>
                    <a:pt x="430542" y="9172918"/>
                  </a:lnTo>
                  <a:lnTo>
                    <a:pt x="489484" y="9157696"/>
                  </a:lnTo>
                  <a:lnTo>
                    <a:pt x="548264" y="9142073"/>
                  </a:lnTo>
                  <a:lnTo>
                    <a:pt x="606880" y="9126049"/>
                  </a:lnTo>
                  <a:lnTo>
                    <a:pt x="665330" y="9109628"/>
                  </a:lnTo>
                  <a:lnTo>
                    <a:pt x="723613" y="9092810"/>
                  </a:lnTo>
                  <a:lnTo>
                    <a:pt x="781728" y="9075597"/>
                  </a:lnTo>
                  <a:lnTo>
                    <a:pt x="839672" y="9057990"/>
                  </a:lnTo>
                  <a:lnTo>
                    <a:pt x="897445" y="9039991"/>
                  </a:lnTo>
                  <a:lnTo>
                    <a:pt x="955044" y="9021602"/>
                  </a:lnTo>
                  <a:lnTo>
                    <a:pt x="1012468" y="9002823"/>
                  </a:lnTo>
                  <a:lnTo>
                    <a:pt x="1069716" y="8983657"/>
                  </a:lnTo>
                  <a:lnTo>
                    <a:pt x="1126786" y="8964106"/>
                  </a:lnTo>
                  <a:lnTo>
                    <a:pt x="1183676" y="8944170"/>
                  </a:lnTo>
                  <a:lnTo>
                    <a:pt x="1240386" y="8923851"/>
                  </a:lnTo>
                  <a:lnTo>
                    <a:pt x="1296912" y="8903151"/>
                  </a:lnTo>
                  <a:lnTo>
                    <a:pt x="1353255" y="8882071"/>
                  </a:lnTo>
                  <a:lnTo>
                    <a:pt x="1409411" y="8860613"/>
                  </a:lnTo>
                  <a:lnTo>
                    <a:pt x="1465381" y="8838779"/>
                  </a:lnTo>
                  <a:lnTo>
                    <a:pt x="1521162" y="8816570"/>
                  </a:lnTo>
                  <a:lnTo>
                    <a:pt x="1576752" y="8793987"/>
                  </a:lnTo>
                  <a:lnTo>
                    <a:pt x="1632150" y="8771032"/>
                  </a:lnTo>
                  <a:lnTo>
                    <a:pt x="1687355" y="8747707"/>
                  </a:lnTo>
                  <a:lnTo>
                    <a:pt x="1742365" y="8724013"/>
                  </a:lnTo>
                  <a:lnTo>
                    <a:pt x="1797178" y="8699952"/>
                  </a:lnTo>
                  <a:lnTo>
                    <a:pt x="1851793" y="8675525"/>
                  </a:lnTo>
                  <a:lnTo>
                    <a:pt x="1906208" y="8650733"/>
                  </a:lnTo>
                  <a:lnTo>
                    <a:pt x="1960422" y="8625580"/>
                  </a:lnTo>
                  <a:lnTo>
                    <a:pt x="2014434" y="8600065"/>
                  </a:lnTo>
                  <a:lnTo>
                    <a:pt x="2068241" y="8574191"/>
                  </a:lnTo>
                  <a:lnTo>
                    <a:pt x="2121842" y="8547958"/>
                  </a:lnTo>
                  <a:lnTo>
                    <a:pt x="2175235" y="8521370"/>
                  </a:lnTo>
                  <a:lnTo>
                    <a:pt x="2228420" y="8494426"/>
                  </a:lnTo>
                  <a:lnTo>
                    <a:pt x="2281394" y="8467129"/>
                  </a:lnTo>
                  <a:lnTo>
                    <a:pt x="2334156" y="8439480"/>
                  </a:lnTo>
                  <a:lnTo>
                    <a:pt x="2386704" y="8411482"/>
                  </a:lnTo>
                  <a:lnTo>
                    <a:pt x="2439037" y="8383134"/>
                  </a:lnTo>
                  <a:lnTo>
                    <a:pt x="2491154" y="8354439"/>
                  </a:lnTo>
                  <a:lnTo>
                    <a:pt x="2543052" y="8325399"/>
                  </a:lnTo>
                  <a:lnTo>
                    <a:pt x="2594730" y="8296015"/>
                  </a:lnTo>
                  <a:lnTo>
                    <a:pt x="2646187" y="8266288"/>
                  </a:lnTo>
                  <a:lnTo>
                    <a:pt x="2697421" y="8236221"/>
                  </a:lnTo>
                  <a:lnTo>
                    <a:pt x="2748430" y="8205814"/>
                  </a:lnTo>
                  <a:lnTo>
                    <a:pt x="2799214" y="8175069"/>
                  </a:lnTo>
                  <a:lnTo>
                    <a:pt x="2849769" y="8143988"/>
                  </a:lnTo>
                  <a:lnTo>
                    <a:pt x="2900096" y="8112573"/>
                  </a:lnTo>
                  <a:lnTo>
                    <a:pt x="2950192" y="8080824"/>
                  </a:lnTo>
                  <a:lnTo>
                    <a:pt x="3000055" y="8048743"/>
                  </a:lnTo>
                  <a:lnTo>
                    <a:pt x="3049685" y="8016333"/>
                  </a:lnTo>
                  <a:lnTo>
                    <a:pt x="3099079" y="7983594"/>
                  </a:lnTo>
                  <a:lnTo>
                    <a:pt x="3148237" y="7950528"/>
                  </a:lnTo>
                  <a:lnTo>
                    <a:pt x="3197156" y="7917136"/>
                  </a:lnTo>
                  <a:lnTo>
                    <a:pt x="3245835" y="7883421"/>
                  </a:lnTo>
                  <a:lnTo>
                    <a:pt x="3294273" y="7849384"/>
                  </a:lnTo>
                  <a:lnTo>
                    <a:pt x="3342467" y="7815025"/>
                  </a:lnTo>
                  <a:lnTo>
                    <a:pt x="3390417" y="7780348"/>
                  </a:lnTo>
                  <a:lnTo>
                    <a:pt x="3438120" y="7745353"/>
                  </a:lnTo>
                  <a:lnTo>
                    <a:pt x="3485576" y="7710041"/>
                  </a:lnTo>
                  <a:lnTo>
                    <a:pt x="3532782" y="7674416"/>
                  </a:lnTo>
                  <a:lnTo>
                    <a:pt x="3579738" y="7638477"/>
                  </a:lnTo>
                  <a:lnTo>
                    <a:pt x="3626441" y="7602227"/>
                  </a:lnTo>
                  <a:lnTo>
                    <a:pt x="3672890" y="7565667"/>
                  </a:lnTo>
                  <a:lnTo>
                    <a:pt x="3719084" y="7528798"/>
                  </a:lnTo>
                  <a:lnTo>
                    <a:pt x="3765020" y="7491623"/>
                  </a:lnTo>
                  <a:lnTo>
                    <a:pt x="3810698" y="7454142"/>
                  </a:lnTo>
                  <a:lnTo>
                    <a:pt x="3856116" y="7416358"/>
                  </a:lnTo>
                  <a:lnTo>
                    <a:pt x="3901272" y="7378272"/>
                  </a:lnTo>
                  <a:lnTo>
                    <a:pt x="3946165" y="7339885"/>
                  </a:lnTo>
                  <a:lnTo>
                    <a:pt x="3990793" y="7301199"/>
                  </a:lnTo>
                  <a:lnTo>
                    <a:pt x="4035155" y="7262215"/>
                  </a:lnTo>
                  <a:lnTo>
                    <a:pt x="4079248" y="7222936"/>
                  </a:lnTo>
                  <a:lnTo>
                    <a:pt x="4123072" y="7183362"/>
                  </a:lnTo>
                  <a:lnTo>
                    <a:pt x="4166626" y="7143495"/>
                  </a:lnTo>
                  <a:lnTo>
                    <a:pt x="4209906" y="7103337"/>
                  </a:lnTo>
                  <a:lnTo>
                    <a:pt x="4252913" y="7062889"/>
                  </a:lnTo>
                  <a:lnTo>
                    <a:pt x="4295643" y="7022153"/>
                  </a:lnTo>
                  <a:lnTo>
                    <a:pt x="4338097" y="6981131"/>
                  </a:lnTo>
                  <a:lnTo>
                    <a:pt x="4380272" y="6939823"/>
                  </a:lnTo>
                  <a:lnTo>
                    <a:pt x="4422166" y="6898232"/>
                  </a:lnTo>
                  <a:lnTo>
                    <a:pt x="4463779" y="6856359"/>
                  </a:lnTo>
                  <a:lnTo>
                    <a:pt x="4505108" y="6814205"/>
                  </a:lnTo>
                  <a:lnTo>
                    <a:pt x="4546152" y="6771773"/>
                  </a:lnTo>
                  <a:lnTo>
                    <a:pt x="4586909" y="6729063"/>
                  </a:lnTo>
                  <a:lnTo>
                    <a:pt x="4627379" y="6686077"/>
                  </a:lnTo>
                  <a:lnTo>
                    <a:pt x="4667559" y="6642817"/>
                  </a:lnTo>
                  <a:lnTo>
                    <a:pt x="4707448" y="6599285"/>
                  </a:lnTo>
                  <a:lnTo>
                    <a:pt x="4747043" y="6555481"/>
                  </a:lnTo>
                  <a:lnTo>
                    <a:pt x="4786345" y="6511408"/>
                  </a:lnTo>
                  <a:lnTo>
                    <a:pt x="4825351" y="6467066"/>
                  </a:lnTo>
                  <a:lnTo>
                    <a:pt x="4864059" y="6422458"/>
                  </a:lnTo>
                  <a:lnTo>
                    <a:pt x="4902469" y="6377586"/>
                  </a:lnTo>
                  <a:lnTo>
                    <a:pt x="4940578" y="6332450"/>
                  </a:lnTo>
                  <a:lnTo>
                    <a:pt x="4978385" y="6287052"/>
                  </a:lnTo>
                  <a:lnTo>
                    <a:pt x="5015888" y="6241393"/>
                  </a:lnTo>
                  <a:lnTo>
                    <a:pt x="5053086" y="6195476"/>
                  </a:lnTo>
                  <a:lnTo>
                    <a:pt x="5089978" y="6149302"/>
                  </a:lnTo>
                  <a:lnTo>
                    <a:pt x="5126561" y="6102872"/>
                  </a:lnTo>
                  <a:lnTo>
                    <a:pt x="5162835" y="6056188"/>
                  </a:lnTo>
                  <a:lnTo>
                    <a:pt x="5198797" y="6009252"/>
                  </a:lnTo>
                  <a:lnTo>
                    <a:pt x="5234446" y="5962064"/>
                  </a:lnTo>
                  <a:lnTo>
                    <a:pt x="5269781" y="5914628"/>
                  </a:lnTo>
                  <a:lnTo>
                    <a:pt x="5304799" y="5866943"/>
                  </a:lnTo>
                  <a:lnTo>
                    <a:pt x="5339501" y="5819012"/>
                  </a:lnTo>
                  <a:lnTo>
                    <a:pt x="5373883" y="5770836"/>
                  </a:lnTo>
                  <a:lnTo>
                    <a:pt x="5407944" y="5722417"/>
                  </a:lnTo>
                  <a:lnTo>
                    <a:pt x="5441684" y="5673756"/>
                  </a:lnTo>
                  <a:lnTo>
                    <a:pt x="5475099" y="5624855"/>
                  </a:lnTo>
                  <a:lnTo>
                    <a:pt x="5508189" y="5575716"/>
                  </a:lnTo>
                  <a:lnTo>
                    <a:pt x="5540953" y="5526339"/>
                  </a:lnTo>
                  <a:lnTo>
                    <a:pt x="5573388" y="5476727"/>
                  </a:lnTo>
                  <a:lnTo>
                    <a:pt x="5605493" y="5426882"/>
                  </a:lnTo>
                  <a:lnTo>
                    <a:pt x="5637266" y="5376803"/>
                  </a:lnTo>
                  <a:lnTo>
                    <a:pt x="5668707" y="5326494"/>
                  </a:lnTo>
                  <a:lnTo>
                    <a:pt x="5699812" y="5275956"/>
                  </a:lnTo>
                  <a:lnTo>
                    <a:pt x="5730582" y="5225190"/>
                  </a:lnTo>
                  <a:lnTo>
                    <a:pt x="5761014" y="5174198"/>
                  </a:lnTo>
                  <a:lnTo>
                    <a:pt x="5791107" y="5122981"/>
                  </a:lnTo>
                  <a:lnTo>
                    <a:pt x="5820858" y="5071541"/>
                  </a:lnTo>
                  <a:lnTo>
                    <a:pt x="5850268" y="5019879"/>
                  </a:lnTo>
                  <a:lnTo>
                    <a:pt x="5879334" y="4967998"/>
                  </a:lnTo>
                  <a:lnTo>
                    <a:pt x="5908054" y="4915898"/>
                  </a:lnTo>
                  <a:lnTo>
                    <a:pt x="5936427" y="4863581"/>
                  </a:lnTo>
                  <a:lnTo>
                    <a:pt x="5964451" y="4811049"/>
                  </a:lnTo>
                  <a:lnTo>
                    <a:pt x="5992126" y="4758303"/>
                  </a:lnTo>
                  <a:lnTo>
                    <a:pt x="6019449" y="4705345"/>
                  </a:lnTo>
                  <a:lnTo>
                    <a:pt x="6046418" y="4652177"/>
                  </a:lnTo>
                  <a:lnTo>
                    <a:pt x="6073033" y="4598799"/>
                  </a:lnTo>
                  <a:lnTo>
                    <a:pt x="6099291" y="4545213"/>
                  </a:lnTo>
                  <a:lnTo>
                    <a:pt x="6125192" y="4491422"/>
                  </a:lnTo>
                  <a:lnTo>
                    <a:pt x="6150733" y="4437426"/>
                  </a:lnTo>
                  <a:lnTo>
                    <a:pt x="6175913" y="4383227"/>
                  </a:lnTo>
                  <a:lnTo>
                    <a:pt x="6200731" y="4328827"/>
                  </a:lnTo>
                  <a:lnTo>
                    <a:pt x="6225185" y="4274227"/>
                  </a:lnTo>
                  <a:lnTo>
                    <a:pt x="6249272" y="4219429"/>
                  </a:lnTo>
                  <a:lnTo>
                    <a:pt x="6272993" y="4164434"/>
                  </a:lnTo>
                  <a:lnTo>
                    <a:pt x="6296345" y="4109244"/>
                  </a:lnTo>
                  <a:lnTo>
                    <a:pt x="6319327" y="4053860"/>
                  </a:lnTo>
                  <a:lnTo>
                    <a:pt x="6341937" y="3998284"/>
                  </a:lnTo>
                  <a:lnTo>
                    <a:pt x="6364174" y="3942518"/>
                  </a:lnTo>
                  <a:lnTo>
                    <a:pt x="6386035" y="3886563"/>
                  </a:lnTo>
                  <a:lnTo>
                    <a:pt x="6407520" y="3830420"/>
                  </a:lnTo>
                  <a:lnTo>
                    <a:pt x="6428628" y="3774091"/>
                  </a:lnTo>
                  <a:lnTo>
                    <a:pt x="6449355" y="3717579"/>
                  </a:lnTo>
                  <a:lnTo>
                    <a:pt x="6469702" y="3660883"/>
                  </a:lnTo>
                  <a:lnTo>
                    <a:pt x="6489665" y="3604006"/>
                  </a:lnTo>
                  <a:lnTo>
                    <a:pt x="6509245" y="3546950"/>
                  </a:lnTo>
                  <a:lnTo>
                    <a:pt x="6528438" y="3489715"/>
                  </a:lnTo>
                  <a:lnTo>
                    <a:pt x="6547245" y="3432304"/>
                  </a:lnTo>
                  <a:lnTo>
                    <a:pt x="6565662" y="3374718"/>
                  </a:lnTo>
                  <a:lnTo>
                    <a:pt x="6583689" y="3316958"/>
                  </a:lnTo>
                  <a:lnTo>
                    <a:pt x="6601324" y="3259026"/>
                  </a:lnTo>
                  <a:lnTo>
                    <a:pt x="6618566" y="3200925"/>
                  </a:lnTo>
                  <a:lnTo>
                    <a:pt x="6635412" y="3142654"/>
                  </a:lnTo>
                  <a:lnTo>
                    <a:pt x="6651862" y="3084216"/>
                  </a:lnTo>
                  <a:lnTo>
                    <a:pt x="6667914" y="3025612"/>
                  </a:lnTo>
                  <a:lnTo>
                    <a:pt x="6683566" y="2966844"/>
                  </a:lnTo>
                  <a:lnTo>
                    <a:pt x="6698816" y="2907914"/>
                  </a:lnTo>
                  <a:lnTo>
                    <a:pt x="6713664" y="2848823"/>
                  </a:lnTo>
                  <a:lnTo>
                    <a:pt x="6728107" y="2789572"/>
                  </a:lnTo>
                  <a:lnTo>
                    <a:pt x="6742145" y="2730163"/>
                  </a:lnTo>
                  <a:lnTo>
                    <a:pt x="6755775" y="2670597"/>
                  </a:lnTo>
                  <a:lnTo>
                    <a:pt x="6768995" y="2610877"/>
                  </a:lnTo>
                  <a:lnTo>
                    <a:pt x="6781806" y="2551004"/>
                  </a:lnTo>
                  <a:lnTo>
                    <a:pt x="6794204" y="2490978"/>
                  </a:lnTo>
                  <a:lnTo>
                    <a:pt x="6806188" y="2430803"/>
                  </a:lnTo>
                  <a:lnTo>
                    <a:pt x="6817757" y="2370479"/>
                  </a:lnTo>
                  <a:lnTo>
                    <a:pt x="6828910" y="2310008"/>
                  </a:lnTo>
                  <a:lnTo>
                    <a:pt x="6839644" y="2249391"/>
                  </a:lnTo>
                  <a:lnTo>
                    <a:pt x="6849958" y="2188630"/>
                  </a:lnTo>
                  <a:lnTo>
                    <a:pt x="6859850" y="2127727"/>
                  </a:lnTo>
                  <a:lnTo>
                    <a:pt x="6869320" y="2066683"/>
                  </a:lnTo>
                  <a:lnTo>
                    <a:pt x="6878365" y="2005499"/>
                  </a:lnTo>
                  <a:lnTo>
                    <a:pt x="6886984" y="1944178"/>
                  </a:lnTo>
                  <a:lnTo>
                    <a:pt x="6895175" y="1882721"/>
                  </a:lnTo>
                  <a:lnTo>
                    <a:pt x="6902937" y="1821129"/>
                  </a:lnTo>
                  <a:lnTo>
                    <a:pt x="6910269" y="1759403"/>
                  </a:lnTo>
                  <a:lnTo>
                    <a:pt x="6917168" y="1697546"/>
                  </a:lnTo>
                  <a:lnTo>
                    <a:pt x="6923633" y="1635559"/>
                  </a:lnTo>
                  <a:lnTo>
                    <a:pt x="6929663" y="1573444"/>
                  </a:lnTo>
                  <a:lnTo>
                    <a:pt x="6935255" y="1511202"/>
                  </a:lnTo>
                  <a:lnTo>
                    <a:pt x="6940410" y="1448834"/>
                  </a:lnTo>
                  <a:lnTo>
                    <a:pt x="6945124" y="1386342"/>
                  </a:lnTo>
                  <a:lnTo>
                    <a:pt x="6949397" y="1323728"/>
                  </a:lnTo>
                  <a:lnTo>
                    <a:pt x="6953226" y="1260994"/>
                  </a:lnTo>
                  <a:lnTo>
                    <a:pt x="6956611" y="1198140"/>
                  </a:lnTo>
                  <a:lnTo>
                    <a:pt x="6959549" y="1135168"/>
                  </a:lnTo>
                  <a:lnTo>
                    <a:pt x="6962040" y="1072081"/>
                  </a:lnTo>
                  <a:lnTo>
                    <a:pt x="6964081" y="1008879"/>
                  </a:lnTo>
                  <a:lnTo>
                    <a:pt x="6965672" y="945563"/>
                  </a:lnTo>
                  <a:lnTo>
                    <a:pt x="6966809" y="882137"/>
                  </a:lnTo>
                  <a:lnTo>
                    <a:pt x="6967493" y="818600"/>
                  </a:lnTo>
                  <a:lnTo>
                    <a:pt x="6967722" y="754956"/>
                  </a:lnTo>
                </a:path>
              </a:pathLst>
            </a:custGeom>
            <a:ln w="7853">
              <a:solidFill>
                <a:srgbClr val="00A5E5"/>
              </a:solidFill>
            </a:ln>
          </p:spPr>
          <p:txBody>
            <a:bodyPr wrap="square" lIns="0" tIns="0" rIns="0" bIns="0" rtlCol="0"/>
            <a:lstStyle/>
            <a:p>
              <a:endParaRPr sz="1092"/>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rgbClr val="F9F9F9"/>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2" name="Titre 1">
            <a:extLst>
              <a:ext uri="{FF2B5EF4-FFF2-40B4-BE49-F238E27FC236}">
                <a16:creationId xmlns:a16="http://schemas.microsoft.com/office/drawing/2014/main" id="{FCF14866-E4B9-776A-70E0-90665ED3F728}"/>
              </a:ext>
            </a:extLst>
          </p:cNvPr>
          <p:cNvSpPr>
            <a:spLocks noGrp="1"/>
          </p:cNvSpPr>
          <p:nvPr>
            <p:ph type="ctrTitle" hasCustomPrompt="1"/>
          </p:nvPr>
        </p:nvSpPr>
        <p:spPr>
          <a:xfrm>
            <a:off x="1087494" y="693064"/>
            <a:ext cx="2651746" cy="278987"/>
          </a:xfrm>
          <a:solidFill>
            <a:schemeClr val="tx1"/>
          </a:solidFill>
        </p:spPr>
        <p:txBody>
          <a:bodyPr wrap="square" anchor="t" anchorCtr="0">
            <a:spAutoFit/>
          </a:bodyPr>
          <a:lstStyle>
            <a:lvl1pPr marL="7701" algn="l" defTabSz="554492" rtl="0" eaLnBrk="1" latinLnBrk="0" hangingPunct="1">
              <a:lnSpc>
                <a:spcPct val="100000"/>
              </a:lnSpc>
              <a:spcBef>
                <a:spcPts val="76"/>
              </a:spcBef>
              <a:buNone/>
              <a:defRPr lang="fr-FR" sz="1200" b="0" kern="1200" spc="0" dirty="0">
                <a:solidFill>
                  <a:schemeClr val="bg1"/>
                </a:solidFill>
                <a:latin typeface="+mn-lt"/>
                <a:ea typeface="+mj-ea"/>
                <a:cs typeface="Poppins Light" panose="00000400000000000000" pitchFamily="2" charset="0"/>
              </a:defRPr>
            </a:lvl1pPr>
          </a:lstStyle>
          <a:p>
            <a:pPr marL="12700">
              <a:spcBef>
                <a:spcPts val="125"/>
              </a:spcBef>
            </a:pPr>
            <a:r>
              <a:rPr lang="fr-FR" sz="1213" spc="-6">
                <a:solidFill>
                  <a:srgbClr val="FFFFFF"/>
                </a:solidFill>
                <a:latin typeface="Poppins Light"/>
                <a:cs typeface="Poppins Light"/>
              </a:rPr>
              <a:t>sommaire</a:t>
            </a:r>
            <a:endParaRPr lang="fr-FR" sz="1213">
              <a:latin typeface="Poppins Light"/>
              <a:cs typeface="Poppins Light"/>
            </a:endParaRPr>
          </a:p>
        </p:txBody>
      </p:sp>
      <p:pic>
        <p:nvPicPr>
          <p:cNvPr id="22" name="Graphique 21">
            <a:extLst>
              <a:ext uri="{FF2B5EF4-FFF2-40B4-BE49-F238E27FC236}">
                <a16:creationId xmlns:a16="http://schemas.microsoft.com/office/drawing/2014/main" id="{31066733-9516-BE4E-43A0-A34E8E7D1E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tx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tx1"/>
                </a:solidFill>
                <a:latin typeface="+mj-lt"/>
              </a:defRPr>
            </a:lvl1pPr>
          </a:lstStyle>
          <a:p>
            <a:fld id="{362060BF-C460-4FB3-AB63-4430F31C2F52}" type="slidenum">
              <a:rPr lang="fr-FR" smtClean="0"/>
              <a:pPr/>
              <a:t>‹N°›</a:t>
            </a:fld>
            <a:endParaRPr lang="fr-FR"/>
          </a:p>
        </p:txBody>
      </p:sp>
      <p:sp>
        <p:nvSpPr>
          <p:cNvPr id="32" name="Espace réservé du contenu 31">
            <a:extLst>
              <a:ext uri="{FF2B5EF4-FFF2-40B4-BE49-F238E27FC236}">
                <a16:creationId xmlns:a16="http://schemas.microsoft.com/office/drawing/2014/main" id="{815564CD-8785-B101-614B-74C477DD2A2F}"/>
              </a:ext>
            </a:extLst>
          </p:cNvPr>
          <p:cNvSpPr>
            <a:spLocks noGrp="1"/>
          </p:cNvSpPr>
          <p:nvPr>
            <p:ph sz="quarter" idx="13"/>
          </p:nvPr>
        </p:nvSpPr>
        <p:spPr>
          <a:xfrm>
            <a:off x="1142350" y="3072275"/>
            <a:ext cx="9667171" cy="1077218"/>
          </a:xfrm>
          <a:solidFill>
            <a:schemeClr val="tx1"/>
          </a:solidFill>
        </p:spPr>
        <p:txBody>
          <a:bodyPr>
            <a:spAutoFit/>
          </a:bodyPr>
          <a:lstStyle>
            <a:lvl1pPr marL="600700" indent="-600700">
              <a:lnSpc>
                <a:spcPct val="100000"/>
              </a:lnSpc>
              <a:spcBef>
                <a:spcPts val="0"/>
              </a:spcBef>
              <a:spcAft>
                <a:spcPts val="364"/>
              </a:spcAft>
              <a:buClr>
                <a:schemeClr val="tx2"/>
              </a:buClr>
              <a:buFont typeface="+mj-lt"/>
              <a:buAutoNum type="arabicPeriod"/>
              <a:defRPr sz="3200" b="0">
                <a:solidFill>
                  <a:schemeClr val="bg1"/>
                </a:solidFill>
                <a:latin typeface="+mj-lt"/>
                <a:cs typeface="Poppins Light" panose="00000400000000000000" pitchFamily="2" charset="0"/>
              </a:defRPr>
            </a:lvl1pPr>
            <a:lvl2pPr marL="600700" indent="0">
              <a:lnSpc>
                <a:spcPts val="2911"/>
              </a:lnSpc>
              <a:spcBef>
                <a:spcPts val="0"/>
              </a:spcBef>
              <a:spcAft>
                <a:spcPts val="728"/>
              </a:spcAft>
              <a:buClr>
                <a:schemeClr val="tx2"/>
              </a:buClr>
              <a:buFont typeface="+mj-lt"/>
              <a:buNone/>
              <a:defRPr sz="1940">
                <a:solidFill>
                  <a:schemeClr val="bg1"/>
                </a:solidFill>
                <a:latin typeface="Poppins Light" panose="00000400000000000000" pitchFamily="2" charset="0"/>
                <a:cs typeface="Poppins Light" panose="00000400000000000000" pitchFamily="2" charset="0"/>
              </a:defRPr>
            </a:lvl2pPr>
          </a:lstStyle>
          <a:p>
            <a:pPr lvl="0"/>
            <a:r>
              <a:rPr lang="fr-FR"/>
              <a:t>Cliquez pour modifier les styles du texte du masque</a:t>
            </a:r>
          </a:p>
        </p:txBody>
      </p:sp>
    </p:spTree>
    <p:extLst>
      <p:ext uri="{BB962C8B-B14F-4D97-AF65-F5344CB8AC3E}">
        <p14:creationId xmlns:p14="http://schemas.microsoft.com/office/powerpoint/2010/main" val="709307244"/>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9_Diapositive de titre">
    <p:bg>
      <p:bgPr>
        <a:solidFill>
          <a:schemeClr val="tx1"/>
        </a:solidFill>
        <a:effectLst/>
      </p:bgPr>
    </p:bg>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D9B64558-CF33-6E36-90AC-DF1CE29F4C1B}"/>
              </a:ext>
            </a:extLst>
          </p:cNvPr>
          <p:cNvGrpSpPr/>
          <p:nvPr/>
        </p:nvGrpSpPr>
        <p:grpSpPr>
          <a:xfrm>
            <a:off x="0" y="0"/>
            <a:ext cx="4225610" cy="5621943"/>
            <a:chOff x="0" y="0"/>
            <a:chExt cx="6967855" cy="9271000"/>
          </a:xfrm>
        </p:grpSpPr>
        <p:sp>
          <p:nvSpPr>
            <p:cNvPr id="7" name="object 4">
              <a:extLst>
                <a:ext uri="{FF2B5EF4-FFF2-40B4-BE49-F238E27FC236}">
                  <a16:creationId xmlns:a16="http://schemas.microsoft.com/office/drawing/2014/main" id="{F80267D9-9F16-2B50-5B4E-A4D7A431A4E1}"/>
                </a:ext>
              </a:extLst>
            </p:cNvPr>
            <p:cNvSpPr/>
            <p:nvPr/>
          </p:nvSpPr>
          <p:spPr>
            <a:xfrm>
              <a:off x="6935362" y="0"/>
              <a:ext cx="32384" cy="755015"/>
            </a:xfrm>
            <a:custGeom>
              <a:avLst/>
              <a:gdLst/>
              <a:ahLst/>
              <a:cxnLst/>
              <a:rect l="l" t="t" r="r" b="b"/>
              <a:pathLst>
                <a:path w="32384" h="755015">
                  <a:moveTo>
                    <a:pt x="32359" y="754956"/>
                  </a:moveTo>
                  <a:lnTo>
                    <a:pt x="32131" y="691311"/>
                  </a:lnTo>
                  <a:lnTo>
                    <a:pt x="31447" y="627775"/>
                  </a:lnTo>
                  <a:lnTo>
                    <a:pt x="30309" y="564348"/>
                  </a:lnTo>
                  <a:lnTo>
                    <a:pt x="28719" y="501033"/>
                  </a:lnTo>
                  <a:lnTo>
                    <a:pt x="26677" y="437831"/>
                  </a:lnTo>
                  <a:lnTo>
                    <a:pt x="24187" y="374743"/>
                  </a:lnTo>
                  <a:lnTo>
                    <a:pt x="21248" y="311772"/>
                  </a:lnTo>
                  <a:lnTo>
                    <a:pt x="17863" y="248918"/>
                  </a:lnTo>
                  <a:lnTo>
                    <a:pt x="14034" y="186183"/>
                  </a:lnTo>
                  <a:lnTo>
                    <a:pt x="9761" y="123569"/>
                  </a:lnTo>
                  <a:lnTo>
                    <a:pt x="5047" y="61078"/>
                  </a:lnTo>
                  <a:lnTo>
                    <a:pt x="0" y="0"/>
                  </a:lnTo>
                </a:path>
              </a:pathLst>
            </a:custGeom>
            <a:ln w="7853">
              <a:solidFill>
                <a:srgbClr val="00A5E5"/>
              </a:solidFill>
            </a:ln>
          </p:spPr>
          <p:txBody>
            <a:bodyPr wrap="square" lIns="0" tIns="0" rIns="0" bIns="0" rtlCol="0"/>
            <a:lstStyle/>
            <a:p>
              <a:endParaRPr sz="1092"/>
            </a:p>
          </p:txBody>
        </p:sp>
        <p:sp>
          <p:nvSpPr>
            <p:cNvPr id="9" name="object 6">
              <a:extLst>
                <a:ext uri="{FF2B5EF4-FFF2-40B4-BE49-F238E27FC236}">
                  <a16:creationId xmlns:a16="http://schemas.microsoft.com/office/drawing/2014/main" id="{54FE4294-F1CB-D641-2E73-1CD7B939E61F}"/>
                </a:ext>
              </a:extLst>
            </p:cNvPr>
            <p:cNvSpPr/>
            <p:nvPr/>
          </p:nvSpPr>
          <p:spPr>
            <a:xfrm>
              <a:off x="0" y="0"/>
              <a:ext cx="6967855" cy="9271000"/>
            </a:xfrm>
            <a:custGeom>
              <a:avLst/>
              <a:gdLst/>
              <a:ahLst/>
              <a:cxnLst/>
              <a:rect l="l" t="t" r="r" b="b"/>
              <a:pathLst>
                <a:path w="6967855" h="9271000">
                  <a:moveTo>
                    <a:pt x="1980420" y="0"/>
                  </a:moveTo>
                  <a:lnTo>
                    <a:pt x="1992645" y="61005"/>
                  </a:lnTo>
                  <a:lnTo>
                    <a:pt x="2001511" y="109294"/>
                  </a:lnTo>
                  <a:lnTo>
                    <a:pt x="2009748" y="157796"/>
                  </a:lnTo>
                  <a:lnTo>
                    <a:pt x="2017350" y="206508"/>
                  </a:lnTo>
                  <a:lnTo>
                    <a:pt x="2024314" y="255426"/>
                  </a:lnTo>
                  <a:lnTo>
                    <a:pt x="2030636" y="304545"/>
                  </a:lnTo>
                  <a:lnTo>
                    <a:pt x="2036310" y="353860"/>
                  </a:lnTo>
                  <a:lnTo>
                    <a:pt x="2041333" y="403368"/>
                  </a:lnTo>
                  <a:lnTo>
                    <a:pt x="2045700" y="453064"/>
                  </a:lnTo>
                  <a:lnTo>
                    <a:pt x="2049408" y="502944"/>
                  </a:lnTo>
                  <a:lnTo>
                    <a:pt x="2052450" y="553004"/>
                  </a:lnTo>
                  <a:lnTo>
                    <a:pt x="2054825" y="603240"/>
                  </a:lnTo>
                  <a:lnTo>
                    <a:pt x="2056526" y="653646"/>
                  </a:lnTo>
                  <a:lnTo>
                    <a:pt x="2057550" y="704220"/>
                  </a:lnTo>
                  <a:lnTo>
                    <a:pt x="2057892" y="754956"/>
                  </a:lnTo>
                  <a:lnTo>
                    <a:pt x="2057550" y="805692"/>
                  </a:lnTo>
                  <a:lnTo>
                    <a:pt x="2056526" y="856265"/>
                  </a:lnTo>
                  <a:lnTo>
                    <a:pt x="2054825" y="906672"/>
                  </a:lnTo>
                  <a:lnTo>
                    <a:pt x="2052450" y="956907"/>
                  </a:lnTo>
                  <a:lnTo>
                    <a:pt x="2049408" y="1006967"/>
                  </a:lnTo>
                  <a:lnTo>
                    <a:pt x="2045700" y="1056847"/>
                  </a:lnTo>
                  <a:lnTo>
                    <a:pt x="2041333" y="1106543"/>
                  </a:lnTo>
                  <a:lnTo>
                    <a:pt x="2036310" y="1156051"/>
                  </a:lnTo>
                  <a:lnTo>
                    <a:pt x="2030636" y="1205367"/>
                  </a:lnTo>
                  <a:lnTo>
                    <a:pt x="2024314" y="1254485"/>
                  </a:lnTo>
                  <a:lnTo>
                    <a:pt x="2017350" y="1303403"/>
                  </a:lnTo>
                  <a:lnTo>
                    <a:pt x="2009748" y="1352115"/>
                  </a:lnTo>
                  <a:lnTo>
                    <a:pt x="2001511" y="1400618"/>
                  </a:lnTo>
                  <a:lnTo>
                    <a:pt x="1992645" y="1448907"/>
                  </a:lnTo>
                  <a:lnTo>
                    <a:pt x="1983153" y="1496977"/>
                  </a:lnTo>
                  <a:lnTo>
                    <a:pt x="1973040" y="1544826"/>
                  </a:lnTo>
                  <a:lnTo>
                    <a:pt x="1962311" y="1592447"/>
                  </a:lnTo>
                  <a:lnTo>
                    <a:pt x="1950969" y="1639838"/>
                  </a:lnTo>
                  <a:lnTo>
                    <a:pt x="1939019" y="1686994"/>
                  </a:lnTo>
                  <a:lnTo>
                    <a:pt x="1926465" y="1733910"/>
                  </a:lnTo>
                  <a:lnTo>
                    <a:pt x="1913311" y="1780582"/>
                  </a:lnTo>
                  <a:lnTo>
                    <a:pt x="1899563" y="1827007"/>
                  </a:lnTo>
                  <a:lnTo>
                    <a:pt x="1885223" y="1873179"/>
                  </a:lnTo>
                  <a:lnTo>
                    <a:pt x="1870297" y="1919094"/>
                  </a:lnTo>
                  <a:lnTo>
                    <a:pt x="1854789" y="1964749"/>
                  </a:lnTo>
                  <a:lnTo>
                    <a:pt x="1838703" y="2010139"/>
                  </a:lnTo>
                  <a:lnTo>
                    <a:pt x="1822044" y="2055260"/>
                  </a:lnTo>
                  <a:lnTo>
                    <a:pt x="1804815" y="2100106"/>
                  </a:lnTo>
                  <a:lnTo>
                    <a:pt x="1787021" y="2144676"/>
                  </a:lnTo>
                  <a:lnTo>
                    <a:pt x="1768667" y="2188963"/>
                  </a:lnTo>
                  <a:lnTo>
                    <a:pt x="1749757" y="2232963"/>
                  </a:lnTo>
                  <a:lnTo>
                    <a:pt x="1730295" y="2276673"/>
                  </a:lnTo>
                  <a:lnTo>
                    <a:pt x="1710285" y="2320088"/>
                  </a:lnTo>
                  <a:lnTo>
                    <a:pt x="1689732" y="2363204"/>
                  </a:lnTo>
                  <a:lnTo>
                    <a:pt x="1668640" y="2406017"/>
                  </a:lnTo>
                  <a:lnTo>
                    <a:pt x="1647013" y="2448521"/>
                  </a:lnTo>
                  <a:lnTo>
                    <a:pt x="1624856" y="2490714"/>
                  </a:lnTo>
                  <a:lnTo>
                    <a:pt x="1602173" y="2532591"/>
                  </a:lnTo>
                  <a:lnTo>
                    <a:pt x="1578969" y="2574147"/>
                  </a:lnTo>
                  <a:lnTo>
                    <a:pt x="1555247" y="2615378"/>
                  </a:lnTo>
                  <a:lnTo>
                    <a:pt x="1531012" y="2656280"/>
                  </a:lnTo>
                  <a:lnTo>
                    <a:pt x="1506269" y="2696849"/>
                  </a:lnTo>
                  <a:lnTo>
                    <a:pt x="1481021" y="2737081"/>
                  </a:lnTo>
                  <a:lnTo>
                    <a:pt x="1455273" y="2776970"/>
                  </a:lnTo>
                  <a:lnTo>
                    <a:pt x="1429029" y="2816514"/>
                  </a:lnTo>
                  <a:lnTo>
                    <a:pt x="1402295" y="2855707"/>
                  </a:lnTo>
                  <a:lnTo>
                    <a:pt x="1375073" y="2894545"/>
                  </a:lnTo>
                  <a:lnTo>
                    <a:pt x="1347368" y="2933025"/>
                  </a:lnTo>
                  <a:lnTo>
                    <a:pt x="1319185" y="2971141"/>
                  </a:lnTo>
                  <a:lnTo>
                    <a:pt x="1290528" y="3008890"/>
                  </a:lnTo>
                  <a:lnTo>
                    <a:pt x="1261401" y="3046267"/>
                  </a:lnTo>
                  <a:lnTo>
                    <a:pt x="1231809" y="3083268"/>
                  </a:lnTo>
                  <a:lnTo>
                    <a:pt x="1201756" y="3119890"/>
                  </a:lnTo>
                  <a:lnTo>
                    <a:pt x="1171246" y="3156126"/>
                  </a:lnTo>
                  <a:lnTo>
                    <a:pt x="1140283" y="3191974"/>
                  </a:lnTo>
                  <a:lnTo>
                    <a:pt x="1108872" y="3227429"/>
                  </a:lnTo>
                  <a:lnTo>
                    <a:pt x="1077018" y="3262486"/>
                  </a:lnTo>
                  <a:lnTo>
                    <a:pt x="1044724" y="3297142"/>
                  </a:lnTo>
                  <a:lnTo>
                    <a:pt x="1011995" y="3331392"/>
                  </a:lnTo>
                  <a:lnTo>
                    <a:pt x="978835" y="3365232"/>
                  </a:lnTo>
                  <a:lnTo>
                    <a:pt x="945249" y="3398658"/>
                  </a:lnTo>
                  <a:lnTo>
                    <a:pt x="911240" y="3431665"/>
                  </a:lnTo>
                  <a:lnTo>
                    <a:pt x="876814" y="3464249"/>
                  </a:lnTo>
                  <a:lnTo>
                    <a:pt x="841974" y="3496406"/>
                  </a:lnTo>
                  <a:lnTo>
                    <a:pt x="806725" y="3528132"/>
                  </a:lnTo>
                  <a:lnTo>
                    <a:pt x="771071" y="3559422"/>
                  </a:lnTo>
                  <a:lnTo>
                    <a:pt x="735017" y="3590272"/>
                  </a:lnTo>
                  <a:lnTo>
                    <a:pt x="698566" y="3620677"/>
                  </a:lnTo>
                  <a:lnTo>
                    <a:pt x="661723" y="3650635"/>
                  </a:lnTo>
                  <a:lnTo>
                    <a:pt x="624493" y="3680139"/>
                  </a:lnTo>
                  <a:lnTo>
                    <a:pt x="586880" y="3709187"/>
                  </a:lnTo>
                  <a:lnTo>
                    <a:pt x="548887" y="3737773"/>
                  </a:lnTo>
                  <a:lnTo>
                    <a:pt x="510520" y="3765894"/>
                  </a:lnTo>
                  <a:lnTo>
                    <a:pt x="471783" y="3793544"/>
                  </a:lnTo>
                  <a:lnTo>
                    <a:pt x="432680" y="3820721"/>
                  </a:lnTo>
                  <a:lnTo>
                    <a:pt x="393215" y="3847420"/>
                  </a:lnTo>
                  <a:lnTo>
                    <a:pt x="353393" y="3873635"/>
                  </a:lnTo>
                  <a:lnTo>
                    <a:pt x="313218" y="3899364"/>
                  </a:lnTo>
                  <a:lnTo>
                    <a:pt x="272694" y="3924602"/>
                  </a:lnTo>
                  <a:lnTo>
                    <a:pt x="231826" y="3949344"/>
                  </a:lnTo>
                  <a:lnTo>
                    <a:pt x="190618" y="3973587"/>
                  </a:lnTo>
                  <a:lnTo>
                    <a:pt x="149074" y="3997326"/>
                  </a:lnTo>
                  <a:lnTo>
                    <a:pt x="107199" y="4020556"/>
                  </a:lnTo>
                  <a:lnTo>
                    <a:pt x="64997" y="4043275"/>
                  </a:lnTo>
                  <a:lnTo>
                    <a:pt x="22472" y="4065476"/>
                  </a:lnTo>
                  <a:lnTo>
                    <a:pt x="0" y="4076848"/>
                  </a:lnTo>
                </a:path>
                <a:path w="6967855" h="9271000">
                  <a:moveTo>
                    <a:pt x="0" y="9270789"/>
                  </a:moveTo>
                  <a:lnTo>
                    <a:pt x="73562" y="9255733"/>
                  </a:lnTo>
                  <a:lnTo>
                    <a:pt x="133447" y="9242952"/>
                  </a:lnTo>
                  <a:lnTo>
                    <a:pt x="193179" y="9229760"/>
                  </a:lnTo>
                  <a:lnTo>
                    <a:pt x="252755" y="9216159"/>
                  </a:lnTo>
                  <a:lnTo>
                    <a:pt x="312176" y="9202151"/>
                  </a:lnTo>
                  <a:lnTo>
                    <a:pt x="371439" y="9187736"/>
                  </a:lnTo>
                  <a:lnTo>
                    <a:pt x="430542" y="9172918"/>
                  </a:lnTo>
                  <a:lnTo>
                    <a:pt x="489484" y="9157696"/>
                  </a:lnTo>
                  <a:lnTo>
                    <a:pt x="548264" y="9142073"/>
                  </a:lnTo>
                  <a:lnTo>
                    <a:pt x="606880" y="9126049"/>
                  </a:lnTo>
                  <a:lnTo>
                    <a:pt x="665330" y="9109628"/>
                  </a:lnTo>
                  <a:lnTo>
                    <a:pt x="723613" y="9092810"/>
                  </a:lnTo>
                  <a:lnTo>
                    <a:pt x="781728" y="9075597"/>
                  </a:lnTo>
                  <a:lnTo>
                    <a:pt x="839672" y="9057990"/>
                  </a:lnTo>
                  <a:lnTo>
                    <a:pt x="897445" y="9039991"/>
                  </a:lnTo>
                  <a:lnTo>
                    <a:pt x="955044" y="9021602"/>
                  </a:lnTo>
                  <a:lnTo>
                    <a:pt x="1012468" y="9002823"/>
                  </a:lnTo>
                  <a:lnTo>
                    <a:pt x="1069716" y="8983657"/>
                  </a:lnTo>
                  <a:lnTo>
                    <a:pt x="1126786" y="8964106"/>
                  </a:lnTo>
                  <a:lnTo>
                    <a:pt x="1183676" y="8944170"/>
                  </a:lnTo>
                  <a:lnTo>
                    <a:pt x="1240386" y="8923851"/>
                  </a:lnTo>
                  <a:lnTo>
                    <a:pt x="1296912" y="8903151"/>
                  </a:lnTo>
                  <a:lnTo>
                    <a:pt x="1353255" y="8882071"/>
                  </a:lnTo>
                  <a:lnTo>
                    <a:pt x="1409411" y="8860613"/>
                  </a:lnTo>
                  <a:lnTo>
                    <a:pt x="1465381" y="8838779"/>
                  </a:lnTo>
                  <a:lnTo>
                    <a:pt x="1521162" y="8816570"/>
                  </a:lnTo>
                  <a:lnTo>
                    <a:pt x="1576752" y="8793987"/>
                  </a:lnTo>
                  <a:lnTo>
                    <a:pt x="1632150" y="8771032"/>
                  </a:lnTo>
                  <a:lnTo>
                    <a:pt x="1687355" y="8747707"/>
                  </a:lnTo>
                  <a:lnTo>
                    <a:pt x="1742365" y="8724013"/>
                  </a:lnTo>
                  <a:lnTo>
                    <a:pt x="1797178" y="8699952"/>
                  </a:lnTo>
                  <a:lnTo>
                    <a:pt x="1851793" y="8675525"/>
                  </a:lnTo>
                  <a:lnTo>
                    <a:pt x="1906208" y="8650733"/>
                  </a:lnTo>
                  <a:lnTo>
                    <a:pt x="1960422" y="8625580"/>
                  </a:lnTo>
                  <a:lnTo>
                    <a:pt x="2014434" y="8600065"/>
                  </a:lnTo>
                  <a:lnTo>
                    <a:pt x="2068241" y="8574191"/>
                  </a:lnTo>
                  <a:lnTo>
                    <a:pt x="2121842" y="8547958"/>
                  </a:lnTo>
                  <a:lnTo>
                    <a:pt x="2175235" y="8521370"/>
                  </a:lnTo>
                  <a:lnTo>
                    <a:pt x="2228420" y="8494426"/>
                  </a:lnTo>
                  <a:lnTo>
                    <a:pt x="2281394" y="8467129"/>
                  </a:lnTo>
                  <a:lnTo>
                    <a:pt x="2334156" y="8439480"/>
                  </a:lnTo>
                  <a:lnTo>
                    <a:pt x="2386704" y="8411482"/>
                  </a:lnTo>
                  <a:lnTo>
                    <a:pt x="2439037" y="8383134"/>
                  </a:lnTo>
                  <a:lnTo>
                    <a:pt x="2491154" y="8354439"/>
                  </a:lnTo>
                  <a:lnTo>
                    <a:pt x="2543052" y="8325399"/>
                  </a:lnTo>
                  <a:lnTo>
                    <a:pt x="2594730" y="8296015"/>
                  </a:lnTo>
                  <a:lnTo>
                    <a:pt x="2646187" y="8266288"/>
                  </a:lnTo>
                  <a:lnTo>
                    <a:pt x="2697421" y="8236221"/>
                  </a:lnTo>
                  <a:lnTo>
                    <a:pt x="2748430" y="8205814"/>
                  </a:lnTo>
                  <a:lnTo>
                    <a:pt x="2799214" y="8175069"/>
                  </a:lnTo>
                  <a:lnTo>
                    <a:pt x="2849769" y="8143988"/>
                  </a:lnTo>
                  <a:lnTo>
                    <a:pt x="2900096" y="8112573"/>
                  </a:lnTo>
                  <a:lnTo>
                    <a:pt x="2950192" y="8080824"/>
                  </a:lnTo>
                  <a:lnTo>
                    <a:pt x="3000055" y="8048743"/>
                  </a:lnTo>
                  <a:lnTo>
                    <a:pt x="3049685" y="8016333"/>
                  </a:lnTo>
                  <a:lnTo>
                    <a:pt x="3099079" y="7983594"/>
                  </a:lnTo>
                  <a:lnTo>
                    <a:pt x="3148237" y="7950528"/>
                  </a:lnTo>
                  <a:lnTo>
                    <a:pt x="3197156" y="7917136"/>
                  </a:lnTo>
                  <a:lnTo>
                    <a:pt x="3245835" y="7883421"/>
                  </a:lnTo>
                  <a:lnTo>
                    <a:pt x="3294273" y="7849384"/>
                  </a:lnTo>
                  <a:lnTo>
                    <a:pt x="3342467" y="7815025"/>
                  </a:lnTo>
                  <a:lnTo>
                    <a:pt x="3390417" y="7780348"/>
                  </a:lnTo>
                  <a:lnTo>
                    <a:pt x="3438120" y="7745353"/>
                  </a:lnTo>
                  <a:lnTo>
                    <a:pt x="3485576" y="7710041"/>
                  </a:lnTo>
                  <a:lnTo>
                    <a:pt x="3532782" y="7674416"/>
                  </a:lnTo>
                  <a:lnTo>
                    <a:pt x="3579738" y="7638477"/>
                  </a:lnTo>
                  <a:lnTo>
                    <a:pt x="3626441" y="7602227"/>
                  </a:lnTo>
                  <a:lnTo>
                    <a:pt x="3672890" y="7565667"/>
                  </a:lnTo>
                  <a:lnTo>
                    <a:pt x="3719084" y="7528798"/>
                  </a:lnTo>
                  <a:lnTo>
                    <a:pt x="3765020" y="7491623"/>
                  </a:lnTo>
                  <a:lnTo>
                    <a:pt x="3810698" y="7454142"/>
                  </a:lnTo>
                  <a:lnTo>
                    <a:pt x="3856116" y="7416358"/>
                  </a:lnTo>
                  <a:lnTo>
                    <a:pt x="3901272" y="7378272"/>
                  </a:lnTo>
                  <a:lnTo>
                    <a:pt x="3946165" y="7339885"/>
                  </a:lnTo>
                  <a:lnTo>
                    <a:pt x="3990793" y="7301199"/>
                  </a:lnTo>
                  <a:lnTo>
                    <a:pt x="4035155" y="7262215"/>
                  </a:lnTo>
                  <a:lnTo>
                    <a:pt x="4079248" y="7222936"/>
                  </a:lnTo>
                  <a:lnTo>
                    <a:pt x="4123072" y="7183362"/>
                  </a:lnTo>
                  <a:lnTo>
                    <a:pt x="4166626" y="7143495"/>
                  </a:lnTo>
                  <a:lnTo>
                    <a:pt x="4209906" y="7103337"/>
                  </a:lnTo>
                  <a:lnTo>
                    <a:pt x="4252913" y="7062889"/>
                  </a:lnTo>
                  <a:lnTo>
                    <a:pt x="4295643" y="7022153"/>
                  </a:lnTo>
                  <a:lnTo>
                    <a:pt x="4338097" y="6981131"/>
                  </a:lnTo>
                  <a:lnTo>
                    <a:pt x="4380272" y="6939823"/>
                  </a:lnTo>
                  <a:lnTo>
                    <a:pt x="4422166" y="6898232"/>
                  </a:lnTo>
                  <a:lnTo>
                    <a:pt x="4463779" y="6856359"/>
                  </a:lnTo>
                  <a:lnTo>
                    <a:pt x="4505108" y="6814205"/>
                  </a:lnTo>
                  <a:lnTo>
                    <a:pt x="4546152" y="6771773"/>
                  </a:lnTo>
                  <a:lnTo>
                    <a:pt x="4586909" y="6729063"/>
                  </a:lnTo>
                  <a:lnTo>
                    <a:pt x="4627379" y="6686077"/>
                  </a:lnTo>
                  <a:lnTo>
                    <a:pt x="4667559" y="6642817"/>
                  </a:lnTo>
                  <a:lnTo>
                    <a:pt x="4707448" y="6599285"/>
                  </a:lnTo>
                  <a:lnTo>
                    <a:pt x="4747043" y="6555481"/>
                  </a:lnTo>
                  <a:lnTo>
                    <a:pt x="4786345" y="6511408"/>
                  </a:lnTo>
                  <a:lnTo>
                    <a:pt x="4825351" y="6467066"/>
                  </a:lnTo>
                  <a:lnTo>
                    <a:pt x="4864059" y="6422458"/>
                  </a:lnTo>
                  <a:lnTo>
                    <a:pt x="4902469" y="6377586"/>
                  </a:lnTo>
                  <a:lnTo>
                    <a:pt x="4940578" y="6332450"/>
                  </a:lnTo>
                  <a:lnTo>
                    <a:pt x="4978385" y="6287052"/>
                  </a:lnTo>
                  <a:lnTo>
                    <a:pt x="5015888" y="6241393"/>
                  </a:lnTo>
                  <a:lnTo>
                    <a:pt x="5053086" y="6195476"/>
                  </a:lnTo>
                  <a:lnTo>
                    <a:pt x="5089978" y="6149302"/>
                  </a:lnTo>
                  <a:lnTo>
                    <a:pt x="5126561" y="6102872"/>
                  </a:lnTo>
                  <a:lnTo>
                    <a:pt x="5162835" y="6056188"/>
                  </a:lnTo>
                  <a:lnTo>
                    <a:pt x="5198797" y="6009252"/>
                  </a:lnTo>
                  <a:lnTo>
                    <a:pt x="5234446" y="5962064"/>
                  </a:lnTo>
                  <a:lnTo>
                    <a:pt x="5269781" y="5914628"/>
                  </a:lnTo>
                  <a:lnTo>
                    <a:pt x="5304799" y="5866943"/>
                  </a:lnTo>
                  <a:lnTo>
                    <a:pt x="5339501" y="5819012"/>
                  </a:lnTo>
                  <a:lnTo>
                    <a:pt x="5373883" y="5770836"/>
                  </a:lnTo>
                  <a:lnTo>
                    <a:pt x="5407944" y="5722417"/>
                  </a:lnTo>
                  <a:lnTo>
                    <a:pt x="5441684" y="5673756"/>
                  </a:lnTo>
                  <a:lnTo>
                    <a:pt x="5475099" y="5624855"/>
                  </a:lnTo>
                  <a:lnTo>
                    <a:pt x="5508189" y="5575716"/>
                  </a:lnTo>
                  <a:lnTo>
                    <a:pt x="5540953" y="5526339"/>
                  </a:lnTo>
                  <a:lnTo>
                    <a:pt x="5573388" y="5476727"/>
                  </a:lnTo>
                  <a:lnTo>
                    <a:pt x="5605493" y="5426882"/>
                  </a:lnTo>
                  <a:lnTo>
                    <a:pt x="5637266" y="5376803"/>
                  </a:lnTo>
                  <a:lnTo>
                    <a:pt x="5668707" y="5326494"/>
                  </a:lnTo>
                  <a:lnTo>
                    <a:pt x="5699812" y="5275956"/>
                  </a:lnTo>
                  <a:lnTo>
                    <a:pt x="5730582" y="5225190"/>
                  </a:lnTo>
                  <a:lnTo>
                    <a:pt x="5761014" y="5174198"/>
                  </a:lnTo>
                  <a:lnTo>
                    <a:pt x="5791107" y="5122981"/>
                  </a:lnTo>
                  <a:lnTo>
                    <a:pt x="5820858" y="5071541"/>
                  </a:lnTo>
                  <a:lnTo>
                    <a:pt x="5850268" y="5019879"/>
                  </a:lnTo>
                  <a:lnTo>
                    <a:pt x="5879334" y="4967998"/>
                  </a:lnTo>
                  <a:lnTo>
                    <a:pt x="5908054" y="4915898"/>
                  </a:lnTo>
                  <a:lnTo>
                    <a:pt x="5936427" y="4863581"/>
                  </a:lnTo>
                  <a:lnTo>
                    <a:pt x="5964451" y="4811049"/>
                  </a:lnTo>
                  <a:lnTo>
                    <a:pt x="5992126" y="4758303"/>
                  </a:lnTo>
                  <a:lnTo>
                    <a:pt x="6019449" y="4705345"/>
                  </a:lnTo>
                  <a:lnTo>
                    <a:pt x="6046418" y="4652177"/>
                  </a:lnTo>
                  <a:lnTo>
                    <a:pt x="6073033" y="4598799"/>
                  </a:lnTo>
                  <a:lnTo>
                    <a:pt x="6099291" y="4545213"/>
                  </a:lnTo>
                  <a:lnTo>
                    <a:pt x="6125192" y="4491422"/>
                  </a:lnTo>
                  <a:lnTo>
                    <a:pt x="6150733" y="4437426"/>
                  </a:lnTo>
                  <a:lnTo>
                    <a:pt x="6175913" y="4383227"/>
                  </a:lnTo>
                  <a:lnTo>
                    <a:pt x="6200731" y="4328827"/>
                  </a:lnTo>
                  <a:lnTo>
                    <a:pt x="6225185" y="4274227"/>
                  </a:lnTo>
                  <a:lnTo>
                    <a:pt x="6249272" y="4219429"/>
                  </a:lnTo>
                  <a:lnTo>
                    <a:pt x="6272993" y="4164434"/>
                  </a:lnTo>
                  <a:lnTo>
                    <a:pt x="6296345" y="4109244"/>
                  </a:lnTo>
                  <a:lnTo>
                    <a:pt x="6319327" y="4053860"/>
                  </a:lnTo>
                  <a:lnTo>
                    <a:pt x="6341937" y="3998284"/>
                  </a:lnTo>
                  <a:lnTo>
                    <a:pt x="6364174" y="3942518"/>
                  </a:lnTo>
                  <a:lnTo>
                    <a:pt x="6386035" y="3886563"/>
                  </a:lnTo>
                  <a:lnTo>
                    <a:pt x="6407520" y="3830420"/>
                  </a:lnTo>
                  <a:lnTo>
                    <a:pt x="6428628" y="3774091"/>
                  </a:lnTo>
                  <a:lnTo>
                    <a:pt x="6449355" y="3717579"/>
                  </a:lnTo>
                  <a:lnTo>
                    <a:pt x="6469702" y="3660883"/>
                  </a:lnTo>
                  <a:lnTo>
                    <a:pt x="6489665" y="3604006"/>
                  </a:lnTo>
                  <a:lnTo>
                    <a:pt x="6509245" y="3546950"/>
                  </a:lnTo>
                  <a:lnTo>
                    <a:pt x="6528438" y="3489715"/>
                  </a:lnTo>
                  <a:lnTo>
                    <a:pt x="6547245" y="3432304"/>
                  </a:lnTo>
                  <a:lnTo>
                    <a:pt x="6565662" y="3374718"/>
                  </a:lnTo>
                  <a:lnTo>
                    <a:pt x="6583689" y="3316958"/>
                  </a:lnTo>
                  <a:lnTo>
                    <a:pt x="6601324" y="3259026"/>
                  </a:lnTo>
                  <a:lnTo>
                    <a:pt x="6618566" y="3200925"/>
                  </a:lnTo>
                  <a:lnTo>
                    <a:pt x="6635412" y="3142654"/>
                  </a:lnTo>
                  <a:lnTo>
                    <a:pt x="6651862" y="3084216"/>
                  </a:lnTo>
                  <a:lnTo>
                    <a:pt x="6667914" y="3025612"/>
                  </a:lnTo>
                  <a:lnTo>
                    <a:pt x="6683566" y="2966844"/>
                  </a:lnTo>
                  <a:lnTo>
                    <a:pt x="6698816" y="2907914"/>
                  </a:lnTo>
                  <a:lnTo>
                    <a:pt x="6713664" y="2848823"/>
                  </a:lnTo>
                  <a:lnTo>
                    <a:pt x="6728107" y="2789572"/>
                  </a:lnTo>
                  <a:lnTo>
                    <a:pt x="6742145" y="2730163"/>
                  </a:lnTo>
                  <a:lnTo>
                    <a:pt x="6755775" y="2670597"/>
                  </a:lnTo>
                  <a:lnTo>
                    <a:pt x="6768995" y="2610877"/>
                  </a:lnTo>
                  <a:lnTo>
                    <a:pt x="6781806" y="2551004"/>
                  </a:lnTo>
                  <a:lnTo>
                    <a:pt x="6794204" y="2490978"/>
                  </a:lnTo>
                  <a:lnTo>
                    <a:pt x="6806188" y="2430803"/>
                  </a:lnTo>
                  <a:lnTo>
                    <a:pt x="6817757" y="2370479"/>
                  </a:lnTo>
                  <a:lnTo>
                    <a:pt x="6828910" y="2310008"/>
                  </a:lnTo>
                  <a:lnTo>
                    <a:pt x="6839644" y="2249391"/>
                  </a:lnTo>
                  <a:lnTo>
                    <a:pt x="6849958" y="2188630"/>
                  </a:lnTo>
                  <a:lnTo>
                    <a:pt x="6859850" y="2127727"/>
                  </a:lnTo>
                  <a:lnTo>
                    <a:pt x="6869320" y="2066683"/>
                  </a:lnTo>
                  <a:lnTo>
                    <a:pt x="6878365" y="2005499"/>
                  </a:lnTo>
                  <a:lnTo>
                    <a:pt x="6886984" y="1944178"/>
                  </a:lnTo>
                  <a:lnTo>
                    <a:pt x="6895175" y="1882721"/>
                  </a:lnTo>
                  <a:lnTo>
                    <a:pt x="6902937" y="1821129"/>
                  </a:lnTo>
                  <a:lnTo>
                    <a:pt x="6910269" y="1759403"/>
                  </a:lnTo>
                  <a:lnTo>
                    <a:pt x="6917168" y="1697546"/>
                  </a:lnTo>
                  <a:lnTo>
                    <a:pt x="6923633" y="1635559"/>
                  </a:lnTo>
                  <a:lnTo>
                    <a:pt x="6929663" y="1573444"/>
                  </a:lnTo>
                  <a:lnTo>
                    <a:pt x="6935255" y="1511202"/>
                  </a:lnTo>
                  <a:lnTo>
                    <a:pt x="6940410" y="1448834"/>
                  </a:lnTo>
                  <a:lnTo>
                    <a:pt x="6945124" y="1386342"/>
                  </a:lnTo>
                  <a:lnTo>
                    <a:pt x="6949397" y="1323728"/>
                  </a:lnTo>
                  <a:lnTo>
                    <a:pt x="6953226" y="1260994"/>
                  </a:lnTo>
                  <a:lnTo>
                    <a:pt x="6956611" y="1198140"/>
                  </a:lnTo>
                  <a:lnTo>
                    <a:pt x="6959549" y="1135168"/>
                  </a:lnTo>
                  <a:lnTo>
                    <a:pt x="6962040" y="1072081"/>
                  </a:lnTo>
                  <a:lnTo>
                    <a:pt x="6964081" y="1008879"/>
                  </a:lnTo>
                  <a:lnTo>
                    <a:pt x="6965672" y="945563"/>
                  </a:lnTo>
                  <a:lnTo>
                    <a:pt x="6966809" y="882137"/>
                  </a:lnTo>
                  <a:lnTo>
                    <a:pt x="6967493" y="818600"/>
                  </a:lnTo>
                  <a:lnTo>
                    <a:pt x="6967722" y="754956"/>
                  </a:lnTo>
                </a:path>
              </a:pathLst>
            </a:custGeom>
            <a:ln w="7853">
              <a:solidFill>
                <a:srgbClr val="00A5E5"/>
              </a:solidFill>
            </a:ln>
          </p:spPr>
          <p:txBody>
            <a:bodyPr wrap="square" lIns="0" tIns="0" rIns="0" bIns="0" rtlCol="0"/>
            <a:lstStyle/>
            <a:p>
              <a:endParaRPr sz="1092"/>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rgbClr val="F9F9F9"/>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2" name="Titre 1">
            <a:extLst>
              <a:ext uri="{FF2B5EF4-FFF2-40B4-BE49-F238E27FC236}">
                <a16:creationId xmlns:a16="http://schemas.microsoft.com/office/drawing/2014/main" id="{FCF14866-E4B9-776A-70E0-90665ED3F728}"/>
              </a:ext>
            </a:extLst>
          </p:cNvPr>
          <p:cNvSpPr>
            <a:spLocks noGrp="1"/>
          </p:cNvSpPr>
          <p:nvPr>
            <p:ph type="ctrTitle" hasCustomPrompt="1"/>
          </p:nvPr>
        </p:nvSpPr>
        <p:spPr>
          <a:xfrm>
            <a:off x="1291789" y="1905844"/>
            <a:ext cx="9517732" cy="830997"/>
          </a:xfrm>
          <a:solidFill>
            <a:schemeClr val="tx1"/>
          </a:solidFill>
        </p:spPr>
        <p:txBody>
          <a:bodyPr wrap="square" anchor="t" anchorCtr="0">
            <a:spAutoFit/>
          </a:bodyPr>
          <a:lstStyle>
            <a:lvl1pPr marL="7701" indent="-831738" algn="l" defTabSz="554492" rtl="0" eaLnBrk="1" latinLnBrk="0" hangingPunct="1">
              <a:lnSpc>
                <a:spcPct val="100000"/>
              </a:lnSpc>
              <a:spcBef>
                <a:spcPts val="73"/>
              </a:spcBef>
              <a:buClr>
                <a:schemeClr val="tx2"/>
              </a:buClr>
              <a:buFont typeface="+mj-lt"/>
              <a:buAutoNum type="arabicPeriod"/>
              <a:defRPr lang="fr-FR" sz="4800" b="0" kern="1200" dirty="0">
                <a:solidFill>
                  <a:schemeClr val="bg1"/>
                </a:solidFill>
                <a:latin typeface="+mj-lt"/>
                <a:ea typeface="+mj-ea"/>
                <a:cs typeface="Poppins Light" panose="00000400000000000000" pitchFamily="2" charset="0"/>
              </a:defRPr>
            </a:lvl1pPr>
          </a:lstStyle>
          <a:p>
            <a:pPr marL="12700">
              <a:spcBef>
                <a:spcPts val="120"/>
              </a:spcBef>
            </a:pPr>
            <a:r>
              <a:rPr lang="fr-FR">
                <a:latin typeface="+mj-lt"/>
                <a:cs typeface="Poppins ExtraBold" panose="00000900000000000000" pitchFamily="2" charset="0"/>
              </a:rPr>
              <a:t>Titre ici</a:t>
            </a:r>
            <a:endParaRPr lang="fr-FR" spc="-12">
              <a:latin typeface="+mj-lt"/>
              <a:cs typeface="Poppins ExtraBold" panose="00000900000000000000" pitchFamily="2" charset="0"/>
            </a:endParaRPr>
          </a:p>
        </p:txBody>
      </p:sp>
      <p:pic>
        <p:nvPicPr>
          <p:cNvPr id="22" name="Graphique 21">
            <a:extLst>
              <a:ext uri="{FF2B5EF4-FFF2-40B4-BE49-F238E27FC236}">
                <a16:creationId xmlns:a16="http://schemas.microsoft.com/office/drawing/2014/main" id="{31066733-9516-BE4E-43A0-A34E8E7D1E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tx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tx1"/>
                </a:solidFill>
                <a:latin typeface="+mj-lt"/>
              </a:defRPr>
            </a:lvl1pPr>
          </a:lstStyle>
          <a:p>
            <a:fld id="{362060BF-C460-4FB3-AB63-4430F31C2F52}" type="slidenum">
              <a:rPr lang="fr-FR" smtClean="0"/>
              <a:pPr/>
              <a:t>‹N°›</a:t>
            </a:fld>
            <a:endParaRPr lang="fr-FR"/>
          </a:p>
        </p:txBody>
      </p:sp>
      <p:sp>
        <p:nvSpPr>
          <p:cNvPr id="32" name="Espace réservé du contenu 31">
            <a:extLst>
              <a:ext uri="{FF2B5EF4-FFF2-40B4-BE49-F238E27FC236}">
                <a16:creationId xmlns:a16="http://schemas.microsoft.com/office/drawing/2014/main" id="{815564CD-8785-B101-614B-74C477DD2A2F}"/>
              </a:ext>
            </a:extLst>
          </p:cNvPr>
          <p:cNvSpPr>
            <a:spLocks noGrp="1"/>
          </p:cNvSpPr>
          <p:nvPr>
            <p:ph sz="quarter" idx="13"/>
          </p:nvPr>
        </p:nvSpPr>
        <p:spPr>
          <a:xfrm>
            <a:off x="4907095" y="4324913"/>
            <a:ext cx="5757783" cy="2015175"/>
          </a:xfrm>
        </p:spPr>
        <p:txBody>
          <a:bodyPr>
            <a:noAutofit/>
          </a:bodyPr>
          <a:lstStyle>
            <a:lvl1pPr marL="0" indent="0">
              <a:lnSpc>
                <a:spcPct val="100000"/>
              </a:lnSpc>
              <a:spcBef>
                <a:spcPts val="0"/>
              </a:spcBef>
              <a:spcAft>
                <a:spcPts val="728"/>
              </a:spcAft>
              <a:buClr>
                <a:schemeClr val="tx2"/>
              </a:buClr>
              <a:buFontTx/>
              <a:buNone/>
              <a:defRPr sz="1698">
                <a:solidFill>
                  <a:schemeClr val="bg1"/>
                </a:solidFill>
                <a:latin typeface="+mn-lt"/>
                <a:cs typeface="Poppins Light" panose="00000400000000000000" pitchFamily="2" charset="0"/>
              </a:defRPr>
            </a:lvl1pPr>
            <a:lvl2pPr marL="600700" indent="0">
              <a:lnSpc>
                <a:spcPts val="1213"/>
              </a:lnSpc>
              <a:spcBef>
                <a:spcPts val="0"/>
              </a:spcBef>
              <a:spcAft>
                <a:spcPts val="728"/>
              </a:spcAft>
              <a:buClr>
                <a:schemeClr val="tx2"/>
              </a:buClr>
              <a:buFont typeface="+mj-lt"/>
              <a:buNone/>
              <a:defRPr sz="1092">
                <a:solidFill>
                  <a:schemeClr val="tx1">
                    <a:lumMod val="75000"/>
                    <a:lumOff val="25000"/>
                  </a:schemeClr>
                </a:solidFill>
                <a:latin typeface="Poppins Light" panose="00000400000000000000" pitchFamily="2" charset="0"/>
                <a:cs typeface="Poppins Light" panose="00000400000000000000" pitchFamily="2" charset="0"/>
              </a:defRPr>
            </a:lvl2pPr>
          </a:lstStyle>
          <a:p>
            <a:pPr lvl="0"/>
            <a:r>
              <a:rPr lang="fr-FR"/>
              <a:t>Cliquez pour modifier les styles du texte du masque</a:t>
            </a:r>
          </a:p>
        </p:txBody>
      </p:sp>
      <p:sp>
        <p:nvSpPr>
          <p:cNvPr id="19" name="Espace réservé du texte 18">
            <a:extLst>
              <a:ext uri="{FF2B5EF4-FFF2-40B4-BE49-F238E27FC236}">
                <a16:creationId xmlns:a16="http://schemas.microsoft.com/office/drawing/2014/main" id="{675F6810-B4B3-AE44-8599-83A32EB6461E}"/>
              </a:ext>
            </a:extLst>
          </p:cNvPr>
          <p:cNvSpPr>
            <a:spLocks noGrp="1"/>
          </p:cNvSpPr>
          <p:nvPr>
            <p:ph type="body" sz="quarter" idx="14" hasCustomPrompt="1"/>
          </p:nvPr>
        </p:nvSpPr>
        <p:spPr>
          <a:xfrm>
            <a:off x="1368691" y="4324913"/>
            <a:ext cx="3017503" cy="290078"/>
          </a:xfrm>
          <a:solidFill>
            <a:schemeClr val="tx1"/>
          </a:solidFill>
        </p:spPr>
        <p:txBody>
          <a:bodyPr vert="horz" wrap="square" lIns="0" tIns="14604" rIns="0" bIns="0" rtlCol="0">
            <a:spAutoFit/>
          </a:bodyPr>
          <a:lstStyle>
            <a:lvl1pPr marL="0" indent="0">
              <a:buFontTx/>
              <a:buNone/>
              <a:defRPr lang="fr-FR" sz="1800" b="0" spc="-12" dirty="0" smtClean="0">
                <a:solidFill>
                  <a:srgbClr val="FFFFFF"/>
                </a:solidFill>
                <a:latin typeface="+mn-lt"/>
                <a:cs typeface="Poppins Light"/>
              </a:defRPr>
            </a:lvl1pPr>
          </a:lstStyle>
          <a:p>
            <a:pPr marL="7701" lvl="0">
              <a:lnSpc>
                <a:spcPct val="100000"/>
              </a:lnSpc>
              <a:spcBef>
                <a:spcPts val="69"/>
              </a:spcBef>
            </a:pPr>
            <a:r>
              <a:rPr lang="fr-FR"/>
              <a:t>Titre ici</a:t>
            </a:r>
          </a:p>
        </p:txBody>
      </p:sp>
    </p:spTree>
    <p:extLst>
      <p:ext uri="{BB962C8B-B14F-4D97-AF65-F5344CB8AC3E}">
        <p14:creationId xmlns:p14="http://schemas.microsoft.com/office/powerpoint/2010/main" val="4141110929"/>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0_Diapositive de titre">
    <p:bg>
      <p:bgPr>
        <a:solidFill>
          <a:schemeClr val="bg1"/>
        </a:solidFill>
        <a:effectLst/>
      </p:bgPr>
    </p:bg>
    <p:spTree>
      <p:nvGrpSpPr>
        <p:cNvPr id="1" name=""/>
        <p:cNvGrpSpPr/>
        <p:nvPr/>
      </p:nvGrpSpPr>
      <p:grpSpPr>
        <a:xfrm>
          <a:off x="0" y="0"/>
          <a:ext cx="0" cy="0"/>
          <a:chOff x="0" y="0"/>
          <a:chExt cx="0" cy="0"/>
        </a:xfrm>
      </p:grpSpPr>
      <p:grpSp>
        <p:nvGrpSpPr>
          <p:cNvPr id="36" name="Groupe 35">
            <a:extLst>
              <a:ext uri="{FF2B5EF4-FFF2-40B4-BE49-F238E27FC236}">
                <a16:creationId xmlns:a16="http://schemas.microsoft.com/office/drawing/2014/main" id="{83283FAA-FE9E-2C10-3747-B2BB8669B32C}"/>
              </a:ext>
            </a:extLst>
          </p:cNvPr>
          <p:cNvGrpSpPr/>
          <p:nvPr/>
        </p:nvGrpSpPr>
        <p:grpSpPr>
          <a:xfrm>
            <a:off x="0" y="0"/>
            <a:ext cx="4225610" cy="5621943"/>
            <a:chOff x="0" y="0"/>
            <a:chExt cx="6967855" cy="9271000"/>
          </a:xfrm>
        </p:grpSpPr>
        <p:sp>
          <p:nvSpPr>
            <p:cNvPr id="7" name="object 4">
              <a:extLst>
                <a:ext uri="{FF2B5EF4-FFF2-40B4-BE49-F238E27FC236}">
                  <a16:creationId xmlns:a16="http://schemas.microsoft.com/office/drawing/2014/main" id="{F80267D9-9F16-2B50-5B4E-A4D7A431A4E1}"/>
                </a:ext>
              </a:extLst>
            </p:cNvPr>
            <p:cNvSpPr/>
            <p:nvPr/>
          </p:nvSpPr>
          <p:spPr>
            <a:xfrm>
              <a:off x="6935362" y="0"/>
              <a:ext cx="32384" cy="755015"/>
            </a:xfrm>
            <a:custGeom>
              <a:avLst/>
              <a:gdLst/>
              <a:ahLst/>
              <a:cxnLst/>
              <a:rect l="l" t="t" r="r" b="b"/>
              <a:pathLst>
                <a:path w="32384" h="755015">
                  <a:moveTo>
                    <a:pt x="32359" y="754956"/>
                  </a:moveTo>
                  <a:lnTo>
                    <a:pt x="32131" y="691311"/>
                  </a:lnTo>
                  <a:lnTo>
                    <a:pt x="31447" y="627775"/>
                  </a:lnTo>
                  <a:lnTo>
                    <a:pt x="30309" y="564348"/>
                  </a:lnTo>
                  <a:lnTo>
                    <a:pt x="28719" y="501033"/>
                  </a:lnTo>
                  <a:lnTo>
                    <a:pt x="26677" y="437831"/>
                  </a:lnTo>
                  <a:lnTo>
                    <a:pt x="24187" y="374743"/>
                  </a:lnTo>
                  <a:lnTo>
                    <a:pt x="21248" y="311772"/>
                  </a:lnTo>
                  <a:lnTo>
                    <a:pt x="17863" y="248918"/>
                  </a:lnTo>
                  <a:lnTo>
                    <a:pt x="14034" y="186183"/>
                  </a:lnTo>
                  <a:lnTo>
                    <a:pt x="9761" y="123569"/>
                  </a:lnTo>
                  <a:lnTo>
                    <a:pt x="5047" y="61078"/>
                  </a:lnTo>
                  <a:lnTo>
                    <a:pt x="0" y="0"/>
                  </a:lnTo>
                </a:path>
              </a:pathLst>
            </a:custGeom>
            <a:ln w="7853">
              <a:solidFill>
                <a:schemeClr val="tx1"/>
              </a:solidFill>
            </a:ln>
          </p:spPr>
          <p:txBody>
            <a:bodyPr wrap="square" lIns="0" tIns="0" rIns="0" bIns="0" rtlCol="0"/>
            <a:lstStyle/>
            <a:p>
              <a:endParaRPr sz="1092"/>
            </a:p>
          </p:txBody>
        </p:sp>
        <p:sp>
          <p:nvSpPr>
            <p:cNvPr id="9" name="object 6">
              <a:extLst>
                <a:ext uri="{FF2B5EF4-FFF2-40B4-BE49-F238E27FC236}">
                  <a16:creationId xmlns:a16="http://schemas.microsoft.com/office/drawing/2014/main" id="{54FE4294-F1CB-D641-2E73-1CD7B939E61F}"/>
                </a:ext>
              </a:extLst>
            </p:cNvPr>
            <p:cNvSpPr/>
            <p:nvPr/>
          </p:nvSpPr>
          <p:spPr>
            <a:xfrm>
              <a:off x="0" y="0"/>
              <a:ext cx="6967855" cy="9271000"/>
            </a:xfrm>
            <a:custGeom>
              <a:avLst/>
              <a:gdLst/>
              <a:ahLst/>
              <a:cxnLst/>
              <a:rect l="l" t="t" r="r" b="b"/>
              <a:pathLst>
                <a:path w="6967855" h="9271000">
                  <a:moveTo>
                    <a:pt x="1980420" y="0"/>
                  </a:moveTo>
                  <a:lnTo>
                    <a:pt x="1992645" y="61005"/>
                  </a:lnTo>
                  <a:lnTo>
                    <a:pt x="2001511" y="109294"/>
                  </a:lnTo>
                  <a:lnTo>
                    <a:pt x="2009748" y="157796"/>
                  </a:lnTo>
                  <a:lnTo>
                    <a:pt x="2017350" y="206508"/>
                  </a:lnTo>
                  <a:lnTo>
                    <a:pt x="2024314" y="255426"/>
                  </a:lnTo>
                  <a:lnTo>
                    <a:pt x="2030636" y="304545"/>
                  </a:lnTo>
                  <a:lnTo>
                    <a:pt x="2036310" y="353860"/>
                  </a:lnTo>
                  <a:lnTo>
                    <a:pt x="2041333" y="403368"/>
                  </a:lnTo>
                  <a:lnTo>
                    <a:pt x="2045700" y="453064"/>
                  </a:lnTo>
                  <a:lnTo>
                    <a:pt x="2049408" y="502944"/>
                  </a:lnTo>
                  <a:lnTo>
                    <a:pt x="2052450" y="553004"/>
                  </a:lnTo>
                  <a:lnTo>
                    <a:pt x="2054825" y="603240"/>
                  </a:lnTo>
                  <a:lnTo>
                    <a:pt x="2056526" y="653646"/>
                  </a:lnTo>
                  <a:lnTo>
                    <a:pt x="2057550" y="704220"/>
                  </a:lnTo>
                  <a:lnTo>
                    <a:pt x="2057892" y="754956"/>
                  </a:lnTo>
                  <a:lnTo>
                    <a:pt x="2057550" y="805692"/>
                  </a:lnTo>
                  <a:lnTo>
                    <a:pt x="2056526" y="856265"/>
                  </a:lnTo>
                  <a:lnTo>
                    <a:pt x="2054825" y="906672"/>
                  </a:lnTo>
                  <a:lnTo>
                    <a:pt x="2052450" y="956907"/>
                  </a:lnTo>
                  <a:lnTo>
                    <a:pt x="2049408" y="1006967"/>
                  </a:lnTo>
                  <a:lnTo>
                    <a:pt x="2045700" y="1056847"/>
                  </a:lnTo>
                  <a:lnTo>
                    <a:pt x="2041333" y="1106543"/>
                  </a:lnTo>
                  <a:lnTo>
                    <a:pt x="2036310" y="1156051"/>
                  </a:lnTo>
                  <a:lnTo>
                    <a:pt x="2030636" y="1205367"/>
                  </a:lnTo>
                  <a:lnTo>
                    <a:pt x="2024314" y="1254485"/>
                  </a:lnTo>
                  <a:lnTo>
                    <a:pt x="2017350" y="1303403"/>
                  </a:lnTo>
                  <a:lnTo>
                    <a:pt x="2009748" y="1352115"/>
                  </a:lnTo>
                  <a:lnTo>
                    <a:pt x="2001511" y="1400618"/>
                  </a:lnTo>
                  <a:lnTo>
                    <a:pt x="1992645" y="1448907"/>
                  </a:lnTo>
                  <a:lnTo>
                    <a:pt x="1983153" y="1496977"/>
                  </a:lnTo>
                  <a:lnTo>
                    <a:pt x="1973040" y="1544826"/>
                  </a:lnTo>
                  <a:lnTo>
                    <a:pt x="1962311" y="1592447"/>
                  </a:lnTo>
                  <a:lnTo>
                    <a:pt x="1950969" y="1639838"/>
                  </a:lnTo>
                  <a:lnTo>
                    <a:pt x="1939019" y="1686994"/>
                  </a:lnTo>
                  <a:lnTo>
                    <a:pt x="1926465" y="1733910"/>
                  </a:lnTo>
                  <a:lnTo>
                    <a:pt x="1913311" y="1780582"/>
                  </a:lnTo>
                  <a:lnTo>
                    <a:pt x="1899563" y="1827007"/>
                  </a:lnTo>
                  <a:lnTo>
                    <a:pt x="1885223" y="1873179"/>
                  </a:lnTo>
                  <a:lnTo>
                    <a:pt x="1870297" y="1919094"/>
                  </a:lnTo>
                  <a:lnTo>
                    <a:pt x="1854789" y="1964749"/>
                  </a:lnTo>
                  <a:lnTo>
                    <a:pt x="1838703" y="2010139"/>
                  </a:lnTo>
                  <a:lnTo>
                    <a:pt x="1822044" y="2055260"/>
                  </a:lnTo>
                  <a:lnTo>
                    <a:pt x="1804815" y="2100106"/>
                  </a:lnTo>
                  <a:lnTo>
                    <a:pt x="1787021" y="2144676"/>
                  </a:lnTo>
                  <a:lnTo>
                    <a:pt x="1768667" y="2188963"/>
                  </a:lnTo>
                  <a:lnTo>
                    <a:pt x="1749757" y="2232963"/>
                  </a:lnTo>
                  <a:lnTo>
                    <a:pt x="1730295" y="2276673"/>
                  </a:lnTo>
                  <a:lnTo>
                    <a:pt x="1710285" y="2320088"/>
                  </a:lnTo>
                  <a:lnTo>
                    <a:pt x="1689732" y="2363204"/>
                  </a:lnTo>
                  <a:lnTo>
                    <a:pt x="1668640" y="2406017"/>
                  </a:lnTo>
                  <a:lnTo>
                    <a:pt x="1647013" y="2448521"/>
                  </a:lnTo>
                  <a:lnTo>
                    <a:pt x="1624856" y="2490714"/>
                  </a:lnTo>
                  <a:lnTo>
                    <a:pt x="1602173" y="2532591"/>
                  </a:lnTo>
                  <a:lnTo>
                    <a:pt x="1578969" y="2574147"/>
                  </a:lnTo>
                  <a:lnTo>
                    <a:pt x="1555247" y="2615378"/>
                  </a:lnTo>
                  <a:lnTo>
                    <a:pt x="1531012" y="2656280"/>
                  </a:lnTo>
                  <a:lnTo>
                    <a:pt x="1506269" y="2696849"/>
                  </a:lnTo>
                  <a:lnTo>
                    <a:pt x="1481021" y="2737081"/>
                  </a:lnTo>
                  <a:lnTo>
                    <a:pt x="1455273" y="2776970"/>
                  </a:lnTo>
                  <a:lnTo>
                    <a:pt x="1429029" y="2816514"/>
                  </a:lnTo>
                  <a:lnTo>
                    <a:pt x="1402295" y="2855707"/>
                  </a:lnTo>
                  <a:lnTo>
                    <a:pt x="1375073" y="2894545"/>
                  </a:lnTo>
                  <a:lnTo>
                    <a:pt x="1347368" y="2933025"/>
                  </a:lnTo>
                  <a:lnTo>
                    <a:pt x="1319185" y="2971141"/>
                  </a:lnTo>
                  <a:lnTo>
                    <a:pt x="1290528" y="3008890"/>
                  </a:lnTo>
                  <a:lnTo>
                    <a:pt x="1261401" y="3046267"/>
                  </a:lnTo>
                  <a:lnTo>
                    <a:pt x="1231809" y="3083268"/>
                  </a:lnTo>
                  <a:lnTo>
                    <a:pt x="1201756" y="3119890"/>
                  </a:lnTo>
                  <a:lnTo>
                    <a:pt x="1171246" y="3156126"/>
                  </a:lnTo>
                  <a:lnTo>
                    <a:pt x="1140283" y="3191974"/>
                  </a:lnTo>
                  <a:lnTo>
                    <a:pt x="1108872" y="3227429"/>
                  </a:lnTo>
                  <a:lnTo>
                    <a:pt x="1077018" y="3262486"/>
                  </a:lnTo>
                  <a:lnTo>
                    <a:pt x="1044724" y="3297142"/>
                  </a:lnTo>
                  <a:lnTo>
                    <a:pt x="1011995" y="3331392"/>
                  </a:lnTo>
                  <a:lnTo>
                    <a:pt x="978835" y="3365232"/>
                  </a:lnTo>
                  <a:lnTo>
                    <a:pt x="945249" y="3398658"/>
                  </a:lnTo>
                  <a:lnTo>
                    <a:pt x="911240" y="3431665"/>
                  </a:lnTo>
                  <a:lnTo>
                    <a:pt x="876814" y="3464249"/>
                  </a:lnTo>
                  <a:lnTo>
                    <a:pt x="841974" y="3496406"/>
                  </a:lnTo>
                  <a:lnTo>
                    <a:pt x="806725" y="3528132"/>
                  </a:lnTo>
                  <a:lnTo>
                    <a:pt x="771071" y="3559422"/>
                  </a:lnTo>
                  <a:lnTo>
                    <a:pt x="735017" y="3590272"/>
                  </a:lnTo>
                  <a:lnTo>
                    <a:pt x="698566" y="3620677"/>
                  </a:lnTo>
                  <a:lnTo>
                    <a:pt x="661723" y="3650635"/>
                  </a:lnTo>
                  <a:lnTo>
                    <a:pt x="624493" y="3680139"/>
                  </a:lnTo>
                  <a:lnTo>
                    <a:pt x="586880" y="3709187"/>
                  </a:lnTo>
                  <a:lnTo>
                    <a:pt x="548887" y="3737773"/>
                  </a:lnTo>
                  <a:lnTo>
                    <a:pt x="510520" y="3765894"/>
                  </a:lnTo>
                  <a:lnTo>
                    <a:pt x="471783" y="3793544"/>
                  </a:lnTo>
                  <a:lnTo>
                    <a:pt x="432680" y="3820721"/>
                  </a:lnTo>
                  <a:lnTo>
                    <a:pt x="393215" y="3847420"/>
                  </a:lnTo>
                  <a:lnTo>
                    <a:pt x="353393" y="3873635"/>
                  </a:lnTo>
                  <a:lnTo>
                    <a:pt x="313218" y="3899364"/>
                  </a:lnTo>
                  <a:lnTo>
                    <a:pt x="272694" y="3924602"/>
                  </a:lnTo>
                  <a:lnTo>
                    <a:pt x="231826" y="3949344"/>
                  </a:lnTo>
                  <a:lnTo>
                    <a:pt x="190618" y="3973587"/>
                  </a:lnTo>
                  <a:lnTo>
                    <a:pt x="149074" y="3997326"/>
                  </a:lnTo>
                  <a:lnTo>
                    <a:pt x="107199" y="4020556"/>
                  </a:lnTo>
                  <a:lnTo>
                    <a:pt x="64997" y="4043275"/>
                  </a:lnTo>
                  <a:lnTo>
                    <a:pt x="22472" y="4065476"/>
                  </a:lnTo>
                  <a:lnTo>
                    <a:pt x="0" y="4076848"/>
                  </a:lnTo>
                </a:path>
                <a:path w="6967855" h="9271000">
                  <a:moveTo>
                    <a:pt x="0" y="9270789"/>
                  </a:moveTo>
                  <a:lnTo>
                    <a:pt x="73562" y="9255733"/>
                  </a:lnTo>
                  <a:lnTo>
                    <a:pt x="133447" y="9242952"/>
                  </a:lnTo>
                  <a:lnTo>
                    <a:pt x="193179" y="9229760"/>
                  </a:lnTo>
                  <a:lnTo>
                    <a:pt x="252755" y="9216159"/>
                  </a:lnTo>
                  <a:lnTo>
                    <a:pt x="312176" y="9202151"/>
                  </a:lnTo>
                  <a:lnTo>
                    <a:pt x="371439" y="9187736"/>
                  </a:lnTo>
                  <a:lnTo>
                    <a:pt x="430542" y="9172918"/>
                  </a:lnTo>
                  <a:lnTo>
                    <a:pt x="489484" y="9157696"/>
                  </a:lnTo>
                  <a:lnTo>
                    <a:pt x="548264" y="9142073"/>
                  </a:lnTo>
                  <a:lnTo>
                    <a:pt x="606880" y="9126049"/>
                  </a:lnTo>
                  <a:lnTo>
                    <a:pt x="665330" y="9109628"/>
                  </a:lnTo>
                  <a:lnTo>
                    <a:pt x="723613" y="9092810"/>
                  </a:lnTo>
                  <a:lnTo>
                    <a:pt x="781728" y="9075597"/>
                  </a:lnTo>
                  <a:lnTo>
                    <a:pt x="839672" y="9057990"/>
                  </a:lnTo>
                  <a:lnTo>
                    <a:pt x="897445" y="9039991"/>
                  </a:lnTo>
                  <a:lnTo>
                    <a:pt x="955044" y="9021602"/>
                  </a:lnTo>
                  <a:lnTo>
                    <a:pt x="1012468" y="9002823"/>
                  </a:lnTo>
                  <a:lnTo>
                    <a:pt x="1069716" y="8983657"/>
                  </a:lnTo>
                  <a:lnTo>
                    <a:pt x="1126786" y="8964106"/>
                  </a:lnTo>
                  <a:lnTo>
                    <a:pt x="1183676" y="8944170"/>
                  </a:lnTo>
                  <a:lnTo>
                    <a:pt x="1240386" y="8923851"/>
                  </a:lnTo>
                  <a:lnTo>
                    <a:pt x="1296912" y="8903151"/>
                  </a:lnTo>
                  <a:lnTo>
                    <a:pt x="1353255" y="8882071"/>
                  </a:lnTo>
                  <a:lnTo>
                    <a:pt x="1409411" y="8860613"/>
                  </a:lnTo>
                  <a:lnTo>
                    <a:pt x="1465381" y="8838779"/>
                  </a:lnTo>
                  <a:lnTo>
                    <a:pt x="1521162" y="8816570"/>
                  </a:lnTo>
                  <a:lnTo>
                    <a:pt x="1576752" y="8793987"/>
                  </a:lnTo>
                  <a:lnTo>
                    <a:pt x="1632150" y="8771032"/>
                  </a:lnTo>
                  <a:lnTo>
                    <a:pt x="1687355" y="8747707"/>
                  </a:lnTo>
                  <a:lnTo>
                    <a:pt x="1742365" y="8724013"/>
                  </a:lnTo>
                  <a:lnTo>
                    <a:pt x="1797178" y="8699952"/>
                  </a:lnTo>
                  <a:lnTo>
                    <a:pt x="1851793" y="8675525"/>
                  </a:lnTo>
                  <a:lnTo>
                    <a:pt x="1906208" y="8650733"/>
                  </a:lnTo>
                  <a:lnTo>
                    <a:pt x="1960422" y="8625580"/>
                  </a:lnTo>
                  <a:lnTo>
                    <a:pt x="2014434" y="8600065"/>
                  </a:lnTo>
                  <a:lnTo>
                    <a:pt x="2068241" y="8574191"/>
                  </a:lnTo>
                  <a:lnTo>
                    <a:pt x="2121842" y="8547958"/>
                  </a:lnTo>
                  <a:lnTo>
                    <a:pt x="2175235" y="8521370"/>
                  </a:lnTo>
                  <a:lnTo>
                    <a:pt x="2228420" y="8494426"/>
                  </a:lnTo>
                  <a:lnTo>
                    <a:pt x="2281394" y="8467129"/>
                  </a:lnTo>
                  <a:lnTo>
                    <a:pt x="2334156" y="8439480"/>
                  </a:lnTo>
                  <a:lnTo>
                    <a:pt x="2386704" y="8411482"/>
                  </a:lnTo>
                  <a:lnTo>
                    <a:pt x="2439037" y="8383134"/>
                  </a:lnTo>
                  <a:lnTo>
                    <a:pt x="2491154" y="8354439"/>
                  </a:lnTo>
                  <a:lnTo>
                    <a:pt x="2543052" y="8325399"/>
                  </a:lnTo>
                  <a:lnTo>
                    <a:pt x="2594730" y="8296015"/>
                  </a:lnTo>
                  <a:lnTo>
                    <a:pt x="2646187" y="8266288"/>
                  </a:lnTo>
                  <a:lnTo>
                    <a:pt x="2697421" y="8236221"/>
                  </a:lnTo>
                  <a:lnTo>
                    <a:pt x="2748430" y="8205814"/>
                  </a:lnTo>
                  <a:lnTo>
                    <a:pt x="2799214" y="8175069"/>
                  </a:lnTo>
                  <a:lnTo>
                    <a:pt x="2849769" y="8143988"/>
                  </a:lnTo>
                  <a:lnTo>
                    <a:pt x="2900096" y="8112573"/>
                  </a:lnTo>
                  <a:lnTo>
                    <a:pt x="2950192" y="8080824"/>
                  </a:lnTo>
                  <a:lnTo>
                    <a:pt x="3000055" y="8048743"/>
                  </a:lnTo>
                  <a:lnTo>
                    <a:pt x="3049685" y="8016333"/>
                  </a:lnTo>
                  <a:lnTo>
                    <a:pt x="3099079" y="7983594"/>
                  </a:lnTo>
                  <a:lnTo>
                    <a:pt x="3148237" y="7950528"/>
                  </a:lnTo>
                  <a:lnTo>
                    <a:pt x="3197156" y="7917136"/>
                  </a:lnTo>
                  <a:lnTo>
                    <a:pt x="3245835" y="7883421"/>
                  </a:lnTo>
                  <a:lnTo>
                    <a:pt x="3294273" y="7849384"/>
                  </a:lnTo>
                  <a:lnTo>
                    <a:pt x="3342467" y="7815025"/>
                  </a:lnTo>
                  <a:lnTo>
                    <a:pt x="3390417" y="7780348"/>
                  </a:lnTo>
                  <a:lnTo>
                    <a:pt x="3438120" y="7745353"/>
                  </a:lnTo>
                  <a:lnTo>
                    <a:pt x="3485576" y="7710041"/>
                  </a:lnTo>
                  <a:lnTo>
                    <a:pt x="3532782" y="7674416"/>
                  </a:lnTo>
                  <a:lnTo>
                    <a:pt x="3579738" y="7638477"/>
                  </a:lnTo>
                  <a:lnTo>
                    <a:pt x="3626441" y="7602227"/>
                  </a:lnTo>
                  <a:lnTo>
                    <a:pt x="3672890" y="7565667"/>
                  </a:lnTo>
                  <a:lnTo>
                    <a:pt x="3719084" y="7528798"/>
                  </a:lnTo>
                  <a:lnTo>
                    <a:pt x="3765020" y="7491623"/>
                  </a:lnTo>
                  <a:lnTo>
                    <a:pt x="3810698" y="7454142"/>
                  </a:lnTo>
                  <a:lnTo>
                    <a:pt x="3856116" y="7416358"/>
                  </a:lnTo>
                  <a:lnTo>
                    <a:pt x="3901272" y="7378272"/>
                  </a:lnTo>
                  <a:lnTo>
                    <a:pt x="3946165" y="7339885"/>
                  </a:lnTo>
                  <a:lnTo>
                    <a:pt x="3990793" y="7301199"/>
                  </a:lnTo>
                  <a:lnTo>
                    <a:pt x="4035155" y="7262215"/>
                  </a:lnTo>
                  <a:lnTo>
                    <a:pt x="4079248" y="7222936"/>
                  </a:lnTo>
                  <a:lnTo>
                    <a:pt x="4123072" y="7183362"/>
                  </a:lnTo>
                  <a:lnTo>
                    <a:pt x="4166626" y="7143495"/>
                  </a:lnTo>
                  <a:lnTo>
                    <a:pt x="4209906" y="7103337"/>
                  </a:lnTo>
                  <a:lnTo>
                    <a:pt x="4252913" y="7062889"/>
                  </a:lnTo>
                  <a:lnTo>
                    <a:pt x="4295643" y="7022153"/>
                  </a:lnTo>
                  <a:lnTo>
                    <a:pt x="4338097" y="6981131"/>
                  </a:lnTo>
                  <a:lnTo>
                    <a:pt x="4380272" y="6939823"/>
                  </a:lnTo>
                  <a:lnTo>
                    <a:pt x="4422166" y="6898232"/>
                  </a:lnTo>
                  <a:lnTo>
                    <a:pt x="4463779" y="6856359"/>
                  </a:lnTo>
                  <a:lnTo>
                    <a:pt x="4505108" y="6814205"/>
                  </a:lnTo>
                  <a:lnTo>
                    <a:pt x="4546152" y="6771773"/>
                  </a:lnTo>
                  <a:lnTo>
                    <a:pt x="4586909" y="6729063"/>
                  </a:lnTo>
                  <a:lnTo>
                    <a:pt x="4627379" y="6686077"/>
                  </a:lnTo>
                  <a:lnTo>
                    <a:pt x="4667559" y="6642817"/>
                  </a:lnTo>
                  <a:lnTo>
                    <a:pt x="4707448" y="6599285"/>
                  </a:lnTo>
                  <a:lnTo>
                    <a:pt x="4747043" y="6555481"/>
                  </a:lnTo>
                  <a:lnTo>
                    <a:pt x="4786345" y="6511408"/>
                  </a:lnTo>
                  <a:lnTo>
                    <a:pt x="4825351" y="6467066"/>
                  </a:lnTo>
                  <a:lnTo>
                    <a:pt x="4864059" y="6422458"/>
                  </a:lnTo>
                  <a:lnTo>
                    <a:pt x="4902469" y="6377586"/>
                  </a:lnTo>
                  <a:lnTo>
                    <a:pt x="4940578" y="6332450"/>
                  </a:lnTo>
                  <a:lnTo>
                    <a:pt x="4978385" y="6287052"/>
                  </a:lnTo>
                  <a:lnTo>
                    <a:pt x="5015888" y="6241393"/>
                  </a:lnTo>
                  <a:lnTo>
                    <a:pt x="5053086" y="6195476"/>
                  </a:lnTo>
                  <a:lnTo>
                    <a:pt x="5089978" y="6149302"/>
                  </a:lnTo>
                  <a:lnTo>
                    <a:pt x="5126561" y="6102872"/>
                  </a:lnTo>
                  <a:lnTo>
                    <a:pt x="5162835" y="6056188"/>
                  </a:lnTo>
                  <a:lnTo>
                    <a:pt x="5198797" y="6009252"/>
                  </a:lnTo>
                  <a:lnTo>
                    <a:pt x="5234446" y="5962064"/>
                  </a:lnTo>
                  <a:lnTo>
                    <a:pt x="5269781" y="5914628"/>
                  </a:lnTo>
                  <a:lnTo>
                    <a:pt x="5304799" y="5866943"/>
                  </a:lnTo>
                  <a:lnTo>
                    <a:pt x="5339501" y="5819012"/>
                  </a:lnTo>
                  <a:lnTo>
                    <a:pt x="5373883" y="5770836"/>
                  </a:lnTo>
                  <a:lnTo>
                    <a:pt x="5407944" y="5722417"/>
                  </a:lnTo>
                  <a:lnTo>
                    <a:pt x="5441684" y="5673756"/>
                  </a:lnTo>
                  <a:lnTo>
                    <a:pt x="5475099" y="5624855"/>
                  </a:lnTo>
                  <a:lnTo>
                    <a:pt x="5508189" y="5575716"/>
                  </a:lnTo>
                  <a:lnTo>
                    <a:pt x="5540953" y="5526339"/>
                  </a:lnTo>
                  <a:lnTo>
                    <a:pt x="5573388" y="5476727"/>
                  </a:lnTo>
                  <a:lnTo>
                    <a:pt x="5605493" y="5426882"/>
                  </a:lnTo>
                  <a:lnTo>
                    <a:pt x="5637266" y="5376803"/>
                  </a:lnTo>
                  <a:lnTo>
                    <a:pt x="5668707" y="5326494"/>
                  </a:lnTo>
                  <a:lnTo>
                    <a:pt x="5699812" y="5275956"/>
                  </a:lnTo>
                  <a:lnTo>
                    <a:pt x="5730582" y="5225190"/>
                  </a:lnTo>
                  <a:lnTo>
                    <a:pt x="5761014" y="5174198"/>
                  </a:lnTo>
                  <a:lnTo>
                    <a:pt x="5791107" y="5122981"/>
                  </a:lnTo>
                  <a:lnTo>
                    <a:pt x="5820858" y="5071541"/>
                  </a:lnTo>
                  <a:lnTo>
                    <a:pt x="5850268" y="5019879"/>
                  </a:lnTo>
                  <a:lnTo>
                    <a:pt x="5879334" y="4967998"/>
                  </a:lnTo>
                  <a:lnTo>
                    <a:pt x="5908054" y="4915898"/>
                  </a:lnTo>
                  <a:lnTo>
                    <a:pt x="5936427" y="4863581"/>
                  </a:lnTo>
                  <a:lnTo>
                    <a:pt x="5964451" y="4811049"/>
                  </a:lnTo>
                  <a:lnTo>
                    <a:pt x="5992126" y="4758303"/>
                  </a:lnTo>
                  <a:lnTo>
                    <a:pt x="6019449" y="4705345"/>
                  </a:lnTo>
                  <a:lnTo>
                    <a:pt x="6046418" y="4652177"/>
                  </a:lnTo>
                  <a:lnTo>
                    <a:pt x="6073033" y="4598799"/>
                  </a:lnTo>
                  <a:lnTo>
                    <a:pt x="6099291" y="4545213"/>
                  </a:lnTo>
                  <a:lnTo>
                    <a:pt x="6125192" y="4491422"/>
                  </a:lnTo>
                  <a:lnTo>
                    <a:pt x="6150733" y="4437426"/>
                  </a:lnTo>
                  <a:lnTo>
                    <a:pt x="6175913" y="4383227"/>
                  </a:lnTo>
                  <a:lnTo>
                    <a:pt x="6200731" y="4328827"/>
                  </a:lnTo>
                  <a:lnTo>
                    <a:pt x="6225185" y="4274227"/>
                  </a:lnTo>
                  <a:lnTo>
                    <a:pt x="6249272" y="4219429"/>
                  </a:lnTo>
                  <a:lnTo>
                    <a:pt x="6272993" y="4164434"/>
                  </a:lnTo>
                  <a:lnTo>
                    <a:pt x="6296345" y="4109244"/>
                  </a:lnTo>
                  <a:lnTo>
                    <a:pt x="6319327" y="4053860"/>
                  </a:lnTo>
                  <a:lnTo>
                    <a:pt x="6341937" y="3998284"/>
                  </a:lnTo>
                  <a:lnTo>
                    <a:pt x="6364174" y="3942518"/>
                  </a:lnTo>
                  <a:lnTo>
                    <a:pt x="6386035" y="3886563"/>
                  </a:lnTo>
                  <a:lnTo>
                    <a:pt x="6407520" y="3830420"/>
                  </a:lnTo>
                  <a:lnTo>
                    <a:pt x="6428628" y="3774091"/>
                  </a:lnTo>
                  <a:lnTo>
                    <a:pt x="6449355" y="3717579"/>
                  </a:lnTo>
                  <a:lnTo>
                    <a:pt x="6469702" y="3660883"/>
                  </a:lnTo>
                  <a:lnTo>
                    <a:pt x="6489665" y="3604006"/>
                  </a:lnTo>
                  <a:lnTo>
                    <a:pt x="6509245" y="3546950"/>
                  </a:lnTo>
                  <a:lnTo>
                    <a:pt x="6528438" y="3489715"/>
                  </a:lnTo>
                  <a:lnTo>
                    <a:pt x="6547245" y="3432304"/>
                  </a:lnTo>
                  <a:lnTo>
                    <a:pt x="6565662" y="3374718"/>
                  </a:lnTo>
                  <a:lnTo>
                    <a:pt x="6583689" y="3316958"/>
                  </a:lnTo>
                  <a:lnTo>
                    <a:pt x="6601324" y="3259026"/>
                  </a:lnTo>
                  <a:lnTo>
                    <a:pt x="6618566" y="3200925"/>
                  </a:lnTo>
                  <a:lnTo>
                    <a:pt x="6635412" y="3142654"/>
                  </a:lnTo>
                  <a:lnTo>
                    <a:pt x="6651862" y="3084216"/>
                  </a:lnTo>
                  <a:lnTo>
                    <a:pt x="6667914" y="3025612"/>
                  </a:lnTo>
                  <a:lnTo>
                    <a:pt x="6683566" y="2966844"/>
                  </a:lnTo>
                  <a:lnTo>
                    <a:pt x="6698816" y="2907914"/>
                  </a:lnTo>
                  <a:lnTo>
                    <a:pt x="6713664" y="2848823"/>
                  </a:lnTo>
                  <a:lnTo>
                    <a:pt x="6728107" y="2789572"/>
                  </a:lnTo>
                  <a:lnTo>
                    <a:pt x="6742145" y="2730163"/>
                  </a:lnTo>
                  <a:lnTo>
                    <a:pt x="6755775" y="2670597"/>
                  </a:lnTo>
                  <a:lnTo>
                    <a:pt x="6768995" y="2610877"/>
                  </a:lnTo>
                  <a:lnTo>
                    <a:pt x="6781806" y="2551004"/>
                  </a:lnTo>
                  <a:lnTo>
                    <a:pt x="6794204" y="2490978"/>
                  </a:lnTo>
                  <a:lnTo>
                    <a:pt x="6806188" y="2430803"/>
                  </a:lnTo>
                  <a:lnTo>
                    <a:pt x="6817757" y="2370479"/>
                  </a:lnTo>
                  <a:lnTo>
                    <a:pt x="6828910" y="2310008"/>
                  </a:lnTo>
                  <a:lnTo>
                    <a:pt x="6839644" y="2249391"/>
                  </a:lnTo>
                  <a:lnTo>
                    <a:pt x="6849958" y="2188630"/>
                  </a:lnTo>
                  <a:lnTo>
                    <a:pt x="6859850" y="2127727"/>
                  </a:lnTo>
                  <a:lnTo>
                    <a:pt x="6869320" y="2066683"/>
                  </a:lnTo>
                  <a:lnTo>
                    <a:pt x="6878365" y="2005499"/>
                  </a:lnTo>
                  <a:lnTo>
                    <a:pt x="6886984" y="1944178"/>
                  </a:lnTo>
                  <a:lnTo>
                    <a:pt x="6895175" y="1882721"/>
                  </a:lnTo>
                  <a:lnTo>
                    <a:pt x="6902937" y="1821129"/>
                  </a:lnTo>
                  <a:lnTo>
                    <a:pt x="6910269" y="1759403"/>
                  </a:lnTo>
                  <a:lnTo>
                    <a:pt x="6917168" y="1697546"/>
                  </a:lnTo>
                  <a:lnTo>
                    <a:pt x="6923633" y="1635559"/>
                  </a:lnTo>
                  <a:lnTo>
                    <a:pt x="6929663" y="1573444"/>
                  </a:lnTo>
                  <a:lnTo>
                    <a:pt x="6935255" y="1511202"/>
                  </a:lnTo>
                  <a:lnTo>
                    <a:pt x="6940410" y="1448834"/>
                  </a:lnTo>
                  <a:lnTo>
                    <a:pt x="6945124" y="1386342"/>
                  </a:lnTo>
                  <a:lnTo>
                    <a:pt x="6949397" y="1323728"/>
                  </a:lnTo>
                  <a:lnTo>
                    <a:pt x="6953226" y="1260994"/>
                  </a:lnTo>
                  <a:lnTo>
                    <a:pt x="6956611" y="1198140"/>
                  </a:lnTo>
                  <a:lnTo>
                    <a:pt x="6959549" y="1135168"/>
                  </a:lnTo>
                  <a:lnTo>
                    <a:pt x="6962040" y="1072081"/>
                  </a:lnTo>
                  <a:lnTo>
                    <a:pt x="6964081" y="1008879"/>
                  </a:lnTo>
                  <a:lnTo>
                    <a:pt x="6965672" y="945563"/>
                  </a:lnTo>
                  <a:lnTo>
                    <a:pt x="6966809" y="882137"/>
                  </a:lnTo>
                  <a:lnTo>
                    <a:pt x="6967493" y="818600"/>
                  </a:lnTo>
                  <a:lnTo>
                    <a:pt x="6967722" y="754956"/>
                  </a:lnTo>
                </a:path>
              </a:pathLst>
            </a:custGeom>
            <a:ln w="7853">
              <a:solidFill>
                <a:schemeClr val="tx1"/>
              </a:solidFill>
            </a:ln>
          </p:spPr>
          <p:txBody>
            <a:bodyPr wrap="square" lIns="0" tIns="0" rIns="0" bIns="0" rtlCol="0"/>
            <a:lstStyle/>
            <a:p>
              <a:endParaRPr sz="1092"/>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39871" y="989481"/>
            <a:ext cx="10049522" cy="702628"/>
          </a:xfrm>
        </p:spPr>
        <p:txBody>
          <a:bodyPr anchor="b" anchorCtr="0">
            <a:spAutoFit/>
          </a:bodyPr>
          <a:lstStyle>
            <a:lvl1pPr>
              <a:defRPr sz="4400"/>
            </a:lvl1pPr>
          </a:lstStyle>
          <a:p>
            <a:r>
              <a:rPr lang="fr-FR"/>
              <a:t>Modifiez le style du titre</a:t>
            </a:r>
          </a:p>
        </p:txBody>
      </p:sp>
      <p:sp>
        <p:nvSpPr>
          <p:cNvPr id="20" name="Espace réservé du texte 19">
            <a:extLst>
              <a:ext uri="{FF2B5EF4-FFF2-40B4-BE49-F238E27FC236}">
                <a16:creationId xmlns:a16="http://schemas.microsoft.com/office/drawing/2014/main" id="{75D968E3-A0F4-D259-3B73-4A4EEE4513DF}"/>
              </a:ext>
            </a:extLst>
          </p:cNvPr>
          <p:cNvSpPr>
            <a:spLocks noGrp="1"/>
          </p:cNvSpPr>
          <p:nvPr>
            <p:ph type="body" sz="quarter" idx="13"/>
          </p:nvPr>
        </p:nvSpPr>
        <p:spPr>
          <a:xfrm>
            <a:off x="1139871" y="1765952"/>
            <a:ext cx="10049521" cy="465640"/>
          </a:xfrm>
          <a:solidFill>
            <a:schemeClr val="bg1"/>
          </a:solidFill>
        </p:spPr>
        <p:txBody>
          <a:bodyPr>
            <a:spAutoFit/>
          </a:bodyPr>
          <a:lstStyle>
            <a:lvl1pPr marL="0" indent="0">
              <a:lnSpc>
                <a:spcPct val="100000"/>
              </a:lnSpc>
              <a:buNone/>
              <a:defRPr sz="2400">
                <a:latin typeface="+mn-lt"/>
                <a:cs typeface="Poppins Light" panose="00000400000000000000" pitchFamily="2" charset="0"/>
              </a:defRPr>
            </a:lvl1pPr>
          </a:lstStyle>
          <a:p>
            <a:pPr lvl="0"/>
            <a:r>
              <a:rPr lang="fr-FR"/>
              <a:t>Cliquez pour modifier les styles du texte du masque</a:t>
            </a:r>
          </a:p>
        </p:txBody>
      </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1139871" y="3290377"/>
            <a:ext cx="4956129" cy="295787"/>
          </a:xfrm>
          <a:solidFill>
            <a:schemeClr val="bg1"/>
          </a:solidFill>
        </p:spPr>
        <p:txBody>
          <a:bodyPr wrap="square">
            <a:spAutoFit/>
          </a:bodyPr>
          <a:lstStyle>
            <a:lvl1pPr marL="0" indent="0">
              <a:buNone/>
              <a:defRPr sz="1400">
                <a:solidFill>
                  <a:schemeClr val="tx2"/>
                </a:solidFill>
              </a:defRPr>
            </a:lvl1pPr>
          </a:lstStyle>
          <a:p>
            <a:pPr lvl="0"/>
            <a:r>
              <a:rPr lang="fr-FR"/>
              <a:t>Cliquez pour modifier les styles du texte du masque</a:t>
            </a:r>
          </a:p>
        </p:txBody>
      </p:sp>
    </p:spTree>
    <p:extLst>
      <p:ext uri="{BB962C8B-B14F-4D97-AF65-F5344CB8AC3E}">
        <p14:creationId xmlns:p14="http://schemas.microsoft.com/office/powerpoint/2010/main" val="1197772317"/>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1_Diapositive de titre">
    <p:bg>
      <p:bgPr>
        <a:solidFill>
          <a:schemeClr val="bg1"/>
        </a:solidFill>
        <a:effectLst/>
      </p:bgPr>
    </p:bg>
    <p:spTree>
      <p:nvGrpSpPr>
        <p:cNvPr id="1" name=""/>
        <p:cNvGrpSpPr/>
        <p:nvPr/>
      </p:nvGrpSpPr>
      <p:grpSpPr>
        <a:xfrm>
          <a:off x="0" y="0"/>
          <a:ext cx="0" cy="0"/>
          <a:chOff x="0" y="0"/>
          <a:chExt cx="0" cy="0"/>
        </a:xfrm>
      </p:grpSpPr>
      <p:grpSp>
        <p:nvGrpSpPr>
          <p:cNvPr id="36" name="Groupe 35">
            <a:extLst>
              <a:ext uri="{FF2B5EF4-FFF2-40B4-BE49-F238E27FC236}">
                <a16:creationId xmlns:a16="http://schemas.microsoft.com/office/drawing/2014/main" id="{83283FAA-FE9E-2C10-3747-B2BB8669B32C}"/>
              </a:ext>
            </a:extLst>
          </p:cNvPr>
          <p:cNvGrpSpPr/>
          <p:nvPr/>
        </p:nvGrpSpPr>
        <p:grpSpPr>
          <a:xfrm>
            <a:off x="0" y="0"/>
            <a:ext cx="4225610" cy="5621943"/>
            <a:chOff x="0" y="0"/>
            <a:chExt cx="6967855" cy="9271000"/>
          </a:xfrm>
        </p:grpSpPr>
        <p:sp>
          <p:nvSpPr>
            <p:cNvPr id="7" name="object 4">
              <a:extLst>
                <a:ext uri="{FF2B5EF4-FFF2-40B4-BE49-F238E27FC236}">
                  <a16:creationId xmlns:a16="http://schemas.microsoft.com/office/drawing/2014/main" id="{F80267D9-9F16-2B50-5B4E-A4D7A431A4E1}"/>
                </a:ext>
              </a:extLst>
            </p:cNvPr>
            <p:cNvSpPr/>
            <p:nvPr/>
          </p:nvSpPr>
          <p:spPr>
            <a:xfrm>
              <a:off x="6935362" y="0"/>
              <a:ext cx="32384" cy="755015"/>
            </a:xfrm>
            <a:custGeom>
              <a:avLst/>
              <a:gdLst/>
              <a:ahLst/>
              <a:cxnLst/>
              <a:rect l="l" t="t" r="r" b="b"/>
              <a:pathLst>
                <a:path w="32384" h="755015">
                  <a:moveTo>
                    <a:pt x="32359" y="754956"/>
                  </a:moveTo>
                  <a:lnTo>
                    <a:pt x="32131" y="691311"/>
                  </a:lnTo>
                  <a:lnTo>
                    <a:pt x="31447" y="627775"/>
                  </a:lnTo>
                  <a:lnTo>
                    <a:pt x="30309" y="564348"/>
                  </a:lnTo>
                  <a:lnTo>
                    <a:pt x="28719" y="501033"/>
                  </a:lnTo>
                  <a:lnTo>
                    <a:pt x="26677" y="437831"/>
                  </a:lnTo>
                  <a:lnTo>
                    <a:pt x="24187" y="374743"/>
                  </a:lnTo>
                  <a:lnTo>
                    <a:pt x="21248" y="311772"/>
                  </a:lnTo>
                  <a:lnTo>
                    <a:pt x="17863" y="248918"/>
                  </a:lnTo>
                  <a:lnTo>
                    <a:pt x="14034" y="186183"/>
                  </a:lnTo>
                  <a:lnTo>
                    <a:pt x="9761" y="123569"/>
                  </a:lnTo>
                  <a:lnTo>
                    <a:pt x="5047" y="61078"/>
                  </a:lnTo>
                  <a:lnTo>
                    <a:pt x="0" y="0"/>
                  </a:lnTo>
                </a:path>
              </a:pathLst>
            </a:custGeom>
            <a:ln w="7853">
              <a:solidFill>
                <a:schemeClr val="tx1"/>
              </a:solidFill>
            </a:ln>
          </p:spPr>
          <p:txBody>
            <a:bodyPr wrap="square" lIns="0" tIns="0" rIns="0" bIns="0" rtlCol="0"/>
            <a:lstStyle/>
            <a:p>
              <a:endParaRPr sz="1092"/>
            </a:p>
          </p:txBody>
        </p:sp>
        <p:sp>
          <p:nvSpPr>
            <p:cNvPr id="9" name="object 6">
              <a:extLst>
                <a:ext uri="{FF2B5EF4-FFF2-40B4-BE49-F238E27FC236}">
                  <a16:creationId xmlns:a16="http://schemas.microsoft.com/office/drawing/2014/main" id="{54FE4294-F1CB-D641-2E73-1CD7B939E61F}"/>
                </a:ext>
              </a:extLst>
            </p:cNvPr>
            <p:cNvSpPr/>
            <p:nvPr/>
          </p:nvSpPr>
          <p:spPr>
            <a:xfrm>
              <a:off x="0" y="0"/>
              <a:ext cx="6967855" cy="9271000"/>
            </a:xfrm>
            <a:custGeom>
              <a:avLst/>
              <a:gdLst/>
              <a:ahLst/>
              <a:cxnLst/>
              <a:rect l="l" t="t" r="r" b="b"/>
              <a:pathLst>
                <a:path w="6967855" h="9271000">
                  <a:moveTo>
                    <a:pt x="1980420" y="0"/>
                  </a:moveTo>
                  <a:lnTo>
                    <a:pt x="1992645" y="61005"/>
                  </a:lnTo>
                  <a:lnTo>
                    <a:pt x="2001511" y="109294"/>
                  </a:lnTo>
                  <a:lnTo>
                    <a:pt x="2009748" y="157796"/>
                  </a:lnTo>
                  <a:lnTo>
                    <a:pt x="2017350" y="206508"/>
                  </a:lnTo>
                  <a:lnTo>
                    <a:pt x="2024314" y="255426"/>
                  </a:lnTo>
                  <a:lnTo>
                    <a:pt x="2030636" y="304545"/>
                  </a:lnTo>
                  <a:lnTo>
                    <a:pt x="2036310" y="353860"/>
                  </a:lnTo>
                  <a:lnTo>
                    <a:pt x="2041333" y="403368"/>
                  </a:lnTo>
                  <a:lnTo>
                    <a:pt x="2045700" y="453064"/>
                  </a:lnTo>
                  <a:lnTo>
                    <a:pt x="2049408" y="502944"/>
                  </a:lnTo>
                  <a:lnTo>
                    <a:pt x="2052450" y="553004"/>
                  </a:lnTo>
                  <a:lnTo>
                    <a:pt x="2054825" y="603240"/>
                  </a:lnTo>
                  <a:lnTo>
                    <a:pt x="2056526" y="653646"/>
                  </a:lnTo>
                  <a:lnTo>
                    <a:pt x="2057550" y="704220"/>
                  </a:lnTo>
                  <a:lnTo>
                    <a:pt x="2057892" y="754956"/>
                  </a:lnTo>
                  <a:lnTo>
                    <a:pt x="2057550" y="805692"/>
                  </a:lnTo>
                  <a:lnTo>
                    <a:pt x="2056526" y="856265"/>
                  </a:lnTo>
                  <a:lnTo>
                    <a:pt x="2054825" y="906672"/>
                  </a:lnTo>
                  <a:lnTo>
                    <a:pt x="2052450" y="956907"/>
                  </a:lnTo>
                  <a:lnTo>
                    <a:pt x="2049408" y="1006967"/>
                  </a:lnTo>
                  <a:lnTo>
                    <a:pt x="2045700" y="1056847"/>
                  </a:lnTo>
                  <a:lnTo>
                    <a:pt x="2041333" y="1106543"/>
                  </a:lnTo>
                  <a:lnTo>
                    <a:pt x="2036310" y="1156051"/>
                  </a:lnTo>
                  <a:lnTo>
                    <a:pt x="2030636" y="1205367"/>
                  </a:lnTo>
                  <a:lnTo>
                    <a:pt x="2024314" y="1254485"/>
                  </a:lnTo>
                  <a:lnTo>
                    <a:pt x="2017350" y="1303403"/>
                  </a:lnTo>
                  <a:lnTo>
                    <a:pt x="2009748" y="1352115"/>
                  </a:lnTo>
                  <a:lnTo>
                    <a:pt x="2001511" y="1400618"/>
                  </a:lnTo>
                  <a:lnTo>
                    <a:pt x="1992645" y="1448907"/>
                  </a:lnTo>
                  <a:lnTo>
                    <a:pt x="1983153" y="1496977"/>
                  </a:lnTo>
                  <a:lnTo>
                    <a:pt x="1973040" y="1544826"/>
                  </a:lnTo>
                  <a:lnTo>
                    <a:pt x="1962311" y="1592447"/>
                  </a:lnTo>
                  <a:lnTo>
                    <a:pt x="1950969" y="1639838"/>
                  </a:lnTo>
                  <a:lnTo>
                    <a:pt x="1939019" y="1686994"/>
                  </a:lnTo>
                  <a:lnTo>
                    <a:pt x="1926465" y="1733910"/>
                  </a:lnTo>
                  <a:lnTo>
                    <a:pt x="1913311" y="1780582"/>
                  </a:lnTo>
                  <a:lnTo>
                    <a:pt x="1899563" y="1827007"/>
                  </a:lnTo>
                  <a:lnTo>
                    <a:pt x="1885223" y="1873179"/>
                  </a:lnTo>
                  <a:lnTo>
                    <a:pt x="1870297" y="1919094"/>
                  </a:lnTo>
                  <a:lnTo>
                    <a:pt x="1854789" y="1964749"/>
                  </a:lnTo>
                  <a:lnTo>
                    <a:pt x="1838703" y="2010139"/>
                  </a:lnTo>
                  <a:lnTo>
                    <a:pt x="1822044" y="2055260"/>
                  </a:lnTo>
                  <a:lnTo>
                    <a:pt x="1804815" y="2100106"/>
                  </a:lnTo>
                  <a:lnTo>
                    <a:pt x="1787021" y="2144676"/>
                  </a:lnTo>
                  <a:lnTo>
                    <a:pt x="1768667" y="2188963"/>
                  </a:lnTo>
                  <a:lnTo>
                    <a:pt x="1749757" y="2232963"/>
                  </a:lnTo>
                  <a:lnTo>
                    <a:pt x="1730295" y="2276673"/>
                  </a:lnTo>
                  <a:lnTo>
                    <a:pt x="1710285" y="2320088"/>
                  </a:lnTo>
                  <a:lnTo>
                    <a:pt x="1689732" y="2363204"/>
                  </a:lnTo>
                  <a:lnTo>
                    <a:pt x="1668640" y="2406017"/>
                  </a:lnTo>
                  <a:lnTo>
                    <a:pt x="1647013" y="2448521"/>
                  </a:lnTo>
                  <a:lnTo>
                    <a:pt x="1624856" y="2490714"/>
                  </a:lnTo>
                  <a:lnTo>
                    <a:pt x="1602173" y="2532591"/>
                  </a:lnTo>
                  <a:lnTo>
                    <a:pt x="1578969" y="2574147"/>
                  </a:lnTo>
                  <a:lnTo>
                    <a:pt x="1555247" y="2615378"/>
                  </a:lnTo>
                  <a:lnTo>
                    <a:pt x="1531012" y="2656280"/>
                  </a:lnTo>
                  <a:lnTo>
                    <a:pt x="1506269" y="2696849"/>
                  </a:lnTo>
                  <a:lnTo>
                    <a:pt x="1481021" y="2737081"/>
                  </a:lnTo>
                  <a:lnTo>
                    <a:pt x="1455273" y="2776970"/>
                  </a:lnTo>
                  <a:lnTo>
                    <a:pt x="1429029" y="2816514"/>
                  </a:lnTo>
                  <a:lnTo>
                    <a:pt x="1402295" y="2855707"/>
                  </a:lnTo>
                  <a:lnTo>
                    <a:pt x="1375073" y="2894545"/>
                  </a:lnTo>
                  <a:lnTo>
                    <a:pt x="1347368" y="2933025"/>
                  </a:lnTo>
                  <a:lnTo>
                    <a:pt x="1319185" y="2971141"/>
                  </a:lnTo>
                  <a:lnTo>
                    <a:pt x="1290528" y="3008890"/>
                  </a:lnTo>
                  <a:lnTo>
                    <a:pt x="1261401" y="3046267"/>
                  </a:lnTo>
                  <a:lnTo>
                    <a:pt x="1231809" y="3083268"/>
                  </a:lnTo>
                  <a:lnTo>
                    <a:pt x="1201756" y="3119890"/>
                  </a:lnTo>
                  <a:lnTo>
                    <a:pt x="1171246" y="3156126"/>
                  </a:lnTo>
                  <a:lnTo>
                    <a:pt x="1140283" y="3191974"/>
                  </a:lnTo>
                  <a:lnTo>
                    <a:pt x="1108872" y="3227429"/>
                  </a:lnTo>
                  <a:lnTo>
                    <a:pt x="1077018" y="3262486"/>
                  </a:lnTo>
                  <a:lnTo>
                    <a:pt x="1044724" y="3297142"/>
                  </a:lnTo>
                  <a:lnTo>
                    <a:pt x="1011995" y="3331392"/>
                  </a:lnTo>
                  <a:lnTo>
                    <a:pt x="978835" y="3365232"/>
                  </a:lnTo>
                  <a:lnTo>
                    <a:pt x="945249" y="3398658"/>
                  </a:lnTo>
                  <a:lnTo>
                    <a:pt x="911240" y="3431665"/>
                  </a:lnTo>
                  <a:lnTo>
                    <a:pt x="876814" y="3464249"/>
                  </a:lnTo>
                  <a:lnTo>
                    <a:pt x="841974" y="3496406"/>
                  </a:lnTo>
                  <a:lnTo>
                    <a:pt x="806725" y="3528132"/>
                  </a:lnTo>
                  <a:lnTo>
                    <a:pt x="771071" y="3559422"/>
                  </a:lnTo>
                  <a:lnTo>
                    <a:pt x="735017" y="3590272"/>
                  </a:lnTo>
                  <a:lnTo>
                    <a:pt x="698566" y="3620677"/>
                  </a:lnTo>
                  <a:lnTo>
                    <a:pt x="661723" y="3650635"/>
                  </a:lnTo>
                  <a:lnTo>
                    <a:pt x="624493" y="3680139"/>
                  </a:lnTo>
                  <a:lnTo>
                    <a:pt x="586880" y="3709187"/>
                  </a:lnTo>
                  <a:lnTo>
                    <a:pt x="548887" y="3737773"/>
                  </a:lnTo>
                  <a:lnTo>
                    <a:pt x="510520" y="3765894"/>
                  </a:lnTo>
                  <a:lnTo>
                    <a:pt x="471783" y="3793544"/>
                  </a:lnTo>
                  <a:lnTo>
                    <a:pt x="432680" y="3820721"/>
                  </a:lnTo>
                  <a:lnTo>
                    <a:pt x="393215" y="3847420"/>
                  </a:lnTo>
                  <a:lnTo>
                    <a:pt x="353393" y="3873635"/>
                  </a:lnTo>
                  <a:lnTo>
                    <a:pt x="313218" y="3899364"/>
                  </a:lnTo>
                  <a:lnTo>
                    <a:pt x="272694" y="3924602"/>
                  </a:lnTo>
                  <a:lnTo>
                    <a:pt x="231826" y="3949344"/>
                  </a:lnTo>
                  <a:lnTo>
                    <a:pt x="190618" y="3973587"/>
                  </a:lnTo>
                  <a:lnTo>
                    <a:pt x="149074" y="3997326"/>
                  </a:lnTo>
                  <a:lnTo>
                    <a:pt x="107199" y="4020556"/>
                  </a:lnTo>
                  <a:lnTo>
                    <a:pt x="64997" y="4043275"/>
                  </a:lnTo>
                  <a:lnTo>
                    <a:pt x="22472" y="4065476"/>
                  </a:lnTo>
                  <a:lnTo>
                    <a:pt x="0" y="4076848"/>
                  </a:lnTo>
                </a:path>
                <a:path w="6967855" h="9271000">
                  <a:moveTo>
                    <a:pt x="0" y="9270789"/>
                  </a:moveTo>
                  <a:lnTo>
                    <a:pt x="73562" y="9255733"/>
                  </a:lnTo>
                  <a:lnTo>
                    <a:pt x="133447" y="9242952"/>
                  </a:lnTo>
                  <a:lnTo>
                    <a:pt x="193179" y="9229760"/>
                  </a:lnTo>
                  <a:lnTo>
                    <a:pt x="252755" y="9216159"/>
                  </a:lnTo>
                  <a:lnTo>
                    <a:pt x="312176" y="9202151"/>
                  </a:lnTo>
                  <a:lnTo>
                    <a:pt x="371439" y="9187736"/>
                  </a:lnTo>
                  <a:lnTo>
                    <a:pt x="430542" y="9172918"/>
                  </a:lnTo>
                  <a:lnTo>
                    <a:pt x="489484" y="9157696"/>
                  </a:lnTo>
                  <a:lnTo>
                    <a:pt x="548264" y="9142073"/>
                  </a:lnTo>
                  <a:lnTo>
                    <a:pt x="606880" y="9126049"/>
                  </a:lnTo>
                  <a:lnTo>
                    <a:pt x="665330" y="9109628"/>
                  </a:lnTo>
                  <a:lnTo>
                    <a:pt x="723613" y="9092810"/>
                  </a:lnTo>
                  <a:lnTo>
                    <a:pt x="781728" y="9075597"/>
                  </a:lnTo>
                  <a:lnTo>
                    <a:pt x="839672" y="9057990"/>
                  </a:lnTo>
                  <a:lnTo>
                    <a:pt x="897445" y="9039991"/>
                  </a:lnTo>
                  <a:lnTo>
                    <a:pt x="955044" y="9021602"/>
                  </a:lnTo>
                  <a:lnTo>
                    <a:pt x="1012468" y="9002823"/>
                  </a:lnTo>
                  <a:lnTo>
                    <a:pt x="1069716" y="8983657"/>
                  </a:lnTo>
                  <a:lnTo>
                    <a:pt x="1126786" y="8964106"/>
                  </a:lnTo>
                  <a:lnTo>
                    <a:pt x="1183676" y="8944170"/>
                  </a:lnTo>
                  <a:lnTo>
                    <a:pt x="1240386" y="8923851"/>
                  </a:lnTo>
                  <a:lnTo>
                    <a:pt x="1296912" y="8903151"/>
                  </a:lnTo>
                  <a:lnTo>
                    <a:pt x="1353255" y="8882071"/>
                  </a:lnTo>
                  <a:lnTo>
                    <a:pt x="1409411" y="8860613"/>
                  </a:lnTo>
                  <a:lnTo>
                    <a:pt x="1465381" y="8838779"/>
                  </a:lnTo>
                  <a:lnTo>
                    <a:pt x="1521162" y="8816570"/>
                  </a:lnTo>
                  <a:lnTo>
                    <a:pt x="1576752" y="8793987"/>
                  </a:lnTo>
                  <a:lnTo>
                    <a:pt x="1632150" y="8771032"/>
                  </a:lnTo>
                  <a:lnTo>
                    <a:pt x="1687355" y="8747707"/>
                  </a:lnTo>
                  <a:lnTo>
                    <a:pt x="1742365" y="8724013"/>
                  </a:lnTo>
                  <a:lnTo>
                    <a:pt x="1797178" y="8699952"/>
                  </a:lnTo>
                  <a:lnTo>
                    <a:pt x="1851793" y="8675525"/>
                  </a:lnTo>
                  <a:lnTo>
                    <a:pt x="1906208" y="8650733"/>
                  </a:lnTo>
                  <a:lnTo>
                    <a:pt x="1960422" y="8625580"/>
                  </a:lnTo>
                  <a:lnTo>
                    <a:pt x="2014434" y="8600065"/>
                  </a:lnTo>
                  <a:lnTo>
                    <a:pt x="2068241" y="8574191"/>
                  </a:lnTo>
                  <a:lnTo>
                    <a:pt x="2121842" y="8547958"/>
                  </a:lnTo>
                  <a:lnTo>
                    <a:pt x="2175235" y="8521370"/>
                  </a:lnTo>
                  <a:lnTo>
                    <a:pt x="2228420" y="8494426"/>
                  </a:lnTo>
                  <a:lnTo>
                    <a:pt x="2281394" y="8467129"/>
                  </a:lnTo>
                  <a:lnTo>
                    <a:pt x="2334156" y="8439480"/>
                  </a:lnTo>
                  <a:lnTo>
                    <a:pt x="2386704" y="8411482"/>
                  </a:lnTo>
                  <a:lnTo>
                    <a:pt x="2439037" y="8383134"/>
                  </a:lnTo>
                  <a:lnTo>
                    <a:pt x="2491154" y="8354439"/>
                  </a:lnTo>
                  <a:lnTo>
                    <a:pt x="2543052" y="8325399"/>
                  </a:lnTo>
                  <a:lnTo>
                    <a:pt x="2594730" y="8296015"/>
                  </a:lnTo>
                  <a:lnTo>
                    <a:pt x="2646187" y="8266288"/>
                  </a:lnTo>
                  <a:lnTo>
                    <a:pt x="2697421" y="8236221"/>
                  </a:lnTo>
                  <a:lnTo>
                    <a:pt x="2748430" y="8205814"/>
                  </a:lnTo>
                  <a:lnTo>
                    <a:pt x="2799214" y="8175069"/>
                  </a:lnTo>
                  <a:lnTo>
                    <a:pt x="2849769" y="8143988"/>
                  </a:lnTo>
                  <a:lnTo>
                    <a:pt x="2900096" y="8112573"/>
                  </a:lnTo>
                  <a:lnTo>
                    <a:pt x="2950192" y="8080824"/>
                  </a:lnTo>
                  <a:lnTo>
                    <a:pt x="3000055" y="8048743"/>
                  </a:lnTo>
                  <a:lnTo>
                    <a:pt x="3049685" y="8016333"/>
                  </a:lnTo>
                  <a:lnTo>
                    <a:pt x="3099079" y="7983594"/>
                  </a:lnTo>
                  <a:lnTo>
                    <a:pt x="3148237" y="7950528"/>
                  </a:lnTo>
                  <a:lnTo>
                    <a:pt x="3197156" y="7917136"/>
                  </a:lnTo>
                  <a:lnTo>
                    <a:pt x="3245835" y="7883421"/>
                  </a:lnTo>
                  <a:lnTo>
                    <a:pt x="3294273" y="7849384"/>
                  </a:lnTo>
                  <a:lnTo>
                    <a:pt x="3342467" y="7815025"/>
                  </a:lnTo>
                  <a:lnTo>
                    <a:pt x="3390417" y="7780348"/>
                  </a:lnTo>
                  <a:lnTo>
                    <a:pt x="3438120" y="7745353"/>
                  </a:lnTo>
                  <a:lnTo>
                    <a:pt x="3485576" y="7710041"/>
                  </a:lnTo>
                  <a:lnTo>
                    <a:pt x="3532782" y="7674416"/>
                  </a:lnTo>
                  <a:lnTo>
                    <a:pt x="3579738" y="7638477"/>
                  </a:lnTo>
                  <a:lnTo>
                    <a:pt x="3626441" y="7602227"/>
                  </a:lnTo>
                  <a:lnTo>
                    <a:pt x="3672890" y="7565667"/>
                  </a:lnTo>
                  <a:lnTo>
                    <a:pt x="3719084" y="7528798"/>
                  </a:lnTo>
                  <a:lnTo>
                    <a:pt x="3765020" y="7491623"/>
                  </a:lnTo>
                  <a:lnTo>
                    <a:pt x="3810698" y="7454142"/>
                  </a:lnTo>
                  <a:lnTo>
                    <a:pt x="3856116" y="7416358"/>
                  </a:lnTo>
                  <a:lnTo>
                    <a:pt x="3901272" y="7378272"/>
                  </a:lnTo>
                  <a:lnTo>
                    <a:pt x="3946165" y="7339885"/>
                  </a:lnTo>
                  <a:lnTo>
                    <a:pt x="3990793" y="7301199"/>
                  </a:lnTo>
                  <a:lnTo>
                    <a:pt x="4035155" y="7262215"/>
                  </a:lnTo>
                  <a:lnTo>
                    <a:pt x="4079248" y="7222936"/>
                  </a:lnTo>
                  <a:lnTo>
                    <a:pt x="4123072" y="7183362"/>
                  </a:lnTo>
                  <a:lnTo>
                    <a:pt x="4166626" y="7143495"/>
                  </a:lnTo>
                  <a:lnTo>
                    <a:pt x="4209906" y="7103337"/>
                  </a:lnTo>
                  <a:lnTo>
                    <a:pt x="4252913" y="7062889"/>
                  </a:lnTo>
                  <a:lnTo>
                    <a:pt x="4295643" y="7022153"/>
                  </a:lnTo>
                  <a:lnTo>
                    <a:pt x="4338097" y="6981131"/>
                  </a:lnTo>
                  <a:lnTo>
                    <a:pt x="4380272" y="6939823"/>
                  </a:lnTo>
                  <a:lnTo>
                    <a:pt x="4422166" y="6898232"/>
                  </a:lnTo>
                  <a:lnTo>
                    <a:pt x="4463779" y="6856359"/>
                  </a:lnTo>
                  <a:lnTo>
                    <a:pt x="4505108" y="6814205"/>
                  </a:lnTo>
                  <a:lnTo>
                    <a:pt x="4546152" y="6771773"/>
                  </a:lnTo>
                  <a:lnTo>
                    <a:pt x="4586909" y="6729063"/>
                  </a:lnTo>
                  <a:lnTo>
                    <a:pt x="4627379" y="6686077"/>
                  </a:lnTo>
                  <a:lnTo>
                    <a:pt x="4667559" y="6642817"/>
                  </a:lnTo>
                  <a:lnTo>
                    <a:pt x="4707448" y="6599285"/>
                  </a:lnTo>
                  <a:lnTo>
                    <a:pt x="4747043" y="6555481"/>
                  </a:lnTo>
                  <a:lnTo>
                    <a:pt x="4786345" y="6511408"/>
                  </a:lnTo>
                  <a:lnTo>
                    <a:pt x="4825351" y="6467066"/>
                  </a:lnTo>
                  <a:lnTo>
                    <a:pt x="4864059" y="6422458"/>
                  </a:lnTo>
                  <a:lnTo>
                    <a:pt x="4902469" y="6377586"/>
                  </a:lnTo>
                  <a:lnTo>
                    <a:pt x="4940578" y="6332450"/>
                  </a:lnTo>
                  <a:lnTo>
                    <a:pt x="4978385" y="6287052"/>
                  </a:lnTo>
                  <a:lnTo>
                    <a:pt x="5015888" y="6241393"/>
                  </a:lnTo>
                  <a:lnTo>
                    <a:pt x="5053086" y="6195476"/>
                  </a:lnTo>
                  <a:lnTo>
                    <a:pt x="5089978" y="6149302"/>
                  </a:lnTo>
                  <a:lnTo>
                    <a:pt x="5126561" y="6102872"/>
                  </a:lnTo>
                  <a:lnTo>
                    <a:pt x="5162835" y="6056188"/>
                  </a:lnTo>
                  <a:lnTo>
                    <a:pt x="5198797" y="6009252"/>
                  </a:lnTo>
                  <a:lnTo>
                    <a:pt x="5234446" y="5962064"/>
                  </a:lnTo>
                  <a:lnTo>
                    <a:pt x="5269781" y="5914628"/>
                  </a:lnTo>
                  <a:lnTo>
                    <a:pt x="5304799" y="5866943"/>
                  </a:lnTo>
                  <a:lnTo>
                    <a:pt x="5339501" y="5819012"/>
                  </a:lnTo>
                  <a:lnTo>
                    <a:pt x="5373883" y="5770836"/>
                  </a:lnTo>
                  <a:lnTo>
                    <a:pt x="5407944" y="5722417"/>
                  </a:lnTo>
                  <a:lnTo>
                    <a:pt x="5441684" y="5673756"/>
                  </a:lnTo>
                  <a:lnTo>
                    <a:pt x="5475099" y="5624855"/>
                  </a:lnTo>
                  <a:lnTo>
                    <a:pt x="5508189" y="5575716"/>
                  </a:lnTo>
                  <a:lnTo>
                    <a:pt x="5540953" y="5526339"/>
                  </a:lnTo>
                  <a:lnTo>
                    <a:pt x="5573388" y="5476727"/>
                  </a:lnTo>
                  <a:lnTo>
                    <a:pt x="5605493" y="5426882"/>
                  </a:lnTo>
                  <a:lnTo>
                    <a:pt x="5637266" y="5376803"/>
                  </a:lnTo>
                  <a:lnTo>
                    <a:pt x="5668707" y="5326494"/>
                  </a:lnTo>
                  <a:lnTo>
                    <a:pt x="5699812" y="5275956"/>
                  </a:lnTo>
                  <a:lnTo>
                    <a:pt x="5730582" y="5225190"/>
                  </a:lnTo>
                  <a:lnTo>
                    <a:pt x="5761014" y="5174198"/>
                  </a:lnTo>
                  <a:lnTo>
                    <a:pt x="5791107" y="5122981"/>
                  </a:lnTo>
                  <a:lnTo>
                    <a:pt x="5820858" y="5071541"/>
                  </a:lnTo>
                  <a:lnTo>
                    <a:pt x="5850268" y="5019879"/>
                  </a:lnTo>
                  <a:lnTo>
                    <a:pt x="5879334" y="4967998"/>
                  </a:lnTo>
                  <a:lnTo>
                    <a:pt x="5908054" y="4915898"/>
                  </a:lnTo>
                  <a:lnTo>
                    <a:pt x="5936427" y="4863581"/>
                  </a:lnTo>
                  <a:lnTo>
                    <a:pt x="5964451" y="4811049"/>
                  </a:lnTo>
                  <a:lnTo>
                    <a:pt x="5992126" y="4758303"/>
                  </a:lnTo>
                  <a:lnTo>
                    <a:pt x="6019449" y="4705345"/>
                  </a:lnTo>
                  <a:lnTo>
                    <a:pt x="6046418" y="4652177"/>
                  </a:lnTo>
                  <a:lnTo>
                    <a:pt x="6073033" y="4598799"/>
                  </a:lnTo>
                  <a:lnTo>
                    <a:pt x="6099291" y="4545213"/>
                  </a:lnTo>
                  <a:lnTo>
                    <a:pt x="6125192" y="4491422"/>
                  </a:lnTo>
                  <a:lnTo>
                    <a:pt x="6150733" y="4437426"/>
                  </a:lnTo>
                  <a:lnTo>
                    <a:pt x="6175913" y="4383227"/>
                  </a:lnTo>
                  <a:lnTo>
                    <a:pt x="6200731" y="4328827"/>
                  </a:lnTo>
                  <a:lnTo>
                    <a:pt x="6225185" y="4274227"/>
                  </a:lnTo>
                  <a:lnTo>
                    <a:pt x="6249272" y="4219429"/>
                  </a:lnTo>
                  <a:lnTo>
                    <a:pt x="6272993" y="4164434"/>
                  </a:lnTo>
                  <a:lnTo>
                    <a:pt x="6296345" y="4109244"/>
                  </a:lnTo>
                  <a:lnTo>
                    <a:pt x="6319327" y="4053860"/>
                  </a:lnTo>
                  <a:lnTo>
                    <a:pt x="6341937" y="3998284"/>
                  </a:lnTo>
                  <a:lnTo>
                    <a:pt x="6364174" y="3942518"/>
                  </a:lnTo>
                  <a:lnTo>
                    <a:pt x="6386035" y="3886563"/>
                  </a:lnTo>
                  <a:lnTo>
                    <a:pt x="6407520" y="3830420"/>
                  </a:lnTo>
                  <a:lnTo>
                    <a:pt x="6428628" y="3774091"/>
                  </a:lnTo>
                  <a:lnTo>
                    <a:pt x="6449355" y="3717579"/>
                  </a:lnTo>
                  <a:lnTo>
                    <a:pt x="6469702" y="3660883"/>
                  </a:lnTo>
                  <a:lnTo>
                    <a:pt x="6489665" y="3604006"/>
                  </a:lnTo>
                  <a:lnTo>
                    <a:pt x="6509245" y="3546950"/>
                  </a:lnTo>
                  <a:lnTo>
                    <a:pt x="6528438" y="3489715"/>
                  </a:lnTo>
                  <a:lnTo>
                    <a:pt x="6547245" y="3432304"/>
                  </a:lnTo>
                  <a:lnTo>
                    <a:pt x="6565662" y="3374718"/>
                  </a:lnTo>
                  <a:lnTo>
                    <a:pt x="6583689" y="3316958"/>
                  </a:lnTo>
                  <a:lnTo>
                    <a:pt x="6601324" y="3259026"/>
                  </a:lnTo>
                  <a:lnTo>
                    <a:pt x="6618566" y="3200925"/>
                  </a:lnTo>
                  <a:lnTo>
                    <a:pt x="6635412" y="3142654"/>
                  </a:lnTo>
                  <a:lnTo>
                    <a:pt x="6651862" y="3084216"/>
                  </a:lnTo>
                  <a:lnTo>
                    <a:pt x="6667914" y="3025612"/>
                  </a:lnTo>
                  <a:lnTo>
                    <a:pt x="6683566" y="2966844"/>
                  </a:lnTo>
                  <a:lnTo>
                    <a:pt x="6698816" y="2907914"/>
                  </a:lnTo>
                  <a:lnTo>
                    <a:pt x="6713664" y="2848823"/>
                  </a:lnTo>
                  <a:lnTo>
                    <a:pt x="6728107" y="2789572"/>
                  </a:lnTo>
                  <a:lnTo>
                    <a:pt x="6742145" y="2730163"/>
                  </a:lnTo>
                  <a:lnTo>
                    <a:pt x="6755775" y="2670597"/>
                  </a:lnTo>
                  <a:lnTo>
                    <a:pt x="6768995" y="2610877"/>
                  </a:lnTo>
                  <a:lnTo>
                    <a:pt x="6781806" y="2551004"/>
                  </a:lnTo>
                  <a:lnTo>
                    <a:pt x="6794204" y="2490978"/>
                  </a:lnTo>
                  <a:lnTo>
                    <a:pt x="6806188" y="2430803"/>
                  </a:lnTo>
                  <a:lnTo>
                    <a:pt x="6817757" y="2370479"/>
                  </a:lnTo>
                  <a:lnTo>
                    <a:pt x="6828910" y="2310008"/>
                  </a:lnTo>
                  <a:lnTo>
                    <a:pt x="6839644" y="2249391"/>
                  </a:lnTo>
                  <a:lnTo>
                    <a:pt x="6849958" y="2188630"/>
                  </a:lnTo>
                  <a:lnTo>
                    <a:pt x="6859850" y="2127727"/>
                  </a:lnTo>
                  <a:lnTo>
                    <a:pt x="6869320" y="2066683"/>
                  </a:lnTo>
                  <a:lnTo>
                    <a:pt x="6878365" y="2005499"/>
                  </a:lnTo>
                  <a:lnTo>
                    <a:pt x="6886984" y="1944178"/>
                  </a:lnTo>
                  <a:lnTo>
                    <a:pt x="6895175" y="1882721"/>
                  </a:lnTo>
                  <a:lnTo>
                    <a:pt x="6902937" y="1821129"/>
                  </a:lnTo>
                  <a:lnTo>
                    <a:pt x="6910269" y="1759403"/>
                  </a:lnTo>
                  <a:lnTo>
                    <a:pt x="6917168" y="1697546"/>
                  </a:lnTo>
                  <a:lnTo>
                    <a:pt x="6923633" y="1635559"/>
                  </a:lnTo>
                  <a:lnTo>
                    <a:pt x="6929663" y="1573444"/>
                  </a:lnTo>
                  <a:lnTo>
                    <a:pt x="6935255" y="1511202"/>
                  </a:lnTo>
                  <a:lnTo>
                    <a:pt x="6940410" y="1448834"/>
                  </a:lnTo>
                  <a:lnTo>
                    <a:pt x="6945124" y="1386342"/>
                  </a:lnTo>
                  <a:lnTo>
                    <a:pt x="6949397" y="1323728"/>
                  </a:lnTo>
                  <a:lnTo>
                    <a:pt x="6953226" y="1260994"/>
                  </a:lnTo>
                  <a:lnTo>
                    <a:pt x="6956611" y="1198140"/>
                  </a:lnTo>
                  <a:lnTo>
                    <a:pt x="6959549" y="1135168"/>
                  </a:lnTo>
                  <a:lnTo>
                    <a:pt x="6962040" y="1072081"/>
                  </a:lnTo>
                  <a:lnTo>
                    <a:pt x="6964081" y="1008879"/>
                  </a:lnTo>
                  <a:lnTo>
                    <a:pt x="6965672" y="945563"/>
                  </a:lnTo>
                  <a:lnTo>
                    <a:pt x="6966809" y="882137"/>
                  </a:lnTo>
                  <a:lnTo>
                    <a:pt x="6967493" y="818600"/>
                  </a:lnTo>
                  <a:lnTo>
                    <a:pt x="6967722" y="754956"/>
                  </a:lnTo>
                </a:path>
              </a:pathLst>
            </a:custGeom>
            <a:ln w="7853">
              <a:solidFill>
                <a:schemeClr val="tx1"/>
              </a:solidFill>
            </a:ln>
          </p:spPr>
          <p:txBody>
            <a:bodyPr wrap="square" lIns="0" tIns="0" rIns="0" bIns="0" rtlCol="0"/>
            <a:lstStyle/>
            <a:p>
              <a:endParaRPr sz="1092"/>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39871" y="989481"/>
            <a:ext cx="10049522" cy="707373"/>
          </a:xfrm>
        </p:spPr>
        <p:txBody>
          <a:bodyPr vert="horz" wrap="square" lIns="91440" tIns="45720" rIns="91440" bIns="45720" rtlCol="0" anchor="b" anchorCtr="0">
            <a:spAutoFit/>
          </a:bodyPr>
          <a:lstStyle>
            <a:lvl1pPr>
              <a:defRPr lang="fr-FR" sz="4400" dirty="0">
                <a:solidFill>
                  <a:schemeClr val="tx1"/>
                </a:solidFill>
              </a:defRPr>
            </a:lvl1pPr>
          </a:lstStyle>
          <a:p>
            <a:pPr marL="0" lvl="0"/>
            <a:r>
              <a:rPr lang="fr-FR"/>
              <a:t>Modifiez le style du titre</a:t>
            </a:r>
          </a:p>
        </p:txBody>
      </p:sp>
      <p:sp>
        <p:nvSpPr>
          <p:cNvPr id="20" name="Espace réservé du texte 19">
            <a:extLst>
              <a:ext uri="{FF2B5EF4-FFF2-40B4-BE49-F238E27FC236}">
                <a16:creationId xmlns:a16="http://schemas.microsoft.com/office/drawing/2014/main" id="{75D968E3-A0F4-D259-3B73-4A4EEE4513DF}"/>
              </a:ext>
            </a:extLst>
          </p:cNvPr>
          <p:cNvSpPr>
            <a:spLocks noGrp="1"/>
          </p:cNvSpPr>
          <p:nvPr>
            <p:ph type="body" sz="quarter" idx="13" hasCustomPrompt="1"/>
          </p:nvPr>
        </p:nvSpPr>
        <p:spPr>
          <a:xfrm>
            <a:off x="1139871" y="3000967"/>
            <a:ext cx="1259250" cy="400110"/>
          </a:xfrm>
          <a:solidFill>
            <a:schemeClr val="bg1"/>
          </a:solidFill>
        </p:spPr>
        <p:txBody>
          <a:bodyPr wrap="square" anchor="b" anchorCtr="0">
            <a:spAutoFit/>
          </a:bodyPr>
          <a:lstStyle>
            <a:lvl1pPr marL="0" indent="0">
              <a:lnSpc>
                <a:spcPct val="100000"/>
              </a:lnSpc>
              <a:buNone/>
              <a:defRPr sz="2000">
                <a:solidFill>
                  <a:schemeClr val="tx2"/>
                </a:solidFill>
                <a:latin typeface="Georgia" panose="02040502050405020303" pitchFamily="18" charset="0"/>
                <a:cs typeface="Poppins Light" panose="00000400000000000000" pitchFamily="2" charset="0"/>
              </a:defRPr>
            </a:lvl1pPr>
          </a:lstStyle>
          <a:p>
            <a:pPr lvl="0"/>
            <a:r>
              <a:rPr lang="fr-FR"/>
              <a:t>Titre</a:t>
            </a:r>
          </a:p>
        </p:txBody>
      </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1139872" y="3674072"/>
            <a:ext cx="3054554" cy="430887"/>
          </a:xfrm>
          <a:solidFill>
            <a:schemeClr val="bg1"/>
          </a:solidFill>
        </p:spPr>
        <p:txBody>
          <a:bodyPr wrap="square">
            <a:spAutoFit/>
          </a:bodyPr>
          <a:lstStyle>
            <a:lvl1pPr marL="0" indent="0">
              <a:lnSpc>
                <a:spcPct val="100000"/>
              </a:lnSpc>
              <a:buNone/>
              <a:defRPr sz="1100">
                <a:solidFill>
                  <a:schemeClr val="tx1"/>
                </a:solidFill>
              </a:defRPr>
            </a:lvl1pPr>
          </a:lstStyle>
          <a:p>
            <a:pPr lvl="0"/>
            <a:r>
              <a:rPr lang="fr-FR"/>
              <a:t>Cliquez pour modifier les styles du texte du masque</a:t>
            </a:r>
          </a:p>
        </p:txBody>
      </p:sp>
      <p:sp>
        <p:nvSpPr>
          <p:cNvPr id="13" name="Espace réservé du texte 19">
            <a:extLst>
              <a:ext uri="{FF2B5EF4-FFF2-40B4-BE49-F238E27FC236}">
                <a16:creationId xmlns:a16="http://schemas.microsoft.com/office/drawing/2014/main" id="{545E041C-73CB-B445-5538-BAA4DA4F80A0}"/>
              </a:ext>
            </a:extLst>
          </p:cNvPr>
          <p:cNvSpPr>
            <a:spLocks noGrp="1"/>
          </p:cNvSpPr>
          <p:nvPr>
            <p:ph type="body" sz="quarter" idx="15" hasCustomPrompt="1"/>
          </p:nvPr>
        </p:nvSpPr>
        <p:spPr>
          <a:xfrm>
            <a:off x="4537479" y="3000967"/>
            <a:ext cx="1259250" cy="400110"/>
          </a:xfrm>
          <a:solidFill>
            <a:schemeClr val="bg1"/>
          </a:solidFill>
        </p:spPr>
        <p:txBody>
          <a:bodyPr wrap="square" anchor="b" anchorCtr="0">
            <a:spAutoFit/>
          </a:bodyPr>
          <a:lstStyle>
            <a:lvl1pPr marL="0" indent="0">
              <a:lnSpc>
                <a:spcPct val="100000"/>
              </a:lnSpc>
              <a:buNone/>
              <a:defRPr sz="2000">
                <a:solidFill>
                  <a:schemeClr val="tx2"/>
                </a:solidFill>
                <a:latin typeface="Georgia" panose="02040502050405020303" pitchFamily="18" charset="0"/>
                <a:cs typeface="Poppins Light" panose="00000400000000000000" pitchFamily="2" charset="0"/>
              </a:defRPr>
            </a:lvl1pPr>
          </a:lstStyle>
          <a:p>
            <a:pPr lvl="0"/>
            <a:r>
              <a:rPr lang="fr-FR"/>
              <a:t>Titre</a:t>
            </a:r>
          </a:p>
        </p:txBody>
      </p:sp>
      <p:sp>
        <p:nvSpPr>
          <p:cNvPr id="15" name="Espace réservé du texte 22">
            <a:extLst>
              <a:ext uri="{FF2B5EF4-FFF2-40B4-BE49-F238E27FC236}">
                <a16:creationId xmlns:a16="http://schemas.microsoft.com/office/drawing/2014/main" id="{4830B66B-C60D-BD31-2D47-BFFB1BB4D5D6}"/>
              </a:ext>
            </a:extLst>
          </p:cNvPr>
          <p:cNvSpPr>
            <a:spLocks noGrp="1"/>
          </p:cNvSpPr>
          <p:nvPr>
            <p:ph type="body" sz="quarter" idx="16"/>
          </p:nvPr>
        </p:nvSpPr>
        <p:spPr>
          <a:xfrm>
            <a:off x="4537480" y="3674072"/>
            <a:ext cx="3054554" cy="430887"/>
          </a:xfrm>
          <a:solidFill>
            <a:schemeClr val="bg1"/>
          </a:solidFill>
        </p:spPr>
        <p:txBody>
          <a:bodyPr wrap="square">
            <a:spAutoFit/>
          </a:bodyPr>
          <a:lstStyle>
            <a:lvl1pPr marL="0" indent="0">
              <a:lnSpc>
                <a:spcPct val="100000"/>
              </a:lnSpc>
              <a:buNone/>
              <a:defRPr sz="1100">
                <a:solidFill>
                  <a:schemeClr val="tx1"/>
                </a:solidFill>
              </a:defRPr>
            </a:lvl1pPr>
          </a:lstStyle>
          <a:p>
            <a:pPr lvl="0"/>
            <a:r>
              <a:rPr lang="fr-FR"/>
              <a:t>Cliquez pour modifier les styles du texte du masque</a:t>
            </a:r>
          </a:p>
        </p:txBody>
      </p:sp>
      <p:sp>
        <p:nvSpPr>
          <p:cNvPr id="16" name="Espace réservé du texte 19">
            <a:extLst>
              <a:ext uri="{FF2B5EF4-FFF2-40B4-BE49-F238E27FC236}">
                <a16:creationId xmlns:a16="http://schemas.microsoft.com/office/drawing/2014/main" id="{8E4F2A72-EA2E-EEC6-5CE9-CA6F76494AC8}"/>
              </a:ext>
            </a:extLst>
          </p:cNvPr>
          <p:cNvSpPr>
            <a:spLocks noGrp="1"/>
          </p:cNvSpPr>
          <p:nvPr>
            <p:ph type="body" sz="quarter" idx="17" hasCustomPrompt="1"/>
          </p:nvPr>
        </p:nvSpPr>
        <p:spPr>
          <a:xfrm>
            <a:off x="7903902" y="3000967"/>
            <a:ext cx="1259250" cy="400110"/>
          </a:xfrm>
          <a:solidFill>
            <a:schemeClr val="bg1"/>
          </a:solidFill>
        </p:spPr>
        <p:txBody>
          <a:bodyPr wrap="square" anchor="b" anchorCtr="0">
            <a:spAutoFit/>
          </a:bodyPr>
          <a:lstStyle>
            <a:lvl1pPr marL="0" indent="0">
              <a:lnSpc>
                <a:spcPct val="100000"/>
              </a:lnSpc>
              <a:buNone/>
              <a:defRPr sz="2000">
                <a:solidFill>
                  <a:schemeClr val="tx2"/>
                </a:solidFill>
                <a:latin typeface="Georgia" panose="02040502050405020303" pitchFamily="18" charset="0"/>
                <a:cs typeface="Poppins Light" panose="00000400000000000000" pitchFamily="2" charset="0"/>
              </a:defRPr>
            </a:lvl1pPr>
          </a:lstStyle>
          <a:p>
            <a:pPr lvl="0"/>
            <a:r>
              <a:rPr lang="fr-FR"/>
              <a:t>Titre</a:t>
            </a:r>
          </a:p>
        </p:txBody>
      </p:sp>
      <p:sp>
        <p:nvSpPr>
          <p:cNvPr id="19" name="Espace réservé du texte 22">
            <a:extLst>
              <a:ext uri="{FF2B5EF4-FFF2-40B4-BE49-F238E27FC236}">
                <a16:creationId xmlns:a16="http://schemas.microsoft.com/office/drawing/2014/main" id="{D8B20B84-4ACB-5BCE-9044-1071389EA78C}"/>
              </a:ext>
            </a:extLst>
          </p:cNvPr>
          <p:cNvSpPr>
            <a:spLocks noGrp="1"/>
          </p:cNvSpPr>
          <p:nvPr>
            <p:ph type="body" sz="quarter" idx="18"/>
          </p:nvPr>
        </p:nvSpPr>
        <p:spPr>
          <a:xfrm>
            <a:off x="7903903" y="3674072"/>
            <a:ext cx="3054554" cy="430887"/>
          </a:xfrm>
          <a:solidFill>
            <a:schemeClr val="bg1"/>
          </a:solidFill>
        </p:spPr>
        <p:txBody>
          <a:bodyPr wrap="square">
            <a:spAutoFit/>
          </a:bodyPr>
          <a:lstStyle>
            <a:lvl1pPr marL="0" indent="0">
              <a:lnSpc>
                <a:spcPct val="100000"/>
              </a:lnSpc>
              <a:buNone/>
              <a:defRPr sz="1100">
                <a:solidFill>
                  <a:schemeClr val="tx1"/>
                </a:solidFill>
              </a:defRPr>
            </a:lvl1pPr>
          </a:lstStyle>
          <a:p>
            <a:pPr lvl="0"/>
            <a:r>
              <a:rPr lang="fr-FR"/>
              <a:t>Cliquez pour modifier les styles du texte du masque</a:t>
            </a:r>
          </a:p>
        </p:txBody>
      </p:sp>
    </p:spTree>
    <p:extLst>
      <p:ext uri="{BB962C8B-B14F-4D97-AF65-F5344CB8AC3E}">
        <p14:creationId xmlns:p14="http://schemas.microsoft.com/office/powerpoint/2010/main" val="2921545570"/>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2_Diapositive de titre">
    <p:bg>
      <p:bgPr>
        <a:solidFill>
          <a:schemeClr val="bg1"/>
        </a:solidFill>
        <a:effectLst/>
      </p:bgPr>
    </p:bg>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E720C2A4-4181-926D-1E3A-D969A1A044E4}"/>
              </a:ext>
            </a:extLst>
          </p:cNvPr>
          <p:cNvGrpSpPr/>
          <p:nvPr/>
        </p:nvGrpSpPr>
        <p:grpSpPr>
          <a:xfrm>
            <a:off x="0" y="1975170"/>
            <a:ext cx="9253751" cy="8353741"/>
            <a:chOff x="0" y="3257201"/>
            <a:chExt cx="15259050" cy="13775938"/>
          </a:xfrm>
        </p:grpSpPr>
        <p:sp>
          <p:nvSpPr>
            <p:cNvPr id="2" name="Forme libre : forme 1">
              <a:extLst>
                <a:ext uri="{FF2B5EF4-FFF2-40B4-BE49-F238E27FC236}">
                  <a16:creationId xmlns:a16="http://schemas.microsoft.com/office/drawing/2014/main" id="{D421022E-C34D-D85C-6D48-06A98AAA9B94}"/>
                </a:ext>
              </a:extLst>
            </p:cNvPr>
            <p:cNvSpPr/>
            <p:nvPr/>
          </p:nvSpPr>
          <p:spPr>
            <a:xfrm>
              <a:off x="682870" y="3257201"/>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tx2"/>
              </a:solidFill>
              <a:prstDash val="solid"/>
              <a:miter/>
            </a:ln>
          </p:spPr>
          <p:txBody>
            <a:bodyPr rtlCol="0" anchor="ctr"/>
            <a:lstStyle/>
            <a:p>
              <a:endParaRPr lang="fr-FR" sz="1092"/>
            </a:p>
          </p:txBody>
        </p:sp>
        <p:sp>
          <p:nvSpPr>
            <p:cNvPr id="30" name="Rectangle 29">
              <a:extLst>
                <a:ext uri="{FF2B5EF4-FFF2-40B4-BE49-F238E27FC236}">
                  <a16:creationId xmlns:a16="http://schemas.microsoft.com/office/drawing/2014/main" id="{676DA40F-3339-5E78-B1E2-0D39C7D964BD}"/>
                </a:ext>
              </a:extLst>
            </p:cNvPr>
            <p:cNvSpPr/>
            <p:nvPr/>
          </p:nvSpPr>
          <p:spPr>
            <a:xfrm>
              <a:off x="0" y="11309350"/>
              <a:ext cx="15259050" cy="572378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42134" y="989481"/>
            <a:ext cx="8736565" cy="702628"/>
          </a:xfrm>
        </p:spPr>
        <p:txBody>
          <a:bodyPr vert="horz" lIns="91440" tIns="45720" rIns="91440" bIns="45720" rtlCol="0" anchor="b" anchorCtr="0">
            <a:spAutoFit/>
          </a:bodyPr>
          <a:lstStyle>
            <a:lvl1pPr>
              <a:defRPr lang="fr-FR" sz="4400" dirty="0">
                <a:solidFill>
                  <a:schemeClr val="tx1"/>
                </a:solidFill>
              </a:defRPr>
            </a:lvl1pPr>
          </a:lstStyle>
          <a:p>
            <a:pPr lvl="0"/>
            <a:r>
              <a:rPr lang="fr-FR"/>
              <a:t>Modifiez le style du titre</a:t>
            </a:r>
          </a:p>
        </p:txBody>
      </p:sp>
      <p:sp>
        <p:nvSpPr>
          <p:cNvPr id="20" name="Espace réservé du texte 19">
            <a:extLst>
              <a:ext uri="{FF2B5EF4-FFF2-40B4-BE49-F238E27FC236}">
                <a16:creationId xmlns:a16="http://schemas.microsoft.com/office/drawing/2014/main" id="{75D968E3-A0F4-D259-3B73-4A4EEE4513DF}"/>
              </a:ext>
            </a:extLst>
          </p:cNvPr>
          <p:cNvSpPr>
            <a:spLocks noGrp="1"/>
          </p:cNvSpPr>
          <p:nvPr>
            <p:ph type="body" sz="quarter" idx="13" hasCustomPrompt="1"/>
          </p:nvPr>
        </p:nvSpPr>
        <p:spPr>
          <a:xfrm>
            <a:off x="1142134" y="1678836"/>
            <a:ext cx="2227417" cy="465640"/>
          </a:xfrm>
          <a:solidFill>
            <a:schemeClr val="bg1"/>
          </a:solidFill>
        </p:spPr>
        <p:txBody>
          <a:bodyPr wrap="square" anchor="b" anchorCtr="0">
            <a:spAutoFit/>
          </a:bodyPr>
          <a:lstStyle>
            <a:lvl1pPr marL="0" indent="0">
              <a:lnSpc>
                <a:spcPct val="100000"/>
              </a:lnSpc>
              <a:buNone/>
              <a:defRPr sz="2400">
                <a:solidFill>
                  <a:schemeClr val="tx2"/>
                </a:solidFill>
                <a:latin typeface="+mn-lt"/>
                <a:cs typeface="Poppins Light" panose="00000400000000000000" pitchFamily="2" charset="0"/>
              </a:defRPr>
            </a:lvl1pPr>
          </a:lstStyle>
          <a:p>
            <a:pPr lvl="0"/>
            <a:r>
              <a:rPr lang="fr-FR"/>
              <a:t>Titre</a:t>
            </a:r>
          </a:p>
        </p:txBody>
      </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3743091" y="2353960"/>
            <a:ext cx="2352910" cy="400815"/>
          </a:xfrm>
          <a:solidFill>
            <a:schemeClr val="bg1"/>
          </a:solidFill>
        </p:spPr>
        <p:txBody>
          <a:bodyPr wrap="square">
            <a:spAutoFit/>
          </a:bodyPr>
          <a:lstStyle>
            <a:lvl1pPr marL="0" indent="0">
              <a:lnSpc>
                <a:spcPts val="1213"/>
              </a:lnSpc>
              <a:spcBef>
                <a:spcPts val="0"/>
              </a:spcBef>
              <a:spcAft>
                <a:spcPts val="364"/>
              </a:spcAft>
              <a:buNone/>
              <a:defRPr sz="12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43" name="Espace réservé pour une image  42">
            <a:extLst>
              <a:ext uri="{FF2B5EF4-FFF2-40B4-BE49-F238E27FC236}">
                <a16:creationId xmlns:a16="http://schemas.microsoft.com/office/drawing/2014/main" id="{9C4CA61E-811E-AA5C-C9D3-4B563737F012}"/>
              </a:ext>
            </a:extLst>
          </p:cNvPr>
          <p:cNvSpPr>
            <a:spLocks noGrp="1"/>
          </p:cNvSpPr>
          <p:nvPr>
            <p:ph type="pic" sz="quarter" idx="15"/>
          </p:nvPr>
        </p:nvSpPr>
        <p:spPr>
          <a:xfrm>
            <a:off x="8032653" y="2379699"/>
            <a:ext cx="1120617" cy="1120538"/>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effectLst>
            <a:outerShdw blurRad="584200" dist="215900" dir="2700000" sx="102000" sy="102000" algn="tl" rotWithShape="0">
              <a:schemeClr val="tx2">
                <a:alpha val="22000"/>
              </a:schemeClr>
            </a:outerShdw>
          </a:effectLst>
        </p:spPr>
        <p:txBody>
          <a:bodyPr wrap="square">
            <a:noAutofit/>
          </a:bodyPr>
          <a:lstStyle/>
          <a:p>
            <a:r>
              <a:rPr lang="fr-FR"/>
              <a:t>Cliquez sur l'icône pour ajouter une image</a:t>
            </a:r>
          </a:p>
        </p:txBody>
      </p:sp>
    </p:spTree>
    <p:extLst>
      <p:ext uri="{BB962C8B-B14F-4D97-AF65-F5344CB8AC3E}">
        <p14:creationId xmlns:p14="http://schemas.microsoft.com/office/powerpoint/2010/main" val="3903731308"/>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3_Diapositive de titre">
    <p:bg>
      <p:bgPr>
        <a:solidFill>
          <a:schemeClr val="bg1"/>
        </a:solidFill>
        <a:effectLst/>
      </p:bgPr>
    </p:bg>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E720C2A4-4181-926D-1E3A-D969A1A044E4}"/>
              </a:ext>
            </a:extLst>
          </p:cNvPr>
          <p:cNvGrpSpPr/>
          <p:nvPr/>
        </p:nvGrpSpPr>
        <p:grpSpPr>
          <a:xfrm>
            <a:off x="6096000" y="-3157286"/>
            <a:ext cx="10452531" cy="10015286"/>
            <a:chOff x="28727400" y="4676600"/>
            <a:chExt cx="17235788" cy="16515949"/>
          </a:xfrm>
        </p:grpSpPr>
        <p:sp>
          <p:nvSpPr>
            <p:cNvPr id="2" name="Forme libre : forme 1">
              <a:extLst>
                <a:ext uri="{FF2B5EF4-FFF2-40B4-BE49-F238E27FC236}">
                  <a16:creationId xmlns:a16="http://schemas.microsoft.com/office/drawing/2014/main" id="{D421022E-C34D-D85C-6D48-06A98AAA9B94}"/>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tx1"/>
              </a:solidFill>
              <a:prstDash val="solid"/>
              <a:miter/>
            </a:ln>
          </p:spPr>
          <p:txBody>
            <a:bodyPr rtlCol="0" anchor="ctr"/>
            <a:lstStyle/>
            <a:p>
              <a:endParaRPr lang="fr-FR" sz="1092"/>
            </a:p>
          </p:txBody>
        </p:sp>
        <p:sp>
          <p:nvSpPr>
            <p:cNvPr id="30" name="Rectangle 29">
              <a:extLst>
                <a:ext uri="{FF2B5EF4-FFF2-40B4-BE49-F238E27FC236}">
                  <a16:creationId xmlns:a16="http://schemas.microsoft.com/office/drawing/2014/main" id="{676DA40F-3339-5E78-B1E2-0D39C7D964BD}"/>
                </a:ext>
              </a:extLst>
            </p:cNvPr>
            <p:cNvSpPr/>
            <p:nvPr/>
          </p:nvSpPr>
          <p:spPr>
            <a:xfrm>
              <a:off x="38772300" y="9858200"/>
              <a:ext cx="7190888" cy="1133434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12" name="Rectangle 11">
              <a:extLst>
                <a:ext uri="{FF2B5EF4-FFF2-40B4-BE49-F238E27FC236}">
                  <a16:creationId xmlns:a16="http://schemas.microsoft.com/office/drawing/2014/main" id="{53BB10B1-7EA1-A417-CCEC-BE7AF49B6089}"/>
                </a:ext>
              </a:extLst>
            </p:cNvPr>
            <p:cNvSpPr/>
            <p:nvPr/>
          </p:nvSpPr>
          <p:spPr>
            <a:xfrm>
              <a:off x="28727400" y="4676600"/>
              <a:ext cx="17235788" cy="520659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5" name="Espace réservé pour une image  14">
            <a:extLst>
              <a:ext uri="{FF2B5EF4-FFF2-40B4-BE49-F238E27FC236}">
                <a16:creationId xmlns:a16="http://schemas.microsoft.com/office/drawing/2014/main" id="{813D8739-85F3-112A-7C9B-9EFE25148EBC}"/>
              </a:ext>
            </a:extLst>
          </p:cNvPr>
          <p:cNvSpPr>
            <a:spLocks noGrp="1"/>
          </p:cNvSpPr>
          <p:nvPr>
            <p:ph type="pic" sz="quarter" idx="13"/>
          </p:nvPr>
        </p:nvSpPr>
        <p:spPr>
          <a:xfrm>
            <a:off x="0" y="0"/>
            <a:ext cx="5444821" cy="6856075"/>
          </a:xfrm>
          <a:solidFill>
            <a:srgbClr val="E5E8EE"/>
          </a:solidFill>
        </p:spPr>
        <p:txBody>
          <a:bodyPr/>
          <a:lstStyle/>
          <a:p>
            <a:r>
              <a:rPr lang="fr-FR"/>
              <a:t>Cliquez sur l'icône pour ajouter une image</a:t>
            </a:r>
          </a:p>
        </p:txBody>
      </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6231172" y="989481"/>
            <a:ext cx="4809404" cy="1349087"/>
          </a:xfrm>
        </p:spPr>
        <p:txBody>
          <a:bodyPr vert="horz" wrap="square" lIns="91440" tIns="45720" rIns="91440" bIns="45720" rtlCol="0" anchor="t" anchorCtr="0">
            <a:spAutoFit/>
          </a:bodyPr>
          <a:lstStyle>
            <a:lvl1pPr>
              <a:defRPr lang="fr-FR" sz="4400" dirty="0"/>
            </a:lvl1pPr>
          </a:lstStyle>
          <a:p>
            <a:pPr lvl="0">
              <a:lnSpc>
                <a:spcPts val="4851"/>
              </a:lnSpc>
            </a:pPr>
            <a:r>
              <a:rPr lang="fr-FR"/>
              <a:t>Modifiez le style du titre</a:t>
            </a:r>
          </a:p>
        </p:txBody>
      </p:sp>
      <p:sp>
        <p:nvSpPr>
          <p:cNvPr id="24" name="Espace réservé du texte 19">
            <a:extLst>
              <a:ext uri="{FF2B5EF4-FFF2-40B4-BE49-F238E27FC236}">
                <a16:creationId xmlns:a16="http://schemas.microsoft.com/office/drawing/2014/main" id="{051B994E-91EE-861A-7ED0-3A239B835225}"/>
              </a:ext>
            </a:extLst>
          </p:cNvPr>
          <p:cNvSpPr>
            <a:spLocks noGrp="1"/>
          </p:cNvSpPr>
          <p:nvPr>
            <p:ph type="body" sz="quarter" idx="14"/>
          </p:nvPr>
        </p:nvSpPr>
        <p:spPr>
          <a:xfrm>
            <a:off x="6231172" y="2817281"/>
            <a:ext cx="3700340" cy="540148"/>
          </a:xfrm>
          <a:solidFill>
            <a:schemeClr val="bg1"/>
          </a:solidFill>
        </p:spPr>
        <p:txBody>
          <a:bodyPr wrap="square">
            <a:spAutoFit/>
          </a:bodyPr>
          <a:lstStyle>
            <a:lvl1pPr marL="0" indent="0">
              <a:lnSpc>
                <a:spcPct val="100000"/>
              </a:lnSpc>
              <a:buNone/>
              <a:defRPr sz="1400">
                <a:latin typeface="+mj-lt"/>
                <a:cs typeface="Poppins Light" panose="00000400000000000000" pitchFamily="2" charset="0"/>
              </a:defRPr>
            </a:lvl1pPr>
          </a:lstStyle>
          <a:p>
            <a:pPr lvl="0"/>
            <a:r>
              <a:rPr lang="fr-FR"/>
              <a:t>Cliquez pour modifier les styles du texte du masque</a:t>
            </a:r>
          </a:p>
        </p:txBody>
      </p:sp>
    </p:spTree>
    <p:extLst>
      <p:ext uri="{BB962C8B-B14F-4D97-AF65-F5344CB8AC3E}">
        <p14:creationId xmlns:p14="http://schemas.microsoft.com/office/powerpoint/2010/main" val="3366794997"/>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4_Diapositive de titre">
    <p:bg>
      <p:bgPr>
        <a:solidFill>
          <a:schemeClr val="bg1"/>
        </a:solidFill>
        <a:effectLst/>
      </p:bgPr>
    </p:bg>
    <p:spTree>
      <p:nvGrpSpPr>
        <p:cNvPr id="1" name=""/>
        <p:cNvGrpSpPr/>
        <p:nvPr/>
      </p:nvGrpSpPr>
      <p:grpSpPr>
        <a:xfrm>
          <a:off x="0" y="0"/>
          <a:ext cx="0" cy="0"/>
          <a:chOff x="0" y="0"/>
          <a:chExt cx="0" cy="0"/>
        </a:xfrm>
      </p:grpSpPr>
      <p:grpSp>
        <p:nvGrpSpPr>
          <p:cNvPr id="21" name="Groupe 20">
            <a:extLst>
              <a:ext uri="{FF2B5EF4-FFF2-40B4-BE49-F238E27FC236}">
                <a16:creationId xmlns:a16="http://schemas.microsoft.com/office/drawing/2014/main" id="{E81ECE3B-9E54-C181-75AF-CF8C797D148C}"/>
              </a:ext>
            </a:extLst>
          </p:cNvPr>
          <p:cNvGrpSpPr/>
          <p:nvPr/>
        </p:nvGrpSpPr>
        <p:grpSpPr>
          <a:xfrm>
            <a:off x="0" y="0"/>
            <a:ext cx="4225610" cy="5621943"/>
            <a:chOff x="0" y="0"/>
            <a:chExt cx="6967855" cy="9271000"/>
          </a:xfrm>
        </p:grpSpPr>
        <p:sp>
          <p:nvSpPr>
            <p:cNvPr id="22" name="object 4">
              <a:extLst>
                <a:ext uri="{FF2B5EF4-FFF2-40B4-BE49-F238E27FC236}">
                  <a16:creationId xmlns:a16="http://schemas.microsoft.com/office/drawing/2014/main" id="{6AE8715A-210B-CCAB-7EBB-575C18CA6932}"/>
                </a:ext>
              </a:extLst>
            </p:cNvPr>
            <p:cNvSpPr/>
            <p:nvPr/>
          </p:nvSpPr>
          <p:spPr>
            <a:xfrm>
              <a:off x="6935362" y="0"/>
              <a:ext cx="32384" cy="755015"/>
            </a:xfrm>
            <a:custGeom>
              <a:avLst/>
              <a:gdLst/>
              <a:ahLst/>
              <a:cxnLst/>
              <a:rect l="l" t="t" r="r" b="b"/>
              <a:pathLst>
                <a:path w="32384" h="755015">
                  <a:moveTo>
                    <a:pt x="32359" y="754956"/>
                  </a:moveTo>
                  <a:lnTo>
                    <a:pt x="32131" y="691311"/>
                  </a:lnTo>
                  <a:lnTo>
                    <a:pt x="31447" y="627775"/>
                  </a:lnTo>
                  <a:lnTo>
                    <a:pt x="30309" y="564348"/>
                  </a:lnTo>
                  <a:lnTo>
                    <a:pt x="28719" y="501033"/>
                  </a:lnTo>
                  <a:lnTo>
                    <a:pt x="26677" y="437831"/>
                  </a:lnTo>
                  <a:lnTo>
                    <a:pt x="24187" y="374743"/>
                  </a:lnTo>
                  <a:lnTo>
                    <a:pt x="21248" y="311772"/>
                  </a:lnTo>
                  <a:lnTo>
                    <a:pt x="17863" y="248918"/>
                  </a:lnTo>
                  <a:lnTo>
                    <a:pt x="14034" y="186183"/>
                  </a:lnTo>
                  <a:lnTo>
                    <a:pt x="9761" y="123569"/>
                  </a:lnTo>
                  <a:lnTo>
                    <a:pt x="5047" y="61078"/>
                  </a:lnTo>
                  <a:lnTo>
                    <a:pt x="0" y="0"/>
                  </a:lnTo>
                </a:path>
              </a:pathLst>
            </a:custGeom>
            <a:ln w="7853">
              <a:solidFill>
                <a:schemeClr val="tx1"/>
              </a:solidFill>
            </a:ln>
          </p:spPr>
          <p:txBody>
            <a:bodyPr wrap="square" lIns="0" tIns="0" rIns="0" bIns="0" rtlCol="0"/>
            <a:lstStyle/>
            <a:p>
              <a:endParaRPr sz="1092"/>
            </a:p>
          </p:txBody>
        </p:sp>
        <p:sp>
          <p:nvSpPr>
            <p:cNvPr id="23" name="object 6">
              <a:extLst>
                <a:ext uri="{FF2B5EF4-FFF2-40B4-BE49-F238E27FC236}">
                  <a16:creationId xmlns:a16="http://schemas.microsoft.com/office/drawing/2014/main" id="{9E9DA9A6-0C47-CAA0-143E-D435DB308FF2}"/>
                </a:ext>
              </a:extLst>
            </p:cNvPr>
            <p:cNvSpPr/>
            <p:nvPr/>
          </p:nvSpPr>
          <p:spPr>
            <a:xfrm>
              <a:off x="0" y="0"/>
              <a:ext cx="6967855" cy="9271000"/>
            </a:xfrm>
            <a:custGeom>
              <a:avLst/>
              <a:gdLst/>
              <a:ahLst/>
              <a:cxnLst/>
              <a:rect l="l" t="t" r="r" b="b"/>
              <a:pathLst>
                <a:path w="6967855" h="9271000">
                  <a:moveTo>
                    <a:pt x="1980420" y="0"/>
                  </a:moveTo>
                  <a:lnTo>
                    <a:pt x="1992645" y="61005"/>
                  </a:lnTo>
                  <a:lnTo>
                    <a:pt x="2001511" y="109294"/>
                  </a:lnTo>
                  <a:lnTo>
                    <a:pt x="2009748" y="157796"/>
                  </a:lnTo>
                  <a:lnTo>
                    <a:pt x="2017350" y="206508"/>
                  </a:lnTo>
                  <a:lnTo>
                    <a:pt x="2024314" y="255426"/>
                  </a:lnTo>
                  <a:lnTo>
                    <a:pt x="2030636" y="304545"/>
                  </a:lnTo>
                  <a:lnTo>
                    <a:pt x="2036310" y="353860"/>
                  </a:lnTo>
                  <a:lnTo>
                    <a:pt x="2041333" y="403368"/>
                  </a:lnTo>
                  <a:lnTo>
                    <a:pt x="2045700" y="453064"/>
                  </a:lnTo>
                  <a:lnTo>
                    <a:pt x="2049408" y="502944"/>
                  </a:lnTo>
                  <a:lnTo>
                    <a:pt x="2052450" y="553004"/>
                  </a:lnTo>
                  <a:lnTo>
                    <a:pt x="2054825" y="603240"/>
                  </a:lnTo>
                  <a:lnTo>
                    <a:pt x="2056526" y="653646"/>
                  </a:lnTo>
                  <a:lnTo>
                    <a:pt x="2057550" y="704220"/>
                  </a:lnTo>
                  <a:lnTo>
                    <a:pt x="2057892" y="754956"/>
                  </a:lnTo>
                  <a:lnTo>
                    <a:pt x="2057550" y="805692"/>
                  </a:lnTo>
                  <a:lnTo>
                    <a:pt x="2056526" y="856265"/>
                  </a:lnTo>
                  <a:lnTo>
                    <a:pt x="2054825" y="906672"/>
                  </a:lnTo>
                  <a:lnTo>
                    <a:pt x="2052450" y="956907"/>
                  </a:lnTo>
                  <a:lnTo>
                    <a:pt x="2049408" y="1006967"/>
                  </a:lnTo>
                  <a:lnTo>
                    <a:pt x="2045700" y="1056847"/>
                  </a:lnTo>
                  <a:lnTo>
                    <a:pt x="2041333" y="1106543"/>
                  </a:lnTo>
                  <a:lnTo>
                    <a:pt x="2036310" y="1156051"/>
                  </a:lnTo>
                  <a:lnTo>
                    <a:pt x="2030636" y="1205367"/>
                  </a:lnTo>
                  <a:lnTo>
                    <a:pt x="2024314" y="1254485"/>
                  </a:lnTo>
                  <a:lnTo>
                    <a:pt x="2017350" y="1303403"/>
                  </a:lnTo>
                  <a:lnTo>
                    <a:pt x="2009748" y="1352115"/>
                  </a:lnTo>
                  <a:lnTo>
                    <a:pt x="2001511" y="1400618"/>
                  </a:lnTo>
                  <a:lnTo>
                    <a:pt x="1992645" y="1448907"/>
                  </a:lnTo>
                  <a:lnTo>
                    <a:pt x="1983153" y="1496977"/>
                  </a:lnTo>
                  <a:lnTo>
                    <a:pt x="1973040" y="1544826"/>
                  </a:lnTo>
                  <a:lnTo>
                    <a:pt x="1962311" y="1592447"/>
                  </a:lnTo>
                  <a:lnTo>
                    <a:pt x="1950969" y="1639838"/>
                  </a:lnTo>
                  <a:lnTo>
                    <a:pt x="1939019" y="1686994"/>
                  </a:lnTo>
                  <a:lnTo>
                    <a:pt x="1926465" y="1733910"/>
                  </a:lnTo>
                  <a:lnTo>
                    <a:pt x="1913311" y="1780582"/>
                  </a:lnTo>
                  <a:lnTo>
                    <a:pt x="1899563" y="1827007"/>
                  </a:lnTo>
                  <a:lnTo>
                    <a:pt x="1885223" y="1873179"/>
                  </a:lnTo>
                  <a:lnTo>
                    <a:pt x="1870297" y="1919094"/>
                  </a:lnTo>
                  <a:lnTo>
                    <a:pt x="1854789" y="1964749"/>
                  </a:lnTo>
                  <a:lnTo>
                    <a:pt x="1838703" y="2010139"/>
                  </a:lnTo>
                  <a:lnTo>
                    <a:pt x="1822044" y="2055260"/>
                  </a:lnTo>
                  <a:lnTo>
                    <a:pt x="1804815" y="2100106"/>
                  </a:lnTo>
                  <a:lnTo>
                    <a:pt x="1787021" y="2144676"/>
                  </a:lnTo>
                  <a:lnTo>
                    <a:pt x="1768667" y="2188963"/>
                  </a:lnTo>
                  <a:lnTo>
                    <a:pt x="1749757" y="2232963"/>
                  </a:lnTo>
                  <a:lnTo>
                    <a:pt x="1730295" y="2276673"/>
                  </a:lnTo>
                  <a:lnTo>
                    <a:pt x="1710285" y="2320088"/>
                  </a:lnTo>
                  <a:lnTo>
                    <a:pt x="1689732" y="2363204"/>
                  </a:lnTo>
                  <a:lnTo>
                    <a:pt x="1668640" y="2406017"/>
                  </a:lnTo>
                  <a:lnTo>
                    <a:pt x="1647013" y="2448521"/>
                  </a:lnTo>
                  <a:lnTo>
                    <a:pt x="1624856" y="2490714"/>
                  </a:lnTo>
                  <a:lnTo>
                    <a:pt x="1602173" y="2532591"/>
                  </a:lnTo>
                  <a:lnTo>
                    <a:pt x="1578969" y="2574147"/>
                  </a:lnTo>
                  <a:lnTo>
                    <a:pt x="1555247" y="2615378"/>
                  </a:lnTo>
                  <a:lnTo>
                    <a:pt x="1531012" y="2656280"/>
                  </a:lnTo>
                  <a:lnTo>
                    <a:pt x="1506269" y="2696849"/>
                  </a:lnTo>
                  <a:lnTo>
                    <a:pt x="1481021" y="2737081"/>
                  </a:lnTo>
                  <a:lnTo>
                    <a:pt x="1455273" y="2776970"/>
                  </a:lnTo>
                  <a:lnTo>
                    <a:pt x="1429029" y="2816514"/>
                  </a:lnTo>
                  <a:lnTo>
                    <a:pt x="1402295" y="2855707"/>
                  </a:lnTo>
                  <a:lnTo>
                    <a:pt x="1375073" y="2894545"/>
                  </a:lnTo>
                  <a:lnTo>
                    <a:pt x="1347368" y="2933025"/>
                  </a:lnTo>
                  <a:lnTo>
                    <a:pt x="1319185" y="2971141"/>
                  </a:lnTo>
                  <a:lnTo>
                    <a:pt x="1290528" y="3008890"/>
                  </a:lnTo>
                  <a:lnTo>
                    <a:pt x="1261401" y="3046267"/>
                  </a:lnTo>
                  <a:lnTo>
                    <a:pt x="1231809" y="3083268"/>
                  </a:lnTo>
                  <a:lnTo>
                    <a:pt x="1201756" y="3119890"/>
                  </a:lnTo>
                  <a:lnTo>
                    <a:pt x="1171246" y="3156126"/>
                  </a:lnTo>
                  <a:lnTo>
                    <a:pt x="1140283" y="3191974"/>
                  </a:lnTo>
                  <a:lnTo>
                    <a:pt x="1108872" y="3227429"/>
                  </a:lnTo>
                  <a:lnTo>
                    <a:pt x="1077018" y="3262486"/>
                  </a:lnTo>
                  <a:lnTo>
                    <a:pt x="1044724" y="3297142"/>
                  </a:lnTo>
                  <a:lnTo>
                    <a:pt x="1011995" y="3331392"/>
                  </a:lnTo>
                  <a:lnTo>
                    <a:pt x="978835" y="3365232"/>
                  </a:lnTo>
                  <a:lnTo>
                    <a:pt x="945249" y="3398658"/>
                  </a:lnTo>
                  <a:lnTo>
                    <a:pt x="911240" y="3431665"/>
                  </a:lnTo>
                  <a:lnTo>
                    <a:pt x="876814" y="3464249"/>
                  </a:lnTo>
                  <a:lnTo>
                    <a:pt x="841974" y="3496406"/>
                  </a:lnTo>
                  <a:lnTo>
                    <a:pt x="806725" y="3528132"/>
                  </a:lnTo>
                  <a:lnTo>
                    <a:pt x="771071" y="3559422"/>
                  </a:lnTo>
                  <a:lnTo>
                    <a:pt x="735017" y="3590272"/>
                  </a:lnTo>
                  <a:lnTo>
                    <a:pt x="698566" y="3620677"/>
                  </a:lnTo>
                  <a:lnTo>
                    <a:pt x="661723" y="3650635"/>
                  </a:lnTo>
                  <a:lnTo>
                    <a:pt x="624493" y="3680139"/>
                  </a:lnTo>
                  <a:lnTo>
                    <a:pt x="586880" y="3709187"/>
                  </a:lnTo>
                  <a:lnTo>
                    <a:pt x="548887" y="3737773"/>
                  </a:lnTo>
                  <a:lnTo>
                    <a:pt x="510520" y="3765894"/>
                  </a:lnTo>
                  <a:lnTo>
                    <a:pt x="471783" y="3793544"/>
                  </a:lnTo>
                  <a:lnTo>
                    <a:pt x="432680" y="3820721"/>
                  </a:lnTo>
                  <a:lnTo>
                    <a:pt x="393215" y="3847420"/>
                  </a:lnTo>
                  <a:lnTo>
                    <a:pt x="353393" y="3873635"/>
                  </a:lnTo>
                  <a:lnTo>
                    <a:pt x="313218" y="3899364"/>
                  </a:lnTo>
                  <a:lnTo>
                    <a:pt x="272694" y="3924602"/>
                  </a:lnTo>
                  <a:lnTo>
                    <a:pt x="231826" y="3949344"/>
                  </a:lnTo>
                  <a:lnTo>
                    <a:pt x="190618" y="3973587"/>
                  </a:lnTo>
                  <a:lnTo>
                    <a:pt x="149074" y="3997326"/>
                  </a:lnTo>
                  <a:lnTo>
                    <a:pt x="107199" y="4020556"/>
                  </a:lnTo>
                  <a:lnTo>
                    <a:pt x="64997" y="4043275"/>
                  </a:lnTo>
                  <a:lnTo>
                    <a:pt x="22472" y="4065476"/>
                  </a:lnTo>
                  <a:lnTo>
                    <a:pt x="0" y="4076848"/>
                  </a:lnTo>
                </a:path>
                <a:path w="6967855" h="9271000">
                  <a:moveTo>
                    <a:pt x="0" y="9270789"/>
                  </a:moveTo>
                  <a:lnTo>
                    <a:pt x="73562" y="9255733"/>
                  </a:lnTo>
                  <a:lnTo>
                    <a:pt x="133447" y="9242952"/>
                  </a:lnTo>
                  <a:lnTo>
                    <a:pt x="193179" y="9229760"/>
                  </a:lnTo>
                  <a:lnTo>
                    <a:pt x="252755" y="9216159"/>
                  </a:lnTo>
                  <a:lnTo>
                    <a:pt x="312176" y="9202151"/>
                  </a:lnTo>
                  <a:lnTo>
                    <a:pt x="371439" y="9187736"/>
                  </a:lnTo>
                  <a:lnTo>
                    <a:pt x="430542" y="9172918"/>
                  </a:lnTo>
                  <a:lnTo>
                    <a:pt x="489484" y="9157696"/>
                  </a:lnTo>
                  <a:lnTo>
                    <a:pt x="548264" y="9142073"/>
                  </a:lnTo>
                  <a:lnTo>
                    <a:pt x="606880" y="9126049"/>
                  </a:lnTo>
                  <a:lnTo>
                    <a:pt x="665330" y="9109628"/>
                  </a:lnTo>
                  <a:lnTo>
                    <a:pt x="723613" y="9092810"/>
                  </a:lnTo>
                  <a:lnTo>
                    <a:pt x="781728" y="9075597"/>
                  </a:lnTo>
                  <a:lnTo>
                    <a:pt x="839672" y="9057990"/>
                  </a:lnTo>
                  <a:lnTo>
                    <a:pt x="897445" y="9039991"/>
                  </a:lnTo>
                  <a:lnTo>
                    <a:pt x="955044" y="9021602"/>
                  </a:lnTo>
                  <a:lnTo>
                    <a:pt x="1012468" y="9002823"/>
                  </a:lnTo>
                  <a:lnTo>
                    <a:pt x="1069716" y="8983657"/>
                  </a:lnTo>
                  <a:lnTo>
                    <a:pt x="1126786" y="8964106"/>
                  </a:lnTo>
                  <a:lnTo>
                    <a:pt x="1183676" y="8944170"/>
                  </a:lnTo>
                  <a:lnTo>
                    <a:pt x="1240386" y="8923851"/>
                  </a:lnTo>
                  <a:lnTo>
                    <a:pt x="1296912" y="8903151"/>
                  </a:lnTo>
                  <a:lnTo>
                    <a:pt x="1353255" y="8882071"/>
                  </a:lnTo>
                  <a:lnTo>
                    <a:pt x="1409411" y="8860613"/>
                  </a:lnTo>
                  <a:lnTo>
                    <a:pt x="1465381" y="8838779"/>
                  </a:lnTo>
                  <a:lnTo>
                    <a:pt x="1521162" y="8816570"/>
                  </a:lnTo>
                  <a:lnTo>
                    <a:pt x="1576752" y="8793987"/>
                  </a:lnTo>
                  <a:lnTo>
                    <a:pt x="1632150" y="8771032"/>
                  </a:lnTo>
                  <a:lnTo>
                    <a:pt x="1687355" y="8747707"/>
                  </a:lnTo>
                  <a:lnTo>
                    <a:pt x="1742365" y="8724013"/>
                  </a:lnTo>
                  <a:lnTo>
                    <a:pt x="1797178" y="8699952"/>
                  </a:lnTo>
                  <a:lnTo>
                    <a:pt x="1851793" y="8675525"/>
                  </a:lnTo>
                  <a:lnTo>
                    <a:pt x="1906208" y="8650733"/>
                  </a:lnTo>
                  <a:lnTo>
                    <a:pt x="1960422" y="8625580"/>
                  </a:lnTo>
                  <a:lnTo>
                    <a:pt x="2014434" y="8600065"/>
                  </a:lnTo>
                  <a:lnTo>
                    <a:pt x="2068241" y="8574191"/>
                  </a:lnTo>
                  <a:lnTo>
                    <a:pt x="2121842" y="8547958"/>
                  </a:lnTo>
                  <a:lnTo>
                    <a:pt x="2175235" y="8521370"/>
                  </a:lnTo>
                  <a:lnTo>
                    <a:pt x="2228420" y="8494426"/>
                  </a:lnTo>
                  <a:lnTo>
                    <a:pt x="2281394" y="8467129"/>
                  </a:lnTo>
                  <a:lnTo>
                    <a:pt x="2334156" y="8439480"/>
                  </a:lnTo>
                  <a:lnTo>
                    <a:pt x="2386704" y="8411482"/>
                  </a:lnTo>
                  <a:lnTo>
                    <a:pt x="2439037" y="8383134"/>
                  </a:lnTo>
                  <a:lnTo>
                    <a:pt x="2491154" y="8354439"/>
                  </a:lnTo>
                  <a:lnTo>
                    <a:pt x="2543052" y="8325399"/>
                  </a:lnTo>
                  <a:lnTo>
                    <a:pt x="2594730" y="8296015"/>
                  </a:lnTo>
                  <a:lnTo>
                    <a:pt x="2646187" y="8266288"/>
                  </a:lnTo>
                  <a:lnTo>
                    <a:pt x="2697421" y="8236221"/>
                  </a:lnTo>
                  <a:lnTo>
                    <a:pt x="2748430" y="8205814"/>
                  </a:lnTo>
                  <a:lnTo>
                    <a:pt x="2799214" y="8175069"/>
                  </a:lnTo>
                  <a:lnTo>
                    <a:pt x="2849769" y="8143988"/>
                  </a:lnTo>
                  <a:lnTo>
                    <a:pt x="2900096" y="8112573"/>
                  </a:lnTo>
                  <a:lnTo>
                    <a:pt x="2950192" y="8080824"/>
                  </a:lnTo>
                  <a:lnTo>
                    <a:pt x="3000055" y="8048743"/>
                  </a:lnTo>
                  <a:lnTo>
                    <a:pt x="3049685" y="8016333"/>
                  </a:lnTo>
                  <a:lnTo>
                    <a:pt x="3099079" y="7983594"/>
                  </a:lnTo>
                  <a:lnTo>
                    <a:pt x="3148237" y="7950528"/>
                  </a:lnTo>
                  <a:lnTo>
                    <a:pt x="3197156" y="7917136"/>
                  </a:lnTo>
                  <a:lnTo>
                    <a:pt x="3245835" y="7883421"/>
                  </a:lnTo>
                  <a:lnTo>
                    <a:pt x="3294273" y="7849384"/>
                  </a:lnTo>
                  <a:lnTo>
                    <a:pt x="3342467" y="7815025"/>
                  </a:lnTo>
                  <a:lnTo>
                    <a:pt x="3390417" y="7780348"/>
                  </a:lnTo>
                  <a:lnTo>
                    <a:pt x="3438120" y="7745353"/>
                  </a:lnTo>
                  <a:lnTo>
                    <a:pt x="3485576" y="7710041"/>
                  </a:lnTo>
                  <a:lnTo>
                    <a:pt x="3532782" y="7674416"/>
                  </a:lnTo>
                  <a:lnTo>
                    <a:pt x="3579738" y="7638477"/>
                  </a:lnTo>
                  <a:lnTo>
                    <a:pt x="3626441" y="7602227"/>
                  </a:lnTo>
                  <a:lnTo>
                    <a:pt x="3672890" y="7565667"/>
                  </a:lnTo>
                  <a:lnTo>
                    <a:pt x="3719084" y="7528798"/>
                  </a:lnTo>
                  <a:lnTo>
                    <a:pt x="3765020" y="7491623"/>
                  </a:lnTo>
                  <a:lnTo>
                    <a:pt x="3810698" y="7454142"/>
                  </a:lnTo>
                  <a:lnTo>
                    <a:pt x="3856116" y="7416358"/>
                  </a:lnTo>
                  <a:lnTo>
                    <a:pt x="3901272" y="7378272"/>
                  </a:lnTo>
                  <a:lnTo>
                    <a:pt x="3946165" y="7339885"/>
                  </a:lnTo>
                  <a:lnTo>
                    <a:pt x="3990793" y="7301199"/>
                  </a:lnTo>
                  <a:lnTo>
                    <a:pt x="4035155" y="7262215"/>
                  </a:lnTo>
                  <a:lnTo>
                    <a:pt x="4079248" y="7222936"/>
                  </a:lnTo>
                  <a:lnTo>
                    <a:pt x="4123072" y="7183362"/>
                  </a:lnTo>
                  <a:lnTo>
                    <a:pt x="4166626" y="7143495"/>
                  </a:lnTo>
                  <a:lnTo>
                    <a:pt x="4209906" y="7103337"/>
                  </a:lnTo>
                  <a:lnTo>
                    <a:pt x="4252913" y="7062889"/>
                  </a:lnTo>
                  <a:lnTo>
                    <a:pt x="4295643" y="7022153"/>
                  </a:lnTo>
                  <a:lnTo>
                    <a:pt x="4338097" y="6981131"/>
                  </a:lnTo>
                  <a:lnTo>
                    <a:pt x="4380272" y="6939823"/>
                  </a:lnTo>
                  <a:lnTo>
                    <a:pt x="4422166" y="6898232"/>
                  </a:lnTo>
                  <a:lnTo>
                    <a:pt x="4463779" y="6856359"/>
                  </a:lnTo>
                  <a:lnTo>
                    <a:pt x="4505108" y="6814205"/>
                  </a:lnTo>
                  <a:lnTo>
                    <a:pt x="4546152" y="6771773"/>
                  </a:lnTo>
                  <a:lnTo>
                    <a:pt x="4586909" y="6729063"/>
                  </a:lnTo>
                  <a:lnTo>
                    <a:pt x="4627379" y="6686077"/>
                  </a:lnTo>
                  <a:lnTo>
                    <a:pt x="4667559" y="6642817"/>
                  </a:lnTo>
                  <a:lnTo>
                    <a:pt x="4707448" y="6599285"/>
                  </a:lnTo>
                  <a:lnTo>
                    <a:pt x="4747043" y="6555481"/>
                  </a:lnTo>
                  <a:lnTo>
                    <a:pt x="4786345" y="6511408"/>
                  </a:lnTo>
                  <a:lnTo>
                    <a:pt x="4825351" y="6467066"/>
                  </a:lnTo>
                  <a:lnTo>
                    <a:pt x="4864059" y="6422458"/>
                  </a:lnTo>
                  <a:lnTo>
                    <a:pt x="4902469" y="6377586"/>
                  </a:lnTo>
                  <a:lnTo>
                    <a:pt x="4940578" y="6332450"/>
                  </a:lnTo>
                  <a:lnTo>
                    <a:pt x="4978385" y="6287052"/>
                  </a:lnTo>
                  <a:lnTo>
                    <a:pt x="5015888" y="6241393"/>
                  </a:lnTo>
                  <a:lnTo>
                    <a:pt x="5053086" y="6195476"/>
                  </a:lnTo>
                  <a:lnTo>
                    <a:pt x="5089978" y="6149302"/>
                  </a:lnTo>
                  <a:lnTo>
                    <a:pt x="5126561" y="6102872"/>
                  </a:lnTo>
                  <a:lnTo>
                    <a:pt x="5162835" y="6056188"/>
                  </a:lnTo>
                  <a:lnTo>
                    <a:pt x="5198797" y="6009252"/>
                  </a:lnTo>
                  <a:lnTo>
                    <a:pt x="5234446" y="5962064"/>
                  </a:lnTo>
                  <a:lnTo>
                    <a:pt x="5269781" y="5914628"/>
                  </a:lnTo>
                  <a:lnTo>
                    <a:pt x="5304799" y="5866943"/>
                  </a:lnTo>
                  <a:lnTo>
                    <a:pt x="5339501" y="5819012"/>
                  </a:lnTo>
                  <a:lnTo>
                    <a:pt x="5373883" y="5770836"/>
                  </a:lnTo>
                  <a:lnTo>
                    <a:pt x="5407944" y="5722417"/>
                  </a:lnTo>
                  <a:lnTo>
                    <a:pt x="5441684" y="5673756"/>
                  </a:lnTo>
                  <a:lnTo>
                    <a:pt x="5475099" y="5624855"/>
                  </a:lnTo>
                  <a:lnTo>
                    <a:pt x="5508189" y="5575716"/>
                  </a:lnTo>
                  <a:lnTo>
                    <a:pt x="5540953" y="5526339"/>
                  </a:lnTo>
                  <a:lnTo>
                    <a:pt x="5573388" y="5476727"/>
                  </a:lnTo>
                  <a:lnTo>
                    <a:pt x="5605493" y="5426882"/>
                  </a:lnTo>
                  <a:lnTo>
                    <a:pt x="5637266" y="5376803"/>
                  </a:lnTo>
                  <a:lnTo>
                    <a:pt x="5668707" y="5326494"/>
                  </a:lnTo>
                  <a:lnTo>
                    <a:pt x="5699812" y="5275956"/>
                  </a:lnTo>
                  <a:lnTo>
                    <a:pt x="5730582" y="5225190"/>
                  </a:lnTo>
                  <a:lnTo>
                    <a:pt x="5761014" y="5174198"/>
                  </a:lnTo>
                  <a:lnTo>
                    <a:pt x="5791107" y="5122981"/>
                  </a:lnTo>
                  <a:lnTo>
                    <a:pt x="5820858" y="5071541"/>
                  </a:lnTo>
                  <a:lnTo>
                    <a:pt x="5850268" y="5019879"/>
                  </a:lnTo>
                  <a:lnTo>
                    <a:pt x="5879334" y="4967998"/>
                  </a:lnTo>
                  <a:lnTo>
                    <a:pt x="5908054" y="4915898"/>
                  </a:lnTo>
                  <a:lnTo>
                    <a:pt x="5936427" y="4863581"/>
                  </a:lnTo>
                  <a:lnTo>
                    <a:pt x="5964451" y="4811049"/>
                  </a:lnTo>
                  <a:lnTo>
                    <a:pt x="5992126" y="4758303"/>
                  </a:lnTo>
                  <a:lnTo>
                    <a:pt x="6019449" y="4705345"/>
                  </a:lnTo>
                  <a:lnTo>
                    <a:pt x="6046418" y="4652177"/>
                  </a:lnTo>
                  <a:lnTo>
                    <a:pt x="6073033" y="4598799"/>
                  </a:lnTo>
                  <a:lnTo>
                    <a:pt x="6099291" y="4545213"/>
                  </a:lnTo>
                  <a:lnTo>
                    <a:pt x="6125192" y="4491422"/>
                  </a:lnTo>
                  <a:lnTo>
                    <a:pt x="6150733" y="4437426"/>
                  </a:lnTo>
                  <a:lnTo>
                    <a:pt x="6175913" y="4383227"/>
                  </a:lnTo>
                  <a:lnTo>
                    <a:pt x="6200731" y="4328827"/>
                  </a:lnTo>
                  <a:lnTo>
                    <a:pt x="6225185" y="4274227"/>
                  </a:lnTo>
                  <a:lnTo>
                    <a:pt x="6249272" y="4219429"/>
                  </a:lnTo>
                  <a:lnTo>
                    <a:pt x="6272993" y="4164434"/>
                  </a:lnTo>
                  <a:lnTo>
                    <a:pt x="6296345" y="4109244"/>
                  </a:lnTo>
                  <a:lnTo>
                    <a:pt x="6319327" y="4053860"/>
                  </a:lnTo>
                  <a:lnTo>
                    <a:pt x="6341937" y="3998284"/>
                  </a:lnTo>
                  <a:lnTo>
                    <a:pt x="6364174" y="3942518"/>
                  </a:lnTo>
                  <a:lnTo>
                    <a:pt x="6386035" y="3886563"/>
                  </a:lnTo>
                  <a:lnTo>
                    <a:pt x="6407520" y="3830420"/>
                  </a:lnTo>
                  <a:lnTo>
                    <a:pt x="6428628" y="3774091"/>
                  </a:lnTo>
                  <a:lnTo>
                    <a:pt x="6449355" y="3717579"/>
                  </a:lnTo>
                  <a:lnTo>
                    <a:pt x="6469702" y="3660883"/>
                  </a:lnTo>
                  <a:lnTo>
                    <a:pt x="6489665" y="3604006"/>
                  </a:lnTo>
                  <a:lnTo>
                    <a:pt x="6509245" y="3546950"/>
                  </a:lnTo>
                  <a:lnTo>
                    <a:pt x="6528438" y="3489715"/>
                  </a:lnTo>
                  <a:lnTo>
                    <a:pt x="6547245" y="3432304"/>
                  </a:lnTo>
                  <a:lnTo>
                    <a:pt x="6565662" y="3374718"/>
                  </a:lnTo>
                  <a:lnTo>
                    <a:pt x="6583689" y="3316958"/>
                  </a:lnTo>
                  <a:lnTo>
                    <a:pt x="6601324" y="3259026"/>
                  </a:lnTo>
                  <a:lnTo>
                    <a:pt x="6618566" y="3200925"/>
                  </a:lnTo>
                  <a:lnTo>
                    <a:pt x="6635412" y="3142654"/>
                  </a:lnTo>
                  <a:lnTo>
                    <a:pt x="6651862" y="3084216"/>
                  </a:lnTo>
                  <a:lnTo>
                    <a:pt x="6667914" y="3025612"/>
                  </a:lnTo>
                  <a:lnTo>
                    <a:pt x="6683566" y="2966844"/>
                  </a:lnTo>
                  <a:lnTo>
                    <a:pt x="6698816" y="2907914"/>
                  </a:lnTo>
                  <a:lnTo>
                    <a:pt x="6713664" y="2848823"/>
                  </a:lnTo>
                  <a:lnTo>
                    <a:pt x="6728107" y="2789572"/>
                  </a:lnTo>
                  <a:lnTo>
                    <a:pt x="6742145" y="2730163"/>
                  </a:lnTo>
                  <a:lnTo>
                    <a:pt x="6755775" y="2670597"/>
                  </a:lnTo>
                  <a:lnTo>
                    <a:pt x="6768995" y="2610877"/>
                  </a:lnTo>
                  <a:lnTo>
                    <a:pt x="6781806" y="2551004"/>
                  </a:lnTo>
                  <a:lnTo>
                    <a:pt x="6794204" y="2490978"/>
                  </a:lnTo>
                  <a:lnTo>
                    <a:pt x="6806188" y="2430803"/>
                  </a:lnTo>
                  <a:lnTo>
                    <a:pt x="6817757" y="2370479"/>
                  </a:lnTo>
                  <a:lnTo>
                    <a:pt x="6828910" y="2310008"/>
                  </a:lnTo>
                  <a:lnTo>
                    <a:pt x="6839644" y="2249391"/>
                  </a:lnTo>
                  <a:lnTo>
                    <a:pt x="6849958" y="2188630"/>
                  </a:lnTo>
                  <a:lnTo>
                    <a:pt x="6859850" y="2127727"/>
                  </a:lnTo>
                  <a:lnTo>
                    <a:pt x="6869320" y="2066683"/>
                  </a:lnTo>
                  <a:lnTo>
                    <a:pt x="6878365" y="2005499"/>
                  </a:lnTo>
                  <a:lnTo>
                    <a:pt x="6886984" y="1944178"/>
                  </a:lnTo>
                  <a:lnTo>
                    <a:pt x="6895175" y="1882721"/>
                  </a:lnTo>
                  <a:lnTo>
                    <a:pt x="6902937" y="1821129"/>
                  </a:lnTo>
                  <a:lnTo>
                    <a:pt x="6910269" y="1759403"/>
                  </a:lnTo>
                  <a:lnTo>
                    <a:pt x="6917168" y="1697546"/>
                  </a:lnTo>
                  <a:lnTo>
                    <a:pt x="6923633" y="1635559"/>
                  </a:lnTo>
                  <a:lnTo>
                    <a:pt x="6929663" y="1573444"/>
                  </a:lnTo>
                  <a:lnTo>
                    <a:pt x="6935255" y="1511202"/>
                  </a:lnTo>
                  <a:lnTo>
                    <a:pt x="6940410" y="1448834"/>
                  </a:lnTo>
                  <a:lnTo>
                    <a:pt x="6945124" y="1386342"/>
                  </a:lnTo>
                  <a:lnTo>
                    <a:pt x="6949397" y="1323728"/>
                  </a:lnTo>
                  <a:lnTo>
                    <a:pt x="6953226" y="1260994"/>
                  </a:lnTo>
                  <a:lnTo>
                    <a:pt x="6956611" y="1198140"/>
                  </a:lnTo>
                  <a:lnTo>
                    <a:pt x="6959549" y="1135168"/>
                  </a:lnTo>
                  <a:lnTo>
                    <a:pt x="6962040" y="1072081"/>
                  </a:lnTo>
                  <a:lnTo>
                    <a:pt x="6964081" y="1008879"/>
                  </a:lnTo>
                  <a:lnTo>
                    <a:pt x="6965672" y="945563"/>
                  </a:lnTo>
                  <a:lnTo>
                    <a:pt x="6966809" y="882137"/>
                  </a:lnTo>
                  <a:lnTo>
                    <a:pt x="6967493" y="818600"/>
                  </a:lnTo>
                  <a:lnTo>
                    <a:pt x="6967722" y="754956"/>
                  </a:lnTo>
                </a:path>
              </a:pathLst>
            </a:custGeom>
            <a:ln w="7853">
              <a:solidFill>
                <a:schemeClr val="tx1"/>
              </a:solidFill>
            </a:ln>
          </p:spPr>
          <p:txBody>
            <a:bodyPr wrap="square" lIns="0" tIns="0" rIns="0" bIns="0" rtlCol="0"/>
            <a:lstStyle/>
            <a:p>
              <a:endParaRPr sz="1092"/>
            </a:p>
          </p:txBody>
        </p:sp>
      </p:grpSp>
      <p:sp>
        <p:nvSpPr>
          <p:cNvPr id="15" name="Espace réservé pour une image  14">
            <a:extLst>
              <a:ext uri="{FF2B5EF4-FFF2-40B4-BE49-F238E27FC236}">
                <a16:creationId xmlns:a16="http://schemas.microsoft.com/office/drawing/2014/main" id="{813D8739-85F3-112A-7C9B-9EFE25148EBC}"/>
              </a:ext>
            </a:extLst>
          </p:cNvPr>
          <p:cNvSpPr>
            <a:spLocks noGrp="1"/>
          </p:cNvSpPr>
          <p:nvPr>
            <p:ph type="pic" sz="quarter" idx="13"/>
          </p:nvPr>
        </p:nvSpPr>
        <p:spPr>
          <a:xfrm>
            <a:off x="6096001" y="0"/>
            <a:ext cx="6096000" cy="6856075"/>
          </a:xfrm>
          <a:solidFill>
            <a:srgbClr val="E5E8EE"/>
          </a:solidFill>
        </p:spPr>
        <p:txBody>
          <a:bodyPr/>
          <a:lstStyle/>
          <a:p>
            <a:r>
              <a:rPr lang="fr-FR"/>
              <a:t>Cliquez sur l'icône pour ajouter une image</a:t>
            </a:r>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a:lstStyle>
            <a:lvl1pPr algn="r">
              <a:defRPr>
                <a:solidFill>
                  <a:schemeClr val="bg1"/>
                </a:solidFill>
                <a:latin typeface="+mn-lt"/>
              </a:defRPr>
            </a:lvl1pPr>
          </a:lstStyle>
          <a:p>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4" name="Espace réservé du texte 19">
            <a:extLst>
              <a:ext uri="{FF2B5EF4-FFF2-40B4-BE49-F238E27FC236}">
                <a16:creationId xmlns:a16="http://schemas.microsoft.com/office/drawing/2014/main" id="{051B994E-91EE-861A-7ED0-3A239B835225}"/>
              </a:ext>
            </a:extLst>
          </p:cNvPr>
          <p:cNvSpPr>
            <a:spLocks noGrp="1"/>
          </p:cNvSpPr>
          <p:nvPr>
            <p:ph type="body" sz="quarter" idx="14"/>
          </p:nvPr>
        </p:nvSpPr>
        <p:spPr>
          <a:xfrm>
            <a:off x="1198798" y="2817280"/>
            <a:ext cx="3200029" cy="540148"/>
          </a:xfrm>
          <a:solidFill>
            <a:schemeClr val="bg1"/>
          </a:solidFill>
        </p:spPr>
        <p:txBody>
          <a:bodyPr wrap="square">
            <a:spAutoFit/>
          </a:bodyPr>
          <a:lstStyle>
            <a:lvl1pPr marL="0" indent="0">
              <a:lnSpc>
                <a:spcPct val="100000"/>
              </a:lnSpc>
              <a:buNone/>
              <a:defRPr sz="1400">
                <a:latin typeface="+mj-lt"/>
                <a:cs typeface="Poppins Light" panose="00000400000000000000" pitchFamily="2" charset="0"/>
              </a:defRPr>
            </a:lvl1pPr>
          </a:lstStyle>
          <a:p>
            <a:pPr lvl="0"/>
            <a:r>
              <a:rPr lang="fr-FR"/>
              <a:t>Cliquez pour modifier les styles du texte du masque</a:t>
            </a:r>
          </a:p>
        </p:txBody>
      </p:sp>
      <p:cxnSp>
        <p:nvCxnSpPr>
          <p:cNvPr id="11" name="Connecteur droit 10">
            <a:extLst>
              <a:ext uri="{FF2B5EF4-FFF2-40B4-BE49-F238E27FC236}">
                <a16:creationId xmlns:a16="http://schemas.microsoft.com/office/drawing/2014/main" id="{AA81A1BD-DEA5-E1F9-7952-39A4FA2D55D8}"/>
              </a:ext>
            </a:extLst>
          </p:cNvPr>
          <p:cNvCxnSpPr>
            <a:cxnSpLocks/>
          </p:cNvCxnSpPr>
          <p:nvPr/>
        </p:nvCxnSpPr>
        <p:spPr>
          <a:xfrm>
            <a:off x="11397456" y="0"/>
            <a:ext cx="0" cy="6858000"/>
          </a:xfrm>
          <a:prstGeom prst="line">
            <a:avLst/>
          </a:prstGeom>
          <a:ln w="7853">
            <a:solidFill>
              <a:schemeClr val="bg1"/>
            </a:solidFill>
          </a:ln>
        </p:spPr>
      </p:cxnSp>
      <p:sp>
        <p:nvSpPr>
          <p:cNvPr id="27" name="Titre 17">
            <a:extLst>
              <a:ext uri="{FF2B5EF4-FFF2-40B4-BE49-F238E27FC236}">
                <a16:creationId xmlns:a16="http://schemas.microsoft.com/office/drawing/2014/main" id="{14682711-49D2-59FA-C651-C34FC667BFEE}"/>
              </a:ext>
            </a:extLst>
          </p:cNvPr>
          <p:cNvSpPr>
            <a:spLocks noGrp="1"/>
          </p:cNvSpPr>
          <p:nvPr>
            <p:ph type="title"/>
          </p:nvPr>
        </p:nvSpPr>
        <p:spPr>
          <a:xfrm>
            <a:off x="1139871" y="989481"/>
            <a:ext cx="4809404" cy="1349087"/>
          </a:xfrm>
        </p:spPr>
        <p:txBody>
          <a:bodyPr vert="horz" wrap="square" lIns="91440" tIns="45720" rIns="91440" bIns="45720" rtlCol="0" anchor="t" anchorCtr="0">
            <a:spAutoFit/>
          </a:bodyPr>
          <a:lstStyle>
            <a:lvl1pPr>
              <a:defRPr lang="fr-FR" sz="4400" dirty="0"/>
            </a:lvl1pPr>
          </a:lstStyle>
          <a:p>
            <a:pPr lvl="0">
              <a:lnSpc>
                <a:spcPts val="4851"/>
              </a:lnSpc>
            </a:pPr>
            <a:r>
              <a:rPr lang="fr-FR"/>
              <a:t>Modifiez le style du titre</a:t>
            </a:r>
          </a:p>
        </p:txBody>
      </p:sp>
    </p:spTree>
    <p:extLst>
      <p:ext uri="{BB962C8B-B14F-4D97-AF65-F5344CB8AC3E}">
        <p14:creationId xmlns:p14="http://schemas.microsoft.com/office/powerpoint/2010/main" val="1994558776"/>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1_Diapositive de titre">
    <p:bg>
      <p:bgPr>
        <a:solidFill>
          <a:schemeClr val="bg1"/>
        </a:solidFill>
        <a:effectLst/>
      </p:bgPr>
    </p:bg>
    <p:spTree>
      <p:nvGrpSpPr>
        <p:cNvPr id="1" name=""/>
        <p:cNvGrpSpPr/>
        <p:nvPr/>
      </p:nvGrpSpPr>
      <p:grpSpPr>
        <a:xfrm>
          <a:off x="0" y="0"/>
          <a:ext cx="0" cy="0"/>
          <a:chOff x="0" y="0"/>
          <a:chExt cx="0" cy="0"/>
        </a:xfrm>
      </p:grpSpPr>
      <p:grpSp>
        <p:nvGrpSpPr>
          <p:cNvPr id="21" name="Groupe 20">
            <a:extLst>
              <a:ext uri="{FF2B5EF4-FFF2-40B4-BE49-F238E27FC236}">
                <a16:creationId xmlns:a16="http://schemas.microsoft.com/office/drawing/2014/main" id="{E81ECE3B-9E54-C181-75AF-CF8C797D148C}"/>
              </a:ext>
            </a:extLst>
          </p:cNvPr>
          <p:cNvGrpSpPr/>
          <p:nvPr/>
        </p:nvGrpSpPr>
        <p:grpSpPr>
          <a:xfrm>
            <a:off x="0" y="0"/>
            <a:ext cx="4225610" cy="5621943"/>
            <a:chOff x="0" y="0"/>
            <a:chExt cx="6967855" cy="9271000"/>
          </a:xfrm>
        </p:grpSpPr>
        <p:sp>
          <p:nvSpPr>
            <p:cNvPr id="22" name="object 4">
              <a:extLst>
                <a:ext uri="{FF2B5EF4-FFF2-40B4-BE49-F238E27FC236}">
                  <a16:creationId xmlns:a16="http://schemas.microsoft.com/office/drawing/2014/main" id="{6AE8715A-210B-CCAB-7EBB-575C18CA6932}"/>
                </a:ext>
              </a:extLst>
            </p:cNvPr>
            <p:cNvSpPr/>
            <p:nvPr/>
          </p:nvSpPr>
          <p:spPr>
            <a:xfrm>
              <a:off x="6935362" y="0"/>
              <a:ext cx="32384" cy="755015"/>
            </a:xfrm>
            <a:custGeom>
              <a:avLst/>
              <a:gdLst/>
              <a:ahLst/>
              <a:cxnLst/>
              <a:rect l="l" t="t" r="r" b="b"/>
              <a:pathLst>
                <a:path w="32384" h="755015">
                  <a:moveTo>
                    <a:pt x="32359" y="754956"/>
                  </a:moveTo>
                  <a:lnTo>
                    <a:pt x="32131" y="691311"/>
                  </a:lnTo>
                  <a:lnTo>
                    <a:pt x="31447" y="627775"/>
                  </a:lnTo>
                  <a:lnTo>
                    <a:pt x="30309" y="564348"/>
                  </a:lnTo>
                  <a:lnTo>
                    <a:pt x="28719" y="501033"/>
                  </a:lnTo>
                  <a:lnTo>
                    <a:pt x="26677" y="437831"/>
                  </a:lnTo>
                  <a:lnTo>
                    <a:pt x="24187" y="374743"/>
                  </a:lnTo>
                  <a:lnTo>
                    <a:pt x="21248" y="311772"/>
                  </a:lnTo>
                  <a:lnTo>
                    <a:pt x="17863" y="248918"/>
                  </a:lnTo>
                  <a:lnTo>
                    <a:pt x="14034" y="186183"/>
                  </a:lnTo>
                  <a:lnTo>
                    <a:pt x="9761" y="123569"/>
                  </a:lnTo>
                  <a:lnTo>
                    <a:pt x="5047" y="61078"/>
                  </a:lnTo>
                  <a:lnTo>
                    <a:pt x="0" y="0"/>
                  </a:lnTo>
                </a:path>
              </a:pathLst>
            </a:custGeom>
            <a:ln w="7853">
              <a:solidFill>
                <a:schemeClr val="tx1"/>
              </a:solidFill>
            </a:ln>
          </p:spPr>
          <p:txBody>
            <a:bodyPr wrap="square" lIns="0" tIns="0" rIns="0" bIns="0" rtlCol="0"/>
            <a:lstStyle/>
            <a:p>
              <a:endParaRPr sz="1092"/>
            </a:p>
          </p:txBody>
        </p:sp>
        <p:sp>
          <p:nvSpPr>
            <p:cNvPr id="23" name="object 6">
              <a:extLst>
                <a:ext uri="{FF2B5EF4-FFF2-40B4-BE49-F238E27FC236}">
                  <a16:creationId xmlns:a16="http://schemas.microsoft.com/office/drawing/2014/main" id="{9E9DA9A6-0C47-CAA0-143E-D435DB308FF2}"/>
                </a:ext>
              </a:extLst>
            </p:cNvPr>
            <p:cNvSpPr/>
            <p:nvPr/>
          </p:nvSpPr>
          <p:spPr>
            <a:xfrm>
              <a:off x="0" y="0"/>
              <a:ext cx="6967855" cy="9271000"/>
            </a:xfrm>
            <a:custGeom>
              <a:avLst/>
              <a:gdLst/>
              <a:ahLst/>
              <a:cxnLst/>
              <a:rect l="l" t="t" r="r" b="b"/>
              <a:pathLst>
                <a:path w="6967855" h="9271000">
                  <a:moveTo>
                    <a:pt x="1980420" y="0"/>
                  </a:moveTo>
                  <a:lnTo>
                    <a:pt x="1992645" y="61005"/>
                  </a:lnTo>
                  <a:lnTo>
                    <a:pt x="2001511" y="109294"/>
                  </a:lnTo>
                  <a:lnTo>
                    <a:pt x="2009748" y="157796"/>
                  </a:lnTo>
                  <a:lnTo>
                    <a:pt x="2017350" y="206508"/>
                  </a:lnTo>
                  <a:lnTo>
                    <a:pt x="2024314" y="255426"/>
                  </a:lnTo>
                  <a:lnTo>
                    <a:pt x="2030636" y="304545"/>
                  </a:lnTo>
                  <a:lnTo>
                    <a:pt x="2036310" y="353860"/>
                  </a:lnTo>
                  <a:lnTo>
                    <a:pt x="2041333" y="403368"/>
                  </a:lnTo>
                  <a:lnTo>
                    <a:pt x="2045700" y="453064"/>
                  </a:lnTo>
                  <a:lnTo>
                    <a:pt x="2049408" y="502944"/>
                  </a:lnTo>
                  <a:lnTo>
                    <a:pt x="2052450" y="553004"/>
                  </a:lnTo>
                  <a:lnTo>
                    <a:pt x="2054825" y="603240"/>
                  </a:lnTo>
                  <a:lnTo>
                    <a:pt x="2056526" y="653646"/>
                  </a:lnTo>
                  <a:lnTo>
                    <a:pt x="2057550" y="704220"/>
                  </a:lnTo>
                  <a:lnTo>
                    <a:pt x="2057892" y="754956"/>
                  </a:lnTo>
                  <a:lnTo>
                    <a:pt x="2057550" y="805692"/>
                  </a:lnTo>
                  <a:lnTo>
                    <a:pt x="2056526" y="856265"/>
                  </a:lnTo>
                  <a:lnTo>
                    <a:pt x="2054825" y="906672"/>
                  </a:lnTo>
                  <a:lnTo>
                    <a:pt x="2052450" y="956907"/>
                  </a:lnTo>
                  <a:lnTo>
                    <a:pt x="2049408" y="1006967"/>
                  </a:lnTo>
                  <a:lnTo>
                    <a:pt x="2045700" y="1056847"/>
                  </a:lnTo>
                  <a:lnTo>
                    <a:pt x="2041333" y="1106543"/>
                  </a:lnTo>
                  <a:lnTo>
                    <a:pt x="2036310" y="1156051"/>
                  </a:lnTo>
                  <a:lnTo>
                    <a:pt x="2030636" y="1205367"/>
                  </a:lnTo>
                  <a:lnTo>
                    <a:pt x="2024314" y="1254485"/>
                  </a:lnTo>
                  <a:lnTo>
                    <a:pt x="2017350" y="1303403"/>
                  </a:lnTo>
                  <a:lnTo>
                    <a:pt x="2009748" y="1352115"/>
                  </a:lnTo>
                  <a:lnTo>
                    <a:pt x="2001511" y="1400618"/>
                  </a:lnTo>
                  <a:lnTo>
                    <a:pt x="1992645" y="1448907"/>
                  </a:lnTo>
                  <a:lnTo>
                    <a:pt x="1983153" y="1496977"/>
                  </a:lnTo>
                  <a:lnTo>
                    <a:pt x="1973040" y="1544826"/>
                  </a:lnTo>
                  <a:lnTo>
                    <a:pt x="1962311" y="1592447"/>
                  </a:lnTo>
                  <a:lnTo>
                    <a:pt x="1950969" y="1639838"/>
                  </a:lnTo>
                  <a:lnTo>
                    <a:pt x="1939019" y="1686994"/>
                  </a:lnTo>
                  <a:lnTo>
                    <a:pt x="1926465" y="1733910"/>
                  </a:lnTo>
                  <a:lnTo>
                    <a:pt x="1913311" y="1780582"/>
                  </a:lnTo>
                  <a:lnTo>
                    <a:pt x="1899563" y="1827007"/>
                  </a:lnTo>
                  <a:lnTo>
                    <a:pt x="1885223" y="1873179"/>
                  </a:lnTo>
                  <a:lnTo>
                    <a:pt x="1870297" y="1919094"/>
                  </a:lnTo>
                  <a:lnTo>
                    <a:pt x="1854789" y="1964749"/>
                  </a:lnTo>
                  <a:lnTo>
                    <a:pt x="1838703" y="2010139"/>
                  </a:lnTo>
                  <a:lnTo>
                    <a:pt x="1822044" y="2055260"/>
                  </a:lnTo>
                  <a:lnTo>
                    <a:pt x="1804815" y="2100106"/>
                  </a:lnTo>
                  <a:lnTo>
                    <a:pt x="1787021" y="2144676"/>
                  </a:lnTo>
                  <a:lnTo>
                    <a:pt x="1768667" y="2188963"/>
                  </a:lnTo>
                  <a:lnTo>
                    <a:pt x="1749757" y="2232963"/>
                  </a:lnTo>
                  <a:lnTo>
                    <a:pt x="1730295" y="2276673"/>
                  </a:lnTo>
                  <a:lnTo>
                    <a:pt x="1710285" y="2320088"/>
                  </a:lnTo>
                  <a:lnTo>
                    <a:pt x="1689732" y="2363204"/>
                  </a:lnTo>
                  <a:lnTo>
                    <a:pt x="1668640" y="2406017"/>
                  </a:lnTo>
                  <a:lnTo>
                    <a:pt x="1647013" y="2448521"/>
                  </a:lnTo>
                  <a:lnTo>
                    <a:pt x="1624856" y="2490714"/>
                  </a:lnTo>
                  <a:lnTo>
                    <a:pt x="1602173" y="2532591"/>
                  </a:lnTo>
                  <a:lnTo>
                    <a:pt x="1578969" y="2574147"/>
                  </a:lnTo>
                  <a:lnTo>
                    <a:pt x="1555247" y="2615378"/>
                  </a:lnTo>
                  <a:lnTo>
                    <a:pt x="1531012" y="2656280"/>
                  </a:lnTo>
                  <a:lnTo>
                    <a:pt x="1506269" y="2696849"/>
                  </a:lnTo>
                  <a:lnTo>
                    <a:pt x="1481021" y="2737081"/>
                  </a:lnTo>
                  <a:lnTo>
                    <a:pt x="1455273" y="2776970"/>
                  </a:lnTo>
                  <a:lnTo>
                    <a:pt x="1429029" y="2816514"/>
                  </a:lnTo>
                  <a:lnTo>
                    <a:pt x="1402295" y="2855707"/>
                  </a:lnTo>
                  <a:lnTo>
                    <a:pt x="1375073" y="2894545"/>
                  </a:lnTo>
                  <a:lnTo>
                    <a:pt x="1347368" y="2933025"/>
                  </a:lnTo>
                  <a:lnTo>
                    <a:pt x="1319185" y="2971141"/>
                  </a:lnTo>
                  <a:lnTo>
                    <a:pt x="1290528" y="3008890"/>
                  </a:lnTo>
                  <a:lnTo>
                    <a:pt x="1261401" y="3046267"/>
                  </a:lnTo>
                  <a:lnTo>
                    <a:pt x="1231809" y="3083268"/>
                  </a:lnTo>
                  <a:lnTo>
                    <a:pt x="1201756" y="3119890"/>
                  </a:lnTo>
                  <a:lnTo>
                    <a:pt x="1171246" y="3156126"/>
                  </a:lnTo>
                  <a:lnTo>
                    <a:pt x="1140283" y="3191974"/>
                  </a:lnTo>
                  <a:lnTo>
                    <a:pt x="1108872" y="3227429"/>
                  </a:lnTo>
                  <a:lnTo>
                    <a:pt x="1077018" y="3262486"/>
                  </a:lnTo>
                  <a:lnTo>
                    <a:pt x="1044724" y="3297142"/>
                  </a:lnTo>
                  <a:lnTo>
                    <a:pt x="1011995" y="3331392"/>
                  </a:lnTo>
                  <a:lnTo>
                    <a:pt x="978835" y="3365232"/>
                  </a:lnTo>
                  <a:lnTo>
                    <a:pt x="945249" y="3398658"/>
                  </a:lnTo>
                  <a:lnTo>
                    <a:pt x="911240" y="3431665"/>
                  </a:lnTo>
                  <a:lnTo>
                    <a:pt x="876814" y="3464249"/>
                  </a:lnTo>
                  <a:lnTo>
                    <a:pt x="841974" y="3496406"/>
                  </a:lnTo>
                  <a:lnTo>
                    <a:pt x="806725" y="3528132"/>
                  </a:lnTo>
                  <a:lnTo>
                    <a:pt x="771071" y="3559422"/>
                  </a:lnTo>
                  <a:lnTo>
                    <a:pt x="735017" y="3590272"/>
                  </a:lnTo>
                  <a:lnTo>
                    <a:pt x="698566" y="3620677"/>
                  </a:lnTo>
                  <a:lnTo>
                    <a:pt x="661723" y="3650635"/>
                  </a:lnTo>
                  <a:lnTo>
                    <a:pt x="624493" y="3680139"/>
                  </a:lnTo>
                  <a:lnTo>
                    <a:pt x="586880" y="3709187"/>
                  </a:lnTo>
                  <a:lnTo>
                    <a:pt x="548887" y="3737773"/>
                  </a:lnTo>
                  <a:lnTo>
                    <a:pt x="510520" y="3765894"/>
                  </a:lnTo>
                  <a:lnTo>
                    <a:pt x="471783" y="3793544"/>
                  </a:lnTo>
                  <a:lnTo>
                    <a:pt x="432680" y="3820721"/>
                  </a:lnTo>
                  <a:lnTo>
                    <a:pt x="393215" y="3847420"/>
                  </a:lnTo>
                  <a:lnTo>
                    <a:pt x="353393" y="3873635"/>
                  </a:lnTo>
                  <a:lnTo>
                    <a:pt x="313218" y="3899364"/>
                  </a:lnTo>
                  <a:lnTo>
                    <a:pt x="272694" y="3924602"/>
                  </a:lnTo>
                  <a:lnTo>
                    <a:pt x="231826" y="3949344"/>
                  </a:lnTo>
                  <a:lnTo>
                    <a:pt x="190618" y="3973587"/>
                  </a:lnTo>
                  <a:lnTo>
                    <a:pt x="149074" y="3997326"/>
                  </a:lnTo>
                  <a:lnTo>
                    <a:pt x="107199" y="4020556"/>
                  </a:lnTo>
                  <a:lnTo>
                    <a:pt x="64997" y="4043275"/>
                  </a:lnTo>
                  <a:lnTo>
                    <a:pt x="22472" y="4065476"/>
                  </a:lnTo>
                  <a:lnTo>
                    <a:pt x="0" y="4076848"/>
                  </a:lnTo>
                </a:path>
                <a:path w="6967855" h="9271000">
                  <a:moveTo>
                    <a:pt x="0" y="9270789"/>
                  </a:moveTo>
                  <a:lnTo>
                    <a:pt x="73562" y="9255733"/>
                  </a:lnTo>
                  <a:lnTo>
                    <a:pt x="133447" y="9242952"/>
                  </a:lnTo>
                  <a:lnTo>
                    <a:pt x="193179" y="9229760"/>
                  </a:lnTo>
                  <a:lnTo>
                    <a:pt x="252755" y="9216159"/>
                  </a:lnTo>
                  <a:lnTo>
                    <a:pt x="312176" y="9202151"/>
                  </a:lnTo>
                  <a:lnTo>
                    <a:pt x="371439" y="9187736"/>
                  </a:lnTo>
                  <a:lnTo>
                    <a:pt x="430542" y="9172918"/>
                  </a:lnTo>
                  <a:lnTo>
                    <a:pt x="489484" y="9157696"/>
                  </a:lnTo>
                  <a:lnTo>
                    <a:pt x="548264" y="9142073"/>
                  </a:lnTo>
                  <a:lnTo>
                    <a:pt x="606880" y="9126049"/>
                  </a:lnTo>
                  <a:lnTo>
                    <a:pt x="665330" y="9109628"/>
                  </a:lnTo>
                  <a:lnTo>
                    <a:pt x="723613" y="9092810"/>
                  </a:lnTo>
                  <a:lnTo>
                    <a:pt x="781728" y="9075597"/>
                  </a:lnTo>
                  <a:lnTo>
                    <a:pt x="839672" y="9057990"/>
                  </a:lnTo>
                  <a:lnTo>
                    <a:pt x="897445" y="9039991"/>
                  </a:lnTo>
                  <a:lnTo>
                    <a:pt x="955044" y="9021602"/>
                  </a:lnTo>
                  <a:lnTo>
                    <a:pt x="1012468" y="9002823"/>
                  </a:lnTo>
                  <a:lnTo>
                    <a:pt x="1069716" y="8983657"/>
                  </a:lnTo>
                  <a:lnTo>
                    <a:pt x="1126786" y="8964106"/>
                  </a:lnTo>
                  <a:lnTo>
                    <a:pt x="1183676" y="8944170"/>
                  </a:lnTo>
                  <a:lnTo>
                    <a:pt x="1240386" y="8923851"/>
                  </a:lnTo>
                  <a:lnTo>
                    <a:pt x="1296912" y="8903151"/>
                  </a:lnTo>
                  <a:lnTo>
                    <a:pt x="1353255" y="8882071"/>
                  </a:lnTo>
                  <a:lnTo>
                    <a:pt x="1409411" y="8860613"/>
                  </a:lnTo>
                  <a:lnTo>
                    <a:pt x="1465381" y="8838779"/>
                  </a:lnTo>
                  <a:lnTo>
                    <a:pt x="1521162" y="8816570"/>
                  </a:lnTo>
                  <a:lnTo>
                    <a:pt x="1576752" y="8793987"/>
                  </a:lnTo>
                  <a:lnTo>
                    <a:pt x="1632150" y="8771032"/>
                  </a:lnTo>
                  <a:lnTo>
                    <a:pt x="1687355" y="8747707"/>
                  </a:lnTo>
                  <a:lnTo>
                    <a:pt x="1742365" y="8724013"/>
                  </a:lnTo>
                  <a:lnTo>
                    <a:pt x="1797178" y="8699952"/>
                  </a:lnTo>
                  <a:lnTo>
                    <a:pt x="1851793" y="8675525"/>
                  </a:lnTo>
                  <a:lnTo>
                    <a:pt x="1906208" y="8650733"/>
                  </a:lnTo>
                  <a:lnTo>
                    <a:pt x="1960422" y="8625580"/>
                  </a:lnTo>
                  <a:lnTo>
                    <a:pt x="2014434" y="8600065"/>
                  </a:lnTo>
                  <a:lnTo>
                    <a:pt x="2068241" y="8574191"/>
                  </a:lnTo>
                  <a:lnTo>
                    <a:pt x="2121842" y="8547958"/>
                  </a:lnTo>
                  <a:lnTo>
                    <a:pt x="2175235" y="8521370"/>
                  </a:lnTo>
                  <a:lnTo>
                    <a:pt x="2228420" y="8494426"/>
                  </a:lnTo>
                  <a:lnTo>
                    <a:pt x="2281394" y="8467129"/>
                  </a:lnTo>
                  <a:lnTo>
                    <a:pt x="2334156" y="8439480"/>
                  </a:lnTo>
                  <a:lnTo>
                    <a:pt x="2386704" y="8411482"/>
                  </a:lnTo>
                  <a:lnTo>
                    <a:pt x="2439037" y="8383134"/>
                  </a:lnTo>
                  <a:lnTo>
                    <a:pt x="2491154" y="8354439"/>
                  </a:lnTo>
                  <a:lnTo>
                    <a:pt x="2543052" y="8325399"/>
                  </a:lnTo>
                  <a:lnTo>
                    <a:pt x="2594730" y="8296015"/>
                  </a:lnTo>
                  <a:lnTo>
                    <a:pt x="2646187" y="8266288"/>
                  </a:lnTo>
                  <a:lnTo>
                    <a:pt x="2697421" y="8236221"/>
                  </a:lnTo>
                  <a:lnTo>
                    <a:pt x="2748430" y="8205814"/>
                  </a:lnTo>
                  <a:lnTo>
                    <a:pt x="2799214" y="8175069"/>
                  </a:lnTo>
                  <a:lnTo>
                    <a:pt x="2849769" y="8143988"/>
                  </a:lnTo>
                  <a:lnTo>
                    <a:pt x="2900096" y="8112573"/>
                  </a:lnTo>
                  <a:lnTo>
                    <a:pt x="2950192" y="8080824"/>
                  </a:lnTo>
                  <a:lnTo>
                    <a:pt x="3000055" y="8048743"/>
                  </a:lnTo>
                  <a:lnTo>
                    <a:pt x="3049685" y="8016333"/>
                  </a:lnTo>
                  <a:lnTo>
                    <a:pt x="3099079" y="7983594"/>
                  </a:lnTo>
                  <a:lnTo>
                    <a:pt x="3148237" y="7950528"/>
                  </a:lnTo>
                  <a:lnTo>
                    <a:pt x="3197156" y="7917136"/>
                  </a:lnTo>
                  <a:lnTo>
                    <a:pt x="3245835" y="7883421"/>
                  </a:lnTo>
                  <a:lnTo>
                    <a:pt x="3294273" y="7849384"/>
                  </a:lnTo>
                  <a:lnTo>
                    <a:pt x="3342467" y="7815025"/>
                  </a:lnTo>
                  <a:lnTo>
                    <a:pt x="3390417" y="7780348"/>
                  </a:lnTo>
                  <a:lnTo>
                    <a:pt x="3438120" y="7745353"/>
                  </a:lnTo>
                  <a:lnTo>
                    <a:pt x="3485576" y="7710041"/>
                  </a:lnTo>
                  <a:lnTo>
                    <a:pt x="3532782" y="7674416"/>
                  </a:lnTo>
                  <a:lnTo>
                    <a:pt x="3579738" y="7638477"/>
                  </a:lnTo>
                  <a:lnTo>
                    <a:pt x="3626441" y="7602227"/>
                  </a:lnTo>
                  <a:lnTo>
                    <a:pt x="3672890" y="7565667"/>
                  </a:lnTo>
                  <a:lnTo>
                    <a:pt x="3719084" y="7528798"/>
                  </a:lnTo>
                  <a:lnTo>
                    <a:pt x="3765020" y="7491623"/>
                  </a:lnTo>
                  <a:lnTo>
                    <a:pt x="3810698" y="7454142"/>
                  </a:lnTo>
                  <a:lnTo>
                    <a:pt x="3856116" y="7416358"/>
                  </a:lnTo>
                  <a:lnTo>
                    <a:pt x="3901272" y="7378272"/>
                  </a:lnTo>
                  <a:lnTo>
                    <a:pt x="3946165" y="7339885"/>
                  </a:lnTo>
                  <a:lnTo>
                    <a:pt x="3990793" y="7301199"/>
                  </a:lnTo>
                  <a:lnTo>
                    <a:pt x="4035155" y="7262215"/>
                  </a:lnTo>
                  <a:lnTo>
                    <a:pt x="4079248" y="7222936"/>
                  </a:lnTo>
                  <a:lnTo>
                    <a:pt x="4123072" y="7183362"/>
                  </a:lnTo>
                  <a:lnTo>
                    <a:pt x="4166626" y="7143495"/>
                  </a:lnTo>
                  <a:lnTo>
                    <a:pt x="4209906" y="7103337"/>
                  </a:lnTo>
                  <a:lnTo>
                    <a:pt x="4252913" y="7062889"/>
                  </a:lnTo>
                  <a:lnTo>
                    <a:pt x="4295643" y="7022153"/>
                  </a:lnTo>
                  <a:lnTo>
                    <a:pt x="4338097" y="6981131"/>
                  </a:lnTo>
                  <a:lnTo>
                    <a:pt x="4380272" y="6939823"/>
                  </a:lnTo>
                  <a:lnTo>
                    <a:pt x="4422166" y="6898232"/>
                  </a:lnTo>
                  <a:lnTo>
                    <a:pt x="4463779" y="6856359"/>
                  </a:lnTo>
                  <a:lnTo>
                    <a:pt x="4505108" y="6814205"/>
                  </a:lnTo>
                  <a:lnTo>
                    <a:pt x="4546152" y="6771773"/>
                  </a:lnTo>
                  <a:lnTo>
                    <a:pt x="4586909" y="6729063"/>
                  </a:lnTo>
                  <a:lnTo>
                    <a:pt x="4627379" y="6686077"/>
                  </a:lnTo>
                  <a:lnTo>
                    <a:pt x="4667559" y="6642817"/>
                  </a:lnTo>
                  <a:lnTo>
                    <a:pt x="4707448" y="6599285"/>
                  </a:lnTo>
                  <a:lnTo>
                    <a:pt x="4747043" y="6555481"/>
                  </a:lnTo>
                  <a:lnTo>
                    <a:pt x="4786345" y="6511408"/>
                  </a:lnTo>
                  <a:lnTo>
                    <a:pt x="4825351" y="6467066"/>
                  </a:lnTo>
                  <a:lnTo>
                    <a:pt x="4864059" y="6422458"/>
                  </a:lnTo>
                  <a:lnTo>
                    <a:pt x="4902469" y="6377586"/>
                  </a:lnTo>
                  <a:lnTo>
                    <a:pt x="4940578" y="6332450"/>
                  </a:lnTo>
                  <a:lnTo>
                    <a:pt x="4978385" y="6287052"/>
                  </a:lnTo>
                  <a:lnTo>
                    <a:pt x="5015888" y="6241393"/>
                  </a:lnTo>
                  <a:lnTo>
                    <a:pt x="5053086" y="6195476"/>
                  </a:lnTo>
                  <a:lnTo>
                    <a:pt x="5089978" y="6149302"/>
                  </a:lnTo>
                  <a:lnTo>
                    <a:pt x="5126561" y="6102872"/>
                  </a:lnTo>
                  <a:lnTo>
                    <a:pt x="5162835" y="6056188"/>
                  </a:lnTo>
                  <a:lnTo>
                    <a:pt x="5198797" y="6009252"/>
                  </a:lnTo>
                  <a:lnTo>
                    <a:pt x="5234446" y="5962064"/>
                  </a:lnTo>
                  <a:lnTo>
                    <a:pt x="5269781" y="5914628"/>
                  </a:lnTo>
                  <a:lnTo>
                    <a:pt x="5304799" y="5866943"/>
                  </a:lnTo>
                  <a:lnTo>
                    <a:pt x="5339501" y="5819012"/>
                  </a:lnTo>
                  <a:lnTo>
                    <a:pt x="5373883" y="5770836"/>
                  </a:lnTo>
                  <a:lnTo>
                    <a:pt x="5407944" y="5722417"/>
                  </a:lnTo>
                  <a:lnTo>
                    <a:pt x="5441684" y="5673756"/>
                  </a:lnTo>
                  <a:lnTo>
                    <a:pt x="5475099" y="5624855"/>
                  </a:lnTo>
                  <a:lnTo>
                    <a:pt x="5508189" y="5575716"/>
                  </a:lnTo>
                  <a:lnTo>
                    <a:pt x="5540953" y="5526339"/>
                  </a:lnTo>
                  <a:lnTo>
                    <a:pt x="5573388" y="5476727"/>
                  </a:lnTo>
                  <a:lnTo>
                    <a:pt x="5605493" y="5426882"/>
                  </a:lnTo>
                  <a:lnTo>
                    <a:pt x="5637266" y="5376803"/>
                  </a:lnTo>
                  <a:lnTo>
                    <a:pt x="5668707" y="5326494"/>
                  </a:lnTo>
                  <a:lnTo>
                    <a:pt x="5699812" y="5275956"/>
                  </a:lnTo>
                  <a:lnTo>
                    <a:pt x="5730582" y="5225190"/>
                  </a:lnTo>
                  <a:lnTo>
                    <a:pt x="5761014" y="5174198"/>
                  </a:lnTo>
                  <a:lnTo>
                    <a:pt x="5791107" y="5122981"/>
                  </a:lnTo>
                  <a:lnTo>
                    <a:pt x="5820858" y="5071541"/>
                  </a:lnTo>
                  <a:lnTo>
                    <a:pt x="5850268" y="5019879"/>
                  </a:lnTo>
                  <a:lnTo>
                    <a:pt x="5879334" y="4967998"/>
                  </a:lnTo>
                  <a:lnTo>
                    <a:pt x="5908054" y="4915898"/>
                  </a:lnTo>
                  <a:lnTo>
                    <a:pt x="5936427" y="4863581"/>
                  </a:lnTo>
                  <a:lnTo>
                    <a:pt x="5964451" y="4811049"/>
                  </a:lnTo>
                  <a:lnTo>
                    <a:pt x="5992126" y="4758303"/>
                  </a:lnTo>
                  <a:lnTo>
                    <a:pt x="6019449" y="4705345"/>
                  </a:lnTo>
                  <a:lnTo>
                    <a:pt x="6046418" y="4652177"/>
                  </a:lnTo>
                  <a:lnTo>
                    <a:pt x="6073033" y="4598799"/>
                  </a:lnTo>
                  <a:lnTo>
                    <a:pt x="6099291" y="4545213"/>
                  </a:lnTo>
                  <a:lnTo>
                    <a:pt x="6125192" y="4491422"/>
                  </a:lnTo>
                  <a:lnTo>
                    <a:pt x="6150733" y="4437426"/>
                  </a:lnTo>
                  <a:lnTo>
                    <a:pt x="6175913" y="4383227"/>
                  </a:lnTo>
                  <a:lnTo>
                    <a:pt x="6200731" y="4328827"/>
                  </a:lnTo>
                  <a:lnTo>
                    <a:pt x="6225185" y="4274227"/>
                  </a:lnTo>
                  <a:lnTo>
                    <a:pt x="6249272" y="4219429"/>
                  </a:lnTo>
                  <a:lnTo>
                    <a:pt x="6272993" y="4164434"/>
                  </a:lnTo>
                  <a:lnTo>
                    <a:pt x="6296345" y="4109244"/>
                  </a:lnTo>
                  <a:lnTo>
                    <a:pt x="6319327" y="4053860"/>
                  </a:lnTo>
                  <a:lnTo>
                    <a:pt x="6341937" y="3998284"/>
                  </a:lnTo>
                  <a:lnTo>
                    <a:pt x="6364174" y="3942518"/>
                  </a:lnTo>
                  <a:lnTo>
                    <a:pt x="6386035" y="3886563"/>
                  </a:lnTo>
                  <a:lnTo>
                    <a:pt x="6407520" y="3830420"/>
                  </a:lnTo>
                  <a:lnTo>
                    <a:pt x="6428628" y="3774091"/>
                  </a:lnTo>
                  <a:lnTo>
                    <a:pt x="6449355" y="3717579"/>
                  </a:lnTo>
                  <a:lnTo>
                    <a:pt x="6469702" y="3660883"/>
                  </a:lnTo>
                  <a:lnTo>
                    <a:pt x="6489665" y="3604006"/>
                  </a:lnTo>
                  <a:lnTo>
                    <a:pt x="6509245" y="3546950"/>
                  </a:lnTo>
                  <a:lnTo>
                    <a:pt x="6528438" y="3489715"/>
                  </a:lnTo>
                  <a:lnTo>
                    <a:pt x="6547245" y="3432304"/>
                  </a:lnTo>
                  <a:lnTo>
                    <a:pt x="6565662" y="3374718"/>
                  </a:lnTo>
                  <a:lnTo>
                    <a:pt x="6583689" y="3316958"/>
                  </a:lnTo>
                  <a:lnTo>
                    <a:pt x="6601324" y="3259026"/>
                  </a:lnTo>
                  <a:lnTo>
                    <a:pt x="6618566" y="3200925"/>
                  </a:lnTo>
                  <a:lnTo>
                    <a:pt x="6635412" y="3142654"/>
                  </a:lnTo>
                  <a:lnTo>
                    <a:pt x="6651862" y="3084216"/>
                  </a:lnTo>
                  <a:lnTo>
                    <a:pt x="6667914" y="3025612"/>
                  </a:lnTo>
                  <a:lnTo>
                    <a:pt x="6683566" y="2966844"/>
                  </a:lnTo>
                  <a:lnTo>
                    <a:pt x="6698816" y="2907914"/>
                  </a:lnTo>
                  <a:lnTo>
                    <a:pt x="6713664" y="2848823"/>
                  </a:lnTo>
                  <a:lnTo>
                    <a:pt x="6728107" y="2789572"/>
                  </a:lnTo>
                  <a:lnTo>
                    <a:pt x="6742145" y="2730163"/>
                  </a:lnTo>
                  <a:lnTo>
                    <a:pt x="6755775" y="2670597"/>
                  </a:lnTo>
                  <a:lnTo>
                    <a:pt x="6768995" y="2610877"/>
                  </a:lnTo>
                  <a:lnTo>
                    <a:pt x="6781806" y="2551004"/>
                  </a:lnTo>
                  <a:lnTo>
                    <a:pt x="6794204" y="2490978"/>
                  </a:lnTo>
                  <a:lnTo>
                    <a:pt x="6806188" y="2430803"/>
                  </a:lnTo>
                  <a:lnTo>
                    <a:pt x="6817757" y="2370479"/>
                  </a:lnTo>
                  <a:lnTo>
                    <a:pt x="6828910" y="2310008"/>
                  </a:lnTo>
                  <a:lnTo>
                    <a:pt x="6839644" y="2249391"/>
                  </a:lnTo>
                  <a:lnTo>
                    <a:pt x="6849958" y="2188630"/>
                  </a:lnTo>
                  <a:lnTo>
                    <a:pt x="6859850" y="2127727"/>
                  </a:lnTo>
                  <a:lnTo>
                    <a:pt x="6869320" y="2066683"/>
                  </a:lnTo>
                  <a:lnTo>
                    <a:pt x="6878365" y="2005499"/>
                  </a:lnTo>
                  <a:lnTo>
                    <a:pt x="6886984" y="1944178"/>
                  </a:lnTo>
                  <a:lnTo>
                    <a:pt x="6895175" y="1882721"/>
                  </a:lnTo>
                  <a:lnTo>
                    <a:pt x="6902937" y="1821129"/>
                  </a:lnTo>
                  <a:lnTo>
                    <a:pt x="6910269" y="1759403"/>
                  </a:lnTo>
                  <a:lnTo>
                    <a:pt x="6917168" y="1697546"/>
                  </a:lnTo>
                  <a:lnTo>
                    <a:pt x="6923633" y="1635559"/>
                  </a:lnTo>
                  <a:lnTo>
                    <a:pt x="6929663" y="1573444"/>
                  </a:lnTo>
                  <a:lnTo>
                    <a:pt x="6935255" y="1511202"/>
                  </a:lnTo>
                  <a:lnTo>
                    <a:pt x="6940410" y="1448834"/>
                  </a:lnTo>
                  <a:lnTo>
                    <a:pt x="6945124" y="1386342"/>
                  </a:lnTo>
                  <a:lnTo>
                    <a:pt x="6949397" y="1323728"/>
                  </a:lnTo>
                  <a:lnTo>
                    <a:pt x="6953226" y="1260994"/>
                  </a:lnTo>
                  <a:lnTo>
                    <a:pt x="6956611" y="1198140"/>
                  </a:lnTo>
                  <a:lnTo>
                    <a:pt x="6959549" y="1135168"/>
                  </a:lnTo>
                  <a:lnTo>
                    <a:pt x="6962040" y="1072081"/>
                  </a:lnTo>
                  <a:lnTo>
                    <a:pt x="6964081" y="1008879"/>
                  </a:lnTo>
                  <a:lnTo>
                    <a:pt x="6965672" y="945563"/>
                  </a:lnTo>
                  <a:lnTo>
                    <a:pt x="6966809" y="882137"/>
                  </a:lnTo>
                  <a:lnTo>
                    <a:pt x="6967493" y="818600"/>
                  </a:lnTo>
                  <a:lnTo>
                    <a:pt x="6967722" y="754956"/>
                  </a:lnTo>
                </a:path>
              </a:pathLst>
            </a:custGeom>
            <a:ln w="7853">
              <a:solidFill>
                <a:schemeClr val="tx1"/>
              </a:solidFill>
            </a:ln>
          </p:spPr>
          <p:txBody>
            <a:bodyPr wrap="square" lIns="0" tIns="0" rIns="0" bIns="0" rtlCol="0"/>
            <a:lstStyle/>
            <a:p>
              <a:endParaRPr sz="1092"/>
            </a:p>
          </p:txBody>
        </p:sp>
      </p:grpSp>
      <p:sp>
        <p:nvSpPr>
          <p:cNvPr id="2" name="Rectangle 1">
            <a:extLst>
              <a:ext uri="{FF2B5EF4-FFF2-40B4-BE49-F238E27FC236}">
                <a16:creationId xmlns:a16="http://schemas.microsoft.com/office/drawing/2014/main" id="{49E1F126-25F0-F59F-71FA-19EFF62F0F69}"/>
              </a:ext>
            </a:extLst>
          </p:cNvPr>
          <p:cNvSpPr/>
          <p:nvPr/>
        </p:nvSpPr>
        <p:spPr>
          <a:xfrm>
            <a:off x="940008" y="1857936"/>
            <a:ext cx="3657986" cy="4482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15" name="Espace réservé pour une image  14">
            <a:extLst>
              <a:ext uri="{FF2B5EF4-FFF2-40B4-BE49-F238E27FC236}">
                <a16:creationId xmlns:a16="http://schemas.microsoft.com/office/drawing/2014/main" id="{813D8739-85F3-112A-7C9B-9EFE25148EBC}"/>
              </a:ext>
            </a:extLst>
          </p:cNvPr>
          <p:cNvSpPr>
            <a:spLocks noGrp="1"/>
          </p:cNvSpPr>
          <p:nvPr>
            <p:ph type="pic" sz="quarter" idx="13"/>
          </p:nvPr>
        </p:nvSpPr>
        <p:spPr>
          <a:xfrm>
            <a:off x="6096001" y="0"/>
            <a:ext cx="6096000" cy="6856075"/>
          </a:xfrm>
          <a:solidFill>
            <a:srgbClr val="E5E8EE"/>
          </a:solidFill>
        </p:spPr>
        <p:txBody>
          <a:bodyPr/>
          <a:lstStyle/>
          <a:p>
            <a:r>
              <a:rPr lang="fr-FR"/>
              <a:t>Cliquez sur l'icône pour ajouter une image</a:t>
            </a:r>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4" name="Espace réservé du texte 19">
            <a:extLst>
              <a:ext uri="{FF2B5EF4-FFF2-40B4-BE49-F238E27FC236}">
                <a16:creationId xmlns:a16="http://schemas.microsoft.com/office/drawing/2014/main" id="{051B994E-91EE-861A-7ED0-3A239B835225}"/>
              </a:ext>
            </a:extLst>
          </p:cNvPr>
          <p:cNvSpPr>
            <a:spLocks noGrp="1"/>
          </p:cNvSpPr>
          <p:nvPr>
            <p:ph type="body" sz="quarter" idx="14"/>
          </p:nvPr>
        </p:nvSpPr>
        <p:spPr>
          <a:xfrm>
            <a:off x="1151506" y="2574156"/>
            <a:ext cx="3007175" cy="503664"/>
          </a:xfrm>
          <a:solidFill>
            <a:schemeClr val="bg1"/>
          </a:solidFill>
        </p:spPr>
        <p:txBody>
          <a:bodyPr wrap="square">
            <a:spAutoFit/>
          </a:bodyPr>
          <a:lstStyle>
            <a:lvl1pPr marL="0" indent="0">
              <a:lnSpc>
                <a:spcPts val="1637"/>
              </a:lnSpc>
              <a:spcBef>
                <a:spcPts val="0"/>
              </a:spcBef>
              <a:spcAft>
                <a:spcPts val="485"/>
              </a:spcAft>
              <a:buNone/>
              <a:defRPr sz="1400">
                <a:latin typeface="+mj-lt"/>
                <a:cs typeface="Poppins Light" panose="00000400000000000000" pitchFamily="2" charset="0"/>
              </a:defRPr>
            </a:lvl1pPr>
          </a:lstStyle>
          <a:p>
            <a:pPr lvl="0"/>
            <a:r>
              <a:rPr lang="fr-FR"/>
              <a:t>Cliquez pour modifier les styles du texte du masque</a:t>
            </a:r>
          </a:p>
        </p:txBody>
      </p:sp>
      <p:cxnSp>
        <p:nvCxnSpPr>
          <p:cNvPr id="11" name="Connecteur droit 10">
            <a:extLst>
              <a:ext uri="{FF2B5EF4-FFF2-40B4-BE49-F238E27FC236}">
                <a16:creationId xmlns:a16="http://schemas.microsoft.com/office/drawing/2014/main" id="{AA81A1BD-DEA5-E1F9-7952-39A4FA2D55D8}"/>
              </a:ext>
            </a:extLst>
          </p:cNvPr>
          <p:cNvCxnSpPr>
            <a:cxnSpLocks/>
          </p:cNvCxnSpPr>
          <p:nvPr/>
        </p:nvCxnSpPr>
        <p:spPr>
          <a:xfrm>
            <a:off x="11397456" y="0"/>
            <a:ext cx="0" cy="6858000"/>
          </a:xfrm>
          <a:prstGeom prst="line">
            <a:avLst/>
          </a:prstGeom>
          <a:ln w="7853">
            <a:solidFill>
              <a:schemeClr val="bg1"/>
            </a:solidFill>
          </a:ln>
        </p:spPr>
      </p:cxnSp>
    </p:spTree>
    <p:extLst>
      <p:ext uri="{BB962C8B-B14F-4D97-AF65-F5344CB8AC3E}">
        <p14:creationId xmlns:p14="http://schemas.microsoft.com/office/powerpoint/2010/main" val="1013481445"/>
      </p:ext>
    </p:extLst>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5_Diapositive de titre">
    <p:bg>
      <p:bgPr>
        <a:solidFill>
          <a:schemeClr val="bg1"/>
        </a:solidFill>
        <a:effectLst/>
      </p:bgPr>
    </p:bg>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E720C2A4-4181-926D-1E3A-D969A1A044E4}"/>
              </a:ext>
            </a:extLst>
          </p:cNvPr>
          <p:cNvGrpSpPr/>
          <p:nvPr/>
        </p:nvGrpSpPr>
        <p:grpSpPr>
          <a:xfrm>
            <a:off x="6096000" y="-3157286"/>
            <a:ext cx="10452531" cy="10015286"/>
            <a:chOff x="28727400" y="4676600"/>
            <a:chExt cx="17235788" cy="16515949"/>
          </a:xfrm>
        </p:grpSpPr>
        <p:sp>
          <p:nvSpPr>
            <p:cNvPr id="2" name="Forme libre : forme 1">
              <a:extLst>
                <a:ext uri="{FF2B5EF4-FFF2-40B4-BE49-F238E27FC236}">
                  <a16:creationId xmlns:a16="http://schemas.microsoft.com/office/drawing/2014/main" id="{D421022E-C34D-D85C-6D48-06A98AAA9B94}"/>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tx1"/>
              </a:solidFill>
              <a:prstDash val="solid"/>
              <a:miter/>
            </a:ln>
          </p:spPr>
          <p:txBody>
            <a:bodyPr rtlCol="0" anchor="ctr"/>
            <a:lstStyle/>
            <a:p>
              <a:endParaRPr lang="fr-FR" sz="1092"/>
            </a:p>
          </p:txBody>
        </p:sp>
        <p:sp>
          <p:nvSpPr>
            <p:cNvPr id="30" name="Rectangle 29">
              <a:extLst>
                <a:ext uri="{FF2B5EF4-FFF2-40B4-BE49-F238E27FC236}">
                  <a16:creationId xmlns:a16="http://schemas.microsoft.com/office/drawing/2014/main" id="{676DA40F-3339-5E78-B1E2-0D39C7D964BD}"/>
                </a:ext>
              </a:extLst>
            </p:cNvPr>
            <p:cNvSpPr/>
            <p:nvPr/>
          </p:nvSpPr>
          <p:spPr>
            <a:xfrm>
              <a:off x="38772300" y="9858200"/>
              <a:ext cx="7190888" cy="1133434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12" name="Rectangle 11">
              <a:extLst>
                <a:ext uri="{FF2B5EF4-FFF2-40B4-BE49-F238E27FC236}">
                  <a16:creationId xmlns:a16="http://schemas.microsoft.com/office/drawing/2014/main" id="{53BB10B1-7EA1-A417-CCEC-BE7AF49B6089}"/>
                </a:ext>
              </a:extLst>
            </p:cNvPr>
            <p:cNvSpPr/>
            <p:nvPr/>
          </p:nvSpPr>
          <p:spPr>
            <a:xfrm>
              <a:off x="28727400" y="4676600"/>
              <a:ext cx="17235788" cy="520659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5" name="Espace réservé pour une image  14">
            <a:extLst>
              <a:ext uri="{FF2B5EF4-FFF2-40B4-BE49-F238E27FC236}">
                <a16:creationId xmlns:a16="http://schemas.microsoft.com/office/drawing/2014/main" id="{813D8739-85F3-112A-7C9B-9EFE25148EBC}"/>
              </a:ext>
            </a:extLst>
          </p:cNvPr>
          <p:cNvSpPr>
            <a:spLocks noGrp="1"/>
          </p:cNvSpPr>
          <p:nvPr>
            <p:ph type="pic" sz="quarter" idx="13"/>
          </p:nvPr>
        </p:nvSpPr>
        <p:spPr>
          <a:xfrm>
            <a:off x="1" y="0"/>
            <a:ext cx="3508375" cy="6856075"/>
          </a:xfrm>
          <a:solidFill>
            <a:srgbClr val="E5E8EE"/>
          </a:solidFill>
        </p:spPr>
        <p:txBody>
          <a:bodyPr/>
          <a:lstStyle/>
          <a:p>
            <a:r>
              <a:rPr lang="fr-FR"/>
              <a:t>Cliquez sur l'icône pour ajouter une image</a:t>
            </a:r>
          </a:p>
        </p:txBody>
      </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4261876" y="989481"/>
            <a:ext cx="4809404" cy="1349087"/>
          </a:xfrm>
        </p:spPr>
        <p:txBody>
          <a:bodyPr vert="horz" wrap="square" lIns="91440" tIns="45720" rIns="91440" bIns="45720" rtlCol="0" anchor="t" anchorCtr="0">
            <a:spAutoFit/>
          </a:bodyPr>
          <a:lstStyle>
            <a:lvl1pPr>
              <a:defRPr lang="fr-FR" sz="4400" dirty="0"/>
            </a:lvl1pPr>
          </a:lstStyle>
          <a:p>
            <a:pPr lvl="0">
              <a:lnSpc>
                <a:spcPts val="4851"/>
              </a:lnSpc>
            </a:pPr>
            <a:r>
              <a:rPr lang="fr-FR"/>
              <a:t>Modifiez le style du titre</a:t>
            </a:r>
          </a:p>
        </p:txBody>
      </p:sp>
      <p:sp>
        <p:nvSpPr>
          <p:cNvPr id="24" name="Espace réservé du texte 19">
            <a:extLst>
              <a:ext uri="{FF2B5EF4-FFF2-40B4-BE49-F238E27FC236}">
                <a16:creationId xmlns:a16="http://schemas.microsoft.com/office/drawing/2014/main" id="{051B994E-91EE-861A-7ED0-3A239B835225}"/>
              </a:ext>
            </a:extLst>
          </p:cNvPr>
          <p:cNvSpPr>
            <a:spLocks noGrp="1"/>
          </p:cNvSpPr>
          <p:nvPr>
            <p:ph type="body" sz="quarter" idx="14"/>
          </p:nvPr>
        </p:nvSpPr>
        <p:spPr>
          <a:xfrm>
            <a:off x="4261876" y="2817281"/>
            <a:ext cx="4224765" cy="540148"/>
          </a:xfrm>
          <a:solidFill>
            <a:schemeClr val="bg1"/>
          </a:solidFill>
        </p:spPr>
        <p:txBody>
          <a:bodyPr wrap="square">
            <a:spAutoFit/>
          </a:bodyPr>
          <a:lstStyle>
            <a:lvl1pPr marL="0" indent="0">
              <a:lnSpc>
                <a:spcPct val="100000"/>
              </a:lnSpc>
              <a:buNone/>
              <a:defRPr sz="1400">
                <a:latin typeface="+mj-lt"/>
                <a:cs typeface="Poppins Light" panose="00000400000000000000" pitchFamily="2" charset="0"/>
              </a:defRPr>
            </a:lvl1pPr>
          </a:lstStyle>
          <a:p>
            <a:pPr lvl="0"/>
            <a:r>
              <a:rPr lang="fr-FR"/>
              <a:t>Cliquez pour modifier les styles du texte du masque</a:t>
            </a:r>
          </a:p>
        </p:txBody>
      </p:sp>
    </p:spTree>
    <p:extLst>
      <p:ext uri="{BB962C8B-B14F-4D97-AF65-F5344CB8AC3E}">
        <p14:creationId xmlns:p14="http://schemas.microsoft.com/office/powerpoint/2010/main" val="95785144"/>
      </p:ext>
    </p:extLst>
  </p:cSld>
  <p:clrMapOvr>
    <a:masterClrMapping/>
  </p:clrMapOvr>
  <p:hf sldNum="0"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2_Diapositive de titre">
    <p:bg>
      <p:bgPr>
        <a:solidFill>
          <a:schemeClr val="bg1"/>
        </a:solidFill>
        <a:effectLst/>
      </p:bgPr>
    </p:bg>
    <p:spTree>
      <p:nvGrpSpPr>
        <p:cNvPr id="1" name=""/>
        <p:cNvGrpSpPr/>
        <p:nvPr/>
      </p:nvGrpSpPr>
      <p:grpSpPr>
        <a:xfrm>
          <a:off x="0" y="0"/>
          <a:ext cx="0" cy="0"/>
          <a:chOff x="0" y="0"/>
          <a:chExt cx="0" cy="0"/>
        </a:xfrm>
      </p:grpSpPr>
      <p:sp>
        <p:nvSpPr>
          <p:cNvPr id="15" name="Espace réservé pour une image  14">
            <a:extLst>
              <a:ext uri="{FF2B5EF4-FFF2-40B4-BE49-F238E27FC236}">
                <a16:creationId xmlns:a16="http://schemas.microsoft.com/office/drawing/2014/main" id="{813D8739-85F3-112A-7C9B-9EFE25148EBC}"/>
              </a:ext>
            </a:extLst>
          </p:cNvPr>
          <p:cNvSpPr>
            <a:spLocks noGrp="1"/>
          </p:cNvSpPr>
          <p:nvPr>
            <p:ph type="pic" sz="quarter" idx="13"/>
          </p:nvPr>
        </p:nvSpPr>
        <p:spPr>
          <a:xfrm>
            <a:off x="1" y="0"/>
            <a:ext cx="2586363" cy="6856075"/>
          </a:xfrm>
          <a:solidFill>
            <a:srgbClr val="E5E8EE"/>
          </a:solidFill>
        </p:spPr>
        <p:txBody>
          <a:bodyPr/>
          <a:lstStyle/>
          <a:p>
            <a:r>
              <a:rPr lang="fr-FR"/>
              <a:t>Cliquez sur l'icône pour ajouter une image</a:t>
            </a:r>
          </a:p>
        </p:txBody>
      </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36" name="Espace réservé pour une image  42">
            <a:extLst>
              <a:ext uri="{FF2B5EF4-FFF2-40B4-BE49-F238E27FC236}">
                <a16:creationId xmlns:a16="http://schemas.microsoft.com/office/drawing/2014/main" id="{8427868A-1856-D688-3BF9-DF1D3CBEC38B}"/>
              </a:ext>
            </a:extLst>
          </p:cNvPr>
          <p:cNvSpPr>
            <a:spLocks noGrp="1"/>
          </p:cNvSpPr>
          <p:nvPr>
            <p:ph type="pic" sz="quarter" idx="15"/>
          </p:nvPr>
        </p:nvSpPr>
        <p:spPr>
          <a:xfrm>
            <a:off x="3776687" y="5154314"/>
            <a:ext cx="843813" cy="843754"/>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ln w="12700">
            <a:solidFill>
              <a:schemeClr val="tx1"/>
            </a:solidFill>
          </a:ln>
          <a:effectLst>
            <a:outerShdw blurRad="584200" dist="215900" dir="2700000" sx="102000" sy="102000" algn="tl" rotWithShape="0">
              <a:schemeClr val="tx2">
                <a:alpha val="22000"/>
              </a:schemeClr>
            </a:outerShdw>
          </a:effectLst>
        </p:spPr>
        <p:txBody>
          <a:bodyPr wrap="square">
            <a:noAutofit/>
          </a:bodyPr>
          <a:lstStyle>
            <a:lvl1pPr>
              <a:defRPr sz="800"/>
            </a:lvl1pPr>
          </a:lstStyle>
          <a:p>
            <a:r>
              <a:rPr lang="fr-FR"/>
              <a:t>Cliquez sur l'icône pour ajouter une image</a:t>
            </a:r>
          </a:p>
        </p:txBody>
      </p:sp>
      <p:sp>
        <p:nvSpPr>
          <p:cNvPr id="40" name="Espace réservé du texte 19">
            <a:extLst>
              <a:ext uri="{FF2B5EF4-FFF2-40B4-BE49-F238E27FC236}">
                <a16:creationId xmlns:a16="http://schemas.microsoft.com/office/drawing/2014/main" id="{4053087B-9999-45D5-22CA-76156FD4082A}"/>
              </a:ext>
            </a:extLst>
          </p:cNvPr>
          <p:cNvSpPr>
            <a:spLocks noGrp="1"/>
          </p:cNvSpPr>
          <p:nvPr>
            <p:ph type="body" sz="quarter" idx="39" hasCustomPrompt="1"/>
          </p:nvPr>
        </p:nvSpPr>
        <p:spPr>
          <a:xfrm>
            <a:off x="3704715" y="2365826"/>
            <a:ext cx="2896498" cy="278987"/>
          </a:xfrm>
          <a:noFill/>
        </p:spPr>
        <p:txBody>
          <a:bodyPr wrap="square" anchor="t"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41" name="Espace réservé du texte 22">
            <a:extLst>
              <a:ext uri="{FF2B5EF4-FFF2-40B4-BE49-F238E27FC236}">
                <a16:creationId xmlns:a16="http://schemas.microsoft.com/office/drawing/2014/main" id="{4EEF6A7D-5427-56C3-AEAC-1F59A3D6A9DE}"/>
              </a:ext>
            </a:extLst>
          </p:cNvPr>
          <p:cNvSpPr>
            <a:spLocks noGrp="1"/>
          </p:cNvSpPr>
          <p:nvPr>
            <p:ph type="body" sz="quarter" idx="40"/>
          </p:nvPr>
        </p:nvSpPr>
        <p:spPr>
          <a:xfrm>
            <a:off x="3698404" y="2647830"/>
            <a:ext cx="2905917" cy="430887"/>
          </a:xfrm>
          <a:no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42" name="Espace réservé du texte 57">
            <a:extLst>
              <a:ext uri="{FF2B5EF4-FFF2-40B4-BE49-F238E27FC236}">
                <a16:creationId xmlns:a16="http://schemas.microsoft.com/office/drawing/2014/main" id="{B9F54C29-F36F-5BF4-67E0-E6E59C77758A}"/>
              </a:ext>
            </a:extLst>
          </p:cNvPr>
          <p:cNvSpPr>
            <a:spLocks noGrp="1"/>
          </p:cNvSpPr>
          <p:nvPr>
            <p:ph type="body" sz="quarter" idx="41"/>
          </p:nvPr>
        </p:nvSpPr>
        <p:spPr>
          <a:xfrm>
            <a:off x="3703096" y="3044344"/>
            <a:ext cx="2905918" cy="398442"/>
          </a:xfrm>
          <a:noFill/>
        </p:spPr>
        <p:txBody>
          <a:bodyPr wrap="square">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
        <p:nvSpPr>
          <p:cNvPr id="43" name="Espace réservé du texte 19">
            <a:extLst>
              <a:ext uri="{FF2B5EF4-FFF2-40B4-BE49-F238E27FC236}">
                <a16:creationId xmlns:a16="http://schemas.microsoft.com/office/drawing/2014/main" id="{454D4A6A-A7DF-7CC1-898F-4FF19C86B744}"/>
              </a:ext>
            </a:extLst>
          </p:cNvPr>
          <p:cNvSpPr>
            <a:spLocks noGrp="1"/>
          </p:cNvSpPr>
          <p:nvPr>
            <p:ph type="body" sz="quarter" idx="42" hasCustomPrompt="1"/>
          </p:nvPr>
        </p:nvSpPr>
        <p:spPr>
          <a:xfrm>
            <a:off x="3704715" y="4628713"/>
            <a:ext cx="1940862" cy="278987"/>
          </a:xfrm>
          <a:noFill/>
        </p:spPr>
        <p:txBody>
          <a:bodyPr wrap="square" anchor="t"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44" name="Espace réservé du texte 22">
            <a:extLst>
              <a:ext uri="{FF2B5EF4-FFF2-40B4-BE49-F238E27FC236}">
                <a16:creationId xmlns:a16="http://schemas.microsoft.com/office/drawing/2014/main" id="{7CE7B455-FF1D-CE30-465A-8D1E01745241}"/>
              </a:ext>
            </a:extLst>
          </p:cNvPr>
          <p:cNvSpPr>
            <a:spLocks noGrp="1"/>
          </p:cNvSpPr>
          <p:nvPr>
            <p:ph type="body" sz="quarter" idx="16"/>
          </p:nvPr>
        </p:nvSpPr>
        <p:spPr>
          <a:xfrm>
            <a:off x="3700731" y="576893"/>
            <a:ext cx="7488682" cy="299377"/>
          </a:xfrm>
          <a:noFill/>
        </p:spPr>
        <p:txBody>
          <a:bodyPr wrap="square">
            <a:spAutoFit/>
          </a:bodyPr>
          <a:lstStyle>
            <a:lvl1pPr marL="0" indent="0">
              <a:lnSpc>
                <a:spcPts val="1698"/>
              </a:lnSpc>
              <a:spcBef>
                <a:spcPts val="0"/>
              </a:spcBef>
              <a:spcAft>
                <a:spcPts val="364"/>
              </a:spcAft>
              <a:buNone/>
              <a:defRPr sz="1200">
                <a:solidFill>
                  <a:schemeClr val="tx1"/>
                </a:solidFill>
              </a:defRPr>
            </a:lvl1pPr>
          </a:lstStyle>
          <a:p>
            <a:pPr lvl="0"/>
            <a:r>
              <a:rPr lang="fr-FR"/>
              <a:t>Cliquez pour modifier les styles du texte du masque</a:t>
            </a:r>
          </a:p>
        </p:txBody>
      </p:sp>
      <p:sp>
        <p:nvSpPr>
          <p:cNvPr id="45" name="Espace réservé du texte 19">
            <a:extLst>
              <a:ext uri="{FF2B5EF4-FFF2-40B4-BE49-F238E27FC236}">
                <a16:creationId xmlns:a16="http://schemas.microsoft.com/office/drawing/2014/main" id="{871EE2CF-AF33-7D50-6C5A-86E8D693CB72}"/>
              </a:ext>
            </a:extLst>
          </p:cNvPr>
          <p:cNvSpPr>
            <a:spLocks noGrp="1"/>
          </p:cNvSpPr>
          <p:nvPr>
            <p:ph type="body" sz="quarter" idx="43" hasCustomPrompt="1"/>
          </p:nvPr>
        </p:nvSpPr>
        <p:spPr>
          <a:xfrm>
            <a:off x="3606182" y="6097461"/>
            <a:ext cx="1193039" cy="278987"/>
          </a:xfrm>
          <a:noFill/>
        </p:spPr>
        <p:txBody>
          <a:bodyPr wrap="square" anchor="t" anchorCtr="0">
            <a:spAutoFit/>
          </a:bodyPr>
          <a:lstStyle>
            <a:lvl1pPr marL="0" indent="0" algn="ctr">
              <a:lnSpc>
                <a:spcPct val="100000"/>
              </a:lnSpc>
              <a:spcBef>
                <a:spcPts val="0"/>
              </a:spcBef>
              <a:buNone/>
              <a:defRPr sz="1200" b="1">
                <a:solidFill>
                  <a:schemeClr val="tx1"/>
                </a:solidFill>
                <a:latin typeface="+mj-lt"/>
                <a:cs typeface="Poppins Light" panose="00000400000000000000" pitchFamily="2" charset="0"/>
              </a:defRPr>
            </a:lvl1pPr>
          </a:lstStyle>
          <a:p>
            <a:pPr lvl="0"/>
            <a:r>
              <a:rPr lang="fr-FR"/>
              <a:t>Titre</a:t>
            </a:r>
          </a:p>
        </p:txBody>
      </p:sp>
      <p:sp>
        <p:nvSpPr>
          <p:cNvPr id="55" name="Espace réservé pour une image  42">
            <a:extLst>
              <a:ext uri="{FF2B5EF4-FFF2-40B4-BE49-F238E27FC236}">
                <a16:creationId xmlns:a16="http://schemas.microsoft.com/office/drawing/2014/main" id="{E1DB597F-8EA8-1525-0588-35390407FF63}"/>
              </a:ext>
            </a:extLst>
          </p:cNvPr>
          <p:cNvSpPr>
            <a:spLocks noGrp="1"/>
          </p:cNvSpPr>
          <p:nvPr>
            <p:ph type="pic" sz="quarter" idx="44"/>
          </p:nvPr>
        </p:nvSpPr>
        <p:spPr>
          <a:xfrm>
            <a:off x="5150552" y="5154314"/>
            <a:ext cx="843813" cy="843754"/>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ln w="12700">
            <a:solidFill>
              <a:schemeClr val="tx1"/>
            </a:solidFill>
          </a:ln>
          <a:effectLst>
            <a:outerShdw blurRad="584200" dist="215900" dir="2700000" sx="102000" sy="102000" algn="tl" rotWithShape="0">
              <a:schemeClr val="tx2">
                <a:alpha val="22000"/>
              </a:schemeClr>
            </a:outerShdw>
          </a:effectLst>
        </p:spPr>
        <p:txBody>
          <a:bodyPr wrap="square">
            <a:noAutofit/>
          </a:bodyPr>
          <a:lstStyle>
            <a:lvl1pPr>
              <a:defRPr sz="800"/>
            </a:lvl1pPr>
          </a:lstStyle>
          <a:p>
            <a:r>
              <a:rPr lang="fr-FR"/>
              <a:t>Cliquez sur l'icône pour ajouter une image</a:t>
            </a:r>
          </a:p>
        </p:txBody>
      </p:sp>
      <p:sp>
        <p:nvSpPr>
          <p:cNvPr id="56" name="Espace réservé du texte 19">
            <a:extLst>
              <a:ext uri="{FF2B5EF4-FFF2-40B4-BE49-F238E27FC236}">
                <a16:creationId xmlns:a16="http://schemas.microsoft.com/office/drawing/2014/main" id="{887BF932-6D49-5626-1127-7DE0102F59D0}"/>
              </a:ext>
            </a:extLst>
          </p:cNvPr>
          <p:cNvSpPr>
            <a:spLocks noGrp="1"/>
          </p:cNvSpPr>
          <p:nvPr>
            <p:ph type="body" sz="quarter" idx="45" hasCustomPrompt="1"/>
          </p:nvPr>
        </p:nvSpPr>
        <p:spPr>
          <a:xfrm>
            <a:off x="7435202" y="2365826"/>
            <a:ext cx="2896498" cy="278987"/>
          </a:xfrm>
          <a:noFill/>
        </p:spPr>
        <p:txBody>
          <a:bodyPr wrap="square" anchor="t"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57" name="Espace réservé du texte 22">
            <a:extLst>
              <a:ext uri="{FF2B5EF4-FFF2-40B4-BE49-F238E27FC236}">
                <a16:creationId xmlns:a16="http://schemas.microsoft.com/office/drawing/2014/main" id="{1E0221C0-257D-EB95-B8B7-E8F2C3324AC6}"/>
              </a:ext>
            </a:extLst>
          </p:cNvPr>
          <p:cNvSpPr>
            <a:spLocks noGrp="1"/>
          </p:cNvSpPr>
          <p:nvPr>
            <p:ph type="body" sz="quarter" idx="46"/>
          </p:nvPr>
        </p:nvSpPr>
        <p:spPr>
          <a:xfrm>
            <a:off x="7428891" y="2647830"/>
            <a:ext cx="2905917" cy="430887"/>
          </a:xfrm>
          <a:no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58" name="Espace réservé du texte 57">
            <a:extLst>
              <a:ext uri="{FF2B5EF4-FFF2-40B4-BE49-F238E27FC236}">
                <a16:creationId xmlns:a16="http://schemas.microsoft.com/office/drawing/2014/main" id="{05E071E0-B4F0-2047-2AC3-47CD828FC2D7}"/>
              </a:ext>
            </a:extLst>
          </p:cNvPr>
          <p:cNvSpPr>
            <a:spLocks noGrp="1"/>
          </p:cNvSpPr>
          <p:nvPr>
            <p:ph type="body" sz="quarter" idx="47"/>
          </p:nvPr>
        </p:nvSpPr>
        <p:spPr>
          <a:xfrm>
            <a:off x="7433583" y="3044344"/>
            <a:ext cx="2905918" cy="398442"/>
          </a:xfrm>
          <a:noFill/>
        </p:spPr>
        <p:txBody>
          <a:bodyPr wrap="square">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
        <p:nvSpPr>
          <p:cNvPr id="59" name="Espace réservé du texte 19">
            <a:extLst>
              <a:ext uri="{FF2B5EF4-FFF2-40B4-BE49-F238E27FC236}">
                <a16:creationId xmlns:a16="http://schemas.microsoft.com/office/drawing/2014/main" id="{F126F3CE-8645-8FE3-9808-92F063C72A2B}"/>
              </a:ext>
            </a:extLst>
          </p:cNvPr>
          <p:cNvSpPr>
            <a:spLocks noGrp="1"/>
          </p:cNvSpPr>
          <p:nvPr>
            <p:ph type="body" sz="quarter" idx="48" hasCustomPrompt="1"/>
          </p:nvPr>
        </p:nvSpPr>
        <p:spPr>
          <a:xfrm>
            <a:off x="4980047" y="6097461"/>
            <a:ext cx="1193039" cy="278987"/>
          </a:xfrm>
          <a:noFill/>
        </p:spPr>
        <p:txBody>
          <a:bodyPr wrap="square" anchor="t" anchorCtr="0">
            <a:spAutoFit/>
          </a:bodyPr>
          <a:lstStyle>
            <a:lvl1pPr marL="0" indent="0" algn="ctr">
              <a:lnSpc>
                <a:spcPct val="100000"/>
              </a:lnSpc>
              <a:spcBef>
                <a:spcPts val="0"/>
              </a:spcBef>
              <a:buNone/>
              <a:defRPr sz="1200" b="1">
                <a:solidFill>
                  <a:schemeClr val="tx1"/>
                </a:solidFill>
                <a:latin typeface="+mj-lt"/>
                <a:cs typeface="Poppins Light" panose="00000400000000000000" pitchFamily="2" charset="0"/>
              </a:defRPr>
            </a:lvl1pPr>
          </a:lstStyle>
          <a:p>
            <a:pPr lvl="0"/>
            <a:r>
              <a:rPr lang="fr-FR"/>
              <a:t>Titre</a:t>
            </a:r>
          </a:p>
        </p:txBody>
      </p:sp>
      <p:sp>
        <p:nvSpPr>
          <p:cNvPr id="60" name="Espace réservé pour une image  42">
            <a:extLst>
              <a:ext uri="{FF2B5EF4-FFF2-40B4-BE49-F238E27FC236}">
                <a16:creationId xmlns:a16="http://schemas.microsoft.com/office/drawing/2014/main" id="{8960B8C8-16AF-B9CF-A71C-CADE7C74DDA3}"/>
              </a:ext>
            </a:extLst>
          </p:cNvPr>
          <p:cNvSpPr>
            <a:spLocks noGrp="1"/>
          </p:cNvSpPr>
          <p:nvPr>
            <p:ph type="pic" sz="quarter" idx="49"/>
          </p:nvPr>
        </p:nvSpPr>
        <p:spPr>
          <a:xfrm>
            <a:off x="6524417" y="5154314"/>
            <a:ext cx="843813" cy="843754"/>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ln w="12700">
            <a:solidFill>
              <a:schemeClr val="tx1"/>
            </a:solidFill>
          </a:ln>
          <a:effectLst>
            <a:outerShdw blurRad="584200" dist="215900" dir="2700000" sx="102000" sy="102000" algn="tl" rotWithShape="0">
              <a:schemeClr val="tx2">
                <a:alpha val="22000"/>
              </a:schemeClr>
            </a:outerShdw>
          </a:effectLst>
        </p:spPr>
        <p:txBody>
          <a:bodyPr wrap="square">
            <a:noAutofit/>
          </a:bodyPr>
          <a:lstStyle>
            <a:lvl1pPr>
              <a:defRPr sz="800"/>
            </a:lvl1pPr>
          </a:lstStyle>
          <a:p>
            <a:r>
              <a:rPr lang="fr-FR"/>
              <a:t>Cliquez sur l'icône pour ajouter une image</a:t>
            </a:r>
          </a:p>
        </p:txBody>
      </p:sp>
      <p:sp>
        <p:nvSpPr>
          <p:cNvPr id="61" name="Espace réservé du texte 19">
            <a:extLst>
              <a:ext uri="{FF2B5EF4-FFF2-40B4-BE49-F238E27FC236}">
                <a16:creationId xmlns:a16="http://schemas.microsoft.com/office/drawing/2014/main" id="{3E324831-F757-5F3B-40BD-AEEFD9471CA7}"/>
              </a:ext>
            </a:extLst>
          </p:cNvPr>
          <p:cNvSpPr>
            <a:spLocks noGrp="1"/>
          </p:cNvSpPr>
          <p:nvPr>
            <p:ph type="body" sz="quarter" idx="50" hasCustomPrompt="1"/>
          </p:nvPr>
        </p:nvSpPr>
        <p:spPr>
          <a:xfrm>
            <a:off x="6353912" y="6097461"/>
            <a:ext cx="1193039" cy="278987"/>
          </a:xfrm>
          <a:noFill/>
        </p:spPr>
        <p:txBody>
          <a:bodyPr wrap="square" anchor="t" anchorCtr="0">
            <a:spAutoFit/>
          </a:bodyPr>
          <a:lstStyle>
            <a:lvl1pPr marL="0" indent="0" algn="ctr">
              <a:lnSpc>
                <a:spcPct val="100000"/>
              </a:lnSpc>
              <a:spcBef>
                <a:spcPts val="0"/>
              </a:spcBef>
              <a:buNone/>
              <a:defRPr sz="1200" b="1">
                <a:solidFill>
                  <a:schemeClr val="tx1"/>
                </a:solidFill>
                <a:latin typeface="+mj-lt"/>
                <a:cs typeface="Poppins Light" panose="00000400000000000000" pitchFamily="2" charset="0"/>
              </a:defRPr>
            </a:lvl1pPr>
          </a:lstStyle>
          <a:p>
            <a:pPr lvl="0"/>
            <a:r>
              <a:rPr lang="fr-FR"/>
              <a:t>Titre</a:t>
            </a:r>
          </a:p>
        </p:txBody>
      </p:sp>
      <p:sp>
        <p:nvSpPr>
          <p:cNvPr id="62" name="Espace réservé pour une image  42">
            <a:extLst>
              <a:ext uri="{FF2B5EF4-FFF2-40B4-BE49-F238E27FC236}">
                <a16:creationId xmlns:a16="http://schemas.microsoft.com/office/drawing/2014/main" id="{718028AE-5572-4ED0-D75E-D550AE037E02}"/>
              </a:ext>
            </a:extLst>
          </p:cNvPr>
          <p:cNvSpPr>
            <a:spLocks noGrp="1"/>
          </p:cNvSpPr>
          <p:nvPr>
            <p:ph type="pic" sz="quarter" idx="51"/>
          </p:nvPr>
        </p:nvSpPr>
        <p:spPr>
          <a:xfrm>
            <a:off x="7898282" y="5154314"/>
            <a:ext cx="843813" cy="843754"/>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ln w="12700">
            <a:solidFill>
              <a:schemeClr val="tx1"/>
            </a:solidFill>
          </a:ln>
          <a:effectLst>
            <a:outerShdw blurRad="584200" dist="215900" dir="2700000" sx="102000" sy="102000" algn="tl" rotWithShape="0">
              <a:schemeClr val="tx2">
                <a:alpha val="22000"/>
              </a:schemeClr>
            </a:outerShdw>
          </a:effectLst>
        </p:spPr>
        <p:txBody>
          <a:bodyPr wrap="square">
            <a:noAutofit/>
          </a:bodyPr>
          <a:lstStyle>
            <a:lvl1pPr>
              <a:defRPr sz="800"/>
            </a:lvl1pPr>
          </a:lstStyle>
          <a:p>
            <a:r>
              <a:rPr lang="fr-FR"/>
              <a:t>Cliquez sur l'icône pour ajouter une image</a:t>
            </a:r>
          </a:p>
        </p:txBody>
      </p:sp>
      <p:sp>
        <p:nvSpPr>
          <p:cNvPr id="63" name="Espace réservé du texte 19">
            <a:extLst>
              <a:ext uri="{FF2B5EF4-FFF2-40B4-BE49-F238E27FC236}">
                <a16:creationId xmlns:a16="http://schemas.microsoft.com/office/drawing/2014/main" id="{954204DD-A64C-5F6F-017F-F9E0E5C5E5FD}"/>
              </a:ext>
            </a:extLst>
          </p:cNvPr>
          <p:cNvSpPr>
            <a:spLocks noGrp="1"/>
          </p:cNvSpPr>
          <p:nvPr>
            <p:ph type="body" sz="quarter" idx="52" hasCustomPrompt="1"/>
          </p:nvPr>
        </p:nvSpPr>
        <p:spPr>
          <a:xfrm>
            <a:off x="7727777" y="6097461"/>
            <a:ext cx="1193039" cy="278987"/>
          </a:xfrm>
          <a:noFill/>
        </p:spPr>
        <p:txBody>
          <a:bodyPr wrap="square" anchor="t" anchorCtr="0">
            <a:spAutoFit/>
          </a:bodyPr>
          <a:lstStyle>
            <a:lvl1pPr marL="0" indent="0" algn="ctr">
              <a:lnSpc>
                <a:spcPct val="100000"/>
              </a:lnSpc>
              <a:spcBef>
                <a:spcPts val="0"/>
              </a:spcBef>
              <a:buNone/>
              <a:defRPr sz="1200" b="1">
                <a:solidFill>
                  <a:schemeClr val="tx1"/>
                </a:solidFill>
                <a:latin typeface="+mj-lt"/>
                <a:cs typeface="Poppins Light" panose="00000400000000000000" pitchFamily="2" charset="0"/>
              </a:defRPr>
            </a:lvl1pPr>
          </a:lstStyle>
          <a:p>
            <a:pPr lvl="0"/>
            <a:r>
              <a:rPr lang="fr-FR"/>
              <a:t>Titre</a:t>
            </a:r>
          </a:p>
        </p:txBody>
      </p:sp>
      <p:sp>
        <p:nvSpPr>
          <p:cNvPr id="64" name="Espace réservé pour une image  42">
            <a:extLst>
              <a:ext uri="{FF2B5EF4-FFF2-40B4-BE49-F238E27FC236}">
                <a16:creationId xmlns:a16="http://schemas.microsoft.com/office/drawing/2014/main" id="{C1B1C34C-7228-78E3-1404-59F540F100D7}"/>
              </a:ext>
            </a:extLst>
          </p:cNvPr>
          <p:cNvSpPr>
            <a:spLocks noGrp="1"/>
          </p:cNvSpPr>
          <p:nvPr>
            <p:ph type="pic" sz="quarter" idx="53"/>
          </p:nvPr>
        </p:nvSpPr>
        <p:spPr>
          <a:xfrm>
            <a:off x="9272147" y="5154314"/>
            <a:ext cx="843813" cy="843754"/>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ln w="12700">
            <a:solidFill>
              <a:schemeClr val="tx1"/>
            </a:solidFill>
          </a:ln>
          <a:effectLst>
            <a:outerShdw blurRad="584200" dist="215900" dir="2700000" sx="102000" sy="102000" algn="tl" rotWithShape="0">
              <a:schemeClr val="tx2">
                <a:alpha val="22000"/>
              </a:schemeClr>
            </a:outerShdw>
          </a:effectLst>
        </p:spPr>
        <p:txBody>
          <a:bodyPr wrap="square">
            <a:noAutofit/>
          </a:bodyPr>
          <a:lstStyle>
            <a:lvl1pPr>
              <a:defRPr sz="800"/>
            </a:lvl1pPr>
          </a:lstStyle>
          <a:p>
            <a:r>
              <a:rPr lang="fr-FR"/>
              <a:t>Cliquez sur l'icône pour ajouter une image</a:t>
            </a:r>
          </a:p>
        </p:txBody>
      </p:sp>
      <p:sp>
        <p:nvSpPr>
          <p:cNvPr id="65" name="Espace réservé du texte 19">
            <a:extLst>
              <a:ext uri="{FF2B5EF4-FFF2-40B4-BE49-F238E27FC236}">
                <a16:creationId xmlns:a16="http://schemas.microsoft.com/office/drawing/2014/main" id="{E79BA48C-4B4F-A4FA-B4D9-82EC0C7102DF}"/>
              </a:ext>
            </a:extLst>
          </p:cNvPr>
          <p:cNvSpPr>
            <a:spLocks noGrp="1"/>
          </p:cNvSpPr>
          <p:nvPr>
            <p:ph type="body" sz="quarter" idx="54" hasCustomPrompt="1"/>
          </p:nvPr>
        </p:nvSpPr>
        <p:spPr>
          <a:xfrm>
            <a:off x="9101642" y="6097461"/>
            <a:ext cx="1193039" cy="278987"/>
          </a:xfrm>
          <a:noFill/>
        </p:spPr>
        <p:txBody>
          <a:bodyPr wrap="square" anchor="t" anchorCtr="0">
            <a:spAutoFit/>
          </a:bodyPr>
          <a:lstStyle>
            <a:lvl1pPr marL="0" indent="0" algn="ctr">
              <a:lnSpc>
                <a:spcPct val="100000"/>
              </a:lnSpc>
              <a:spcBef>
                <a:spcPts val="0"/>
              </a:spcBef>
              <a:buNone/>
              <a:defRPr sz="1200" b="1">
                <a:solidFill>
                  <a:schemeClr val="tx1"/>
                </a:solidFill>
                <a:latin typeface="+mj-lt"/>
                <a:cs typeface="Poppins Light" panose="00000400000000000000" pitchFamily="2" charset="0"/>
              </a:defRPr>
            </a:lvl1pPr>
          </a:lstStyle>
          <a:p>
            <a:pPr lvl="0"/>
            <a:r>
              <a:rPr lang="fr-FR"/>
              <a:t>Titre</a:t>
            </a:r>
          </a:p>
        </p:txBody>
      </p:sp>
    </p:spTree>
    <p:extLst>
      <p:ext uri="{BB962C8B-B14F-4D97-AF65-F5344CB8AC3E}">
        <p14:creationId xmlns:p14="http://schemas.microsoft.com/office/powerpoint/2010/main" val="1074290707"/>
      </p:ext>
    </p:extLst>
  </p:cSld>
  <p:clrMapOvr>
    <a:masterClrMapping/>
  </p:clrMapOvr>
  <p:hf sldNum="0"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6_Diapositive de titre">
    <p:bg>
      <p:bgPr>
        <a:solidFill>
          <a:schemeClr val="bg1"/>
        </a:solidFill>
        <a:effectLst/>
      </p:bgPr>
    </p:bg>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B0DF45A2-27A8-65FC-CCEB-8006FF962AAC}"/>
              </a:ext>
            </a:extLst>
          </p:cNvPr>
          <p:cNvGrpSpPr/>
          <p:nvPr/>
        </p:nvGrpSpPr>
        <p:grpSpPr>
          <a:xfrm>
            <a:off x="-5786979" y="-3157286"/>
            <a:ext cx="10452531" cy="10015286"/>
            <a:chOff x="28727400" y="4676600"/>
            <a:chExt cx="17235788" cy="16515950"/>
          </a:xfrm>
        </p:grpSpPr>
        <p:sp>
          <p:nvSpPr>
            <p:cNvPr id="10" name="Forme libre : forme 9">
              <a:extLst>
                <a:ext uri="{FF2B5EF4-FFF2-40B4-BE49-F238E27FC236}">
                  <a16:creationId xmlns:a16="http://schemas.microsoft.com/office/drawing/2014/main" id="{142F9E3E-6B07-0B31-5E87-494B11A4E963}"/>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bg1">
                  <a:lumMod val="95000"/>
                </a:schemeClr>
              </a:solidFill>
              <a:prstDash val="solid"/>
              <a:miter/>
            </a:ln>
          </p:spPr>
          <p:txBody>
            <a:bodyPr rtlCol="0" anchor="ctr"/>
            <a:lstStyle/>
            <a:p>
              <a:endParaRPr lang="fr-FR" sz="1092"/>
            </a:p>
          </p:txBody>
        </p:sp>
        <p:sp>
          <p:nvSpPr>
            <p:cNvPr id="12" name="Rectangle 11">
              <a:extLst>
                <a:ext uri="{FF2B5EF4-FFF2-40B4-BE49-F238E27FC236}">
                  <a16:creationId xmlns:a16="http://schemas.microsoft.com/office/drawing/2014/main" id="{69D599B5-CCED-A06B-5BF5-D3521C4E9228}"/>
                </a:ext>
              </a:extLst>
            </p:cNvPr>
            <p:cNvSpPr/>
            <p:nvPr/>
          </p:nvSpPr>
          <p:spPr>
            <a:xfrm>
              <a:off x="29566049" y="9858201"/>
              <a:ext cx="8717625" cy="11334349"/>
            </a:xfrm>
            <a:prstGeom prst="rect">
              <a:avLst/>
            </a:prstGeom>
            <a:solidFill>
              <a:srgbClr val="E7E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fr-FR" sz="1092">
                <a:solidFill>
                  <a:schemeClr val="tx1"/>
                </a:solidFill>
              </a:endParaRPr>
            </a:p>
          </p:txBody>
        </p:sp>
        <p:sp>
          <p:nvSpPr>
            <p:cNvPr id="13" name="Rectangle 12">
              <a:extLst>
                <a:ext uri="{FF2B5EF4-FFF2-40B4-BE49-F238E27FC236}">
                  <a16:creationId xmlns:a16="http://schemas.microsoft.com/office/drawing/2014/main" id="{A4ED73B6-68FF-B70A-2FFB-80D4EB9D63B2}"/>
                </a:ext>
              </a:extLst>
            </p:cNvPr>
            <p:cNvSpPr/>
            <p:nvPr/>
          </p:nvSpPr>
          <p:spPr>
            <a:xfrm>
              <a:off x="28727400" y="4676600"/>
              <a:ext cx="17235788" cy="5206599"/>
            </a:xfrm>
            <a:prstGeom prst="rect">
              <a:avLst/>
            </a:prstGeom>
            <a:solidFill>
              <a:srgbClr val="E7E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5" name="Espace réservé pour une image  14">
            <a:extLst>
              <a:ext uri="{FF2B5EF4-FFF2-40B4-BE49-F238E27FC236}">
                <a16:creationId xmlns:a16="http://schemas.microsoft.com/office/drawing/2014/main" id="{813D8739-85F3-112A-7C9B-9EFE25148EBC}"/>
              </a:ext>
            </a:extLst>
          </p:cNvPr>
          <p:cNvSpPr>
            <a:spLocks noGrp="1"/>
          </p:cNvSpPr>
          <p:nvPr>
            <p:ph type="pic" sz="quarter" idx="13"/>
          </p:nvPr>
        </p:nvSpPr>
        <p:spPr>
          <a:xfrm>
            <a:off x="8874124" y="0"/>
            <a:ext cx="3317876" cy="6856075"/>
          </a:xfrm>
          <a:solidFill>
            <a:srgbClr val="E5E8EE"/>
          </a:solidFill>
        </p:spPr>
        <p:txBody>
          <a:bodyPr/>
          <a:lstStyle/>
          <a:p>
            <a:r>
              <a:rPr lang="fr-FR"/>
              <a:t>Cliquez sur l'icône pour ajouter une image</a:t>
            </a:r>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4" name="Espace réservé du texte 19">
            <a:extLst>
              <a:ext uri="{FF2B5EF4-FFF2-40B4-BE49-F238E27FC236}">
                <a16:creationId xmlns:a16="http://schemas.microsoft.com/office/drawing/2014/main" id="{051B994E-91EE-861A-7ED0-3A239B835225}"/>
              </a:ext>
            </a:extLst>
          </p:cNvPr>
          <p:cNvSpPr>
            <a:spLocks noGrp="1"/>
          </p:cNvSpPr>
          <p:nvPr>
            <p:ph type="body" sz="quarter" idx="14"/>
          </p:nvPr>
        </p:nvSpPr>
        <p:spPr>
          <a:xfrm>
            <a:off x="1198798" y="2817280"/>
            <a:ext cx="3007175" cy="540148"/>
          </a:xfrm>
          <a:solidFill>
            <a:schemeClr val="bg1"/>
          </a:solidFill>
        </p:spPr>
        <p:txBody>
          <a:bodyPr vert="horz" wrap="square" lIns="91440" tIns="45720" rIns="91440" bIns="45720" rtlCol="0">
            <a:spAutoFit/>
          </a:bodyPr>
          <a:lstStyle>
            <a:lvl1pPr>
              <a:defRPr lang="fr-FR" sz="1400" dirty="0">
                <a:cs typeface="Poppins Light" panose="00000400000000000000" pitchFamily="2" charset="0"/>
              </a:defRPr>
            </a:lvl1pPr>
          </a:lstStyle>
          <a:p>
            <a:pPr marL="0" lvl="0" indent="0">
              <a:lnSpc>
                <a:spcPct val="100000"/>
              </a:lnSpc>
              <a:buNone/>
            </a:pPr>
            <a:r>
              <a:rPr lang="fr-FR"/>
              <a:t>Cliquez pour modifier les styles du texte du masque</a:t>
            </a:r>
          </a:p>
        </p:txBody>
      </p:sp>
      <p:cxnSp>
        <p:nvCxnSpPr>
          <p:cNvPr id="11" name="Connecteur droit 10">
            <a:extLst>
              <a:ext uri="{FF2B5EF4-FFF2-40B4-BE49-F238E27FC236}">
                <a16:creationId xmlns:a16="http://schemas.microsoft.com/office/drawing/2014/main" id="{AA81A1BD-DEA5-E1F9-7952-39A4FA2D55D8}"/>
              </a:ext>
            </a:extLst>
          </p:cNvPr>
          <p:cNvCxnSpPr>
            <a:cxnSpLocks/>
          </p:cNvCxnSpPr>
          <p:nvPr/>
        </p:nvCxnSpPr>
        <p:spPr>
          <a:xfrm>
            <a:off x="11397456" y="0"/>
            <a:ext cx="0" cy="6858000"/>
          </a:xfrm>
          <a:prstGeom prst="line">
            <a:avLst/>
          </a:prstGeom>
          <a:ln w="7853">
            <a:solidFill>
              <a:schemeClr val="bg1"/>
            </a:solidFill>
          </a:ln>
        </p:spPr>
      </p:cxnSp>
      <p:sp>
        <p:nvSpPr>
          <p:cNvPr id="27" name="Titre 17">
            <a:extLst>
              <a:ext uri="{FF2B5EF4-FFF2-40B4-BE49-F238E27FC236}">
                <a16:creationId xmlns:a16="http://schemas.microsoft.com/office/drawing/2014/main" id="{14682711-49D2-59FA-C651-C34FC667BFEE}"/>
              </a:ext>
            </a:extLst>
          </p:cNvPr>
          <p:cNvSpPr>
            <a:spLocks noGrp="1"/>
          </p:cNvSpPr>
          <p:nvPr>
            <p:ph type="title"/>
          </p:nvPr>
        </p:nvSpPr>
        <p:spPr>
          <a:xfrm>
            <a:off x="1139871" y="989481"/>
            <a:ext cx="4809404" cy="1349087"/>
          </a:xfrm>
        </p:spPr>
        <p:txBody>
          <a:bodyPr vert="horz" wrap="square" lIns="91440" tIns="45720" rIns="91440" bIns="45720" rtlCol="0" anchor="t" anchorCtr="0">
            <a:spAutoFit/>
          </a:bodyPr>
          <a:lstStyle>
            <a:lvl1pPr>
              <a:defRPr lang="fr-FR" sz="4400" dirty="0"/>
            </a:lvl1pPr>
          </a:lstStyle>
          <a:p>
            <a:pPr lvl="0">
              <a:lnSpc>
                <a:spcPts val="4851"/>
              </a:lnSpc>
            </a:pPr>
            <a:r>
              <a:rPr lang="fr-FR"/>
              <a:t>Modifiez le style du titre</a:t>
            </a:r>
          </a:p>
        </p:txBody>
      </p:sp>
    </p:spTree>
    <p:extLst>
      <p:ext uri="{BB962C8B-B14F-4D97-AF65-F5344CB8AC3E}">
        <p14:creationId xmlns:p14="http://schemas.microsoft.com/office/powerpoint/2010/main" val="1551114725"/>
      </p:ext>
    </p:extLst>
  </p:cSld>
  <p:clrMapOvr>
    <a:masterClrMapping/>
  </p:clrMapOvr>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8_Diapositive de titre">
    <p:bg>
      <p:bgPr>
        <a:solidFill>
          <a:schemeClr val="bg1"/>
        </a:solidFill>
        <a:effectLst/>
      </p:bgPr>
    </p:bg>
    <p:spTree>
      <p:nvGrpSpPr>
        <p:cNvPr id="1" name=""/>
        <p:cNvGrpSpPr/>
        <p:nvPr/>
      </p:nvGrpSpPr>
      <p:grpSpPr>
        <a:xfrm>
          <a:off x="0" y="0"/>
          <a:ext cx="0" cy="0"/>
          <a:chOff x="0" y="0"/>
          <a:chExt cx="0" cy="0"/>
        </a:xfrm>
      </p:grpSpPr>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1139871" y="615848"/>
            <a:ext cx="4956129" cy="261867"/>
          </a:xfrm>
          <a:solidFill>
            <a:schemeClr val="bg1"/>
          </a:solidFill>
        </p:spPr>
        <p:txBody>
          <a:bodyPr wrap="square">
            <a:spAutoFit/>
          </a:bodyPr>
          <a:lstStyle>
            <a:lvl1pPr marL="0" indent="0">
              <a:buNone/>
              <a:defRPr sz="1200" b="0">
                <a:solidFill>
                  <a:schemeClr val="tx2"/>
                </a:solidFill>
              </a:defRPr>
            </a:lvl1pPr>
          </a:lstStyle>
          <a:p>
            <a:pPr lvl="0"/>
            <a:r>
              <a:rPr lang="fr-FR"/>
              <a:t>Cliquez pour modifier les styles du texte du masque</a:t>
            </a:r>
          </a:p>
        </p:txBody>
      </p:sp>
      <p:sp>
        <p:nvSpPr>
          <p:cNvPr id="16" name="Espace réservé pour une image  42">
            <a:extLst>
              <a:ext uri="{FF2B5EF4-FFF2-40B4-BE49-F238E27FC236}">
                <a16:creationId xmlns:a16="http://schemas.microsoft.com/office/drawing/2014/main" id="{C7EC81D4-8971-8484-54E6-6737B5900E18}"/>
              </a:ext>
            </a:extLst>
          </p:cNvPr>
          <p:cNvSpPr>
            <a:spLocks noGrp="1"/>
          </p:cNvSpPr>
          <p:nvPr>
            <p:ph type="pic" sz="quarter" idx="15"/>
          </p:nvPr>
        </p:nvSpPr>
        <p:spPr>
          <a:xfrm>
            <a:off x="1573737" y="2929550"/>
            <a:ext cx="843813" cy="843754"/>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ln w="12700">
            <a:solidFill>
              <a:schemeClr val="tx1"/>
            </a:solidFill>
          </a:ln>
          <a:effectLst>
            <a:outerShdw blurRad="584200" dist="215900" dir="2700000" sx="102000" sy="102000" algn="tl" rotWithShape="0">
              <a:schemeClr val="tx2">
                <a:alpha val="22000"/>
              </a:schemeClr>
            </a:outerShdw>
          </a:effectLst>
        </p:spPr>
        <p:txBody>
          <a:bodyPr wrap="square">
            <a:noAutofit/>
          </a:bodyPr>
          <a:lstStyle>
            <a:lvl1pPr>
              <a:defRPr sz="1092"/>
            </a:lvl1pPr>
          </a:lstStyle>
          <a:p>
            <a:r>
              <a:rPr lang="fr-FR"/>
              <a:t>Cliquez sur l'icône pour ajouter une image</a:t>
            </a:r>
          </a:p>
        </p:txBody>
      </p:sp>
      <p:sp>
        <p:nvSpPr>
          <p:cNvPr id="19" name="Espace réservé du texte 19">
            <a:extLst>
              <a:ext uri="{FF2B5EF4-FFF2-40B4-BE49-F238E27FC236}">
                <a16:creationId xmlns:a16="http://schemas.microsoft.com/office/drawing/2014/main" id="{50BBE9D1-234F-ED1C-05B8-8E08A5C09391}"/>
              </a:ext>
            </a:extLst>
          </p:cNvPr>
          <p:cNvSpPr>
            <a:spLocks noGrp="1"/>
          </p:cNvSpPr>
          <p:nvPr>
            <p:ph type="body" sz="quarter" idx="43" hasCustomPrompt="1"/>
          </p:nvPr>
        </p:nvSpPr>
        <p:spPr>
          <a:xfrm>
            <a:off x="1403232" y="3872698"/>
            <a:ext cx="1193039" cy="278987"/>
          </a:xfrm>
          <a:noFill/>
        </p:spPr>
        <p:txBody>
          <a:bodyPr wrap="square" anchor="t" anchorCtr="0">
            <a:spAutoFit/>
          </a:bodyPr>
          <a:lstStyle>
            <a:lvl1pPr marL="0" indent="0" algn="ctr">
              <a:lnSpc>
                <a:spcPct val="100000"/>
              </a:lnSpc>
              <a:spcBef>
                <a:spcPts val="0"/>
              </a:spcBef>
              <a:buNone/>
              <a:defRPr sz="1200" b="1">
                <a:solidFill>
                  <a:schemeClr val="tx1"/>
                </a:solidFill>
                <a:latin typeface="+mj-lt"/>
                <a:cs typeface="Poppins Light" panose="00000400000000000000" pitchFamily="2" charset="0"/>
              </a:defRPr>
            </a:lvl1pPr>
          </a:lstStyle>
          <a:p>
            <a:pPr lvl="0"/>
            <a:r>
              <a:rPr lang="fr-FR"/>
              <a:t>Titre</a:t>
            </a:r>
          </a:p>
        </p:txBody>
      </p:sp>
      <p:sp>
        <p:nvSpPr>
          <p:cNvPr id="20" name="Espace réservé pour une image  42">
            <a:extLst>
              <a:ext uri="{FF2B5EF4-FFF2-40B4-BE49-F238E27FC236}">
                <a16:creationId xmlns:a16="http://schemas.microsoft.com/office/drawing/2014/main" id="{CBF5FBAD-60DD-9886-8142-00BDFDD322A2}"/>
              </a:ext>
            </a:extLst>
          </p:cNvPr>
          <p:cNvSpPr>
            <a:spLocks noGrp="1"/>
          </p:cNvSpPr>
          <p:nvPr>
            <p:ph type="pic" sz="quarter" idx="44"/>
          </p:nvPr>
        </p:nvSpPr>
        <p:spPr>
          <a:xfrm>
            <a:off x="2752117" y="2929550"/>
            <a:ext cx="843813" cy="843754"/>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ln w="12700">
            <a:solidFill>
              <a:schemeClr val="tx1"/>
            </a:solidFill>
          </a:ln>
          <a:effectLst>
            <a:outerShdw blurRad="584200" dist="215900" dir="2700000" sx="102000" sy="102000" algn="tl" rotWithShape="0">
              <a:schemeClr val="tx2">
                <a:alpha val="22000"/>
              </a:schemeClr>
            </a:outerShdw>
          </a:effectLst>
        </p:spPr>
        <p:txBody>
          <a:bodyPr wrap="square">
            <a:noAutofit/>
          </a:bodyPr>
          <a:lstStyle>
            <a:lvl1pPr>
              <a:defRPr sz="1092"/>
            </a:lvl1pPr>
          </a:lstStyle>
          <a:p>
            <a:r>
              <a:rPr lang="fr-FR"/>
              <a:t>Cliquez sur l'icône pour ajouter une image</a:t>
            </a:r>
          </a:p>
        </p:txBody>
      </p:sp>
      <p:sp>
        <p:nvSpPr>
          <p:cNvPr id="21" name="Espace réservé du texte 19">
            <a:extLst>
              <a:ext uri="{FF2B5EF4-FFF2-40B4-BE49-F238E27FC236}">
                <a16:creationId xmlns:a16="http://schemas.microsoft.com/office/drawing/2014/main" id="{B4844745-94D1-B33E-EFF6-7BF9E8147535}"/>
              </a:ext>
            </a:extLst>
          </p:cNvPr>
          <p:cNvSpPr>
            <a:spLocks noGrp="1"/>
          </p:cNvSpPr>
          <p:nvPr>
            <p:ph type="body" sz="quarter" idx="45" hasCustomPrompt="1"/>
          </p:nvPr>
        </p:nvSpPr>
        <p:spPr>
          <a:xfrm>
            <a:off x="2581612" y="3872698"/>
            <a:ext cx="1193039" cy="278987"/>
          </a:xfrm>
          <a:noFill/>
        </p:spPr>
        <p:txBody>
          <a:bodyPr wrap="square" anchor="t" anchorCtr="0">
            <a:spAutoFit/>
          </a:bodyPr>
          <a:lstStyle>
            <a:lvl1pPr marL="0" indent="0" algn="ctr">
              <a:lnSpc>
                <a:spcPct val="100000"/>
              </a:lnSpc>
              <a:spcBef>
                <a:spcPts val="0"/>
              </a:spcBef>
              <a:buNone/>
              <a:defRPr sz="1200" b="1">
                <a:solidFill>
                  <a:schemeClr val="tx1"/>
                </a:solidFill>
                <a:latin typeface="+mj-lt"/>
                <a:cs typeface="Poppins Light" panose="00000400000000000000" pitchFamily="2" charset="0"/>
              </a:defRPr>
            </a:lvl1pPr>
          </a:lstStyle>
          <a:p>
            <a:pPr lvl="0"/>
            <a:r>
              <a:rPr lang="fr-FR"/>
              <a:t>Titre</a:t>
            </a:r>
          </a:p>
        </p:txBody>
      </p:sp>
      <p:sp>
        <p:nvSpPr>
          <p:cNvPr id="24" name="Espace réservé du texte 22">
            <a:extLst>
              <a:ext uri="{FF2B5EF4-FFF2-40B4-BE49-F238E27FC236}">
                <a16:creationId xmlns:a16="http://schemas.microsoft.com/office/drawing/2014/main" id="{1E70100D-30B7-128B-1131-2DD2BD888035}"/>
              </a:ext>
            </a:extLst>
          </p:cNvPr>
          <p:cNvSpPr>
            <a:spLocks noGrp="1"/>
          </p:cNvSpPr>
          <p:nvPr>
            <p:ph type="body" sz="quarter" idx="46"/>
          </p:nvPr>
        </p:nvSpPr>
        <p:spPr>
          <a:xfrm>
            <a:off x="1139871" y="1737775"/>
            <a:ext cx="10049522" cy="353623"/>
          </a:xfrm>
          <a:noFill/>
        </p:spPr>
        <p:txBody>
          <a:bodyPr wrap="square">
            <a:spAutoFit/>
          </a:bodyPr>
          <a:lstStyle>
            <a:lvl1pPr marL="0" indent="0">
              <a:lnSpc>
                <a:spcPct val="100000"/>
              </a:lnSpc>
              <a:buNone/>
              <a:defRPr sz="1698" b="0">
                <a:solidFill>
                  <a:schemeClr val="tx1"/>
                </a:solidFill>
                <a:latin typeface="+mn-lt"/>
              </a:defRPr>
            </a:lvl1pPr>
          </a:lstStyle>
          <a:p>
            <a:pPr lvl="0"/>
            <a:r>
              <a:rPr lang="fr-FR"/>
              <a:t>Cliquez pour modifier les styles du texte du masque</a:t>
            </a:r>
          </a:p>
        </p:txBody>
      </p:sp>
      <p:sp>
        <p:nvSpPr>
          <p:cNvPr id="27" name="Titre 17">
            <a:extLst>
              <a:ext uri="{FF2B5EF4-FFF2-40B4-BE49-F238E27FC236}">
                <a16:creationId xmlns:a16="http://schemas.microsoft.com/office/drawing/2014/main" id="{E82C8BF8-73EB-598C-2BCF-42B320592E12}"/>
              </a:ext>
            </a:extLst>
          </p:cNvPr>
          <p:cNvSpPr>
            <a:spLocks noGrp="1"/>
          </p:cNvSpPr>
          <p:nvPr>
            <p:ph type="title"/>
          </p:nvPr>
        </p:nvSpPr>
        <p:spPr>
          <a:xfrm>
            <a:off x="1139871" y="1025819"/>
            <a:ext cx="10049522" cy="720710"/>
          </a:xfrm>
        </p:spPr>
        <p:txBody>
          <a:bodyPr vert="horz" wrap="square" lIns="91440" tIns="45720" rIns="91440" bIns="45720" rtlCol="0" anchor="t" anchorCtr="0">
            <a:spAutoFit/>
          </a:bodyPr>
          <a:lstStyle>
            <a:lvl1pPr>
              <a:defRPr lang="fr-FR" sz="4400" dirty="0">
                <a:solidFill>
                  <a:schemeClr val="tx1"/>
                </a:solidFill>
              </a:defRPr>
            </a:lvl1pPr>
          </a:lstStyle>
          <a:p>
            <a:pPr lvl="0">
              <a:lnSpc>
                <a:spcPts val="4851"/>
              </a:lnSpc>
            </a:pPr>
            <a:r>
              <a:rPr lang="fr-FR"/>
              <a:t>Modifiez le style du titre</a:t>
            </a:r>
          </a:p>
        </p:txBody>
      </p:sp>
    </p:spTree>
    <p:extLst>
      <p:ext uri="{BB962C8B-B14F-4D97-AF65-F5344CB8AC3E}">
        <p14:creationId xmlns:p14="http://schemas.microsoft.com/office/powerpoint/2010/main" val="1508385248"/>
      </p:ext>
    </p:extLst>
  </p:cSld>
  <p:clrMapOvr>
    <a:masterClrMapping/>
  </p:clrMapOvr>
  <p:hf sldNum="0"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39_Diapositive de titre">
    <p:bg>
      <p:bgPr>
        <a:solidFill>
          <a:schemeClr val="bg1"/>
        </a:solidFill>
        <a:effectLst/>
      </p:bgPr>
    </p:bg>
    <p:spTree>
      <p:nvGrpSpPr>
        <p:cNvPr id="1" name=""/>
        <p:cNvGrpSpPr/>
        <p:nvPr/>
      </p:nvGrpSpPr>
      <p:grpSpPr>
        <a:xfrm>
          <a:off x="0" y="0"/>
          <a:ext cx="0" cy="0"/>
          <a:chOff x="0" y="0"/>
          <a:chExt cx="0" cy="0"/>
        </a:xfrm>
      </p:grpSpPr>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1139871" y="615848"/>
            <a:ext cx="4956129" cy="261867"/>
          </a:xfrm>
          <a:solidFill>
            <a:schemeClr val="bg1"/>
          </a:solidFill>
        </p:spPr>
        <p:txBody>
          <a:bodyPr wrap="square">
            <a:spAutoFit/>
          </a:bodyPr>
          <a:lstStyle>
            <a:lvl1pPr marL="0" indent="0">
              <a:buNone/>
              <a:defRPr sz="1200" b="0">
                <a:solidFill>
                  <a:schemeClr val="tx2"/>
                </a:solidFill>
              </a:defRPr>
            </a:lvl1pPr>
          </a:lstStyle>
          <a:p>
            <a:pPr lvl="0"/>
            <a:r>
              <a:rPr lang="fr-FR"/>
              <a:t>Cliquez pour modifier les styles du texte du masque</a:t>
            </a:r>
          </a:p>
        </p:txBody>
      </p:sp>
      <p:sp>
        <p:nvSpPr>
          <p:cNvPr id="16" name="Espace réservé pour une image  42">
            <a:extLst>
              <a:ext uri="{FF2B5EF4-FFF2-40B4-BE49-F238E27FC236}">
                <a16:creationId xmlns:a16="http://schemas.microsoft.com/office/drawing/2014/main" id="{C7EC81D4-8971-8484-54E6-6737B5900E18}"/>
              </a:ext>
            </a:extLst>
          </p:cNvPr>
          <p:cNvSpPr>
            <a:spLocks noGrp="1"/>
          </p:cNvSpPr>
          <p:nvPr>
            <p:ph type="pic" sz="quarter" idx="15"/>
          </p:nvPr>
        </p:nvSpPr>
        <p:spPr>
          <a:xfrm>
            <a:off x="1573737" y="2929550"/>
            <a:ext cx="843813" cy="843754"/>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ln w="12700">
            <a:solidFill>
              <a:schemeClr val="tx1"/>
            </a:solidFill>
          </a:ln>
          <a:effectLst>
            <a:outerShdw blurRad="584200" dist="215900" dir="2700000" sx="102000" sy="102000" algn="tl" rotWithShape="0">
              <a:schemeClr val="tx2">
                <a:alpha val="22000"/>
              </a:schemeClr>
            </a:outerShdw>
          </a:effectLst>
        </p:spPr>
        <p:txBody>
          <a:bodyPr wrap="square">
            <a:noAutofit/>
          </a:bodyPr>
          <a:lstStyle>
            <a:lvl1pPr>
              <a:defRPr sz="1092"/>
            </a:lvl1pPr>
          </a:lstStyle>
          <a:p>
            <a:r>
              <a:rPr lang="fr-FR"/>
              <a:t>Cliquez sur l'icône pour ajouter une image</a:t>
            </a:r>
          </a:p>
        </p:txBody>
      </p:sp>
      <p:sp>
        <p:nvSpPr>
          <p:cNvPr id="19" name="Espace réservé du texte 19">
            <a:extLst>
              <a:ext uri="{FF2B5EF4-FFF2-40B4-BE49-F238E27FC236}">
                <a16:creationId xmlns:a16="http://schemas.microsoft.com/office/drawing/2014/main" id="{50BBE9D1-234F-ED1C-05B8-8E08A5C09391}"/>
              </a:ext>
            </a:extLst>
          </p:cNvPr>
          <p:cNvSpPr>
            <a:spLocks noGrp="1"/>
          </p:cNvSpPr>
          <p:nvPr>
            <p:ph type="body" sz="quarter" idx="43" hasCustomPrompt="1"/>
          </p:nvPr>
        </p:nvSpPr>
        <p:spPr>
          <a:xfrm>
            <a:off x="1403232" y="3872698"/>
            <a:ext cx="1193039" cy="278987"/>
          </a:xfrm>
          <a:noFill/>
        </p:spPr>
        <p:txBody>
          <a:bodyPr wrap="square" anchor="t" anchorCtr="0">
            <a:spAutoFit/>
          </a:bodyPr>
          <a:lstStyle>
            <a:lvl1pPr marL="0" indent="0" algn="ctr">
              <a:lnSpc>
                <a:spcPct val="100000"/>
              </a:lnSpc>
              <a:spcBef>
                <a:spcPts val="0"/>
              </a:spcBef>
              <a:buNone/>
              <a:defRPr sz="1200" b="1">
                <a:solidFill>
                  <a:schemeClr val="tx1"/>
                </a:solidFill>
                <a:latin typeface="+mj-lt"/>
                <a:cs typeface="Poppins Light" panose="00000400000000000000" pitchFamily="2" charset="0"/>
              </a:defRPr>
            </a:lvl1pPr>
          </a:lstStyle>
          <a:p>
            <a:pPr lvl="0"/>
            <a:r>
              <a:rPr lang="fr-FR"/>
              <a:t>Titre</a:t>
            </a:r>
          </a:p>
        </p:txBody>
      </p:sp>
      <p:sp>
        <p:nvSpPr>
          <p:cNvPr id="20" name="Espace réservé pour une image  42">
            <a:extLst>
              <a:ext uri="{FF2B5EF4-FFF2-40B4-BE49-F238E27FC236}">
                <a16:creationId xmlns:a16="http://schemas.microsoft.com/office/drawing/2014/main" id="{CBF5FBAD-60DD-9886-8142-00BDFDD322A2}"/>
              </a:ext>
            </a:extLst>
          </p:cNvPr>
          <p:cNvSpPr>
            <a:spLocks noGrp="1"/>
          </p:cNvSpPr>
          <p:nvPr>
            <p:ph type="pic" sz="quarter" idx="44"/>
          </p:nvPr>
        </p:nvSpPr>
        <p:spPr>
          <a:xfrm>
            <a:off x="2752117" y="2929550"/>
            <a:ext cx="843813" cy="843754"/>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ln w="12700">
            <a:solidFill>
              <a:schemeClr val="tx1"/>
            </a:solidFill>
          </a:ln>
          <a:effectLst>
            <a:outerShdw blurRad="584200" dist="215900" dir="2700000" sx="102000" sy="102000" algn="tl" rotWithShape="0">
              <a:schemeClr val="tx2">
                <a:alpha val="22000"/>
              </a:schemeClr>
            </a:outerShdw>
          </a:effectLst>
        </p:spPr>
        <p:txBody>
          <a:bodyPr wrap="square">
            <a:noAutofit/>
          </a:bodyPr>
          <a:lstStyle>
            <a:lvl1pPr>
              <a:defRPr sz="1092"/>
            </a:lvl1pPr>
          </a:lstStyle>
          <a:p>
            <a:r>
              <a:rPr lang="fr-FR"/>
              <a:t>Cliquez sur l'icône pour ajouter une image</a:t>
            </a:r>
          </a:p>
        </p:txBody>
      </p:sp>
      <p:sp>
        <p:nvSpPr>
          <p:cNvPr id="21" name="Espace réservé du texte 19">
            <a:extLst>
              <a:ext uri="{FF2B5EF4-FFF2-40B4-BE49-F238E27FC236}">
                <a16:creationId xmlns:a16="http://schemas.microsoft.com/office/drawing/2014/main" id="{B4844745-94D1-B33E-EFF6-7BF9E8147535}"/>
              </a:ext>
            </a:extLst>
          </p:cNvPr>
          <p:cNvSpPr>
            <a:spLocks noGrp="1"/>
          </p:cNvSpPr>
          <p:nvPr>
            <p:ph type="body" sz="quarter" idx="45" hasCustomPrompt="1"/>
          </p:nvPr>
        </p:nvSpPr>
        <p:spPr>
          <a:xfrm>
            <a:off x="2581612" y="3872698"/>
            <a:ext cx="1193039" cy="278987"/>
          </a:xfrm>
          <a:noFill/>
        </p:spPr>
        <p:txBody>
          <a:bodyPr wrap="square" anchor="t" anchorCtr="0">
            <a:spAutoFit/>
          </a:bodyPr>
          <a:lstStyle>
            <a:lvl1pPr marL="0" indent="0" algn="ctr">
              <a:lnSpc>
                <a:spcPct val="100000"/>
              </a:lnSpc>
              <a:spcBef>
                <a:spcPts val="0"/>
              </a:spcBef>
              <a:buNone/>
              <a:defRPr sz="1200" b="1">
                <a:solidFill>
                  <a:schemeClr val="tx1"/>
                </a:solidFill>
                <a:latin typeface="+mj-lt"/>
                <a:cs typeface="Poppins Light" panose="00000400000000000000" pitchFamily="2" charset="0"/>
              </a:defRPr>
            </a:lvl1pPr>
          </a:lstStyle>
          <a:p>
            <a:pPr lvl="0"/>
            <a:r>
              <a:rPr lang="fr-FR"/>
              <a:t>Titre</a:t>
            </a:r>
          </a:p>
        </p:txBody>
      </p:sp>
      <p:sp>
        <p:nvSpPr>
          <p:cNvPr id="2" name="Titre 17">
            <a:extLst>
              <a:ext uri="{FF2B5EF4-FFF2-40B4-BE49-F238E27FC236}">
                <a16:creationId xmlns:a16="http://schemas.microsoft.com/office/drawing/2014/main" id="{DB2BEA78-A767-AE69-8313-57A5694A7B40}"/>
              </a:ext>
            </a:extLst>
          </p:cNvPr>
          <p:cNvSpPr>
            <a:spLocks noGrp="1"/>
          </p:cNvSpPr>
          <p:nvPr>
            <p:ph type="title"/>
          </p:nvPr>
        </p:nvSpPr>
        <p:spPr>
          <a:xfrm>
            <a:off x="1139871" y="1025819"/>
            <a:ext cx="10049522" cy="720710"/>
          </a:xfrm>
        </p:spPr>
        <p:txBody>
          <a:bodyPr vert="horz" wrap="square" lIns="91440" tIns="45720" rIns="91440" bIns="45720" rtlCol="0" anchor="t" anchorCtr="0">
            <a:spAutoFit/>
          </a:bodyPr>
          <a:lstStyle>
            <a:lvl1pPr>
              <a:defRPr lang="fr-FR" sz="4400" dirty="0">
                <a:solidFill>
                  <a:schemeClr val="tx1"/>
                </a:solidFill>
              </a:defRPr>
            </a:lvl1pPr>
          </a:lstStyle>
          <a:p>
            <a:pPr lvl="0">
              <a:lnSpc>
                <a:spcPts val="4851"/>
              </a:lnSpc>
            </a:pPr>
            <a:r>
              <a:rPr lang="fr-FR"/>
              <a:t>Modifiez le style du titre</a:t>
            </a:r>
          </a:p>
        </p:txBody>
      </p:sp>
      <p:sp>
        <p:nvSpPr>
          <p:cNvPr id="6" name="Espace réservé du texte 22">
            <a:extLst>
              <a:ext uri="{FF2B5EF4-FFF2-40B4-BE49-F238E27FC236}">
                <a16:creationId xmlns:a16="http://schemas.microsoft.com/office/drawing/2014/main" id="{04AAF093-2AC2-5FF0-2175-A57E119D3704}"/>
              </a:ext>
            </a:extLst>
          </p:cNvPr>
          <p:cNvSpPr>
            <a:spLocks noGrp="1"/>
          </p:cNvSpPr>
          <p:nvPr>
            <p:ph type="body" sz="quarter" idx="46"/>
          </p:nvPr>
        </p:nvSpPr>
        <p:spPr>
          <a:xfrm>
            <a:off x="1139871" y="1737775"/>
            <a:ext cx="10049522" cy="353623"/>
          </a:xfrm>
          <a:noFill/>
        </p:spPr>
        <p:txBody>
          <a:bodyPr wrap="square">
            <a:spAutoFit/>
          </a:bodyPr>
          <a:lstStyle>
            <a:lvl1pPr marL="0" indent="0">
              <a:lnSpc>
                <a:spcPct val="100000"/>
              </a:lnSpc>
              <a:buNone/>
              <a:defRPr sz="1698" b="0">
                <a:solidFill>
                  <a:schemeClr val="tx1"/>
                </a:solidFill>
                <a:latin typeface="+mn-lt"/>
              </a:defRPr>
            </a:lvl1pPr>
          </a:lstStyle>
          <a:p>
            <a:pPr lvl="0"/>
            <a:r>
              <a:rPr lang="fr-FR"/>
              <a:t>Cliquez pour modifier les styles du texte du masque</a:t>
            </a:r>
          </a:p>
        </p:txBody>
      </p:sp>
    </p:spTree>
    <p:extLst>
      <p:ext uri="{BB962C8B-B14F-4D97-AF65-F5344CB8AC3E}">
        <p14:creationId xmlns:p14="http://schemas.microsoft.com/office/powerpoint/2010/main" val="3610722305"/>
      </p:ext>
    </p:extLst>
  </p:cSld>
  <p:clrMapOvr>
    <a:masterClrMapping/>
  </p:clrMapOvr>
  <p:hf sldNum="0"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42_Diapositive de titre">
    <p:bg>
      <p:bgPr>
        <a:solidFill>
          <a:schemeClr val="bg1"/>
        </a:solidFill>
        <a:effectLst/>
      </p:bgPr>
    </p:bg>
    <p:spTree>
      <p:nvGrpSpPr>
        <p:cNvPr id="1" name=""/>
        <p:cNvGrpSpPr/>
        <p:nvPr/>
      </p:nvGrpSpPr>
      <p:grpSpPr>
        <a:xfrm>
          <a:off x="0" y="0"/>
          <a:ext cx="0" cy="0"/>
          <a:chOff x="0" y="0"/>
          <a:chExt cx="0" cy="0"/>
        </a:xfrm>
      </p:grpSpPr>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1139871" y="615848"/>
            <a:ext cx="4956129" cy="261867"/>
          </a:xfrm>
          <a:solidFill>
            <a:schemeClr val="bg1"/>
          </a:solidFill>
        </p:spPr>
        <p:txBody>
          <a:bodyPr wrap="square">
            <a:spAutoFit/>
          </a:bodyPr>
          <a:lstStyle>
            <a:lvl1pPr marL="0" indent="0">
              <a:buNone/>
              <a:defRPr sz="1200" b="0">
                <a:solidFill>
                  <a:schemeClr val="tx2"/>
                </a:solidFill>
              </a:defRPr>
            </a:lvl1pPr>
          </a:lstStyle>
          <a:p>
            <a:pPr lvl="0"/>
            <a:r>
              <a:rPr lang="fr-FR"/>
              <a:t>Cliquez pour modifier les styles du texte du masque</a:t>
            </a:r>
          </a:p>
        </p:txBody>
      </p:sp>
      <p:sp>
        <p:nvSpPr>
          <p:cNvPr id="19" name="Espace réservé du texte 19">
            <a:extLst>
              <a:ext uri="{FF2B5EF4-FFF2-40B4-BE49-F238E27FC236}">
                <a16:creationId xmlns:a16="http://schemas.microsoft.com/office/drawing/2014/main" id="{50BBE9D1-234F-ED1C-05B8-8E08A5C09391}"/>
              </a:ext>
            </a:extLst>
          </p:cNvPr>
          <p:cNvSpPr>
            <a:spLocks noGrp="1"/>
          </p:cNvSpPr>
          <p:nvPr>
            <p:ph type="body" sz="quarter" idx="43" hasCustomPrompt="1"/>
          </p:nvPr>
        </p:nvSpPr>
        <p:spPr>
          <a:xfrm>
            <a:off x="2057841" y="4051445"/>
            <a:ext cx="1193039" cy="278987"/>
          </a:xfrm>
          <a:noFill/>
        </p:spPr>
        <p:txBody>
          <a:bodyPr wrap="square" anchor="t" anchorCtr="0">
            <a:spAutoFit/>
          </a:bodyPr>
          <a:lstStyle>
            <a:lvl1pPr marL="0" indent="0" algn="ctr">
              <a:lnSpc>
                <a:spcPct val="100000"/>
              </a:lnSpc>
              <a:spcBef>
                <a:spcPts val="0"/>
              </a:spcBef>
              <a:buNone/>
              <a:defRPr sz="1200" b="1">
                <a:solidFill>
                  <a:schemeClr val="tx1"/>
                </a:solidFill>
                <a:latin typeface="+mj-lt"/>
                <a:cs typeface="Poppins Light" panose="00000400000000000000" pitchFamily="2" charset="0"/>
              </a:defRPr>
            </a:lvl1pPr>
          </a:lstStyle>
          <a:p>
            <a:pPr lvl="0"/>
            <a:r>
              <a:rPr lang="fr-FR"/>
              <a:t>Titre</a:t>
            </a:r>
          </a:p>
        </p:txBody>
      </p:sp>
      <p:sp>
        <p:nvSpPr>
          <p:cNvPr id="2" name="Titre 17">
            <a:extLst>
              <a:ext uri="{FF2B5EF4-FFF2-40B4-BE49-F238E27FC236}">
                <a16:creationId xmlns:a16="http://schemas.microsoft.com/office/drawing/2014/main" id="{DB2BEA78-A767-AE69-8313-57A5694A7B40}"/>
              </a:ext>
            </a:extLst>
          </p:cNvPr>
          <p:cNvSpPr>
            <a:spLocks noGrp="1"/>
          </p:cNvSpPr>
          <p:nvPr>
            <p:ph type="title"/>
          </p:nvPr>
        </p:nvSpPr>
        <p:spPr>
          <a:xfrm>
            <a:off x="1139871" y="1025819"/>
            <a:ext cx="10049522" cy="720710"/>
          </a:xfrm>
        </p:spPr>
        <p:txBody>
          <a:bodyPr vert="horz" wrap="square" lIns="91440" tIns="45720" rIns="91440" bIns="45720" rtlCol="0" anchor="t" anchorCtr="0">
            <a:spAutoFit/>
          </a:bodyPr>
          <a:lstStyle>
            <a:lvl1pPr>
              <a:defRPr lang="fr-FR" sz="4400" dirty="0">
                <a:solidFill>
                  <a:schemeClr val="tx1"/>
                </a:solidFill>
              </a:defRPr>
            </a:lvl1pPr>
          </a:lstStyle>
          <a:p>
            <a:pPr lvl="0">
              <a:lnSpc>
                <a:spcPts val="4851"/>
              </a:lnSpc>
            </a:pPr>
            <a:r>
              <a:rPr lang="fr-FR"/>
              <a:t>Modifiez le style du titre</a:t>
            </a:r>
          </a:p>
        </p:txBody>
      </p:sp>
      <p:sp>
        <p:nvSpPr>
          <p:cNvPr id="6" name="Espace réservé du texte 22">
            <a:extLst>
              <a:ext uri="{FF2B5EF4-FFF2-40B4-BE49-F238E27FC236}">
                <a16:creationId xmlns:a16="http://schemas.microsoft.com/office/drawing/2014/main" id="{04AAF093-2AC2-5FF0-2175-A57E119D3704}"/>
              </a:ext>
            </a:extLst>
          </p:cNvPr>
          <p:cNvSpPr>
            <a:spLocks noGrp="1"/>
          </p:cNvSpPr>
          <p:nvPr>
            <p:ph type="body" sz="quarter" idx="46"/>
          </p:nvPr>
        </p:nvSpPr>
        <p:spPr>
          <a:xfrm>
            <a:off x="1139871" y="1737775"/>
            <a:ext cx="10049522" cy="353623"/>
          </a:xfrm>
          <a:noFill/>
        </p:spPr>
        <p:txBody>
          <a:bodyPr wrap="square">
            <a:spAutoFit/>
          </a:bodyPr>
          <a:lstStyle>
            <a:lvl1pPr marL="0" indent="0">
              <a:lnSpc>
                <a:spcPct val="100000"/>
              </a:lnSpc>
              <a:buNone/>
              <a:defRPr sz="1698" b="0">
                <a:solidFill>
                  <a:schemeClr val="tx1"/>
                </a:solidFill>
                <a:latin typeface="+mn-lt"/>
              </a:defRPr>
            </a:lvl1pPr>
          </a:lstStyle>
          <a:p>
            <a:pPr lvl="0"/>
            <a:r>
              <a:rPr lang="fr-FR"/>
              <a:t>Cliquez pour modifier les styles du texte du masque</a:t>
            </a:r>
          </a:p>
        </p:txBody>
      </p:sp>
      <p:sp>
        <p:nvSpPr>
          <p:cNvPr id="15" name="Ellipse 14">
            <a:extLst>
              <a:ext uri="{FF2B5EF4-FFF2-40B4-BE49-F238E27FC236}">
                <a16:creationId xmlns:a16="http://schemas.microsoft.com/office/drawing/2014/main" id="{7F55901D-168D-1395-81FF-968462089CC6}"/>
              </a:ext>
            </a:extLst>
          </p:cNvPr>
          <p:cNvSpPr/>
          <p:nvPr/>
        </p:nvSpPr>
        <p:spPr>
          <a:xfrm>
            <a:off x="1979217" y="2570072"/>
            <a:ext cx="1323693" cy="1323600"/>
          </a:xfrm>
          <a:prstGeom prst="ellipse">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16" name="Espace réservé pour une image  42">
            <a:extLst>
              <a:ext uri="{FF2B5EF4-FFF2-40B4-BE49-F238E27FC236}">
                <a16:creationId xmlns:a16="http://schemas.microsoft.com/office/drawing/2014/main" id="{C7EC81D4-8971-8484-54E6-6737B5900E18}"/>
              </a:ext>
            </a:extLst>
          </p:cNvPr>
          <p:cNvSpPr>
            <a:spLocks noGrp="1"/>
          </p:cNvSpPr>
          <p:nvPr>
            <p:ph type="pic" sz="quarter" idx="15"/>
          </p:nvPr>
        </p:nvSpPr>
        <p:spPr>
          <a:xfrm>
            <a:off x="2067587" y="2658435"/>
            <a:ext cx="1146955" cy="1146874"/>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ln w="12700">
            <a:solidFill>
              <a:schemeClr val="tx1"/>
            </a:solidFill>
          </a:ln>
          <a:effectLst>
            <a:outerShdw blurRad="584200" dist="215900" dir="2700000" sx="102000" sy="102000" algn="tl" rotWithShape="0">
              <a:schemeClr val="tx2">
                <a:alpha val="22000"/>
              </a:schemeClr>
            </a:outerShdw>
          </a:effectLst>
        </p:spPr>
        <p:txBody>
          <a:bodyPr wrap="square">
            <a:noAutofit/>
          </a:bodyPr>
          <a:lstStyle>
            <a:lvl1pPr>
              <a:defRPr sz="1092"/>
            </a:lvl1pPr>
          </a:lstStyle>
          <a:p>
            <a:r>
              <a:rPr lang="fr-FR"/>
              <a:t>Cliquez sur l'icône pour ajouter une image</a:t>
            </a:r>
          </a:p>
        </p:txBody>
      </p:sp>
      <p:sp>
        <p:nvSpPr>
          <p:cNvPr id="39" name="Espace réservé du texte 19">
            <a:extLst>
              <a:ext uri="{FF2B5EF4-FFF2-40B4-BE49-F238E27FC236}">
                <a16:creationId xmlns:a16="http://schemas.microsoft.com/office/drawing/2014/main" id="{1BC8C191-0039-D07E-3CB0-B443F5CE7217}"/>
              </a:ext>
            </a:extLst>
          </p:cNvPr>
          <p:cNvSpPr>
            <a:spLocks noGrp="1"/>
          </p:cNvSpPr>
          <p:nvPr>
            <p:ph type="body" sz="quarter" idx="47" hasCustomPrompt="1"/>
          </p:nvPr>
        </p:nvSpPr>
        <p:spPr>
          <a:xfrm>
            <a:off x="2273301" y="4611371"/>
            <a:ext cx="735526" cy="223528"/>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lvl1pPr marL="0" indent="0">
              <a:buFontTx/>
              <a:buNone/>
              <a:defRPr lang="fr-FR" sz="1050" b="1" spc="-12" dirty="0">
                <a:solidFill>
                  <a:srgbClr val="FFFFFF"/>
                </a:solidFill>
                <a:latin typeface="Poppins"/>
                <a:cs typeface="Poppins"/>
              </a:defRPr>
            </a:lvl1pPr>
          </a:lstStyle>
          <a:p>
            <a:pPr marL="7701" lvl="0" algn="ctr">
              <a:lnSpc>
                <a:spcPct val="100000"/>
              </a:lnSpc>
              <a:spcBef>
                <a:spcPts val="82"/>
              </a:spcBef>
            </a:pPr>
            <a:r>
              <a:rPr lang="fr-FR"/>
              <a:t>Titre</a:t>
            </a:r>
          </a:p>
        </p:txBody>
      </p:sp>
      <p:sp>
        <p:nvSpPr>
          <p:cNvPr id="40" name="Espace réservé du texte 19">
            <a:extLst>
              <a:ext uri="{FF2B5EF4-FFF2-40B4-BE49-F238E27FC236}">
                <a16:creationId xmlns:a16="http://schemas.microsoft.com/office/drawing/2014/main" id="{FCC38701-9344-9FB5-AD19-5F94D48C3B3B}"/>
              </a:ext>
            </a:extLst>
          </p:cNvPr>
          <p:cNvSpPr>
            <a:spLocks noGrp="1"/>
          </p:cNvSpPr>
          <p:nvPr>
            <p:ph type="body" sz="quarter" idx="48" hasCustomPrompt="1"/>
          </p:nvPr>
        </p:nvSpPr>
        <p:spPr>
          <a:xfrm>
            <a:off x="2057841" y="4984123"/>
            <a:ext cx="1193039" cy="207236"/>
          </a:xfrm>
        </p:spPr>
        <p:txBody>
          <a:bodyPr vert="horz" wrap="square" lIns="0" tIns="11430" rIns="0" bIns="0" rtlCol="0">
            <a:spAutoFit/>
          </a:bodyPr>
          <a:lstStyle>
            <a:lvl1pPr marL="0" indent="0">
              <a:buFontTx/>
              <a:buNone/>
              <a:defRPr lang="fr-FR" sz="1100" b="0" dirty="0">
                <a:solidFill>
                  <a:srgbClr val="1E2124"/>
                </a:solidFill>
                <a:latin typeface="+mn-lt"/>
                <a:cs typeface="Poppins Light"/>
              </a:defRPr>
            </a:lvl1pPr>
          </a:lstStyle>
          <a:p>
            <a:pPr marL="7701" marR="3081" lvl="0" algn="ctr">
              <a:lnSpc>
                <a:spcPct val="123200"/>
              </a:lnSpc>
              <a:spcBef>
                <a:spcPts val="55"/>
              </a:spcBef>
            </a:pPr>
            <a:r>
              <a:rPr lang="fr-FR"/>
              <a:t>Titre</a:t>
            </a:r>
          </a:p>
        </p:txBody>
      </p:sp>
      <p:sp>
        <p:nvSpPr>
          <p:cNvPr id="41" name="Espace réservé du texte 19">
            <a:extLst>
              <a:ext uri="{FF2B5EF4-FFF2-40B4-BE49-F238E27FC236}">
                <a16:creationId xmlns:a16="http://schemas.microsoft.com/office/drawing/2014/main" id="{FEB72CE1-6CC5-B975-9CD8-82D9055A77B2}"/>
              </a:ext>
            </a:extLst>
          </p:cNvPr>
          <p:cNvSpPr>
            <a:spLocks noGrp="1"/>
          </p:cNvSpPr>
          <p:nvPr>
            <p:ph type="body" sz="quarter" idx="49" hasCustomPrompt="1"/>
          </p:nvPr>
        </p:nvSpPr>
        <p:spPr>
          <a:xfrm>
            <a:off x="4422457" y="4910373"/>
            <a:ext cx="1193039" cy="278987"/>
          </a:xfrm>
          <a:noFill/>
        </p:spPr>
        <p:txBody>
          <a:bodyPr wrap="square" anchor="t" anchorCtr="0">
            <a:spAutoFit/>
          </a:bodyPr>
          <a:lstStyle>
            <a:lvl1pPr marL="0" indent="0" algn="ctr">
              <a:lnSpc>
                <a:spcPct val="100000"/>
              </a:lnSpc>
              <a:spcBef>
                <a:spcPts val="0"/>
              </a:spcBef>
              <a:buNone/>
              <a:defRPr sz="1200" b="1">
                <a:solidFill>
                  <a:schemeClr val="tx1"/>
                </a:solidFill>
                <a:latin typeface="+mj-lt"/>
                <a:cs typeface="Poppins Light" panose="00000400000000000000" pitchFamily="2" charset="0"/>
              </a:defRPr>
            </a:lvl1pPr>
          </a:lstStyle>
          <a:p>
            <a:pPr lvl="0"/>
            <a:r>
              <a:rPr lang="fr-FR"/>
              <a:t>Titre</a:t>
            </a:r>
          </a:p>
        </p:txBody>
      </p:sp>
      <p:sp>
        <p:nvSpPr>
          <p:cNvPr id="42" name="Ellipse 41">
            <a:extLst>
              <a:ext uri="{FF2B5EF4-FFF2-40B4-BE49-F238E27FC236}">
                <a16:creationId xmlns:a16="http://schemas.microsoft.com/office/drawing/2014/main" id="{AEAD48C6-FCA8-38AE-B063-C4A306078ECD}"/>
              </a:ext>
            </a:extLst>
          </p:cNvPr>
          <p:cNvSpPr/>
          <p:nvPr/>
        </p:nvSpPr>
        <p:spPr>
          <a:xfrm>
            <a:off x="4343833" y="3429000"/>
            <a:ext cx="1323693" cy="1323600"/>
          </a:xfrm>
          <a:prstGeom prst="ellipse">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43" name="Espace réservé pour une image  42">
            <a:extLst>
              <a:ext uri="{FF2B5EF4-FFF2-40B4-BE49-F238E27FC236}">
                <a16:creationId xmlns:a16="http://schemas.microsoft.com/office/drawing/2014/main" id="{C3F04F3F-C0DF-33E5-0F58-50C7CBA978F7}"/>
              </a:ext>
            </a:extLst>
          </p:cNvPr>
          <p:cNvSpPr>
            <a:spLocks noGrp="1"/>
          </p:cNvSpPr>
          <p:nvPr>
            <p:ph type="pic" sz="quarter" idx="50"/>
          </p:nvPr>
        </p:nvSpPr>
        <p:spPr>
          <a:xfrm>
            <a:off x="4432203" y="3517363"/>
            <a:ext cx="1146955" cy="1146874"/>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ln w="12700">
            <a:solidFill>
              <a:schemeClr val="tx1"/>
            </a:solidFill>
          </a:ln>
          <a:effectLst>
            <a:outerShdw blurRad="584200" dist="215900" dir="2700000" sx="102000" sy="102000" algn="tl" rotWithShape="0">
              <a:schemeClr val="tx2">
                <a:alpha val="22000"/>
              </a:schemeClr>
            </a:outerShdw>
          </a:effectLst>
        </p:spPr>
        <p:txBody>
          <a:bodyPr wrap="square">
            <a:noAutofit/>
          </a:bodyPr>
          <a:lstStyle>
            <a:lvl1pPr>
              <a:defRPr sz="1092"/>
            </a:lvl1pPr>
          </a:lstStyle>
          <a:p>
            <a:r>
              <a:rPr lang="fr-FR"/>
              <a:t>Cliquez sur l'icône pour ajouter une image</a:t>
            </a:r>
          </a:p>
        </p:txBody>
      </p:sp>
      <p:sp>
        <p:nvSpPr>
          <p:cNvPr id="44" name="Espace réservé du texte 19">
            <a:extLst>
              <a:ext uri="{FF2B5EF4-FFF2-40B4-BE49-F238E27FC236}">
                <a16:creationId xmlns:a16="http://schemas.microsoft.com/office/drawing/2014/main" id="{3D925B41-45C6-D906-37D7-4F2C564F8C50}"/>
              </a:ext>
            </a:extLst>
          </p:cNvPr>
          <p:cNvSpPr>
            <a:spLocks noGrp="1"/>
          </p:cNvSpPr>
          <p:nvPr>
            <p:ph type="body" sz="quarter" idx="51" hasCustomPrompt="1"/>
          </p:nvPr>
        </p:nvSpPr>
        <p:spPr>
          <a:xfrm>
            <a:off x="4637917" y="5470299"/>
            <a:ext cx="735526" cy="223528"/>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lvl1pPr marL="0" indent="0">
              <a:buFontTx/>
              <a:buNone/>
              <a:defRPr lang="fr-FR" sz="970" b="1" spc="-12" dirty="0">
                <a:solidFill>
                  <a:srgbClr val="FFFFFF"/>
                </a:solidFill>
                <a:latin typeface="Poppins"/>
                <a:cs typeface="Poppins"/>
              </a:defRPr>
            </a:lvl1pPr>
          </a:lstStyle>
          <a:p>
            <a:pPr marL="7701" lvl="0" algn="ctr">
              <a:lnSpc>
                <a:spcPct val="100000"/>
              </a:lnSpc>
              <a:spcBef>
                <a:spcPts val="82"/>
              </a:spcBef>
            </a:pPr>
            <a:r>
              <a:rPr lang="fr-FR"/>
              <a:t>Titre</a:t>
            </a:r>
          </a:p>
        </p:txBody>
      </p:sp>
      <p:sp>
        <p:nvSpPr>
          <p:cNvPr id="45" name="Espace réservé du texte 19">
            <a:extLst>
              <a:ext uri="{FF2B5EF4-FFF2-40B4-BE49-F238E27FC236}">
                <a16:creationId xmlns:a16="http://schemas.microsoft.com/office/drawing/2014/main" id="{5195AE21-1208-DE78-26D3-D64564001EC1}"/>
              </a:ext>
            </a:extLst>
          </p:cNvPr>
          <p:cNvSpPr>
            <a:spLocks noGrp="1"/>
          </p:cNvSpPr>
          <p:nvPr>
            <p:ph type="body" sz="quarter" idx="52" hasCustomPrompt="1"/>
          </p:nvPr>
        </p:nvSpPr>
        <p:spPr>
          <a:xfrm>
            <a:off x="4422457" y="5843051"/>
            <a:ext cx="1193039" cy="207236"/>
          </a:xfrm>
        </p:spPr>
        <p:txBody>
          <a:bodyPr vert="horz" wrap="square" lIns="0" tIns="11430" rIns="0" bIns="0" rtlCol="0">
            <a:spAutoFit/>
          </a:bodyPr>
          <a:lstStyle>
            <a:lvl1pPr marL="0" indent="0">
              <a:buFontTx/>
              <a:buNone/>
              <a:defRPr lang="fr-FR" sz="1100" b="0" dirty="0">
                <a:solidFill>
                  <a:srgbClr val="1E2124"/>
                </a:solidFill>
                <a:latin typeface="+mn-lt"/>
                <a:cs typeface="Poppins Light"/>
              </a:defRPr>
            </a:lvl1pPr>
          </a:lstStyle>
          <a:p>
            <a:pPr marL="7701" marR="3081" lvl="0" algn="ctr">
              <a:lnSpc>
                <a:spcPct val="123200"/>
              </a:lnSpc>
              <a:spcBef>
                <a:spcPts val="55"/>
              </a:spcBef>
            </a:pPr>
            <a:r>
              <a:rPr lang="fr-FR"/>
              <a:t>Titre</a:t>
            </a:r>
          </a:p>
        </p:txBody>
      </p:sp>
      <p:sp>
        <p:nvSpPr>
          <p:cNvPr id="46" name="Espace réservé du texte 19">
            <a:extLst>
              <a:ext uri="{FF2B5EF4-FFF2-40B4-BE49-F238E27FC236}">
                <a16:creationId xmlns:a16="http://schemas.microsoft.com/office/drawing/2014/main" id="{807ACE52-03D3-90BB-321E-95B77F0304B8}"/>
              </a:ext>
            </a:extLst>
          </p:cNvPr>
          <p:cNvSpPr>
            <a:spLocks noGrp="1"/>
          </p:cNvSpPr>
          <p:nvPr>
            <p:ph type="body" sz="quarter" idx="53" hasCustomPrompt="1"/>
          </p:nvPr>
        </p:nvSpPr>
        <p:spPr>
          <a:xfrm>
            <a:off x="6582117" y="4051445"/>
            <a:ext cx="1193039" cy="278987"/>
          </a:xfrm>
          <a:noFill/>
        </p:spPr>
        <p:txBody>
          <a:bodyPr wrap="square" anchor="t" anchorCtr="0">
            <a:spAutoFit/>
          </a:bodyPr>
          <a:lstStyle>
            <a:lvl1pPr marL="0" indent="0" algn="ctr">
              <a:lnSpc>
                <a:spcPct val="100000"/>
              </a:lnSpc>
              <a:spcBef>
                <a:spcPts val="0"/>
              </a:spcBef>
              <a:buNone/>
              <a:defRPr sz="1200" b="1">
                <a:solidFill>
                  <a:schemeClr val="tx1"/>
                </a:solidFill>
                <a:latin typeface="+mj-lt"/>
                <a:cs typeface="Poppins Light" panose="00000400000000000000" pitchFamily="2" charset="0"/>
              </a:defRPr>
            </a:lvl1pPr>
          </a:lstStyle>
          <a:p>
            <a:pPr lvl="0"/>
            <a:r>
              <a:rPr lang="fr-FR"/>
              <a:t>Titre</a:t>
            </a:r>
          </a:p>
        </p:txBody>
      </p:sp>
      <p:sp>
        <p:nvSpPr>
          <p:cNvPr id="48" name="Espace réservé pour une image  42">
            <a:extLst>
              <a:ext uri="{FF2B5EF4-FFF2-40B4-BE49-F238E27FC236}">
                <a16:creationId xmlns:a16="http://schemas.microsoft.com/office/drawing/2014/main" id="{D6146AED-10DC-0E6A-C656-910F4157B09E}"/>
              </a:ext>
            </a:extLst>
          </p:cNvPr>
          <p:cNvSpPr>
            <a:spLocks noGrp="1"/>
          </p:cNvSpPr>
          <p:nvPr>
            <p:ph type="pic" sz="quarter" idx="54"/>
          </p:nvPr>
        </p:nvSpPr>
        <p:spPr>
          <a:xfrm>
            <a:off x="6591863" y="2658435"/>
            <a:ext cx="1146955" cy="1146874"/>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ln w="12700">
            <a:solidFill>
              <a:schemeClr val="tx1"/>
            </a:solidFill>
          </a:ln>
          <a:effectLst>
            <a:outerShdw blurRad="584200" dist="215900" dir="2700000" sx="102000" sy="102000" algn="tl" rotWithShape="0">
              <a:schemeClr val="tx2">
                <a:alpha val="22000"/>
              </a:schemeClr>
            </a:outerShdw>
          </a:effectLst>
        </p:spPr>
        <p:txBody>
          <a:bodyPr wrap="square">
            <a:noAutofit/>
          </a:bodyPr>
          <a:lstStyle>
            <a:lvl1pPr>
              <a:defRPr sz="1092"/>
            </a:lvl1pPr>
          </a:lstStyle>
          <a:p>
            <a:r>
              <a:rPr lang="fr-FR"/>
              <a:t>Cliquez sur l'icône pour ajouter une image</a:t>
            </a:r>
          </a:p>
        </p:txBody>
      </p:sp>
      <p:sp>
        <p:nvSpPr>
          <p:cNvPr id="49" name="Espace réservé du texte 19">
            <a:extLst>
              <a:ext uri="{FF2B5EF4-FFF2-40B4-BE49-F238E27FC236}">
                <a16:creationId xmlns:a16="http://schemas.microsoft.com/office/drawing/2014/main" id="{9E8E622F-AAC3-7674-9F9E-CF79373BECAE}"/>
              </a:ext>
            </a:extLst>
          </p:cNvPr>
          <p:cNvSpPr>
            <a:spLocks noGrp="1"/>
          </p:cNvSpPr>
          <p:nvPr>
            <p:ph type="body" sz="quarter" idx="55" hasCustomPrompt="1"/>
          </p:nvPr>
        </p:nvSpPr>
        <p:spPr>
          <a:xfrm>
            <a:off x="6797578" y="4611371"/>
            <a:ext cx="735526" cy="223528"/>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lvl1pPr marL="0" indent="0">
              <a:buFontTx/>
              <a:buNone/>
              <a:defRPr lang="fr-FR" sz="1050" b="1" spc="-12" dirty="0">
                <a:solidFill>
                  <a:srgbClr val="FFFFFF"/>
                </a:solidFill>
                <a:latin typeface="Poppins"/>
                <a:cs typeface="Poppins"/>
              </a:defRPr>
            </a:lvl1pPr>
          </a:lstStyle>
          <a:p>
            <a:pPr marL="7701" lvl="0" algn="ctr">
              <a:lnSpc>
                <a:spcPct val="100000"/>
              </a:lnSpc>
              <a:spcBef>
                <a:spcPts val="82"/>
              </a:spcBef>
            </a:pPr>
            <a:r>
              <a:rPr lang="fr-FR"/>
              <a:t>Titre</a:t>
            </a:r>
          </a:p>
        </p:txBody>
      </p:sp>
      <p:sp>
        <p:nvSpPr>
          <p:cNvPr id="50" name="Espace réservé du texte 19">
            <a:extLst>
              <a:ext uri="{FF2B5EF4-FFF2-40B4-BE49-F238E27FC236}">
                <a16:creationId xmlns:a16="http://schemas.microsoft.com/office/drawing/2014/main" id="{640F2187-6D1F-D158-3C1C-5B4651927AEA}"/>
              </a:ext>
            </a:extLst>
          </p:cNvPr>
          <p:cNvSpPr>
            <a:spLocks noGrp="1"/>
          </p:cNvSpPr>
          <p:nvPr>
            <p:ph type="body" sz="quarter" idx="56" hasCustomPrompt="1"/>
          </p:nvPr>
        </p:nvSpPr>
        <p:spPr>
          <a:xfrm>
            <a:off x="6582117" y="4984123"/>
            <a:ext cx="1193039" cy="207236"/>
          </a:xfrm>
        </p:spPr>
        <p:txBody>
          <a:bodyPr vert="horz" wrap="square" lIns="0" tIns="11430" rIns="0" bIns="0" rtlCol="0">
            <a:spAutoFit/>
          </a:bodyPr>
          <a:lstStyle>
            <a:lvl1pPr marL="0" indent="0">
              <a:buFontTx/>
              <a:buNone/>
              <a:defRPr lang="fr-FR" sz="1100" b="0" dirty="0">
                <a:solidFill>
                  <a:srgbClr val="1E2124"/>
                </a:solidFill>
                <a:latin typeface="+mn-lt"/>
                <a:cs typeface="Poppins Light"/>
              </a:defRPr>
            </a:lvl1pPr>
          </a:lstStyle>
          <a:p>
            <a:pPr marL="7701" marR="3081" lvl="0" algn="ctr">
              <a:lnSpc>
                <a:spcPct val="123200"/>
              </a:lnSpc>
              <a:spcBef>
                <a:spcPts val="55"/>
              </a:spcBef>
            </a:pPr>
            <a:r>
              <a:rPr lang="fr-FR"/>
              <a:t>Titre</a:t>
            </a:r>
          </a:p>
        </p:txBody>
      </p:sp>
      <p:sp>
        <p:nvSpPr>
          <p:cNvPr id="51" name="Espace réservé du texte 19">
            <a:extLst>
              <a:ext uri="{FF2B5EF4-FFF2-40B4-BE49-F238E27FC236}">
                <a16:creationId xmlns:a16="http://schemas.microsoft.com/office/drawing/2014/main" id="{E7A65198-DF36-7FD4-9BF7-D43DE3430323}"/>
              </a:ext>
            </a:extLst>
          </p:cNvPr>
          <p:cNvSpPr>
            <a:spLocks noGrp="1"/>
          </p:cNvSpPr>
          <p:nvPr>
            <p:ph type="body" sz="quarter" idx="57" hasCustomPrompt="1"/>
          </p:nvPr>
        </p:nvSpPr>
        <p:spPr>
          <a:xfrm>
            <a:off x="8946733" y="4910373"/>
            <a:ext cx="1193039" cy="278987"/>
          </a:xfrm>
          <a:noFill/>
        </p:spPr>
        <p:txBody>
          <a:bodyPr wrap="square" anchor="t" anchorCtr="0">
            <a:spAutoFit/>
          </a:bodyPr>
          <a:lstStyle>
            <a:lvl1pPr marL="0" indent="0" algn="ctr">
              <a:lnSpc>
                <a:spcPct val="100000"/>
              </a:lnSpc>
              <a:spcBef>
                <a:spcPts val="0"/>
              </a:spcBef>
              <a:buNone/>
              <a:defRPr sz="1200" b="1">
                <a:solidFill>
                  <a:schemeClr val="tx1"/>
                </a:solidFill>
                <a:latin typeface="+mj-lt"/>
                <a:cs typeface="Poppins Light" panose="00000400000000000000" pitchFamily="2" charset="0"/>
              </a:defRPr>
            </a:lvl1pPr>
          </a:lstStyle>
          <a:p>
            <a:pPr lvl="0"/>
            <a:r>
              <a:rPr lang="fr-FR"/>
              <a:t>Titre</a:t>
            </a:r>
          </a:p>
        </p:txBody>
      </p:sp>
      <p:sp>
        <p:nvSpPr>
          <p:cNvPr id="53" name="Espace réservé pour une image  42">
            <a:extLst>
              <a:ext uri="{FF2B5EF4-FFF2-40B4-BE49-F238E27FC236}">
                <a16:creationId xmlns:a16="http://schemas.microsoft.com/office/drawing/2014/main" id="{C5B33826-176D-4C05-F80F-9EC71CBDD6B2}"/>
              </a:ext>
            </a:extLst>
          </p:cNvPr>
          <p:cNvSpPr>
            <a:spLocks noGrp="1"/>
          </p:cNvSpPr>
          <p:nvPr>
            <p:ph type="pic" sz="quarter" idx="58"/>
          </p:nvPr>
        </p:nvSpPr>
        <p:spPr>
          <a:xfrm>
            <a:off x="8956479" y="3517363"/>
            <a:ext cx="1146955" cy="1146874"/>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ln w="12700">
            <a:solidFill>
              <a:schemeClr val="tx1"/>
            </a:solidFill>
          </a:ln>
          <a:effectLst>
            <a:outerShdw blurRad="584200" dist="215900" dir="2700000" sx="102000" sy="102000" algn="tl" rotWithShape="0">
              <a:schemeClr val="tx2">
                <a:alpha val="22000"/>
              </a:schemeClr>
            </a:outerShdw>
          </a:effectLst>
        </p:spPr>
        <p:txBody>
          <a:bodyPr wrap="square">
            <a:noAutofit/>
          </a:bodyPr>
          <a:lstStyle>
            <a:lvl1pPr>
              <a:defRPr sz="1092"/>
            </a:lvl1pPr>
          </a:lstStyle>
          <a:p>
            <a:r>
              <a:rPr lang="fr-FR"/>
              <a:t>Cliquez sur l'icône pour ajouter une image</a:t>
            </a:r>
          </a:p>
        </p:txBody>
      </p:sp>
      <p:sp>
        <p:nvSpPr>
          <p:cNvPr id="54" name="Espace réservé du texte 19">
            <a:extLst>
              <a:ext uri="{FF2B5EF4-FFF2-40B4-BE49-F238E27FC236}">
                <a16:creationId xmlns:a16="http://schemas.microsoft.com/office/drawing/2014/main" id="{5B478C91-A6F1-6C4C-ADAA-479A37FB46FD}"/>
              </a:ext>
            </a:extLst>
          </p:cNvPr>
          <p:cNvSpPr>
            <a:spLocks noGrp="1"/>
          </p:cNvSpPr>
          <p:nvPr>
            <p:ph type="body" sz="quarter" idx="59" hasCustomPrompt="1"/>
          </p:nvPr>
        </p:nvSpPr>
        <p:spPr>
          <a:xfrm>
            <a:off x="9162193" y="5470299"/>
            <a:ext cx="735526" cy="223528"/>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lvl1pPr marL="0" indent="0">
              <a:buFontTx/>
              <a:buNone/>
              <a:defRPr lang="fr-FR" sz="1050" b="1" spc="-12" dirty="0">
                <a:solidFill>
                  <a:srgbClr val="FFFFFF"/>
                </a:solidFill>
                <a:latin typeface="Poppins"/>
                <a:cs typeface="Poppins"/>
              </a:defRPr>
            </a:lvl1pPr>
          </a:lstStyle>
          <a:p>
            <a:pPr marL="7701" lvl="0" algn="ctr">
              <a:lnSpc>
                <a:spcPct val="100000"/>
              </a:lnSpc>
              <a:spcBef>
                <a:spcPts val="82"/>
              </a:spcBef>
            </a:pPr>
            <a:r>
              <a:rPr lang="fr-FR"/>
              <a:t>Titre</a:t>
            </a:r>
          </a:p>
        </p:txBody>
      </p:sp>
      <p:sp>
        <p:nvSpPr>
          <p:cNvPr id="55" name="Espace réservé du texte 19">
            <a:extLst>
              <a:ext uri="{FF2B5EF4-FFF2-40B4-BE49-F238E27FC236}">
                <a16:creationId xmlns:a16="http://schemas.microsoft.com/office/drawing/2014/main" id="{921632D3-1FB2-645C-5BC2-663B394B6BE4}"/>
              </a:ext>
            </a:extLst>
          </p:cNvPr>
          <p:cNvSpPr>
            <a:spLocks noGrp="1"/>
          </p:cNvSpPr>
          <p:nvPr>
            <p:ph type="body" sz="quarter" idx="60" hasCustomPrompt="1"/>
          </p:nvPr>
        </p:nvSpPr>
        <p:spPr>
          <a:xfrm>
            <a:off x="8946733" y="5843051"/>
            <a:ext cx="1193039" cy="207236"/>
          </a:xfrm>
        </p:spPr>
        <p:txBody>
          <a:bodyPr vert="horz" wrap="square" lIns="0" tIns="11430" rIns="0" bIns="0" rtlCol="0">
            <a:spAutoFit/>
          </a:bodyPr>
          <a:lstStyle>
            <a:lvl1pPr marL="0" indent="0">
              <a:buFontTx/>
              <a:buNone/>
              <a:defRPr lang="fr-FR" sz="1100" b="0" dirty="0">
                <a:solidFill>
                  <a:srgbClr val="1E2124"/>
                </a:solidFill>
                <a:latin typeface="+mn-lt"/>
                <a:cs typeface="Poppins Light"/>
              </a:defRPr>
            </a:lvl1pPr>
          </a:lstStyle>
          <a:p>
            <a:pPr marL="7701" marR="3081" lvl="0" algn="ctr">
              <a:lnSpc>
                <a:spcPct val="123200"/>
              </a:lnSpc>
              <a:spcBef>
                <a:spcPts val="55"/>
              </a:spcBef>
            </a:pPr>
            <a:r>
              <a:rPr lang="fr-FR"/>
              <a:t>Titre</a:t>
            </a:r>
          </a:p>
        </p:txBody>
      </p:sp>
    </p:spTree>
    <p:extLst>
      <p:ext uri="{BB962C8B-B14F-4D97-AF65-F5344CB8AC3E}">
        <p14:creationId xmlns:p14="http://schemas.microsoft.com/office/powerpoint/2010/main" val="2644328502"/>
      </p:ext>
    </p:extLst>
  </p:cSld>
  <p:clrMapOvr>
    <a:masterClrMapping/>
  </p:clrMapOvr>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7_Diapositive de titre">
    <p:bg>
      <p:bgPr>
        <a:solidFill>
          <a:schemeClr val="tx2"/>
        </a:solidFill>
        <a:effectLst/>
      </p:bgPr>
    </p:bg>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D9B64558-CF33-6E36-90AC-DF1CE29F4C1B}"/>
              </a:ext>
            </a:extLst>
          </p:cNvPr>
          <p:cNvGrpSpPr/>
          <p:nvPr/>
        </p:nvGrpSpPr>
        <p:grpSpPr>
          <a:xfrm>
            <a:off x="0" y="0"/>
            <a:ext cx="4225610" cy="5621943"/>
            <a:chOff x="0" y="0"/>
            <a:chExt cx="6967855" cy="9271000"/>
          </a:xfrm>
        </p:grpSpPr>
        <p:sp>
          <p:nvSpPr>
            <p:cNvPr id="7" name="object 4">
              <a:extLst>
                <a:ext uri="{FF2B5EF4-FFF2-40B4-BE49-F238E27FC236}">
                  <a16:creationId xmlns:a16="http://schemas.microsoft.com/office/drawing/2014/main" id="{F80267D9-9F16-2B50-5B4E-A4D7A431A4E1}"/>
                </a:ext>
              </a:extLst>
            </p:cNvPr>
            <p:cNvSpPr/>
            <p:nvPr/>
          </p:nvSpPr>
          <p:spPr>
            <a:xfrm>
              <a:off x="6935362" y="0"/>
              <a:ext cx="32384" cy="755015"/>
            </a:xfrm>
            <a:custGeom>
              <a:avLst/>
              <a:gdLst/>
              <a:ahLst/>
              <a:cxnLst/>
              <a:rect l="l" t="t" r="r" b="b"/>
              <a:pathLst>
                <a:path w="32384" h="755015">
                  <a:moveTo>
                    <a:pt x="32359" y="754956"/>
                  </a:moveTo>
                  <a:lnTo>
                    <a:pt x="32131" y="691311"/>
                  </a:lnTo>
                  <a:lnTo>
                    <a:pt x="31447" y="627775"/>
                  </a:lnTo>
                  <a:lnTo>
                    <a:pt x="30309" y="564348"/>
                  </a:lnTo>
                  <a:lnTo>
                    <a:pt x="28719" y="501033"/>
                  </a:lnTo>
                  <a:lnTo>
                    <a:pt x="26677" y="437831"/>
                  </a:lnTo>
                  <a:lnTo>
                    <a:pt x="24187" y="374743"/>
                  </a:lnTo>
                  <a:lnTo>
                    <a:pt x="21248" y="311772"/>
                  </a:lnTo>
                  <a:lnTo>
                    <a:pt x="17863" y="248918"/>
                  </a:lnTo>
                  <a:lnTo>
                    <a:pt x="14034" y="186183"/>
                  </a:lnTo>
                  <a:lnTo>
                    <a:pt x="9761" y="123569"/>
                  </a:lnTo>
                  <a:lnTo>
                    <a:pt x="5047" y="61078"/>
                  </a:lnTo>
                  <a:lnTo>
                    <a:pt x="0" y="0"/>
                  </a:lnTo>
                </a:path>
              </a:pathLst>
            </a:custGeom>
            <a:ln w="7853">
              <a:solidFill>
                <a:schemeClr val="bg1"/>
              </a:solidFill>
            </a:ln>
          </p:spPr>
          <p:txBody>
            <a:bodyPr wrap="square" lIns="0" tIns="0" rIns="0" bIns="0" rtlCol="0"/>
            <a:lstStyle/>
            <a:p>
              <a:endParaRPr sz="1092"/>
            </a:p>
          </p:txBody>
        </p:sp>
        <p:sp>
          <p:nvSpPr>
            <p:cNvPr id="9" name="object 6">
              <a:extLst>
                <a:ext uri="{FF2B5EF4-FFF2-40B4-BE49-F238E27FC236}">
                  <a16:creationId xmlns:a16="http://schemas.microsoft.com/office/drawing/2014/main" id="{54FE4294-F1CB-D641-2E73-1CD7B939E61F}"/>
                </a:ext>
              </a:extLst>
            </p:cNvPr>
            <p:cNvSpPr/>
            <p:nvPr/>
          </p:nvSpPr>
          <p:spPr>
            <a:xfrm>
              <a:off x="0" y="0"/>
              <a:ext cx="6967855" cy="9271000"/>
            </a:xfrm>
            <a:custGeom>
              <a:avLst/>
              <a:gdLst/>
              <a:ahLst/>
              <a:cxnLst/>
              <a:rect l="l" t="t" r="r" b="b"/>
              <a:pathLst>
                <a:path w="6967855" h="9271000">
                  <a:moveTo>
                    <a:pt x="1980420" y="0"/>
                  </a:moveTo>
                  <a:lnTo>
                    <a:pt x="1992645" y="61005"/>
                  </a:lnTo>
                  <a:lnTo>
                    <a:pt x="2001511" y="109294"/>
                  </a:lnTo>
                  <a:lnTo>
                    <a:pt x="2009748" y="157796"/>
                  </a:lnTo>
                  <a:lnTo>
                    <a:pt x="2017350" y="206508"/>
                  </a:lnTo>
                  <a:lnTo>
                    <a:pt x="2024314" y="255426"/>
                  </a:lnTo>
                  <a:lnTo>
                    <a:pt x="2030636" y="304545"/>
                  </a:lnTo>
                  <a:lnTo>
                    <a:pt x="2036310" y="353860"/>
                  </a:lnTo>
                  <a:lnTo>
                    <a:pt x="2041333" y="403368"/>
                  </a:lnTo>
                  <a:lnTo>
                    <a:pt x="2045700" y="453064"/>
                  </a:lnTo>
                  <a:lnTo>
                    <a:pt x="2049408" y="502944"/>
                  </a:lnTo>
                  <a:lnTo>
                    <a:pt x="2052450" y="553004"/>
                  </a:lnTo>
                  <a:lnTo>
                    <a:pt x="2054825" y="603240"/>
                  </a:lnTo>
                  <a:lnTo>
                    <a:pt x="2056526" y="653646"/>
                  </a:lnTo>
                  <a:lnTo>
                    <a:pt x="2057550" y="704220"/>
                  </a:lnTo>
                  <a:lnTo>
                    <a:pt x="2057892" y="754956"/>
                  </a:lnTo>
                  <a:lnTo>
                    <a:pt x="2057550" y="805692"/>
                  </a:lnTo>
                  <a:lnTo>
                    <a:pt x="2056526" y="856265"/>
                  </a:lnTo>
                  <a:lnTo>
                    <a:pt x="2054825" y="906672"/>
                  </a:lnTo>
                  <a:lnTo>
                    <a:pt x="2052450" y="956907"/>
                  </a:lnTo>
                  <a:lnTo>
                    <a:pt x="2049408" y="1006967"/>
                  </a:lnTo>
                  <a:lnTo>
                    <a:pt x="2045700" y="1056847"/>
                  </a:lnTo>
                  <a:lnTo>
                    <a:pt x="2041333" y="1106543"/>
                  </a:lnTo>
                  <a:lnTo>
                    <a:pt x="2036310" y="1156051"/>
                  </a:lnTo>
                  <a:lnTo>
                    <a:pt x="2030636" y="1205367"/>
                  </a:lnTo>
                  <a:lnTo>
                    <a:pt x="2024314" y="1254485"/>
                  </a:lnTo>
                  <a:lnTo>
                    <a:pt x="2017350" y="1303403"/>
                  </a:lnTo>
                  <a:lnTo>
                    <a:pt x="2009748" y="1352115"/>
                  </a:lnTo>
                  <a:lnTo>
                    <a:pt x="2001511" y="1400618"/>
                  </a:lnTo>
                  <a:lnTo>
                    <a:pt x="1992645" y="1448907"/>
                  </a:lnTo>
                  <a:lnTo>
                    <a:pt x="1983153" y="1496977"/>
                  </a:lnTo>
                  <a:lnTo>
                    <a:pt x="1973040" y="1544826"/>
                  </a:lnTo>
                  <a:lnTo>
                    <a:pt x="1962311" y="1592447"/>
                  </a:lnTo>
                  <a:lnTo>
                    <a:pt x="1950969" y="1639838"/>
                  </a:lnTo>
                  <a:lnTo>
                    <a:pt x="1939019" y="1686994"/>
                  </a:lnTo>
                  <a:lnTo>
                    <a:pt x="1926465" y="1733910"/>
                  </a:lnTo>
                  <a:lnTo>
                    <a:pt x="1913311" y="1780582"/>
                  </a:lnTo>
                  <a:lnTo>
                    <a:pt x="1899563" y="1827007"/>
                  </a:lnTo>
                  <a:lnTo>
                    <a:pt x="1885223" y="1873179"/>
                  </a:lnTo>
                  <a:lnTo>
                    <a:pt x="1870297" y="1919094"/>
                  </a:lnTo>
                  <a:lnTo>
                    <a:pt x="1854789" y="1964749"/>
                  </a:lnTo>
                  <a:lnTo>
                    <a:pt x="1838703" y="2010139"/>
                  </a:lnTo>
                  <a:lnTo>
                    <a:pt x="1822044" y="2055260"/>
                  </a:lnTo>
                  <a:lnTo>
                    <a:pt x="1804815" y="2100106"/>
                  </a:lnTo>
                  <a:lnTo>
                    <a:pt x="1787021" y="2144676"/>
                  </a:lnTo>
                  <a:lnTo>
                    <a:pt x="1768667" y="2188963"/>
                  </a:lnTo>
                  <a:lnTo>
                    <a:pt x="1749757" y="2232963"/>
                  </a:lnTo>
                  <a:lnTo>
                    <a:pt x="1730295" y="2276673"/>
                  </a:lnTo>
                  <a:lnTo>
                    <a:pt x="1710285" y="2320088"/>
                  </a:lnTo>
                  <a:lnTo>
                    <a:pt x="1689732" y="2363204"/>
                  </a:lnTo>
                  <a:lnTo>
                    <a:pt x="1668640" y="2406017"/>
                  </a:lnTo>
                  <a:lnTo>
                    <a:pt x="1647013" y="2448521"/>
                  </a:lnTo>
                  <a:lnTo>
                    <a:pt x="1624856" y="2490714"/>
                  </a:lnTo>
                  <a:lnTo>
                    <a:pt x="1602173" y="2532591"/>
                  </a:lnTo>
                  <a:lnTo>
                    <a:pt x="1578969" y="2574147"/>
                  </a:lnTo>
                  <a:lnTo>
                    <a:pt x="1555247" y="2615378"/>
                  </a:lnTo>
                  <a:lnTo>
                    <a:pt x="1531012" y="2656280"/>
                  </a:lnTo>
                  <a:lnTo>
                    <a:pt x="1506269" y="2696849"/>
                  </a:lnTo>
                  <a:lnTo>
                    <a:pt x="1481021" y="2737081"/>
                  </a:lnTo>
                  <a:lnTo>
                    <a:pt x="1455273" y="2776970"/>
                  </a:lnTo>
                  <a:lnTo>
                    <a:pt x="1429029" y="2816514"/>
                  </a:lnTo>
                  <a:lnTo>
                    <a:pt x="1402295" y="2855707"/>
                  </a:lnTo>
                  <a:lnTo>
                    <a:pt x="1375073" y="2894545"/>
                  </a:lnTo>
                  <a:lnTo>
                    <a:pt x="1347368" y="2933025"/>
                  </a:lnTo>
                  <a:lnTo>
                    <a:pt x="1319185" y="2971141"/>
                  </a:lnTo>
                  <a:lnTo>
                    <a:pt x="1290528" y="3008890"/>
                  </a:lnTo>
                  <a:lnTo>
                    <a:pt x="1261401" y="3046267"/>
                  </a:lnTo>
                  <a:lnTo>
                    <a:pt x="1231809" y="3083268"/>
                  </a:lnTo>
                  <a:lnTo>
                    <a:pt x="1201756" y="3119890"/>
                  </a:lnTo>
                  <a:lnTo>
                    <a:pt x="1171246" y="3156126"/>
                  </a:lnTo>
                  <a:lnTo>
                    <a:pt x="1140283" y="3191974"/>
                  </a:lnTo>
                  <a:lnTo>
                    <a:pt x="1108872" y="3227429"/>
                  </a:lnTo>
                  <a:lnTo>
                    <a:pt x="1077018" y="3262486"/>
                  </a:lnTo>
                  <a:lnTo>
                    <a:pt x="1044724" y="3297142"/>
                  </a:lnTo>
                  <a:lnTo>
                    <a:pt x="1011995" y="3331392"/>
                  </a:lnTo>
                  <a:lnTo>
                    <a:pt x="978835" y="3365232"/>
                  </a:lnTo>
                  <a:lnTo>
                    <a:pt x="945249" y="3398658"/>
                  </a:lnTo>
                  <a:lnTo>
                    <a:pt x="911240" y="3431665"/>
                  </a:lnTo>
                  <a:lnTo>
                    <a:pt x="876814" y="3464249"/>
                  </a:lnTo>
                  <a:lnTo>
                    <a:pt x="841974" y="3496406"/>
                  </a:lnTo>
                  <a:lnTo>
                    <a:pt x="806725" y="3528132"/>
                  </a:lnTo>
                  <a:lnTo>
                    <a:pt x="771071" y="3559422"/>
                  </a:lnTo>
                  <a:lnTo>
                    <a:pt x="735017" y="3590272"/>
                  </a:lnTo>
                  <a:lnTo>
                    <a:pt x="698566" y="3620677"/>
                  </a:lnTo>
                  <a:lnTo>
                    <a:pt x="661723" y="3650635"/>
                  </a:lnTo>
                  <a:lnTo>
                    <a:pt x="624493" y="3680139"/>
                  </a:lnTo>
                  <a:lnTo>
                    <a:pt x="586880" y="3709187"/>
                  </a:lnTo>
                  <a:lnTo>
                    <a:pt x="548887" y="3737773"/>
                  </a:lnTo>
                  <a:lnTo>
                    <a:pt x="510520" y="3765894"/>
                  </a:lnTo>
                  <a:lnTo>
                    <a:pt x="471783" y="3793544"/>
                  </a:lnTo>
                  <a:lnTo>
                    <a:pt x="432680" y="3820721"/>
                  </a:lnTo>
                  <a:lnTo>
                    <a:pt x="393215" y="3847420"/>
                  </a:lnTo>
                  <a:lnTo>
                    <a:pt x="353393" y="3873635"/>
                  </a:lnTo>
                  <a:lnTo>
                    <a:pt x="313218" y="3899364"/>
                  </a:lnTo>
                  <a:lnTo>
                    <a:pt x="272694" y="3924602"/>
                  </a:lnTo>
                  <a:lnTo>
                    <a:pt x="231826" y="3949344"/>
                  </a:lnTo>
                  <a:lnTo>
                    <a:pt x="190618" y="3973587"/>
                  </a:lnTo>
                  <a:lnTo>
                    <a:pt x="149074" y="3997326"/>
                  </a:lnTo>
                  <a:lnTo>
                    <a:pt x="107199" y="4020556"/>
                  </a:lnTo>
                  <a:lnTo>
                    <a:pt x="64997" y="4043275"/>
                  </a:lnTo>
                  <a:lnTo>
                    <a:pt x="22472" y="4065476"/>
                  </a:lnTo>
                  <a:lnTo>
                    <a:pt x="0" y="4076848"/>
                  </a:lnTo>
                </a:path>
                <a:path w="6967855" h="9271000">
                  <a:moveTo>
                    <a:pt x="0" y="9270789"/>
                  </a:moveTo>
                  <a:lnTo>
                    <a:pt x="73562" y="9255733"/>
                  </a:lnTo>
                  <a:lnTo>
                    <a:pt x="133447" y="9242952"/>
                  </a:lnTo>
                  <a:lnTo>
                    <a:pt x="193179" y="9229760"/>
                  </a:lnTo>
                  <a:lnTo>
                    <a:pt x="252755" y="9216159"/>
                  </a:lnTo>
                  <a:lnTo>
                    <a:pt x="312176" y="9202151"/>
                  </a:lnTo>
                  <a:lnTo>
                    <a:pt x="371439" y="9187736"/>
                  </a:lnTo>
                  <a:lnTo>
                    <a:pt x="430542" y="9172918"/>
                  </a:lnTo>
                  <a:lnTo>
                    <a:pt x="489484" y="9157696"/>
                  </a:lnTo>
                  <a:lnTo>
                    <a:pt x="548264" y="9142073"/>
                  </a:lnTo>
                  <a:lnTo>
                    <a:pt x="606880" y="9126049"/>
                  </a:lnTo>
                  <a:lnTo>
                    <a:pt x="665330" y="9109628"/>
                  </a:lnTo>
                  <a:lnTo>
                    <a:pt x="723613" y="9092810"/>
                  </a:lnTo>
                  <a:lnTo>
                    <a:pt x="781728" y="9075597"/>
                  </a:lnTo>
                  <a:lnTo>
                    <a:pt x="839672" y="9057990"/>
                  </a:lnTo>
                  <a:lnTo>
                    <a:pt x="897445" y="9039991"/>
                  </a:lnTo>
                  <a:lnTo>
                    <a:pt x="955044" y="9021602"/>
                  </a:lnTo>
                  <a:lnTo>
                    <a:pt x="1012468" y="9002823"/>
                  </a:lnTo>
                  <a:lnTo>
                    <a:pt x="1069716" y="8983657"/>
                  </a:lnTo>
                  <a:lnTo>
                    <a:pt x="1126786" y="8964106"/>
                  </a:lnTo>
                  <a:lnTo>
                    <a:pt x="1183676" y="8944170"/>
                  </a:lnTo>
                  <a:lnTo>
                    <a:pt x="1240386" y="8923851"/>
                  </a:lnTo>
                  <a:lnTo>
                    <a:pt x="1296912" y="8903151"/>
                  </a:lnTo>
                  <a:lnTo>
                    <a:pt x="1353255" y="8882071"/>
                  </a:lnTo>
                  <a:lnTo>
                    <a:pt x="1409411" y="8860613"/>
                  </a:lnTo>
                  <a:lnTo>
                    <a:pt x="1465381" y="8838779"/>
                  </a:lnTo>
                  <a:lnTo>
                    <a:pt x="1521162" y="8816570"/>
                  </a:lnTo>
                  <a:lnTo>
                    <a:pt x="1576752" y="8793987"/>
                  </a:lnTo>
                  <a:lnTo>
                    <a:pt x="1632150" y="8771032"/>
                  </a:lnTo>
                  <a:lnTo>
                    <a:pt x="1687355" y="8747707"/>
                  </a:lnTo>
                  <a:lnTo>
                    <a:pt x="1742365" y="8724013"/>
                  </a:lnTo>
                  <a:lnTo>
                    <a:pt x="1797178" y="8699952"/>
                  </a:lnTo>
                  <a:lnTo>
                    <a:pt x="1851793" y="8675525"/>
                  </a:lnTo>
                  <a:lnTo>
                    <a:pt x="1906208" y="8650733"/>
                  </a:lnTo>
                  <a:lnTo>
                    <a:pt x="1960422" y="8625580"/>
                  </a:lnTo>
                  <a:lnTo>
                    <a:pt x="2014434" y="8600065"/>
                  </a:lnTo>
                  <a:lnTo>
                    <a:pt x="2068241" y="8574191"/>
                  </a:lnTo>
                  <a:lnTo>
                    <a:pt x="2121842" y="8547958"/>
                  </a:lnTo>
                  <a:lnTo>
                    <a:pt x="2175235" y="8521370"/>
                  </a:lnTo>
                  <a:lnTo>
                    <a:pt x="2228420" y="8494426"/>
                  </a:lnTo>
                  <a:lnTo>
                    <a:pt x="2281394" y="8467129"/>
                  </a:lnTo>
                  <a:lnTo>
                    <a:pt x="2334156" y="8439480"/>
                  </a:lnTo>
                  <a:lnTo>
                    <a:pt x="2386704" y="8411482"/>
                  </a:lnTo>
                  <a:lnTo>
                    <a:pt x="2439037" y="8383134"/>
                  </a:lnTo>
                  <a:lnTo>
                    <a:pt x="2491154" y="8354439"/>
                  </a:lnTo>
                  <a:lnTo>
                    <a:pt x="2543052" y="8325399"/>
                  </a:lnTo>
                  <a:lnTo>
                    <a:pt x="2594730" y="8296015"/>
                  </a:lnTo>
                  <a:lnTo>
                    <a:pt x="2646187" y="8266288"/>
                  </a:lnTo>
                  <a:lnTo>
                    <a:pt x="2697421" y="8236221"/>
                  </a:lnTo>
                  <a:lnTo>
                    <a:pt x="2748430" y="8205814"/>
                  </a:lnTo>
                  <a:lnTo>
                    <a:pt x="2799214" y="8175069"/>
                  </a:lnTo>
                  <a:lnTo>
                    <a:pt x="2849769" y="8143988"/>
                  </a:lnTo>
                  <a:lnTo>
                    <a:pt x="2900096" y="8112573"/>
                  </a:lnTo>
                  <a:lnTo>
                    <a:pt x="2950192" y="8080824"/>
                  </a:lnTo>
                  <a:lnTo>
                    <a:pt x="3000055" y="8048743"/>
                  </a:lnTo>
                  <a:lnTo>
                    <a:pt x="3049685" y="8016333"/>
                  </a:lnTo>
                  <a:lnTo>
                    <a:pt x="3099079" y="7983594"/>
                  </a:lnTo>
                  <a:lnTo>
                    <a:pt x="3148237" y="7950528"/>
                  </a:lnTo>
                  <a:lnTo>
                    <a:pt x="3197156" y="7917136"/>
                  </a:lnTo>
                  <a:lnTo>
                    <a:pt x="3245835" y="7883421"/>
                  </a:lnTo>
                  <a:lnTo>
                    <a:pt x="3294273" y="7849384"/>
                  </a:lnTo>
                  <a:lnTo>
                    <a:pt x="3342467" y="7815025"/>
                  </a:lnTo>
                  <a:lnTo>
                    <a:pt x="3390417" y="7780348"/>
                  </a:lnTo>
                  <a:lnTo>
                    <a:pt x="3438120" y="7745353"/>
                  </a:lnTo>
                  <a:lnTo>
                    <a:pt x="3485576" y="7710041"/>
                  </a:lnTo>
                  <a:lnTo>
                    <a:pt x="3532782" y="7674416"/>
                  </a:lnTo>
                  <a:lnTo>
                    <a:pt x="3579738" y="7638477"/>
                  </a:lnTo>
                  <a:lnTo>
                    <a:pt x="3626441" y="7602227"/>
                  </a:lnTo>
                  <a:lnTo>
                    <a:pt x="3672890" y="7565667"/>
                  </a:lnTo>
                  <a:lnTo>
                    <a:pt x="3719084" y="7528798"/>
                  </a:lnTo>
                  <a:lnTo>
                    <a:pt x="3765020" y="7491623"/>
                  </a:lnTo>
                  <a:lnTo>
                    <a:pt x="3810698" y="7454142"/>
                  </a:lnTo>
                  <a:lnTo>
                    <a:pt x="3856116" y="7416358"/>
                  </a:lnTo>
                  <a:lnTo>
                    <a:pt x="3901272" y="7378272"/>
                  </a:lnTo>
                  <a:lnTo>
                    <a:pt x="3946165" y="7339885"/>
                  </a:lnTo>
                  <a:lnTo>
                    <a:pt x="3990793" y="7301199"/>
                  </a:lnTo>
                  <a:lnTo>
                    <a:pt x="4035155" y="7262215"/>
                  </a:lnTo>
                  <a:lnTo>
                    <a:pt x="4079248" y="7222936"/>
                  </a:lnTo>
                  <a:lnTo>
                    <a:pt x="4123072" y="7183362"/>
                  </a:lnTo>
                  <a:lnTo>
                    <a:pt x="4166626" y="7143495"/>
                  </a:lnTo>
                  <a:lnTo>
                    <a:pt x="4209906" y="7103337"/>
                  </a:lnTo>
                  <a:lnTo>
                    <a:pt x="4252913" y="7062889"/>
                  </a:lnTo>
                  <a:lnTo>
                    <a:pt x="4295643" y="7022153"/>
                  </a:lnTo>
                  <a:lnTo>
                    <a:pt x="4338097" y="6981131"/>
                  </a:lnTo>
                  <a:lnTo>
                    <a:pt x="4380272" y="6939823"/>
                  </a:lnTo>
                  <a:lnTo>
                    <a:pt x="4422166" y="6898232"/>
                  </a:lnTo>
                  <a:lnTo>
                    <a:pt x="4463779" y="6856359"/>
                  </a:lnTo>
                  <a:lnTo>
                    <a:pt x="4505108" y="6814205"/>
                  </a:lnTo>
                  <a:lnTo>
                    <a:pt x="4546152" y="6771773"/>
                  </a:lnTo>
                  <a:lnTo>
                    <a:pt x="4586909" y="6729063"/>
                  </a:lnTo>
                  <a:lnTo>
                    <a:pt x="4627379" y="6686077"/>
                  </a:lnTo>
                  <a:lnTo>
                    <a:pt x="4667559" y="6642817"/>
                  </a:lnTo>
                  <a:lnTo>
                    <a:pt x="4707448" y="6599285"/>
                  </a:lnTo>
                  <a:lnTo>
                    <a:pt x="4747043" y="6555481"/>
                  </a:lnTo>
                  <a:lnTo>
                    <a:pt x="4786345" y="6511408"/>
                  </a:lnTo>
                  <a:lnTo>
                    <a:pt x="4825351" y="6467066"/>
                  </a:lnTo>
                  <a:lnTo>
                    <a:pt x="4864059" y="6422458"/>
                  </a:lnTo>
                  <a:lnTo>
                    <a:pt x="4902469" y="6377586"/>
                  </a:lnTo>
                  <a:lnTo>
                    <a:pt x="4940578" y="6332450"/>
                  </a:lnTo>
                  <a:lnTo>
                    <a:pt x="4978385" y="6287052"/>
                  </a:lnTo>
                  <a:lnTo>
                    <a:pt x="5015888" y="6241393"/>
                  </a:lnTo>
                  <a:lnTo>
                    <a:pt x="5053086" y="6195476"/>
                  </a:lnTo>
                  <a:lnTo>
                    <a:pt x="5089978" y="6149302"/>
                  </a:lnTo>
                  <a:lnTo>
                    <a:pt x="5126561" y="6102872"/>
                  </a:lnTo>
                  <a:lnTo>
                    <a:pt x="5162835" y="6056188"/>
                  </a:lnTo>
                  <a:lnTo>
                    <a:pt x="5198797" y="6009252"/>
                  </a:lnTo>
                  <a:lnTo>
                    <a:pt x="5234446" y="5962064"/>
                  </a:lnTo>
                  <a:lnTo>
                    <a:pt x="5269781" y="5914628"/>
                  </a:lnTo>
                  <a:lnTo>
                    <a:pt x="5304799" y="5866943"/>
                  </a:lnTo>
                  <a:lnTo>
                    <a:pt x="5339501" y="5819012"/>
                  </a:lnTo>
                  <a:lnTo>
                    <a:pt x="5373883" y="5770836"/>
                  </a:lnTo>
                  <a:lnTo>
                    <a:pt x="5407944" y="5722417"/>
                  </a:lnTo>
                  <a:lnTo>
                    <a:pt x="5441684" y="5673756"/>
                  </a:lnTo>
                  <a:lnTo>
                    <a:pt x="5475099" y="5624855"/>
                  </a:lnTo>
                  <a:lnTo>
                    <a:pt x="5508189" y="5575716"/>
                  </a:lnTo>
                  <a:lnTo>
                    <a:pt x="5540953" y="5526339"/>
                  </a:lnTo>
                  <a:lnTo>
                    <a:pt x="5573388" y="5476727"/>
                  </a:lnTo>
                  <a:lnTo>
                    <a:pt x="5605493" y="5426882"/>
                  </a:lnTo>
                  <a:lnTo>
                    <a:pt x="5637266" y="5376803"/>
                  </a:lnTo>
                  <a:lnTo>
                    <a:pt x="5668707" y="5326494"/>
                  </a:lnTo>
                  <a:lnTo>
                    <a:pt x="5699812" y="5275956"/>
                  </a:lnTo>
                  <a:lnTo>
                    <a:pt x="5730582" y="5225190"/>
                  </a:lnTo>
                  <a:lnTo>
                    <a:pt x="5761014" y="5174198"/>
                  </a:lnTo>
                  <a:lnTo>
                    <a:pt x="5791107" y="5122981"/>
                  </a:lnTo>
                  <a:lnTo>
                    <a:pt x="5820858" y="5071541"/>
                  </a:lnTo>
                  <a:lnTo>
                    <a:pt x="5850268" y="5019879"/>
                  </a:lnTo>
                  <a:lnTo>
                    <a:pt x="5879334" y="4967998"/>
                  </a:lnTo>
                  <a:lnTo>
                    <a:pt x="5908054" y="4915898"/>
                  </a:lnTo>
                  <a:lnTo>
                    <a:pt x="5936427" y="4863581"/>
                  </a:lnTo>
                  <a:lnTo>
                    <a:pt x="5964451" y="4811049"/>
                  </a:lnTo>
                  <a:lnTo>
                    <a:pt x="5992126" y="4758303"/>
                  </a:lnTo>
                  <a:lnTo>
                    <a:pt x="6019449" y="4705345"/>
                  </a:lnTo>
                  <a:lnTo>
                    <a:pt x="6046418" y="4652177"/>
                  </a:lnTo>
                  <a:lnTo>
                    <a:pt x="6073033" y="4598799"/>
                  </a:lnTo>
                  <a:lnTo>
                    <a:pt x="6099291" y="4545213"/>
                  </a:lnTo>
                  <a:lnTo>
                    <a:pt x="6125192" y="4491422"/>
                  </a:lnTo>
                  <a:lnTo>
                    <a:pt x="6150733" y="4437426"/>
                  </a:lnTo>
                  <a:lnTo>
                    <a:pt x="6175913" y="4383227"/>
                  </a:lnTo>
                  <a:lnTo>
                    <a:pt x="6200731" y="4328827"/>
                  </a:lnTo>
                  <a:lnTo>
                    <a:pt x="6225185" y="4274227"/>
                  </a:lnTo>
                  <a:lnTo>
                    <a:pt x="6249272" y="4219429"/>
                  </a:lnTo>
                  <a:lnTo>
                    <a:pt x="6272993" y="4164434"/>
                  </a:lnTo>
                  <a:lnTo>
                    <a:pt x="6296345" y="4109244"/>
                  </a:lnTo>
                  <a:lnTo>
                    <a:pt x="6319327" y="4053860"/>
                  </a:lnTo>
                  <a:lnTo>
                    <a:pt x="6341937" y="3998284"/>
                  </a:lnTo>
                  <a:lnTo>
                    <a:pt x="6364174" y="3942518"/>
                  </a:lnTo>
                  <a:lnTo>
                    <a:pt x="6386035" y="3886563"/>
                  </a:lnTo>
                  <a:lnTo>
                    <a:pt x="6407520" y="3830420"/>
                  </a:lnTo>
                  <a:lnTo>
                    <a:pt x="6428628" y="3774091"/>
                  </a:lnTo>
                  <a:lnTo>
                    <a:pt x="6449355" y="3717579"/>
                  </a:lnTo>
                  <a:lnTo>
                    <a:pt x="6469702" y="3660883"/>
                  </a:lnTo>
                  <a:lnTo>
                    <a:pt x="6489665" y="3604006"/>
                  </a:lnTo>
                  <a:lnTo>
                    <a:pt x="6509245" y="3546950"/>
                  </a:lnTo>
                  <a:lnTo>
                    <a:pt x="6528438" y="3489715"/>
                  </a:lnTo>
                  <a:lnTo>
                    <a:pt x="6547245" y="3432304"/>
                  </a:lnTo>
                  <a:lnTo>
                    <a:pt x="6565662" y="3374718"/>
                  </a:lnTo>
                  <a:lnTo>
                    <a:pt x="6583689" y="3316958"/>
                  </a:lnTo>
                  <a:lnTo>
                    <a:pt x="6601324" y="3259026"/>
                  </a:lnTo>
                  <a:lnTo>
                    <a:pt x="6618566" y="3200925"/>
                  </a:lnTo>
                  <a:lnTo>
                    <a:pt x="6635412" y="3142654"/>
                  </a:lnTo>
                  <a:lnTo>
                    <a:pt x="6651862" y="3084216"/>
                  </a:lnTo>
                  <a:lnTo>
                    <a:pt x="6667914" y="3025612"/>
                  </a:lnTo>
                  <a:lnTo>
                    <a:pt x="6683566" y="2966844"/>
                  </a:lnTo>
                  <a:lnTo>
                    <a:pt x="6698816" y="2907914"/>
                  </a:lnTo>
                  <a:lnTo>
                    <a:pt x="6713664" y="2848823"/>
                  </a:lnTo>
                  <a:lnTo>
                    <a:pt x="6728107" y="2789572"/>
                  </a:lnTo>
                  <a:lnTo>
                    <a:pt x="6742145" y="2730163"/>
                  </a:lnTo>
                  <a:lnTo>
                    <a:pt x="6755775" y="2670597"/>
                  </a:lnTo>
                  <a:lnTo>
                    <a:pt x="6768995" y="2610877"/>
                  </a:lnTo>
                  <a:lnTo>
                    <a:pt x="6781806" y="2551004"/>
                  </a:lnTo>
                  <a:lnTo>
                    <a:pt x="6794204" y="2490978"/>
                  </a:lnTo>
                  <a:lnTo>
                    <a:pt x="6806188" y="2430803"/>
                  </a:lnTo>
                  <a:lnTo>
                    <a:pt x="6817757" y="2370479"/>
                  </a:lnTo>
                  <a:lnTo>
                    <a:pt x="6828910" y="2310008"/>
                  </a:lnTo>
                  <a:lnTo>
                    <a:pt x="6839644" y="2249391"/>
                  </a:lnTo>
                  <a:lnTo>
                    <a:pt x="6849958" y="2188630"/>
                  </a:lnTo>
                  <a:lnTo>
                    <a:pt x="6859850" y="2127727"/>
                  </a:lnTo>
                  <a:lnTo>
                    <a:pt x="6869320" y="2066683"/>
                  </a:lnTo>
                  <a:lnTo>
                    <a:pt x="6878365" y="2005499"/>
                  </a:lnTo>
                  <a:lnTo>
                    <a:pt x="6886984" y="1944178"/>
                  </a:lnTo>
                  <a:lnTo>
                    <a:pt x="6895175" y="1882721"/>
                  </a:lnTo>
                  <a:lnTo>
                    <a:pt x="6902937" y="1821129"/>
                  </a:lnTo>
                  <a:lnTo>
                    <a:pt x="6910269" y="1759403"/>
                  </a:lnTo>
                  <a:lnTo>
                    <a:pt x="6917168" y="1697546"/>
                  </a:lnTo>
                  <a:lnTo>
                    <a:pt x="6923633" y="1635559"/>
                  </a:lnTo>
                  <a:lnTo>
                    <a:pt x="6929663" y="1573444"/>
                  </a:lnTo>
                  <a:lnTo>
                    <a:pt x="6935255" y="1511202"/>
                  </a:lnTo>
                  <a:lnTo>
                    <a:pt x="6940410" y="1448834"/>
                  </a:lnTo>
                  <a:lnTo>
                    <a:pt x="6945124" y="1386342"/>
                  </a:lnTo>
                  <a:lnTo>
                    <a:pt x="6949397" y="1323728"/>
                  </a:lnTo>
                  <a:lnTo>
                    <a:pt x="6953226" y="1260994"/>
                  </a:lnTo>
                  <a:lnTo>
                    <a:pt x="6956611" y="1198140"/>
                  </a:lnTo>
                  <a:lnTo>
                    <a:pt x="6959549" y="1135168"/>
                  </a:lnTo>
                  <a:lnTo>
                    <a:pt x="6962040" y="1072081"/>
                  </a:lnTo>
                  <a:lnTo>
                    <a:pt x="6964081" y="1008879"/>
                  </a:lnTo>
                  <a:lnTo>
                    <a:pt x="6965672" y="945563"/>
                  </a:lnTo>
                  <a:lnTo>
                    <a:pt x="6966809" y="882137"/>
                  </a:lnTo>
                  <a:lnTo>
                    <a:pt x="6967493" y="818600"/>
                  </a:lnTo>
                  <a:lnTo>
                    <a:pt x="6967722" y="754956"/>
                  </a:lnTo>
                </a:path>
              </a:pathLst>
            </a:custGeom>
            <a:ln w="7853">
              <a:solidFill>
                <a:schemeClr val="bg1"/>
              </a:solidFill>
            </a:ln>
          </p:spPr>
          <p:txBody>
            <a:bodyPr wrap="square" lIns="0" tIns="0" rIns="0" bIns="0" rtlCol="0"/>
            <a:lstStyle/>
            <a:p>
              <a:endParaRPr sz="1092"/>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rgbClr val="F9F9F9"/>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2" name="Titre 1">
            <a:extLst>
              <a:ext uri="{FF2B5EF4-FFF2-40B4-BE49-F238E27FC236}">
                <a16:creationId xmlns:a16="http://schemas.microsoft.com/office/drawing/2014/main" id="{FCF14866-E4B9-776A-70E0-90665ED3F728}"/>
              </a:ext>
            </a:extLst>
          </p:cNvPr>
          <p:cNvSpPr>
            <a:spLocks noGrp="1"/>
          </p:cNvSpPr>
          <p:nvPr>
            <p:ph type="ctrTitle"/>
          </p:nvPr>
        </p:nvSpPr>
        <p:spPr>
          <a:xfrm>
            <a:off x="1139871" y="989481"/>
            <a:ext cx="9314981" cy="702628"/>
          </a:xfrm>
        </p:spPr>
        <p:txBody>
          <a:bodyPr vert="horz" lIns="91440" tIns="45720" rIns="91440" bIns="45720" rtlCol="0" anchor="b" anchorCtr="0">
            <a:spAutoFit/>
          </a:bodyPr>
          <a:lstStyle>
            <a:lvl1pPr>
              <a:defRPr lang="fr-FR" sz="4400" dirty="0">
                <a:solidFill>
                  <a:schemeClr val="tx1"/>
                </a:solidFill>
              </a:defRPr>
            </a:lvl1pPr>
          </a:lstStyle>
          <a:p>
            <a:pPr lvl="0"/>
            <a:r>
              <a:rPr lang="fr-FR"/>
              <a:t>Modifiez le style du titre</a:t>
            </a:r>
            <a:endParaRPr lang="fr-FR" spc="-12">
              <a:latin typeface="+mj-lt"/>
              <a:cs typeface="Poppins ExtraBold" panose="00000900000000000000" pitchFamily="2" charset="0"/>
            </a:endParaRPr>
          </a:p>
        </p:txBody>
      </p:sp>
      <p:pic>
        <p:nvPicPr>
          <p:cNvPr id="22" name="Graphique 21">
            <a:extLst>
              <a:ext uri="{FF2B5EF4-FFF2-40B4-BE49-F238E27FC236}">
                <a16:creationId xmlns:a16="http://schemas.microsoft.com/office/drawing/2014/main" id="{31066733-9516-BE4E-43A0-A34E8E7D1E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a:lstStyle>
            <a:lvl1pPr algn="r">
              <a:defRPr>
                <a:solidFill>
                  <a:schemeClr val="tx1"/>
                </a:solidFill>
              </a:defRPr>
            </a:lvl1pPr>
          </a:lstStyle>
          <a:p>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tx1"/>
                </a:solidFill>
                <a:latin typeface="+mj-lt"/>
              </a:defRPr>
            </a:lvl1pPr>
          </a:lstStyle>
          <a:p>
            <a:fld id="{362060BF-C460-4FB3-AB63-4430F31C2F52}" type="slidenum">
              <a:rPr lang="fr-FR" smtClean="0"/>
              <a:pPr/>
              <a:t>‹N°›</a:t>
            </a:fld>
            <a:endParaRPr lang="fr-FR"/>
          </a:p>
        </p:txBody>
      </p:sp>
      <p:sp>
        <p:nvSpPr>
          <p:cNvPr id="32" name="Espace réservé du contenu 31">
            <a:extLst>
              <a:ext uri="{FF2B5EF4-FFF2-40B4-BE49-F238E27FC236}">
                <a16:creationId xmlns:a16="http://schemas.microsoft.com/office/drawing/2014/main" id="{815564CD-8785-B101-614B-74C477DD2A2F}"/>
              </a:ext>
            </a:extLst>
          </p:cNvPr>
          <p:cNvSpPr>
            <a:spLocks noGrp="1"/>
          </p:cNvSpPr>
          <p:nvPr>
            <p:ph sz="quarter" idx="13"/>
          </p:nvPr>
        </p:nvSpPr>
        <p:spPr>
          <a:xfrm>
            <a:off x="1139872" y="1798065"/>
            <a:ext cx="5175630" cy="1169061"/>
          </a:xfrm>
          <a:noFill/>
        </p:spPr>
        <p:txBody>
          <a:bodyPr>
            <a:noAutofit/>
          </a:bodyPr>
          <a:lstStyle>
            <a:lvl1pPr marL="0" indent="0">
              <a:lnSpc>
                <a:spcPts val="2911"/>
              </a:lnSpc>
              <a:spcBef>
                <a:spcPts val="0"/>
              </a:spcBef>
              <a:spcAft>
                <a:spcPts val="728"/>
              </a:spcAft>
              <a:buClr>
                <a:schemeClr val="tx2"/>
              </a:buClr>
              <a:buFont typeface="+mj-lt"/>
              <a:buNone/>
              <a:defRPr sz="2800">
                <a:solidFill>
                  <a:schemeClr val="tx1"/>
                </a:solidFill>
                <a:latin typeface="+mn-lt"/>
                <a:cs typeface="Poppins Light" panose="00000400000000000000" pitchFamily="2" charset="0"/>
              </a:defRPr>
            </a:lvl1pPr>
            <a:lvl2pPr marL="0" indent="0">
              <a:lnSpc>
                <a:spcPts val="1213"/>
              </a:lnSpc>
              <a:spcBef>
                <a:spcPts val="0"/>
              </a:spcBef>
              <a:spcAft>
                <a:spcPts val="728"/>
              </a:spcAft>
              <a:buClr>
                <a:schemeClr val="tx2"/>
              </a:buClr>
              <a:buFont typeface="+mj-lt"/>
              <a:buNone/>
              <a:defRPr sz="1100">
                <a:solidFill>
                  <a:schemeClr val="tx1"/>
                </a:solidFill>
                <a:latin typeface="+mn-lt"/>
                <a:cs typeface="Poppins Light" panose="00000400000000000000" pitchFamily="2" charset="0"/>
              </a:defRPr>
            </a:lvl2pPr>
          </a:lstStyle>
          <a:p>
            <a:pPr lvl="0"/>
            <a:r>
              <a:rPr lang="fr-FR"/>
              <a:t>Cliquez pour modifier les styles du texte du masque</a:t>
            </a:r>
          </a:p>
          <a:p>
            <a:pPr lvl="1"/>
            <a:r>
              <a:rPr lang="fr-FR"/>
              <a:t>Deuxième niveau</a:t>
            </a:r>
          </a:p>
        </p:txBody>
      </p:sp>
    </p:spTree>
    <p:extLst>
      <p:ext uri="{BB962C8B-B14F-4D97-AF65-F5344CB8AC3E}">
        <p14:creationId xmlns:p14="http://schemas.microsoft.com/office/powerpoint/2010/main" val="2817302161"/>
      </p:ext>
    </p:extLst>
  </p:cSld>
  <p:clrMapOvr>
    <a:masterClrMapping/>
  </p:clrMapOvr>
  <p:hf sldNum="0"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8_Diapositive de titre">
    <p:bg>
      <p:bgPr>
        <a:solidFill>
          <a:schemeClr val="bg1"/>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3F514BF6-3B6B-B257-3A9A-8C6062BAD6D8}"/>
              </a:ext>
            </a:extLst>
          </p:cNvPr>
          <p:cNvGrpSpPr/>
          <p:nvPr/>
        </p:nvGrpSpPr>
        <p:grpSpPr>
          <a:xfrm>
            <a:off x="-5786979" y="-3157286"/>
            <a:ext cx="10452531" cy="10015286"/>
            <a:chOff x="28727400" y="4676600"/>
            <a:chExt cx="17235788" cy="16515950"/>
          </a:xfrm>
        </p:grpSpPr>
        <p:sp>
          <p:nvSpPr>
            <p:cNvPr id="6" name="Forme libre : forme 5">
              <a:extLst>
                <a:ext uri="{FF2B5EF4-FFF2-40B4-BE49-F238E27FC236}">
                  <a16:creationId xmlns:a16="http://schemas.microsoft.com/office/drawing/2014/main" id="{B6DEAD2D-4C33-2176-E4A7-F5C413D237DD}"/>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bg1">
                  <a:lumMod val="95000"/>
                </a:schemeClr>
              </a:solidFill>
              <a:prstDash val="solid"/>
              <a:miter/>
            </a:ln>
          </p:spPr>
          <p:txBody>
            <a:bodyPr rtlCol="0" anchor="ctr"/>
            <a:lstStyle/>
            <a:p>
              <a:endParaRPr lang="fr-FR" sz="1092"/>
            </a:p>
          </p:txBody>
        </p:sp>
        <p:sp>
          <p:nvSpPr>
            <p:cNvPr id="7" name="Rectangle 6">
              <a:extLst>
                <a:ext uri="{FF2B5EF4-FFF2-40B4-BE49-F238E27FC236}">
                  <a16:creationId xmlns:a16="http://schemas.microsoft.com/office/drawing/2014/main" id="{B0561ABE-D361-6E12-4395-13A3C5C7D97A}"/>
                </a:ext>
              </a:extLst>
            </p:cNvPr>
            <p:cNvSpPr/>
            <p:nvPr/>
          </p:nvSpPr>
          <p:spPr>
            <a:xfrm>
              <a:off x="29566049" y="9858201"/>
              <a:ext cx="8717625" cy="11334349"/>
            </a:xfrm>
            <a:prstGeom prst="rect">
              <a:avLst/>
            </a:prstGeom>
            <a:solidFill>
              <a:srgbClr val="E7E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fr-FR" sz="1092">
                <a:solidFill>
                  <a:schemeClr val="tx1"/>
                </a:solidFill>
              </a:endParaRPr>
            </a:p>
          </p:txBody>
        </p:sp>
        <p:sp>
          <p:nvSpPr>
            <p:cNvPr id="8" name="Rectangle 7">
              <a:extLst>
                <a:ext uri="{FF2B5EF4-FFF2-40B4-BE49-F238E27FC236}">
                  <a16:creationId xmlns:a16="http://schemas.microsoft.com/office/drawing/2014/main" id="{B84046A7-9C3A-6F62-7D43-380359222D27}"/>
                </a:ext>
              </a:extLst>
            </p:cNvPr>
            <p:cNvSpPr/>
            <p:nvPr/>
          </p:nvSpPr>
          <p:spPr>
            <a:xfrm>
              <a:off x="28727400" y="4676600"/>
              <a:ext cx="17235788" cy="5206599"/>
            </a:xfrm>
            <a:prstGeom prst="rect">
              <a:avLst/>
            </a:prstGeom>
            <a:solidFill>
              <a:srgbClr val="E7E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39871" y="989481"/>
            <a:ext cx="10049522" cy="707373"/>
          </a:xfrm>
        </p:spPr>
        <p:txBody>
          <a:bodyPr vert="horz" wrap="square" lIns="91440" tIns="45720" rIns="91440" bIns="45720" rtlCol="0" anchor="b" anchorCtr="0">
            <a:spAutoFit/>
          </a:bodyPr>
          <a:lstStyle>
            <a:lvl1pPr>
              <a:defRPr lang="fr-FR" sz="4400" dirty="0">
                <a:solidFill>
                  <a:schemeClr val="tx1"/>
                </a:solidFill>
              </a:defRPr>
            </a:lvl1pPr>
          </a:lstStyle>
          <a:p>
            <a:pPr marL="0" lvl="0"/>
            <a:r>
              <a:rPr lang="fr-FR"/>
              <a:t>Modifiez le style du titre</a:t>
            </a:r>
          </a:p>
        </p:txBody>
      </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1139871" y="615848"/>
            <a:ext cx="4956129" cy="261867"/>
          </a:xfrm>
          <a:solidFill>
            <a:schemeClr val="bg1"/>
          </a:solidFill>
        </p:spPr>
        <p:txBody>
          <a:bodyPr wrap="square">
            <a:spAutoFit/>
          </a:bodyPr>
          <a:lstStyle>
            <a:lvl1pPr marL="0" indent="0">
              <a:buNone/>
              <a:defRPr sz="1200" b="0">
                <a:solidFill>
                  <a:schemeClr val="tx2"/>
                </a:solidFill>
              </a:defRPr>
            </a:lvl1pPr>
          </a:lstStyle>
          <a:p>
            <a:pPr lvl="0"/>
            <a:r>
              <a:rPr lang="fr-FR"/>
              <a:t>Cliquez pour modifier les styles du texte du masque</a:t>
            </a:r>
          </a:p>
        </p:txBody>
      </p:sp>
    </p:spTree>
    <p:extLst>
      <p:ext uri="{BB962C8B-B14F-4D97-AF65-F5344CB8AC3E}">
        <p14:creationId xmlns:p14="http://schemas.microsoft.com/office/powerpoint/2010/main" val="2681493660"/>
      </p:ext>
    </p:extLst>
  </p:cSld>
  <p:clrMapOvr>
    <a:masterClrMapping/>
  </p:clrMapOvr>
  <p:hf sldNum="0"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9_Diapositive de titre">
    <p:bg>
      <p:bgPr>
        <a:solidFill>
          <a:schemeClr val="bg1"/>
        </a:solidFill>
        <a:effectLst/>
      </p:bgPr>
    </p:bg>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F05E92BA-F3B4-A6D3-EA62-A72A40AE07E1}"/>
              </a:ext>
            </a:extLst>
          </p:cNvPr>
          <p:cNvGrpSpPr/>
          <p:nvPr/>
        </p:nvGrpSpPr>
        <p:grpSpPr>
          <a:xfrm>
            <a:off x="-5786979" y="-3157286"/>
            <a:ext cx="10452531" cy="10015286"/>
            <a:chOff x="28727400" y="4676600"/>
            <a:chExt cx="17235788" cy="16515950"/>
          </a:xfrm>
        </p:grpSpPr>
        <p:sp>
          <p:nvSpPr>
            <p:cNvPr id="10" name="Forme libre : forme 9">
              <a:extLst>
                <a:ext uri="{FF2B5EF4-FFF2-40B4-BE49-F238E27FC236}">
                  <a16:creationId xmlns:a16="http://schemas.microsoft.com/office/drawing/2014/main" id="{C1CF5433-595B-01A7-867F-72DE432554B2}"/>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bg1">
                  <a:lumMod val="95000"/>
                </a:schemeClr>
              </a:solidFill>
              <a:prstDash val="solid"/>
              <a:miter/>
            </a:ln>
          </p:spPr>
          <p:txBody>
            <a:bodyPr rtlCol="0" anchor="ctr"/>
            <a:lstStyle/>
            <a:p>
              <a:endParaRPr lang="fr-FR" sz="1092"/>
            </a:p>
          </p:txBody>
        </p:sp>
        <p:sp>
          <p:nvSpPr>
            <p:cNvPr id="11" name="Rectangle 10">
              <a:extLst>
                <a:ext uri="{FF2B5EF4-FFF2-40B4-BE49-F238E27FC236}">
                  <a16:creationId xmlns:a16="http://schemas.microsoft.com/office/drawing/2014/main" id="{54F18B43-DE78-65F7-C126-A813F0025636}"/>
                </a:ext>
              </a:extLst>
            </p:cNvPr>
            <p:cNvSpPr/>
            <p:nvPr/>
          </p:nvSpPr>
          <p:spPr>
            <a:xfrm>
              <a:off x="29566049" y="9858201"/>
              <a:ext cx="8717625" cy="11334349"/>
            </a:xfrm>
            <a:prstGeom prst="rect">
              <a:avLst/>
            </a:prstGeom>
            <a:solidFill>
              <a:srgbClr val="E7E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fr-FR" sz="1092">
                <a:solidFill>
                  <a:schemeClr val="tx1"/>
                </a:solidFill>
              </a:endParaRPr>
            </a:p>
          </p:txBody>
        </p:sp>
        <p:sp>
          <p:nvSpPr>
            <p:cNvPr id="12" name="Rectangle 11">
              <a:extLst>
                <a:ext uri="{FF2B5EF4-FFF2-40B4-BE49-F238E27FC236}">
                  <a16:creationId xmlns:a16="http://schemas.microsoft.com/office/drawing/2014/main" id="{80AF819A-0A48-CAC8-4288-0032FFB13BAA}"/>
                </a:ext>
              </a:extLst>
            </p:cNvPr>
            <p:cNvSpPr/>
            <p:nvPr/>
          </p:nvSpPr>
          <p:spPr>
            <a:xfrm>
              <a:off x="28727400" y="4676600"/>
              <a:ext cx="17235788" cy="5206599"/>
            </a:xfrm>
            <a:prstGeom prst="rect">
              <a:avLst/>
            </a:prstGeom>
            <a:solidFill>
              <a:srgbClr val="E7E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39871" y="989481"/>
            <a:ext cx="10049522" cy="707373"/>
          </a:xfrm>
        </p:spPr>
        <p:txBody>
          <a:bodyPr vert="horz" lIns="91440" tIns="45720" rIns="91440" bIns="45720" rtlCol="0" anchor="b" anchorCtr="0">
            <a:spAutoFit/>
          </a:bodyPr>
          <a:lstStyle>
            <a:lvl1pPr>
              <a:defRPr lang="fr-FR" sz="4400" dirty="0"/>
            </a:lvl1pPr>
          </a:lstStyle>
          <a:p>
            <a:pPr marL="0" lvl="0"/>
            <a:r>
              <a:rPr lang="fr-FR"/>
              <a:t>Modifiez le style du titre</a:t>
            </a:r>
          </a:p>
        </p:txBody>
      </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1139871" y="615848"/>
            <a:ext cx="4956129" cy="261867"/>
          </a:xfrm>
          <a:solidFill>
            <a:schemeClr val="bg1"/>
          </a:solidFill>
        </p:spPr>
        <p:txBody>
          <a:bodyPr wrap="square">
            <a:spAutoFit/>
          </a:bodyPr>
          <a:lstStyle>
            <a:lvl1pPr marL="0" indent="0">
              <a:buNone/>
              <a:defRPr sz="1200" b="0">
                <a:solidFill>
                  <a:schemeClr val="tx2"/>
                </a:solidFill>
              </a:defRPr>
            </a:lvl1pPr>
          </a:lstStyle>
          <a:p>
            <a:pPr lvl="0"/>
            <a:r>
              <a:rPr lang="fr-FR"/>
              <a:t>Cliquez pour modifier les styles du texte du masque</a:t>
            </a:r>
          </a:p>
        </p:txBody>
      </p:sp>
      <p:sp>
        <p:nvSpPr>
          <p:cNvPr id="35" name="Espace réservé du texte 19">
            <a:extLst>
              <a:ext uri="{FF2B5EF4-FFF2-40B4-BE49-F238E27FC236}">
                <a16:creationId xmlns:a16="http://schemas.microsoft.com/office/drawing/2014/main" id="{534E1116-2420-77E5-63F9-42F03F97168A}"/>
              </a:ext>
            </a:extLst>
          </p:cNvPr>
          <p:cNvSpPr>
            <a:spLocks noGrp="1"/>
          </p:cNvSpPr>
          <p:nvPr>
            <p:ph type="body" sz="quarter" idx="13" hasCustomPrompt="1"/>
          </p:nvPr>
        </p:nvSpPr>
        <p:spPr>
          <a:xfrm>
            <a:off x="1197635" y="3930210"/>
            <a:ext cx="1940862" cy="307777"/>
          </a:xfrm>
          <a:solidFill>
            <a:schemeClr val="bg1"/>
          </a:solidFill>
        </p:spPr>
        <p:txBody>
          <a:bodyPr wrap="square" anchor="b" anchorCtr="0">
            <a:spAutoFit/>
          </a:bodyPr>
          <a:lstStyle>
            <a:lvl1pPr marL="0" indent="0">
              <a:lnSpc>
                <a:spcPct val="100000"/>
              </a:lnSpc>
              <a:buNone/>
              <a:defRPr sz="1400" b="1">
                <a:solidFill>
                  <a:schemeClr val="tx1"/>
                </a:solidFill>
                <a:latin typeface="+mj-lt"/>
                <a:cs typeface="Poppins Light" panose="00000400000000000000" pitchFamily="2" charset="0"/>
              </a:defRPr>
            </a:lvl1pPr>
          </a:lstStyle>
          <a:p>
            <a:pPr lvl="0"/>
            <a:r>
              <a:rPr lang="fr-FR"/>
              <a:t>Titre</a:t>
            </a:r>
          </a:p>
        </p:txBody>
      </p:sp>
      <p:sp>
        <p:nvSpPr>
          <p:cNvPr id="36" name="Espace réservé du texte 22">
            <a:extLst>
              <a:ext uri="{FF2B5EF4-FFF2-40B4-BE49-F238E27FC236}">
                <a16:creationId xmlns:a16="http://schemas.microsoft.com/office/drawing/2014/main" id="{A7C67828-DFBD-667A-3A7E-A806DBC13C76}"/>
              </a:ext>
            </a:extLst>
          </p:cNvPr>
          <p:cNvSpPr>
            <a:spLocks noGrp="1"/>
          </p:cNvSpPr>
          <p:nvPr>
            <p:ph type="body" sz="quarter" idx="15"/>
          </p:nvPr>
        </p:nvSpPr>
        <p:spPr>
          <a:xfrm>
            <a:off x="1197635" y="4295049"/>
            <a:ext cx="1940862" cy="600164"/>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49" name="Espace réservé pour une image  48">
            <a:extLst>
              <a:ext uri="{FF2B5EF4-FFF2-40B4-BE49-F238E27FC236}">
                <a16:creationId xmlns:a16="http://schemas.microsoft.com/office/drawing/2014/main" id="{473BE879-BD28-588F-68DC-355E64EF3C01}"/>
              </a:ext>
            </a:extLst>
          </p:cNvPr>
          <p:cNvSpPr>
            <a:spLocks noGrp="1"/>
          </p:cNvSpPr>
          <p:nvPr>
            <p:ph type="pic" sz="quarter" idx="18"/>
          </p:nvPr>
        </p:nvSpPr>
        <p:spPr>
          <a:xfrm>
            <a:off x="1182231" y="2171763"/>
            <a:ext cx="1449870" cy="1449769"/>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a:outerShdw blurRad="584200" dist="215900" dir="2700000" sx="102000" sy="102000" algn="tl" rotWithShape="0">
              <a:schemeClr val="tx2">
                <a:alpha val="22000"/>
              </a:schemeClr>
            </a:outerShdw>
          </a:effectLst>
        </p:spPr>
        <p:txBody>
          <a:bodyPr vert="horz" wrap="square" lIns="91440" tIns="45720" rIns="91440" bIns="45720" rtlCol="0">
            <a:noAutofit/>
          </a:bodyPr>
          <a:lstStyle>
            <a:lvl1pPr>
              <a:defRPr lang="fr-FR"/>
            </a:lvl1pPr>
          </a:lstStyle>
          <a:p>
            <a:pPr lvl="0"/>
            <a:r>
              <a:rPr lang="fr-FR"/>
              <a:t>Cliquez sur l'icône pour ajouter une image</a:t>
            </a:r>
          </a:p>
        </p:txBody>
      </p:sp>
      <p:sp>
        <p:nvSpPr>
          <p:cNvPr id="45" name="Espace réservé du texte 44">
            <a:extLst>
              <a:ext uri="{FF2B5EF4-FFF2-40B4-BE49-F238E27FC236}">
                <a16:creationId xmlns:a16="http://schemas.microsoft.com/office/drawing/2014/main" id="{4F527B61-9DB5-6BCD-50EB-BF64D20CE57F}"/>
              </a:ext>
            </a:extLst>
          </p:cNvPr>
          <p:cNvSpPr>
            <a:spLocks noGrp="1"/>
          </p:cNvSpPr>
          <p:nvPr>
            <p:ph type="body" sz="quarter" idx="17" hasCustomPrompt="1"/>
          </p:nvPr>
        </p:nvSpPr>
        <p:spPr>
          <a:xfrm>
            <a:off x="1485134" y="2477175"/>
            <a:ext cx="844065" cy="844006"/>
          </a:xfrm>
          <a:prstGeom prst="ellipse">
            <a:avLst/>
          </a:prstGeom>
          <a:solidFill>
            <a:schemeClr val="bg1"/>
          </a:solidFill>
        </p:spPr>
        <p:txBody>
          <a:bodyPr anchor="ctr" anchorCtr="0">
            <a:normAutofit/>
          </a:bodyPr>
          <a:lstStyle>
            <a:lvl1pPr marL="0" indent="0" algn="ctr">
              <a:buNone/>
              <a:defRPr sz="1800" b="1"/>
            </a:lvl1pPr>
          </a:lstStyle>
          <a:p>
            <a:pPr lvl="0"/>
            <a:r>
              <a:rPr lang="fr-FR"/>
              <a:t>#</a:t>
            </a:r>
          </a:p>
        </p:txBody>
      </p:sp>
      <p:sp>
        <p:nvSpPr>
          <p:cNvPr id="50" name="Espace réservé du texte 19">
            <a:extLst>
              <a:ext uri="{FF2B5EF4-FFF2-40B4-BE49-F238E27FC236}">
                <a16:creationId xmlns:a16="http://schemas.microsoft.com/office/drawing/2014/main" id="{C346217C-131D-5592-7B08-7EE3DE923B3C}"/>
              </a:ext>
            </a:extLst>
          </p:cNvPr>
          <p:cNvSpPr>
            <a:spLocks noGrp="1"/>
          </p:cNvSpPr>
          <p:nvPr>
            <p:ph type="body" sz="quarter" idx="19" hasCustomPrompt="1"/>
          </p:nvPr>
        </p:nvSpPr>
        <p:spPr>
          <a:xfrm>
            <a:off x="3469675" y="3930210"/>
            <a:ext cx="1940862" cy="307777"/>
          </a:xfrm>
          <a:solidFill>
            <a:schemeClr val="bg1"/>
          </a:solidFill>
        </p:spPr>
        <p:txBody>
          <a:bodyPr wrap="square" anchor="b" anchorCtr="0">
            <a:spAutoFit/>
          </a:bodyPr>
          <a:lstStyle>
            <a:lvl1pPr marL="0" indent="0">
              <a:lnSpc>
                <a:spcPct val="100000"/>
              </a:lnSpc>
              <a:buNone/>
              <a:defRPr sz="1400" b="1">
                <a:solidFill>
                  <a:schemeClr val="tx1"/>
                </a:solidFill>
                <a:latin typeface="+mj-lt"/>
                <a:cs typeface="Poppins Light" panose="00000400000000000000" pitchFamily="2" charset="0"/>
              </a:defRPr>
            </a:lvl1pPr>
          </a:lstStyle>
          <a:p>
            <a:pPr lvl="0"/>
            <a:r>
              <a:rPr lang="fr-FR"/>
              <a:t>Titre</a:t>
            </a:r>
          </a:p>
        </p:txBody>
      </p:sp>
      <p:sp>
        <p:nvSpPr>
          <p:cNvPr id="51" name="Espace réservé du texte 22">
            <a:extLst>
              <a:ext uri="{FF2B5EF4-FFF2-40B4-BE49-F238E27FC236}">
                <a16:creationId xmlns:a16="http://schemas.microsoft.com/office/drawing/2014/main" id="{342F7526-09C5-A4F1-7FDC-946824653BEF}"/>
              </a:ext>
            </a:extLst>
          </p:cNvPr>
          <p:cNvSpPr>
            <a:spLocks noGrp="1"/>
          </p:cNvSpPr>
          <p:nvPr>
            <p:ph type="body" sz="quarter" idx="20"/>
          </p:nvPr>
        </p:nvSpPr>
        <p:spPr>
          <a:xfrm>
            <a:off x="3469676" y="4295049"/>
            <a:ext cx="1940862" cy="600164"/>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52" name="Espace réservé pour une image  51">
            <a:extLst>
              <a:ext uri="{FF2B5EF4-FFF2-40B4-BE49-F238E27FC236}">
                <a16:creationId xmlns:a16="http://schemas.microsoft.com/office/drawing/2014/main" id="{E73D3F46-F817-C6FC-5BE7-89FC239CC614}"/>
              </a:ext>
            </a:extLst>
          </p:cNvPr>
          <p:cNvSpPr>
            <a:spLocks noGrp="1"/>
          </p:cNvSpPr>
          <p:nvPr>
            <p:ph type="pic" sz="quarter" idx="21"/>
          </p:nvPr>
        </p:nvSpPr>
        <p:spPr>
          <a:xfrm>
            <a:off x="3454272" y="2171763"/>
            <a:ext cx="1449870" cy="1449769"/>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a:outerShdw blurRad="584200" dist="215900" dir="2700000" sx="102000" sy="102000" algn="tl" rotWithShape="0">
              <a:schemeClr val="tx2">
                <a:alpha val="22000"/>
              </a:schemeClr>
            </a:outerShdw>
          </a:effectLst>
        </p:spPr>
        <p:txBody>
          <a:bodyPr vert="horz" wrap="square" lIns="91440" tIns="45720" rIns="91440" bIns="45720" rtlCol="0">
            <a:noAutofit/>
          </a:bodyPr>
          <a:lstStyle>
            <a:lvl1pPr>
              <a:defRPr lang="fr-FR"/>
            </a:lvl1pPr>
          </a:lstStyle>
          <a:p>
            <a:pPr lvl="0"/>
            <a:r>
              <a:rPr lang="fr-FR"/>
              <a:t>Cliquez sur l'icône pour ajouter une image</a:t>
            </a:r>
          </a:p>
        </p:txBody>
      </p:sp>
      <p:sp>
        <p:nvSpPr>
          <p:cNvPr id="53" name="Espace réservé du texte 44">
            <a:extLst>
              <a:ext uri="{FF2B5EF4-FFF2-40B4-BE49-F238E27FC236}">
                <a16:creationId xmlns:a16="http://schemas.microsoft.com/office/drawing/2014/main" id="{3B88C7F2-721D-1F88-6503-96F0570CD9CF}"/>
              </a:ext>
            </a:extLst>
          </p:cNvPr>
          <p:cNvSpPr>
            <a:spLocks noGrp="1"/>
          </p:cNvSpPr>
          <p:nvPr>
            <p:ph type="body" sz="quarter" idx="22" hasCustomPrompt="1"/>
          </p:nvPr>
        </p:nvSpPr>
        <p:spPr>
          <a:xfrm>
            <a:off x="3757174" y="2477175"/>
            <a:ext cx="844065" cy="844006"/>
          </a:xfrm>
          <a:prstGeom prst="ellipse">
            <a:avLst/>
          </a:prstGeom>
          <a:solidFill>
            <a:schemeClr val="bg1"/>
          </a:solidFill>
        </p:spPr>
        <p:txBody>
          <a:bodyPr anchor="ctr" anchorCtr="0">
            <a:normAutofit/>
          </a:bodyPr>
          <a:lstStyle>
            <a:lvl1pPr marL="0" indent="0" algn="ctr">
              <a:buNone/>
              <a:defRPr sz="1800" b="1"/>
            </a:lvl1pPr>
          </a:lstStyle>
          <a:p>
            <a:pPr lvl="0"/>
            <a:r>
              <a:rPr lang="fr-FR"/>
              <a:t>#</a:t>
            </a:r>
          </a:p>
        </p:txBody>
      </p:sp>
      <p:sp>
        <p:nvSpPr>
          <p:cNvPr id="54" name="Espace réservé du texte 19">
            <a:extLst>
              <a:ext uri="{FF2B5EF4-FFF2-40B4-BE49-F238E27FC236}">
                <a16:creationId xmlns:a16="http://schemas.microsoft.com/office/drawing/2014/main" id="{5D750D7A-6573-36D1-7108-7B0F9B12FECE}"/>
              </a:ext>
            </a:extLst>
          </p:cNvPr>
          <p:cNvSpPr>
            <a:spLocks noGrp="1"/>
          </p:cNvSpPr>
          <p:nvPr>
            <p:ph type="body" sz="quarter" idx="23" hasCustomPrompt="1"/>
          </p:nvPr>
        </p:nvSpPr>
        <p:spPr>
          <a:xfrm>
            <a:off x="5757119" y="3930210"/>
            <a:ext cx="1940862" cy="307777"/>
          </a:xfrm>
          <a:solidFill>
            <a:schemeClr val="bg1"/>
          </a:solidFill>
        </p:spPr>
        <p:txBody>
          <a:bodyPr wrap="square" anchor="b" anchorCtr="0">
            <a:spAutoFit/>
          </a:bodyPr>
          <a:lstStyle>
            <a:lvl1pPr marL="0" indent="0">
              <a:lnSpc>
                <a:spcPct val="100000"/>
              </a:lnSpc>
              <a:buNone/>
              <a:defRPr sz="1400" b="1">
                <a:solidFill>
                  <a:schemeClr val="tx1"/>
                </a:solidFill>
                <a:latin typeface="+mj-lt"/>
                <a:cs typeface="Poppins Light" panose="00000400000000000000" pitchFamily="2" charset="0"/>
              </a:defRPr>
            </a:lvl1pPr>
          </a:lstStyle>
          <a:p>
            <a:pPr lvl="0"/>
            <a:r>
              <a:rPr lang="fr-FR"/>
              <a:t>Titre</a:t>
            </a:r>
          </a:p>
        </p:txBody>
      </p:sp>
      <p:sp>
        <p:nvSpPr>
          <p:cNvPr id="55" name="Espace réservé du texte 22">
            <a:extLst>
              <a:ext uri="{FF2B5EF4-FFF2-40B4-BE49-F238E27FC236}">
                <a16:creationId xmlns:a16="http://schemas.microsoft.com/office/drawing/2014/main" id="{8DCF636C-5199-1257-AC6A-BD6AF59DD6EB}"/>
              </a:ext>
            </a:extLst>
          </p:cNvPr>
          <p:cNvSpPr>
            <a:spLocks noGrp="1"/>
          </p:cNvSpPr>
          <p:nvPr>
            <p:ph type="body" sz="quarter" idx="24"/>
          </p:nvPr>
        </p:nvSpPr>
        <p:spPr>
          <a:xfrm>
            <a:off x="5757120" y="4295049"/>
            <a:ext cx="1940862" cy="600164"/>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56" name="Espace réservé pour une image  55">
            <a:extLst>
              <a:ext uri="{FF2B5EF4-FFF2-40B4-BE49-F238E27FC236}">
                <a16:creationId xmlns:a16="http://schemas.microsoft.com/office/drawing/2014/main" id="{A492169C-5193-C125-67DA-43A57562BFF0}"/>
              </a:ext>
            </a:extLst>
          </p:cNvPr>
          <p:cNvSpPr>
            <a:spLocks noGrp="1"/>
          </p:cNvSpPr>
          <p:nvPr>
            <p:ph type="pic" sz="quarter" idx="25"/>
          </p:nvPr>
        </p:nvSpPr>
        <p:spPr>
          <a:xfrm>
            <a:off x="5741716" y="2171763"/>
            <a:ext cx="1449870" cy="1449769"/>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a:outerShdw blurRad="584200" dist="215900" dir="2700000" sx="102000" sy="102000" algn="tl" rotWithShape="0">
              <a:schemeClr val="tx2">
                <a:alpha val="22000"/>
              </a:schemeClr>
            </a:outerShdw>
          </a:effectLst>
        </p:spPr>
        <p:txBody>
          <a:bodyPr vert="horz" wrap="square" lIns="91440" tIns="45720" rIns="91440" bIns="45720" rtlCol="0">
            <a:noAutofit/>
          </a:bodyPr>
          <a:lstStyle>
            <a:lvl1pPr>
              <a:defRPr lang="fr-FR"/>
            </a:lvl1pPr>
          </a:lstStyle>
          <a:p>
            <a:pPr lvl="0"/>
            <a:r>
              <a:rPr lang="fr-FR"/>
              <a:t>Cliquez sur l'icône pour ajouter une image</a:t>
            </a:r>
          </a:p>
        </p:txBody>
      </p:sp>
      <p:sp>
        <p:nvSpPr>
          <p:cNvPr id="57" name="Espace réservé du texte 44">
            <a:extLst>
              <a:ext uri="{FF2B5EF4-FFF2-40B4-BE49-F238E27FC236}">
                <a16:creationId xmlns:a16="http://schemas.microsoft.com/office/drawing/2014/main" id="{29D46901-4EB1-8ECD-EECE-0C7E8EA8056E}"/>
              </a:ext>
            </a:extLst>
          </p:cNvPr>
          <p:cNvSpPr>
            <a:spLocks noGrp="1"/>
          </p:cNvSpPr>
          <p:nvPr>
            <p:ph type="body" sz="quarter" idx="26" hasCustomPrompt="1"/>
          </p:nvPr>
        </p:nvSpPr>
        <p:spPr>
          <a:xfrm>
            <a:off x="6044618" y="2477175"/>
            <a:ext cx="844065" cy="844006"/>
          </a:xfrm>
          <a:prstGeom prst="ellipse">
            <a:avLst/>
          </a:prstGeom>
          <a:solidFill>
            <a:schemeClr val="bg1"/>
          </a:solidFill>
        </p:spPr>
        <p:txBody>
          <a:bodyPr anchor="ctr" anchorCtr="0">
            <a:normAutofit/>
          </a:bodyPr>
          <a:lstStyle>
            <a:lvl1pPr marL="0" indent="0" algn="ctr">
              <a:buNone/>
              <a:defRPr sz="1800" b="1"/>
            </a:lvl1pPr>
          </a:lstStyle>
          <a:p>
            <a:pPr lvl="0"/>
            <a:r>
              <a:rPr lang="fr-FR"/>
              <a:t>#</a:t>
            </a:r>
          </a:p>
        </p:txBody>
      </p:sp>
      <p:sp>
        <p:nvSpPr>
          <p:cNvPr id="58" name="Espace réservé du texte 19">
            <a:extLst>
              <a:ext uri="{FF2B5EF4-FFF2-40B4-BE49-F238E27FC236}">
                <a16:creationId xmlns:a16="http://schemas.microsoft.com/office/drawing/2014/main" id="{BDB54AEF-2695-43CA-1DEF-F99C0FA12E97}"/>
              </a:ext>
            </a:extLst>
          </p:cNvPr>
          <p:cNvSpPr>
            <a:spLocks noGrp="1"/>
          </p:cNvSpPr>
          <p:nvPr>
            <p:ph type="body" sz="quarter" idx="27" hasCustomPrompt="1"/>
          </p:nvPr>
        </p:nvSpPr>
        <p:spPr>
          <a:xfrm>
            <a:off x="8059967" y="3930210"/>
            <a:ext cx="1940862" cy="307777"/>
          </a:xfrm>
          <a:solidFill>
            <a:schemeClr val="bg1"/>
          </a:solidFill>
        </p:spPr>
        <p:txBody>
          <a:bodyPr wrap="square" anchor="b" anchorCtr="0">
            <a:spAutoFit/>
          </a:bodyPr>
          <a:lstStyle>
            <a:lvl1pPr marL="0" indent="0">
              <a:lnSpc>
                <a:spcPct val="100000"/>
              </a:lnSpc>
              <a:buNone/>
              <a:defRPr sz="1400" b="1">
                <a:solidFill>
                  <a:schemeClr val="tx1"/>
                </a:solidFill>
                <a:latin typeface="+mj-lt"/>
                <a:cs typeface="Poppins Light" panose="00000400000000000000" pitchFamily="2" charset="0"/>
              </a:defRPr>
            </a:lvl1pPr>
          </a:lstStyle>
          <a:p>
            <a:pPr lvl="0"/>
            <a:r>
              <a:rPr lang="fr-FR"/>
              <a:t>Titre</a:t>
            </a:r>
          </a:p>
        </p:txBody>
      </p:sp>
      <p:sp>
        <p:nvSpPr>
          <p:cNvPr id="59" name="Espace réservé du texte 22">
            <a:extLst>
              <a:ext uri="{FF2B5EF4-FFF2-40B4-BE49-F238E27FC236}">
                <a16:creationId xmlns:a16="http://schemas.microsoft.com/office/drawing/2014/main" id="{6AD26E49-D88E-6969-6DB2-280D2808662B}"/>
              </a:ext>
            </a:extLst>
          </p:cNvPr>
          <p:cNvSpPr>
            <a:spLocks noGrp="1"/>
          </p:cNvSpPr>
          <p:nvPr>
            <p:ph type="body" sz="quarter" idx="28"/>
          </p:nvPr>
        </p:nvSpPr>
        <p:spPr>
          <a:xfrm>
            <a:off x="8059968" y="4295049"/>
            <a:ext cx="1940862" cy="600164"/>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60" name="Espace réservé pour une image  59">
            <a:extLst>
              <a:ext uri="{FF2B5EF4-FFF2-40B4-BE49-F238E27FC236}">
                <a16:creationId xmlns:a16="http://schemas.microsoft.com/office/drawing/2014/main" id="{4C46F4B3-1EA3-F432-1367-6AA213E7578B}"/>
              </a:ext>
            </a:extLst>
          </p:cNvPr>
          <p:cNvSpPr>
            <a:spLocks noGrp="1"/>
          </p:cNvSpPr>
          <p:nvPr>
            <p:ph type="pic" sz="quarter" idx="29"/>
          </p:nvPr>
        </p:nvSpPr>
        <p:spPr>
          <a:xfrm>
            <a:off x="8044564" y="2171763"/>
            <a:ext cx="1449870" cy="1449769"/>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a:outerShdw blurRad="584200" dist="215900" dir="2700000" sx="102000" sy="102000" algn="tl" rotWithShape="0">
              <a:schemeClr val="tx2">
                <a:alpha val="22000"/>
              </a:schemeClr>
            </a:outerShdw>
          </a:effectLst>
        </p:spPr>
        <p:txBody>
          <a:bodyPr vert="horz" wrap="square" lIns="91440" tIns="45720" rIns="91440" bIns="45720" rtlCol="0">
            <a:noAutofit/>
          </a:bodyPr>
          <a:lstStyle>
            <a:lvl1pPr>
              <a:defRPr lang="fr-FR"/>
            </a:lvl1pPr>
          </a:lstStyle>
          <a:p>
            <a:pPr lvl="0"/>
            <a:r>
              <a:rPr lang="fr-FR"/>
              <a:t>Cliquez sur l'icône pour ajouter une image</a:t>
            </a:r>
          </a:p>
        </p:txBody>
      </p:sp>
      <p:sp>
        <p:nvSpPr>
          <p:cNvPr id="61" name="Espace réservé du texte 44">
            <a:extLst>
              <a:ext uri="{FF2B5EF4-FFF2-40B4-BE49-F238E27FC236}">
                <a16:creationId xmlns:a16="http://schemas.microsoft.com/office/drawing/2014/main" id="{35626B6E-F806-8E9A-6E3B-01C6EB5411E7}"/>
              </a:ext>
            </a:extLst>
          </p:cNvPr>
          <p:cNvSpPr>
            <a:spLocks noGrp="1"/>
          </p:cNvSpPr>
          <p:nvPr>
            <p:ph type="body" sz="quarter" idx="30" hasCustomPrompt="1"/>
          </p:nvPr>
        </p:nvSpPr>
        <p:spPr>
          <a:xfrm>
            <a:off x="8347466" y="2477175"/>
            <a:ext cx="844065" cy="844006"/>
          </a:xfrm>
          <a:prstGeom prst="ellipse">
            <a:avLst/>
          </a:prstGeom>
          <a:solidFill>
            <a:schemeClr val="bg1"/>
          </a:solidFill>
        </p:spPr>
        <p:txBody>
          <a:bodyPr anchor="ctr" anchorCtr="0">
            <a:normAutofit/>
          </a:bodyPr>
          <a:lstStyle>
            <a:lvl1pPr marL="0" indent="0" algn="ctr">
              <a:buNone/>
              <a:defRPr sz="1800" b="1"/>
            </a:lvl1pPr>
          </a:lstStyle>
          <a:p>
            <a:pPr lvl="0"/>
            <a:r>
              <a:rPr lang="fr-FR"/>
              <a:t>#</a:t>
            </a:r>
          </a:p>
        </p:txBody>
      </p:sp>
    </p:spTree>
    <p:extLst>
      <p:ext uri="{BB962C8B-B14F-4D97-AF65-F5344CB8AC3E}">
        <p14:creationId xmlns:p14="http://schemas.microsoft.com/office/powerpoint/2010/main" val="3864429329"/>
      </p:ext>
    </p:extLst>
  </p:cSld>
  <p:clrMapOvr>
    <a:masterClrMapping/>
  </p:clrMapOvr>
  <p:hf sldNum="0"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0_Diapositive de titre">
    <p:bg>
      <p:bgPr>
        <a:solidFill>
          <a:schemeClr val="bg1"/>
        </a:solidFill>
        <a:effectLst/>
      </p:bgPr>
    </p:bg>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827CAA92-B279-4FA9-49D3-5AF239C45106}"/>
              </a:ext>
            </a:extLst>
          </p:cNvPr>
          <p:cNvGrpSpPr/>
          <p:nvPr/>
        </p:nvGrpSpPr>
        <p:grpSpPr>
          <a:xfrm>
            <a:off x="-5799949" y="-3157286"/>
            <a:ext cx="10452531" cy="10015286"/>
            <a:chOff x="28727400" y="4676600"/>
            <a:chExt cx="17235788" cy="16515949"/>
          </a:xfrm>
        </p:grpSpPr>
        <p:sp>
          <p:nvSpPr>
            <p:cNvPr id="32" name="Forme libre : forme 31">
              <a:extLst>
                <a:ext uri="{FF2B5EF4-FFF2-40B4-BE49-F238E27FC236}">
                  <a16:creationId xmlns:a16="http://schemas.microsoft.com/office/drawing/2014/main" id="{8A7A9460-D225-2D91-C6E3-6E03D2893D9E}"/>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tx1"/>
              </a:solidFill>
              <a:prstDash val="solid"/>
              <a:miter/>
            </a:ln>
          </p:spPr>
          <p:txBody>
            <a:bodyPr rtlCol="0" anchor="ctr"/>
            <a:lstStyle/>
            <a:p>
              <a:endParaRPr lang="fr-FR" sz="1092"/>
            </a:p>
          </p:txBody>
        </p:sp>
        <p:sp>
          <p:nvSpPr>
            <p:cNvPr id="33" name="Rectangle 32">
              <a:extLst>
                <a:ext uri="{FF2B5EF4-FFF2-40B4-BE49-F238E27FC236}">
                  <a16:creationId xmlns:a16="http://schemas.microsoft.com/office/drawing/2014/main" id="{93F7263C-DB87-2F40-CE15-1696AE8EB254}"/>
                </a:ext>
              </a:extLst>
            </p:cNvPr>
            <p:cNvSpPr/>
            <p:nvPr/>
          </p:nvSpPr>
          <p:spPr>
            <a:xfrm>
              <a:off x="29548595" y="9858200"/>
              <a:ext cx="8717625" cy="1133434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34" name="Rectangle 33">
              <a:extLst>
                <a:ext uri="{FF2B5EF4-FFF2-40B4-BE49-F238E27FC236}">
                  <a16:creationId xmlns:a16="http://schemas.microsoft.com/office/drawing/2014/main" id="{47D93600-A2A4-1464-509D-B7C4B1A0E7C5}"/>
                </a:ext>
              </a:extLst>
            </p:cNvPr>
            <p:cNvSpPr/>
            <p:nvPr/>
          </p:nvSpPr>
          <p:spPr>
            <a:xfrm>
              <a:off x="28727400" y="4676600"/>
              <a:ext cx="17235788" cy="520659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39871" y="1025819"/>
            <a:ext cx="10049522" cy="720710"/>
          </a:xfrm>
        </p:spPr>
        <p:txBody>
          <a:bodyPr vert="horz" wrap="square" lIns="91440" tIns="45720" rIns="91440" bIns="45720" rtlCol="0" anchor="t" anchorCtr="0">
            <a:spAutoFit/>
          </a:bodyPr>
          <a:lstStyle>
            <a:lvl1pPr>
              <a:defRPr lang="fr-FR" sz="4400" dirty="0">
                <a:solidFill>
                  <a:schemeClr val="tx1"/>
                </a:solidFill>
              </a:defRPr>
            </a:lvl1pPr>
          </a:lstStyle>
          <a:p>
            <a:pPr lvl="0">
              <a:lnSpc>
                <a:spcPts val="4851"/>
              </a:lnSpc>
            </a:pPr>
            <a:r>
              <a:rPr lang="fr-FR"/>
              <a:t>Modifiez le style du titre</a:t>
            </a:r>
          </a:p>
        </p:txBody>
      </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1139871" y="615848"/>
            <a:ext cx="4956129" cy="261867"/>
          </a:xfrm>
          <a:solidFill>
            <a:schemeClr val="bg1"/>
          </a:solidFill>
        </p:spPr>
        <p:txBody>
          <a:bodyPr wrap="square">
            <a:spAutoFit/>
          </a:bodyPr>
          <a:lstStyle>
            <a:lvl1pPr marL="0" indent="0">
              <a:buNone/>
              <a:defRPr sz="1200" b="0">
                <a:solidFill>
                  <a:schemeClr val="tx2"/>
                </a:solidFill>
              </a:defRPr>
            </a:lvl1pPr>
          </a:lstStyle>
          <a:p>
            <a:pPr lvl="0"/>
            <a:r>
              <a:rPr lang="fr-FR"/>
              <a:t>Cliquez pour modifier les styles du texte du masque</a:t>
            </a:r>
          </a:p>
        </p:txBody>
      </p:sp>
      <p:sp>
        <p:nvSpPr>
          <p:cNvPr id="35" name="Espace réservé du texte 19">
            <a:extLst>
              <a:ext uri="{FF2B5EF4-FFF2-40B4-BE49-F238E27FC236}">
                <a16:creationId xmlns:a16="http://schemas.microsoft.com/office/drawing/2014/main" id="{534E1116-2420-77E5-63F9-42F03F97168A}"/>
              </a:ext>
            </a:extLst>
          </p:cNvPr>
          <p:cNvSpPr>
            <a:spLocks noGrp="1"/>
          </p:cNvSpPr>
          <p:nvPr>
            <p:ph type="body" sz="quarter" idx="13" hasCustomPrompt="1"/>
          </p:nvPr>
        </p:nvSpPr>
        <p:spPr>
          <a:xfrm>
            <a:off x="1285938" y="4490038"/>
            <a:ext cx="1935085"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36" name="Espace réservé du texte 22">
            <a:extLst>
              <a:ext uri="{FF2B5EF4-FFF2-40B4-BE49-F238E27FC236}">
                <a16:creationId xmlns:a16="http://schemas.microsoft.com/office/drawing/2014/main" id="{A7C67828-DFBD-667A-3A7E-A806DBC13C76}"/>
              </a:ext>
            </a:extLst>
          </p:cNvPr>
          <p:cNvSpPr>
            <a:spLocks noGrp="1"/>
          </p:cNvSpPr>
          <p:nvPr>
            <p:ph type="body" sz="quarter" idx="15"/>
          </p:nvPr>
        </p:nvSpPr>
        <p:spPr>
          <a:xfrm>
            <a:off x="1285938" y="4869638"/>
            <a:ext cx="1935085" cy="600164"/>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49" name="Espace réservé pour une image  48">
            <a:extLst>
              <a:ext uri="{FF2B5EF4-FFF2-40B4-BE49-F238E27FC236}">
                <a16:creationId xmlns:a16="http://schemas.microsoft.com/office/drawing/2014/main" id="{473BE879-BD28-588F-68DC-355E64EF3C01}"/>
              </a:ext>
            </a:extLst>
          </p:cNvPr>
          <p:cNvSpPr>
            <a:spLocks noGrp="1"/>
          </p:cNvSpPr>
          <p:nvPr>
            <p:ph type="pic" sz="quarter" idx="18"/>
          </p:nvPr>
        </p:nvSpPr>
        <p:spPr>
          <a:xfrm>
            <a:off x="1285938" y="2366222"/>
            <a:ext cx="1869619" cy="1869488"/>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a:outerShdw blurRad="584200" dist="215900" dir="2700000" sx="102000" sy="102000" algn="tl" rotWithShape="0">
              <a:schemeClr val="tx2">
                <a:alpha val="22000"/>
              </a:schemeClr>
            </a:outerShdw>
          </a:effectLst>
        </p:spPr>
        <p:txBody>
          <a:bodyPr vert="horz" wrap="square" lIns="91440" tIns="45720" rIns="91440" bIns="45720" rtlCol="0">
            <a:noAutofit/>
          </a:bodyPr>
          <a:lstStyle>
            <a:lvl1pPr>
              <a:defRPr lang="fr-FR"/>
            </a:lvl1pPr>
          </a:lstStyle>
          <a:p>
            <a:pPr lvl="0"/>
            <a:r>
              <a:rPr lang="fr-FR"/>
              <a:t>Cliquez sur l'icône pour ajouter une image</a:t>
            </a:r>
          </a:p>
        </p:txBody>
      </p:sp>
      <p:sp>
        <p:nvSpPr>
          <p:cNvPr id="2" name="Espace réservé du texte 19">
            <a:extLst>
              <a:ext uri="{FF2B5EF4-FFF2-40B4-BE49-F238E27FC236}">
                <a16:creationId xmlns:a16="http://schemas.microsoft.com/office/drawing/2014/main" id="{8DBDFAE1-63CD-C93F-0FAF-132118A22F0D}"/>
              </a:ext>
            </a:extLst>
          </p:cNvPr>
          <p:cNvSpPr>
            <a:spLocks noGrp="1"/>
          </p:cNvSpPr>
          <p:nvPr>
            <p:ph type="body" sz="quarter" idx="19" hasCustomPrompt="1"/>
          </p:nvPr>
        </p:nvSpPr>
        <p:spPr>
          <a:xfrm>
            <a:off x="3811038" y="4490038"/>
            <a:ext cx="1935085"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6" name="Espace réservé du texte 22">
            <a:extLst>
              <a:ext uri="{FF2B5EF4-FFF2-40B4-BE49-F238E27FC236}">
                <a16:creationId xmlns:a16="http://schemas.microsoft.com/office/drawing/2014/main" id="{E6623969-9943-65EF-7E4C-E7E46E91002D}"/>
              </a:ext>
            </a:extLst>
          </p:cNvPr>
          <p:cNvSpPr>
            <a:spLocks noGrp="1"/>
          </p:cNvSpPr>
          <p:nvPr>
            <p:ph type="body" sz="quarter" idx="20"/>
          </p:nvPr>
        </p:nvSpPr>
        <p:spPr>
          <a:xfrm>
            <a:off x="3811039" y="4869638"/>
            <a:ext cx="1935085" cy="600164"/>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7" name="Espace réservé pour une image  48">
            <a:extLst>
              <a:ext uri="{FF2B5EF4-FFF2-40B4-BE49-F238E27FC236}">
                <a16:creationId xmlns:a16="http://schemas.microsoft.com/office/drawing/2014/main" id="{115DC70B-0DFD-9FF3-CF26-6F809147E2B7}"/>
              </a:ext>
            </a:extLst>
          </p:cNvPr>
          <p:cNvSpPr>
            <a:spLocks noGrp="1"/>
          </p:cNvSpPr>
          <p:nvPr>
            <p:ph type="pic" sz="quarter" idx="21"/>
          </p:nvPr>
        </p:nvSpPr>
        <p:spPr>
          <a:xfrm>
            <a:off x="3811038" y="2366222"/>
            <a:ext cx="1869619" cy="1869488"/>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a:outerShdw blurRad="584200" dist="215900" dir="2700000" sx="102000" sy="102000" algn="tl" rotWithShape="0">
              <a:schemeClr val="tx2">
                <a:alpha val="22000"/>
              </a:schemeClr>
            </a:outerShdw>
          </a:effectLst>
        </p:spPr>
        <p:txBody>
          <a:bodyPr vert="horz" wrap="square" lIns="91440" tIns="45720" rIns="91440" bIns="45720" rtlCol="0">
            <a:noAutofit/>
          </a:bodyPr>
          <a:lstStyle>
            <a:lvl1pPr>
              <a:defRPr lang="fr-FR"/>
            </a:lvl1pPr>
          </a:lstStyle>
          <a:p>
            <a:pPr lvl="0"/>
            <a:r>
              <a:rPr lang="fr-FR"/>
              <a:t>Cliquez sur l'icône pour ajouter une image</a:t>
            </a:r>
          </a:p>
        </p:txBody>
      </p:sp>
      <p:sp>
        <p:nvSpPr>
          <p:cNvPr id="9" name="Espace réservé du texte 19">
            <a:extLst>
              <a:ext uri="{FF2B5EF4-FFF2-40B4-BE49-F238E27FC236}">
                <a16:creationId xmlns:a16="http://schemas.microsoft.com/office/drawing/2014/main" id="{40BD1EC7-B79D-07F9-ED94-D0AAEB5785B1}"/>
              </a:ext>
            </a:extLst>
          </p:cNvPr>
          <p:cNvSpPr>
            <a:spLocks noGrp="1"/>
          </p:cNvSpPr>
          <p:nvPr>
            <p:ph type="body" sz="quarter" idx="23" hasCustomPrompt="1"/>
          </p:nvPr>
        </p:nvSpPr>
        <p:spPr>
          <a:xfrm>
            <a:off x="6445878" y="4490038"/>
            <a:ext cx="1935085"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10" name="Espace réservé du texte 22">
            <a:extLst>
              <a:ext uri="{FF2B5EF4-FFF2-40B4-BE49-F238E27FC236}">
                <a16:creationId xmlns:a16="http://schemas.microsoft.com/office/drawing/2014/main" id="{CA34FF65-2497-2D4F-61DB-9A2CEC1FDC7A}"/>
              </a:ext>
            </a:extLst>
          </p:cNvPr>
          <p:cNvSpPr>
            <a:spLocks noGrp="1"/>
          </p:cNvSpPr>
          <p:nvPr>
            <p:ph type="body" sz="quarter" idx="24"/>
          </p:nvPr>
        </p:nvSpPr>
        <p:spPr>
          <a:xfrm>
            <a:off x="6445878" y="4869638"/>
            <a:ext cx="1935085" cy="600164"/>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11" name="Espace réservé pour une image  48">
            <a:extLst>
              <a:ext uri="{FF2B5EF4-FFF2-40B4-BE49-F238E27FC236}">
                <a16:creationId xmlns:a16="http://schemas.microsoft.com/office/drawing/2014/main" id="{CDA92F13-B6E5-E74E-1DC6-E1AE935C5FCA}"/>
              </a:ext>
            </a:extLst>
          </p:cNvPr>
          <p:cNvSpPr>
            <a:spLocks noGrp="1"/>
          </p:cNvSpPr>
          <p:nvPr>
            <p:ph type="pic" sz="quarter" idx="25"/>
          </p:nvPr>
        </p:nvSpPr>
        <p:spPr>
          <a:xfrm>
            <a:off x="6445878" y="2366222"/>
            <a:ext cx="1869619" cy="1869488"/>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a:outerShdw blurRad="584200" dist="215900" dir="2700000" sx="102000" sy="102000" algn="tl" rotWithShape="0">
              <a:schemeClr val="tx2">
                <a:alpha val="22000"/>
              </a:schemeClr>
            </a:outerShdw>
          </a:effectLst>
        </p:spPr>
        <p:txBody>
          <a:bodyPr vert="horz" wrap="square" lIns="91440" tIns="45720" rIns="91440" bIns="45720" rtlCol="0">
            <a:noAutofit/>
          </a:bodyPr>
          <a:lstStyle>
            <a:lvl1pPr>
              <a:defRPr lang="fr-FR"/>
            </a:lvl1pPr>
          </a:lstStyle>
          <a:p>
            <a:pPr lvl="0"/>
            <a:r>
              <a:rPr lang="fr-FR"/>
              <a:t>Cliquez sur l'icône pour ajouter une image</a:t>
            </a:r>
          </a:p>
        </p:txBody>
      </p:sp>
      <p:sp>
        <p:nvSpPr>
          <p:cNvPr id="13" name="Espace réservé du texte 19">
            <a:extLst>
              <a:ext uri="{FF2B5EF4-FFF2-40B4-BE49-F238E27FC236}">
                <a16:creationId xmlns:a16="http://schemas.microsoft.com/office/drawing/2014/main" id="{0530D250-F74A-FCAC-FB09-6DEAB2E45387}"/>
              </a:ext>
            </a:extLst>
          </p:cNvPr>
          <p:cNvSpPr>
            <a:spLocks noGrp="1"/>
          </p:cNvSpPr>
          <p:nvPr>
            <p:ph type="body" sz="quarter" idx="27" hasCustomPrompt="1"/>
          </p:nvPr>
        </p:nvSpPr>
        <p:spPr>
          <a:xfrm>
            <a:off x="8889176" y="4490038"/>
            <a:ext cx="1935085"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15" name="Espace réservé du texte 22">
            <a:extLst>
              <a:ext uri="{FF2B5EF4-FFF2-40B4-BE49-F238E27FC236}">
                <a16:creationId xmlns:a16="http://schemas.microsoft.com/office/drawing/2014/main" id="{29F5DEDB-A5A9-D9C2-0875-CA97A5069A8E}"/>
              </a:ext>
            </a:extLst>
          </p:cNvPr>
          <p:cNvSpPr>
            <a:spLocks noGrp="1"/>
          </p:cNvSpPr>
          <p:nvPr>
            <p:ph type="body" sz="quarter" idx="28"/>
          </p:nvPr>
        </p:nvSpPr>
        <p:spPr>
          <a:xfrm>
            <a:off x="8889177" y="4869638"/>
            <a:ext cx="1935085" cy="600164"/>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16" name="Espace réservé pour une image  48">
            <a:extLst>
              <a:ext uri="{FF2B5EF4-FFF2-40B4-BE49-F238E27FC236}">
                <a16:creationId xmlns:a16="http://schemas.microsoft.com/office/drawing/2014/main" id="{6C6897EA-362F-95E7-250F-1626AF483A97}"/>
              </a:ext>
            </a:extLst>
          </p:cNvPr>
          <p:cNvSpPr>
            <a:spLocks noGrp="1"/>
          </p:cNvSpPr>
          <p:nvPr>
            <p:ph type="pic" sz="quarter" idx="29"/>
          </p:nvPr>
        </p:nvSpPr>
        <p:spPr>
          <a:xfrm>
            <a:off x="8889176" y="2366222"/>
            <a:ext cx="1869619" cy="1869488"/>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a:outerShdw blurRad="584200" dist="215900" dir="2700000" sx="102000" sy="102000" algn="tl" rotWithShape="0">
              <a:schemeClr val="tx2">
                <a:alpha val="22000"/>
              </a:schemeClr>
            </a:outerShdw>
          </a:effectLst>
        </p:spPr>
        <p:txBody>
          <a:bodyPr vert="horz" wrap="square" lIns="91440" tIns="45720" rIns="91440" bIns="45720" rtlCol="0">
            <a:noAutofit/>
          </a:bodyPr>
          <a:lstStyle>
            <a:lvl1pPr>
              <a:defRPr lang="fr-FR"/>
            </a:lvl1pPr>
          </a:lstStyle>
          <a:p>
            <a:pPr lvl="0"/>
            <a:r>
              <a:rPr lang="fr-FR"/>
              <a:t>Cliquez sur l'icône pour ajouter une image</a:t>
            </a:r>
          </a:p>
        </p:txBody>
      </p:sp>
    </p:spTree>
    <p:extLst>
      <p:ext uri="{BB962C8B-B14F-4D97-AF65-F5344CB8AC3E}">
        <p14:creationId xmlns:p14="http://schemas.microsoft.com/office/powerpoint/2010/main" val="4269237326"/>
      </p:ext>
    </p:extLst>
  </p:cSld>
  <p:clrMapOvr>
    <a:masterClrMapping/>
  </p:clrMapOvr>
  <p:hf sldNum="0"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1_Diapositive de titre">
    <p:bg>
      <p:bgPr>
        <a:solidFill>
          <a:schemeClr val="bg1"/>
        </a:solidFill>
        <a:effectLst/>
      </p:bgPr>
    </p:bg>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827CAA92-B279-4FA9-49D3-5AF239C45106}"/>
              </a:ext>
            </a:extLst>
          </p:cNvPr>
          <p:cNvGrpSpPr/>
          <p:nvPr/>
        </p:nvGrpSpPr>
        <p:grpSpPr>
          <a:xfrm>
            <a:off x="-5799949" y="-3157286"/>
            <a:ext cx="10452531" cy="10015286"/>
            <a:chOff x="28727400" y="4676600"/>
            <a:chExt cx="17235788" cy="16515949"/>
          </a:xfrm>
        </p:grpSpPr>
        <p:sp>
          <p:nvSpPr>
            <p:cNvPr id="32" name="Forme libre : forme 31">
              <a:extLst>
                <a:ext uri="{FF2B5EF4-FFF2-40B4-BE49-F238E27FC236}">
                  <a16:creationId xmlns:a16="http://schemas.microsoft.com/office/drawing/2014/main" id="{8A7A9460-D225-2D91-C6E3-6E03D2893D9E}"/>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tx1"/>
              </a:solidFill>
              <a:prstDash val="solid"/>
              <a:miter/>
            </a:ln>
          </p:spPr>
          <p:txBody>
            <a:bodyPr rtlCol="0" anchor="ctr"/>
            <a:lstStyle/>
            <a:p>
              <a:endParaRPr lang="fr-FR" sz="1092"/>
            </a:p>
          </p:txBody>
        </p:sp>
        <p:sp>
          <p:nvSpPr>
            <p:cNvPr id="33" name="Rectangle 32">
              <a:extLst>
                <a:ext uri="{FF2B5EF4-FFF2-40B4-BE49-F238E27FC236}">
                  <a16:creationId xmlns:a16="http://schemas.microsoft.com/office/drawing/2014/main" id="{93F7263C-DB87-2F40-CE15-1696AE8EB254}"/>
                </a:ext>
              </a:extLst>
            </p:cNvPr>
            <p:cNvSpPr/>
            <p:nvPr/>
          </p:nvSpPr>
          <p:spPr>
            <a:xfrm>
              <a:off x="29548595" y="9858200"/>
              <a:ext cx="8717625" cy="1133434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34" name="Rectangle 33">
              <a:extLst>
                <a:ext uri="{FF2B5EF4-FFF2-40B4-BE49-F238E27FC236}">
                  <a16:creationId xmlns:a16="http://schemas.microsoft.com/office/drawing/2014/main" id="{47D93600-A2A4-1464-509D-B7C4B1A0E7C5}"/>
                </a:ext>
              </a:extLst>
            </p:cNvPr>
            <p:cNvSpPr/>
            <p:nvPr/>
          </p:nvSpPr>
          <p:spPr>
            <a:xfrm>
              <a:off x="28727400" y="4676600"/>
              <a:ext cx="17235788" cy="520659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39871" y="989481"/>
            <a:ext cx="10049522" cy="707373"/>
          </a:xfrm>
        </p:spPr>
        <p:txBody>
          <a:bodyPr vert="horz" wrap="square" lIns="91440" tIns="45720" rIns="91440" bIns="45720" rtlCol="0" anchor="b" anchorCtr="0">
            <a:spAutoFit/>
          </a:bodyPr>
          <a:lstStyle>
            <a:lvl1pPr>
              <a:defRPr lang="fr-FR" sz="4400" dirty="0">
                <a:solidFill>
                  <a:schemeClr val="tx1"/>
                </a:solidFill>
              </a:defRPr>
            </a:lvl1pPr>
          </a:lstStyle>
          <a:p>
            <a:pPr marL="0" lvl="0"/>
            <a:r>
              <a:rPr lang="fr-FR"/>
              <a:t>Modifiez le style du titre</a:t>
            </a:r>
          </a:p>
        </p:txBody>
      </p:sp>
      <p:sp>
        <p:nvSpPr>
          <p:cNvPr id="28" name="Espace réservé du texte 19">
            <a:extLst>
              <a:ext uri="{FF2B5EF4-FFF2-40B4-BE49-F238E27FC236}">
                <a16:creationId xmlns:a16="http://schemas.microsoft.com/office/drawing/2014/main" id="{8A0036C7-F861-984D-4697-47E80A8680B1}"/>
              </a:ext>
            </a:extLst>
          </p:cNvPr>
          <p:cNvSpPr>
            <a:spLocks noGrp="1"/>
          </p:cNvSpPr>
          <p:nvPr>
            <p:ph type="body" sz="quarter" idx="13" hasCustomPrompt="1"/>
          </p:nvPr>
        </p:nvSpPr>
        <p:spPr>
          <a:xfrm>
            <a:off x="2205422" y="2584319"/>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29" name="Espace réservé du texte 22">
            <a:extLst>
              <a:ext uri="{FF2B5EF4-FFF2-40B4-BE49-F238E27FC236}">
                <a16:creationId xmlns:a16="http://schemas.microsoft.com/office/drawing/2014/main" id="{024A7A9B-4601-E7E9-CAF3-BEE24F2AC068}"/>
              </a:ext>
            </a:extLst>
          </p:cNvPr>
          <p:cNvSpPr>
            <a:spLocks noGrp="1"/>
          </p:cNvSpPr>
          <p:nvPr>
            <p:ph type="body" sz="quarter" idx="15"/>
          </p:nvPr>
        </p:nvSpPr>
        <p:spPr>
          <a:xfrm>
            <a:off x="1567271" y="3186063"/>
            <a:ext cx="2603604" cy="430887"/>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30" name="Espace réservé du texte 44">
            <a:extLst>
              <a:ext uri="{FF2B5EF4-FFF2-40B4-BE49-F238E27FC236}">
                <a16:creationId xmlns:a16="http://schemas.microsoft.com/office/drawing/2014/main" id="{78E72C9A-4C80-36E8-B66B-96B7ED4713C3}"/>
              </a:ext>
            </a:extLst>
          </p:cNvPr>
          <p:cNvSpPr>
            <a:spLocks noGrp="1"/>
          </p:cNvSpPr>
          <p:nvPr>
            <p:ph type="body" sz="quarter" idx="17" hasCustomPrompt="1"/>
          </p:nvPr>
        </p:nvSpPr>
        <p:spPr>
          <a:xfrm>
            <a:off x="1586864" y="2522944"/>
            <a:ext cx="370383" cy="370356"/>
          </a:xfrm>
          <a:prstGeom prst="ellipse">
            <a:avLst/>
          </a:prstGeom>
          <a:solidFill>
            <a:schemeClr val="tx2"/>
          </a:solidFill>
        </p:spPr>
        <p:txBody>
          <a:bodyPr lIns="0" tIns="0" rIns="0" bIns="0" anchor="ctr" anchorCtr="0">
            <a:normAutofit/>
          </a:bodyPr>
          <a:lstStyle>
            <a:lvl1pPr marL="0" indent="0" algn="ctr">
              <a:buNone/>
              <a:defRPr sz="1213" b="1">
                <a:solidFill>
                  <a:schemeClr val="bg1"/>
                </a:solidFill>
              </a:defRPr>
            </a:lvl1pPr>
          </a:lstStyle>
          <a:p>
            <a:pPr lvl="0"/>
            <a:r>
              <a:rPr lang="fr-FR"/>
              <a:t>#</a:t>
            </a:r>
          </a:p>
        </p:txBody>
      </p:sp>
      <p:sp>
        <p:nvSpPr>
          <p:cNvPr id="37" name="Espace réservé du texte 19">
            <a:extLst>
              <a:ext uri="{FF2B5EF4-FFF2-40B4-BE49-F238E27FC236}">
                <a16:creationId xmlns:a16="http://schemas.microsoft.com/office/drawing/2014/main" id="{3EE1B130-ED7B-6438-B8C5-3B426E47CCDC}"/>
              </a:ext>
            </a:extLst>
          </p:cNvPr>
          <p:cNvSpPr>
            <a:spLocks noGrp="1"/>
          </p:cNvSpPr>
          <p:nvPr>
            <p:ph type="body" sz="quarter" idx="18" hasCustomPrompt="1"/>
          </p:nvPr>
        </p:nvSpPr>
        <p:spPr>
          <a:xfrm>
            <a:off x="5335845" y="2584319"/>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38" name="Espace réservé du texte 22">
            <a:extLst>
              <a:ext uri="{FF2B5EF4-FFF2-40B4-BE49-F238E27FC236}">
                <a16:creationId xmlns:a16="http://schemas.microsoft.com/office/drawing/2014/main" id="{C947002D-B597-9404-6E6F-278C82AB1F93}"/>
              </a:ext>
            </a:extLst>
          </p:cNvPr>
          <p:cNvSpPr>
            <a:spLocks noGrp="1"/>
          </p:cNvSpPr>
          <p:nvPr>
            <p:ph type="body" sz="quarter" idx="19"/>
          </p:nvPr>
        </p:nvSpPr>
        <p:spPr>
          <a:xfrm>
            <a:off x="4697693" y="3186063"/>
            <a:ext cx="2603604" cy="430887"/>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39" name="Espace réservé du texte 44">
            <a:extLst>
              <a:ext uri="{FF2B5EF4-FFF2-40B4-BE49-F238E27FC236}">
                <a16:creationId xmlns:a16="http://schemas.microsoft.com/office/drawing/2014/main" id="{5ED7DC51-5181-5679-91C7-09AB55017FD2}"/>
              </a:ext>
            </a:extLst>
          </p:cNvPr>
          <p:cNvSpPr>
            <a:spLocks noGrp="1"/>
          </p:cNvSpPr>
          <p:nvPr>
            <p:ph type="body" sz="quarter" idx="20" hasCustomPrompt="1"/>
          </p:nvPr>
        </p:nvSpPr>
        <p:spPr>
          <a:xfrm>
            <a:off x="4717286" y="2522944"/>
            <a:ext cx="370383" cy="370356"/>
          </a:xfrm>
          <a:prstGeom prst="ellipse">
            <a:avLst/>
          </a:prstGeom>
          <a:solidFill>
            <a:schemeClr val="tx2"/>
          </a:solidFill>
        </p:spPr>
        <p:txBody>
          <a:bodyPr lIns="0" tIns="0" rIns="0" bIns="0" anchor="ctr" anchorCtr="0">
            <a:normAutofit/>
          </a:bodyPr>
          <a:lstStyle>
            <a:lvl1pPr marL="0" indent="0" algn="ctr">
              <a:buNone/>
              <a:defRPr sz="1213" b="1">
                <a:solidFill>
                  <a:schemeClr val="bg1"/>
                </a:solidFill>
              </a:defRPr>
            </a:lvl1pPr>
          </a:lstStyle>
          <a:p>
            <a:pPr lvl="0"/>
            <a:r>
              <a:rPr lang="fr-FR"/>
              <a:t>#</a:t>
            </a:r>
          </a:p>
        </p:txBody>
      </p:sp>
      <p:sp>
        <p:nvSpPr>
          <p:cNvPr id="40" name="Espace réservé du texte 19">
            <a:extLst>
              <a:ext uri="{FF2B5EF4-FFF2-40B4-BE49-F238E27FC236}">
                <a16:creationId xmlns:a16="http://schemas.microsoft.com/office/drawing/2014/main" id="{4EFCE8A1-DD1A-5A5A-6255-A5621B79239D}"/>
              </a:ext>
            </a:extLst>
          </p:cNvPr>
          <p:cNvSpPr>
            <a:spLocks noGrp="1"/>
          </p:cNvSpPr>
          <p:nvPr>
            <p:ph type="body" sz="quarter" idx="21" hasCustomPrompt="1"/>
          </p:nvPr>
        </p:nvSpPr>
        <p:spPr>
          <a:xfrm>
            <a:off x="8426742" y="2584319"/>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41" name="Espace réservé du texte 22">
            <a:extLst>
              <a:ext uri="{FF2B5EF4-FFF2-40B4-BE49-F238E27FC236}">
                <a16:creationId xmlns:a16="http://schemas.microsoft.com/office/drawing/2014/main" id="{8F3657A4-7D39-77EB-A03D-F82345022D44}"/>
              </a:ext>
            </a:extLst>
          </p:cNvPr>
          <p:cNvSpPr>
            <a:spLocks noGrp="1"/>
          </p:cNvSpPr>
          <p:nvPr>
            <p:ph type="body" sz="quarter" idx="22"/>
          </p:nvPr>
        </p:nvSpPr>
        <p:spPr>
          <a:xfrm>
            <a:off x="7788590" y="3186063"/>
            <a:ext cx="2603604" cy="430887"/>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42" name="Espace réservé du texte 44">
            <a:extLst>
              <a:ext uri="{FF2B5EF4-FFF2-40B4-BE49-F238E27FC236}">
                <a16:creationId xmlns:a16="http://schemas.microsoft.com/office/drawing/2014/main" id="{BB3497E3-D5BD-5031-D2DF-11E2DDE27818}"/>
              </a:ext>
            </a:extLst>
          </p:cNvPr>
          <p:cNvSpPr>
            <a:spLocks noGrp="1"/>
          </p:cNvSpPr>
          <p:nvPr>
            <p:ph type="body" sz="quarter" idx="23" hasCustomPrompt="1"/>
          </p:nvPr>
        </p:nvSpPr>
        <p:spPr>
          <a:xfrm>
            <a:off x="7808183" y="2522944"/>
            <a:ext cx="370383" cy="370356"/>
          </a:xfrm>
          <a:prstGeom prst="ellipse">
            <a:avLst/>
          </a:prstGeom>
          <a:solidFill>
            <a:schemeClr val="tx2"/>
          </a:solidFill>
        </p:spPr>
        <p:txBody>
          <a:bodyPr lIns="0" tIns="0" rIns="0" bIns="0" anchor="ctr" anchorCtr="0">
            <a:normAutofit/>
          </a:bodyPr>
          <a:lstStyle>
            <a:lvl1pPr marL="0" indent="0" algn="ctr">
              <a:buNone/>
              <a:defRPr sz="1213" b="1">
                <a:solidFill>
                  <a:schemeClr val="bg1"/>
                </a:solidFill>
              </a:defRPr>
            </a:lvl1pPr>
          </a:lstStyle>
          <a:p>
            <a:pPr lvl="0"/>
            <a:r>
              <a:rPr lang="fr-FR"/>
              <a:t>#</a:t>
            </a:r>
          </a:p>
        </p:txBody>
      </p:sp>
      <p:sp>
        <p:nvSpPr>
          <p:cNvPr id="43" name="Espace réservé du texte 19">
            <a:extLst>
              <a:ext uri="{FF2B5EF4-FFF2-40B4-BE49-F238E27FC236}">
                <a16:creationId xmlns:a16="http://schemas.microsoft.com/office/drawing/2014/main" id="{6581328F-F911-1A28-2D6B-4843290EE4ED}"/>
              </a:ext>
            </a:extLst>
          </p:cNvPr>
          <p:cNvSpPr>
            <a:spLocks noGrp="1"/>
          </p:cNvSpPr>
          <p:nvPr>
            <p:ph type="body" sz="quarter" idx="24" hasCustomPrompt="1"/>
          </p:nvPr>
        </p:nvSpPr>
        <p:spPr>
          <a:xfrm>
            <a:off x="2205422" y="4571252"/>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44" name="Espace réservé du texte 22">
            <a:extLst>
              <a:ext uri="{FF2B5EF4-FFF2-40B4-BE49-F238E27FC236}">
                <a16:creationId xmlns:a16="http://schemas.microsoft.com/office/drawing/2014/main" id="{237C6E42-4639-B6CA-C038-986DEE9C4EDB}"/>
              </a:ext>
            </a:extLst>
          </p:cNvPr>
          <p:cNvSpPr>
            <a:spLocks noGrp="1"/>
          </p:cNvSpPr>
          <p:nvPr>
            <p:ph type="body" sz="quarter" idx="25"/>
          </p:nvPr>
        </p:nvSpPr>
        <p:spPr>
          <a:xfrm>
            <a:off x="1567271" y="5172996"/>
            <a:ext cx="2603604" cy="430887"/>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45" name="Espace réservé du texte 44">
            <a:extLst>
              <a:ext uri="{FF2B5EF4-FFF2-40B4-BE49-F238E27FC236}">
                <a16:creationId xmlns:a16="http://schemas.microsoft.com/office/drawing/2014/main" id="{2583F53A-21E1-61A0-A59A-0215161647C7}"/>
              </a:ext>
            </a:extLst>
          </p:cNvPr>
          <p:cNvSpPr>
            <a:spLocks noGrp="1"/>
          </p:cNvSpPr>
          <p:nvPr>
            <p:ph type="body" sz="quarter" idx="26" hasCustomPrompt="1"/>
          </p:nvPr>
        </p:nvSpPr>
        <p:spPr>
          <a:xfrm>
            <a:off x="1586864" y="4509877"/>
            <a:ext cx="370383" cy="370356"/>
          </a:xfrm>
          <a:prstGeom prst="ellipse">
            <a:avLst/>
          </a:prstGeom>
          <a:solidFill>
            <a:schemeClr val="tx2"/>
          </a:solidFill>
        </p:spPr>
        <p:txBody>
          <a:bodyPr lIns="0" tIns="0" rIns="0" bIns="0" anchor="ctr" anchorCtr="0">
            <a:normAutofit/>
          </a:bodyPr>
          <a:lstStyle>
            <a:lvl1pPr marL="0" indent="0" algn="ctr">
              <a:buNone/>
              <a:defRPr sz="1213" b="1">
                <a:solidFill>
                  <a:schemeClr val="bg1"/>
                </a:solidFill>
              </a:defRPr>
            </a:lvl1pPr>
          </a:lstStyle>
          <a:p>
            <a:pPr lvl="0"/>
            <a:r>
              <a:rPr lang="fr-FR"/>
              <a:t>#</a:t>
            </a:r>
          </a:p>
        </p:txBody>
      </p:sp>
      <p:sp>
        <p:nvSpPr>
          <p:cNvPr id="46" name="Espace réservé du texte 19">
            <a:extLst>
              <a:ext uri="{FF2B5EF4-FFF2-40B4-BE49-F238E27FC236}">
                <a16:creationId xmlns:a16="http://schemas.microsoft.com/office/drawing/2014/main" id="{DBF58B0A-D83C-F14F-6418-C0B40CF217F1}"/>
              </a:ext>
            </a:extLst>
          </p:cNvPr>
          <p:cNvSpPr>
            <a:spLocks noGrp="1"/>
          </p:cNvSpPr>
          <p:nvPr>
            <p:ph type="body" sz="quarter" idx="27" hasCustomPrompt="1"/>
          </p:nvPr>
        </p:nvSpPr>
        <p:spPr>
          <a:xfrm>
            <a:off x="5335845" y="4571252"/>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47" name="Espace réservé du texte 22">
            <a:extLst>
              <a:ext uri="{FF2B5EF4-FFF2-40B4-BE49-F238E27FC236}">
                <a16:creationId xmlns:a16="http://schemas.microsoft.com/office/drawing/2014/main" id="{4119A1C6-9122-C0D5-74FD-398FED6AD120}"/>
              </a:ext>
            </a:extLst>
          </p:cNvPr>
          <p:cNvSpPr>
            <a:spLocks noGrp="1"/>
          </p:cNvSpPr>
          <p:nvPr>
            <p:ph type="body" sz="quarter" idx="28"/>
          </p:nvPr>
        </p:nvSpPr>
        <p:spPr>
          <a:xfrm>
            <a:off x="4697693" y="5172996"/>
            <a:ext cx="2603604" cy="430887"/>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48" name="Espace réservé du texte 44">
            <a:extLst>
              <a:ext uri="{FF2B5EF4-FFF2-40B4-BE49-F238E27FC236}">
                <a16:creationId xmlns:a16="http://schemas.microsoft.com/office/drawing/2014/main" id="{46B32754-AD3F-9A7A-039C-33139F047239}"/>
              </a:ext>
            </a:extLst>
          </p:cNvPr>
          <p:cNvSpPr>
            <a:spLocks noGrp="1"/>
          </p:cNvSpPr>
          <p:nvPr>
            <p:ph type="body" sz="quarter" idx="29" hasCustomPrompt="1"/>
          </p:nvPr>
        </p:nvSpPr>
        <p:spPr>
          <a:xfrm>
            <a:off x="4717286" y="4509877"/>
            <a:ext cx="370383" cy="370356"/>
          </a:xfrm>
          <a:prstGeom prst="ellipse">
            <a:avLst/>
          </a:prstGeom>
          <a:solidFill>
            <a:schemeClr val="tx2"/>
          </a:solidFill>
        </p:spPr>
        <p:txBody>
          <a:bodyPr lIns="0" tIns="0" rIns="0" bIns="0" anchor="ctr" anchorCtr="0">
            <a:normAutofit/>
          </a:bodyPr>
          <a:lstStyle>
            <a:lvl1pPr marL="0" indent="0" algn="ctr">
              <a:buNone/>
              <a:defRPr sz="1213" b="1">
                <a:solidFill>
                  <a:schemeClr val="bg1"/>
                </a:solidFill>
              </a:defRPr>
            </a:lvl1pPr>
          </a:lstStyle>
          <a:p>
            <a:pPr lvl="0"/>
            <a:r>
              <a:rPr lang="fr-FR"/>
              <a:t>#</a:t>
            </a:r>
          </a:p>
        </p:txBody>
      </p:sp>
      <p:sp>
        <p:nvSpPr>
          <p:cNvPr id="50" name="Espace réservé du texte 19">
            <a:extLst>
              <a:ext uri="{FF2B5EF4-FFF2-40B4-BE49-F238E27FC236}">
                <a16:creationId xmlns:a16="http://schemas.microsoft.com/office/drawing/2014/main" id="{DBE1C2F1-F82E-02AF-26E8-C63C5EE82ADD}"/>
              </a:ext>
            </a:extLst>
          </p:cNvPr>
          <p:cNvSpPr>
            <a:spLocks noGrp="1"/>
          </p:cNvSpPr>
          <p:nvPr>
            <p:ph type="body" sz="quarter" idx="30" hasCustomPrompt="1"/>
          </p:nvPr>
        </p:nvSpPr>
        <p:spPr>
          <a:xfrm>
            <a:off x="8426742" y="4571252"/>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51" name="Espace réservé du texte 22">
            <a:extLst>
              <a:ext uri="{FF2B5EF4-FFF2-40B4-BE49-F238E27FC236}">
                <a16:creationId xmlns:a16="http://schemas.microsoft.com/office/drawing/2014/main" id="{232B5EC3-C680-E935-2DF3-4FE7A8CC90C6}"/>
              </a:ext>
            </a:extLst>
          </p:cNvPr>
          <p:cNvSpPr>
            <a:spLocks noGrp="1"/>
          </p:cNvSpPr>
          <p:nvPr>
            <p:ph type="body" sz="quarter" idx="31"/>
          </p:nvPr>
        </p:nvSpPr>
        <p:spPr>
          <a:xfrm>
            <a:off x="7788590" y="5172996"/>
            <a:ext cx="2603604" cy="430887"/>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52" name="Espace réservé du texte 44">
            <a:extLst>
              <a:ext uri="{FF2B5EF4-FFF2-40B4-BE49-F238E27FC236}">
                <a16:creationId xmlns:a16="http://schemas.microsoft.com/office/drawing/2014/main" id="{BC3723A6-7B99-29DD-683F-1C2273B10FB9}"/>
              </a:ext>
            </a:extLst>
          </p:cNvPr>
          <p:cNvSpPr>
            <a:spLocks noGrp="1"/>
          </p:cNvSpPr>
          <p:nvPr>
            <p:ph type="body" sz="quarter" idx="32" hasCustomPrompt="1"/>
          </p:nvPr>
        </p:nvSpPr>
        <p:spPr>
          <a:xfrm>
            <a:off x="7808183" y="4509877"/>
            <a:ext cx="370383" cy="370356"/>
          </a:xfrm>
          <a:prstGeom prst="ellipse">
            <a:avLst/>
          </a:prstGeom>
          <a:solidFill>
            <a:schemeClr val="tx2"/>
          </a:solidFill>
        </p:spPr>
        <p:txBody>
          <a:bodyPr lIns="0" tIns="0" rIns="0" bIns="0" anchor="ctr" anchorCtr="0">
            <a:normAutofit/>
          </a:bodyPr>
          <a:lstStyle>
            <a:lvl1pPr marL="0" indent="0" algn="ctr">
              <a:buNone/>
              <a:defRPr sz="1213" b="1">
                <a:solidFill>
                  <a:schemeClr val="bg1"/>
                </a:solidFill>
              </a:defRPr>
            </a:lvl1pPr>
          </a:lstStyle>
          <a:p>
            <a:pPr lvl="0"/>
            <a:r>
              <a:rPr lang="fr-FR"/>
              <a:t>#</a:t>
            </a:r>
          </a:p>
        </p:txBody>
      </p:sp>
    </p:spTree>
    <p:extLst>
      <p:ext uri="{BB962C8B-B14F-4D97-AF65-F5344CB8AC3E}">
        <p14:creationId xmlns:p14="http://schemas.microsoft.com/office/powerpoint/2010/main" val="716467426"/>
      </p:ext>
    </p:extLst>
  </p:cSld>
  <p:clrMapOvr>
    <a:masterClrMapping/>
  </p:clrMapOvr>
  <p:hf sldNum="0"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2_Diapositive de titre">
    <p:bg>
      <p:bgPr>
        <a:solidFill>
          <a:schemeClr val="tx2"/>
        </a:solidFill>
        <a:effectLst/>
      </p:bgPr>
    </p:bg>
    <p:spTree>
      <p:nvGrpSpPr>
        <p:cNvPr id="1" name=""/>
        <p:cNvGrpSpPr/>
        <p:nvPr/>
      </p:nvGrpSpPr>
      <p:grpSpPr>
        <a:xfrm>
          <a:off x="0" y="0"/>
          <a:ext cx="0" cy="0"/>
          <a:chOff x="0" y="0"/>
          <a:chExt cx="0" cy="0"/>
        </a:xfrm>
      </p:grpSpPr>
      <p:grpSp>
        <p:nvGrpSpPr>
          <p:cNvPr id="29" name="Groupe 28">
            <a:extLst>
              <a:ext uri="{FF2B5EF4-FFF2-40B4-BE49-F238E27FC236}">
                <a16:creationId xmlns:a16="http://schemas.microsoft.com/office/drawing/2014/main" id="{F7FA83AF-96EF-D43D-A960-C06813C07F96}"/>
              </a:ext>
            </a:extLst>
          </p:cNvPr>
          <p:cNvGrpSpPr/>
          <p:nvPr/>
        </p:nvGrpSpPr>
        <p:grpSpPr>
          <a:xfrm>
            <a:off x="3245490" y="-2208536"/>
            <a:ext cx="8451811" cy="8501496"/>
            <a:chOff x="23550128" y="9660461"/>
            <a:chExt cx="13936684" cy="14019596"/>
          </a:xfrm>
        </p:grpSpPr>
        <p:sp>
          <p:nvSpPr>
            <p:cNvPr id="30" name="Forme libre : forme 29">
              <a:extLst>
                <a:ext uri="{FF2B5EF4-FFF2-40B4-BE49-F238E27FC236}">
                  <a16:creationId xmlns:a16="http://schemas.microsoft.com/office/drawing/2014/main" id="{3C70068A-3DBA-2617-533C-678806FFF045}"/>
                </a:ext>
              </a:extLst>
            </p:cNvPr>
            <p:cNvSpPr/>
            <p:nvPr/>
          </p:nvSpPr>
          <p:spPr>
            <a:xfrm>
              <a:off x="23550128" y="10478058"/>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noFill/>
            <a:ln w="7647" cap="flat">
              <a:solidFill>
                <a:schemeClr val="bg1"/>
              </a:solidFill>
              <a:prstDash val="solid"/>
              <a:miter/>
            </a:ln>
          </p:spPr>
          <p:txBody>
            <a:bodyPr rtlCol="0" anchor="ctr"/>
            <a:lstStyle/>
            <a:p>
              <a:endParaRPr lang="fr-FR" sz="1092"/>
            </a:p>
          </p:txBody>
        </p:sp>
        <p:sp>
          <p:nvSpPr>
            <p:cNvPr id="31" name="Rectangle 30">
              <a:extLst>
                <a:ext uri="{FF2B5EF4-FFF2-40B4-BE49-F238E27FC236}">
                  <a16:creationId xmlns:a16="http://schemas.microsoft.com/office/drawing/2014/main" id="{4E424921-08B1-CFF4-EE62-F71A7DD7BCA5}"/>
                </a:ext>
              </a:extLst>
            </p:cNvPr>
            <p:cNvSpPr/>
            <p:nvPr/>
          </p:nvSpPr>
          <p:spPr>
            <a:xfrm>
              <a:off x="24591896" y="9660461"/>
              <a:ext cx="11970754" cy="364203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rgbClr val="F9F9F9"/>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2" name="Titre 1">
            <a:extLst>
              <a:ext uri="{FF2B5EF4-FFF2-40B4-BE49-F238E27FC236}">
                <a16:creationId xmlns:a16="http://schemas.microsoft.com/office/drawing/2014/main" id="{FCF14866-E4B9-776A-70E0-90665ED3F728}"/>
              </a:ext>
            </a:extLst>
          </p:cNvPr>
          <p:cNvSpPr>
            <a:spLocks noGrp="1"/>
          </p:cNvSpPr>
          <p:nvPr>
            <p:ph type="ctrTitle" hasCustomPrompt="1"/>
          </p:nvPr>
        </p:nvSpPr>
        <p:spPr>
          <a:xfrm>
            <a:off x="2431495" y="5909306"/>
            <a:ext cx="3585196" cy="278987"/>
          </a:xfrm>
          <a:solidFill>
            <a:schemeClr val="tx2"/>
          </a:solidFill>
        </p:spPr>
        <p:txBody>
          <a:bodyPr wrap="square" anchor="t" anchorCtr="0">
            <a:spAutoFit/>
          </a:bodyPr>
          <a:lstStyle>
            <a:lvl1pPr marL="7701" algn="l" defTabSz="554492" rtl="0" eaLnBrk="1" latinLnBrk="0" hangingPunct="1">
              <a:lnSpc>
                <a:spcPct val="100000"/>
              </a:lnSpc>
              <a:spcBef>
                <a:spcPts val="73"/>
              </a:spcBef>
              <a:buNone/>
              <a:defRPr lang="fr-FR" sz="1200" b="1" kern="1200" dirty="0">
                <a:solidFill>
                  <a:schemeClr val="bg2"/>
                </a:solidFill>
                <a:latin typeface="+mj-lt"/>
                <a:ea typeface="+mj-ea"/>
                <a:cs typeface="Poppins ExtraBold" panose="00000900000000000000" pitchFamily="2" charset="0"/>
              </a:defRPr>
            </a:lvl1pPr>
          </a:lstStyle>
          <a:p>
            <a:pPr marL="12700">
              <a:spcBef>
                <a:spcPts val="120"/>
              </a:spcBef>
            </a:pPr>
            <a:r>
              <a:rPr lang="fr-FR">
                <a:latin typeface="+mj-lt"/>
                <a:cs typeface="Poppins ExtraBold" panose="00000900000000000000" pitchFamily="2" charset="0"/>
              </a:rPr>
              <a:t>Nom</a:t>
            </a:r>
            <a:endParaRPr lang="fr-FR" spc="-12">
              <a:latin typeface="+mj-lt"/>
              <a:cs typeface="Poppins ExtraBold" panose="00000900000000000000" pitchFamily="2" charset="0"/>
            </a:endParaRPr>
          </a:p>
        </p:txBody>
      </p:sp>
      <p:pic>
        <p:nvPicPr>
          <p:cNvPr id="22" name="Graphique 21">
            <a:extLst>
              <a:ext uri="{FF2B5EF4-FFF2-40B4-BE49-F238E27FC236}">
                <a16:creationId xmlns:a16="http://schemas.microsoft.com/office/drawing/2014/main" id="{31066733-9516-BE4E-43A0-A34E8E7D1E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a:lstStyle>
            <a:lvl1pPr algn="r">
              <a:defRPr>
                <a:solidFill>
                  <a:schemeClr val="tx1"/>
                </a:solidFill>
              </a:defRPr>
            </a:lvl1pPr>
          </a:lstStyle>
          <a:p>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tx1"/>
                </a:solidFill>
                <a:latin typeface="+mj-lt"/>
              </a:defRPr>
            </a:lvl1pPr>
          </a:lstStyle>
          <a:p>
            <a:fld id="{362060BF-C460-4FB3-AB63-4430F31C2F52}" type="slidenum">
              <a:rPr lang="fr-FR" smtClean="0"/>
              <a:pPr/>
              <a:t>‹N°›</a:t>
            </a:fld>
            <a:endParaRPr lang="fr-FR"/>
          </a:p>
        </p:txBody>
      </p:sp>
      <p:sp>
        <p:nvSpPr>
          <p:cNvPr id="32" name="Espace réservé du contenu 31">
            <a:extLst>
              <a:ext uri="{FF2B5EF4-FFF2-40B4-BE49-F238E27FC236}">
                <a16:creationId xmlns:a16="http://schemas.microsoft.com/office/drawing/2014/main" id="{815564CD-8785-B101-614B-74C477DD2A2F}"/>
              </a:ext>
            </a:extLst>
          </p:cNvPr>
          <p:cNvSpPr>
            <a:spLocks noGrp="1"/>
          </p:cNvSpPr>
          <p:nvPr>
            <p:ph sz="quarter" idx="13"/>
          </p:nvPr>
        </p:nvSpPr>
        <p:spPr>
          <a:xfrm>
            <a:off x="2431495" y="3548613"/>
            <a:ext cx="7962128" cy="900190"/>
          </a:xfrm>
          <a:solidFill>
            <a:schemeClr val="tx2"/>
          </a:solidFill>
        </p:spPr>
        <p:txBody>
          <a:bodyPr>
            <a:noAutofit/>
          </a:bodyPr>
          <a:lstStyle>
            <a:lvl1pPr marL="0" indent="0">
              <a:lnSpc>
                <a:spcPts val="2911"/>
              </a:lnSpc>
              <a:spcBef>
                <a:spcPts val="0"/>
              </a:spcBef>
              <a:spcAft>
                <a:spcPts val="728"/>
              </a:spcAft>
              <a:buClr>
                <a:schemeClr val="tx2"/>
              </a:buClr>
              <a:buFont typeface="+mj-lt"/>
              <a:buNone/>
              <a:defRPr sz="3000" b="1">
                <a:solidFill>
                  <a:schemeClr val="bg2"/>
                </a:solidFill>
                <a:latin typeface="+mj-lt"/>
                <a:cs typeface="Poppins Light" panose="00000400000000000000" pitchFamily="2" charset="0"/>
              </a:defRPr>
            </a:lvl1pPr>
            <a:lvl2pPr marL="0" indent="0">
              <a:lnSpc>
                <a:spcPts val="1213"/>
              </a:lnSpc>
              <a:spcBef>
                <a:spcPts val="0"/>
              </a:spcBef>
              <a:spcAft>
                <a:spcPts val="728"/>
              </a:spcAft>
              <a:buClr>
                <a:schemeClr val="tx2"/>
              </a:buClr>
              <a:buFont typeface="+mj-lt"/>
              <a:buNone/>
              <a:defRPr sz="1092">
                <a:solidFill>
                  <a:schemeClr val="tx1"/>
                </a:solidFill>
                <a:latin typeface="Poppins Light" panose="00000400000000000000" pitchFamily="2" charset="0"/>
                <a:cs typeface="Poppins Light" panose="00000400000000000000" pitchFamily="2" charset="0"/>
              </a:defRPr>
            </a:lvl2pPr>
          </a:lstStyle>
          <a:p>
            <a:pPr lvl="0"/>
            <a:r>
              <a:rPr lang="fr-FR"/>
              <a:t>Cliquez pour modifier les styles du texte du masque</a:t>
            </a:r>
          </a:p>
        </p:txBody>
      </p:sp>
      <p:sp>
        <p:nvSpPr>
          <p:cNvPr id="33" name="Espace réservé pour une image  42">
            <a:extLst>
              <a:ext uri="{FF2B5EF4-FFF2-40B4-BE49-F238E27FC236}">
                <a16:creationId xmlns:a16="http://schemas.microsoft.com/office/drawing/2014/main" id="{A566BB60-2976-1F7F-141D-52B394091C4B}"/>
              </a:ext>
            </a:extLst>
          </p:cNvPr>
          <p:cNvSpPr>
            <a:spLocks noGrp="1"/>
          </p:cNvSpPr>
          <p:nvPr>
            <p:ph type="pic" sz="quarter" idx="15"/>
          </p:nvPr>
        </p:nvSpPr>
        <p:spPr>
          <a:xfrm>
            <a:off x="2434514" y="1289587"/>
            <a:ext cx="1804968" cy="1804841"/>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effectLst>
            <a:outerShdw blurRad="584200" dist="215900" dir="2700000" sx="102000" sy="102000" algn="tl" rotWithShape="0">
              <a:schemeClr val="tx2">
                <a:lumMod val="50000"/>
                <a:alpha val="35000"/>
              </a:schemeClr>
            </a:outerShdw>
          </a:effectLst>
        </p:spPr>
        <p:txBody>
          <a:bodyPr wrap="square">
            <a:noAutofit/>
          </a:bodyPr>
          <a:lstStyle/>
          <a:p>
            <a:r>
              <a:rPr lang="fr-FR"/>
              <a:t>Cliquez sur l'icône pour ajouter une image</a:t>
            </a:r>
          </a:p>
        </p:txBody>
      </p:sp>
    </p:spTree>
    <p:extLst>
      <p:ext uri="{BB962C8B-B14F-4D97-AF65-F5344CB8AC3E}">
        <p14:creationId xmlns:p14="http://schemas.microsoft.com/office/powerpoint/2010/main" val="1178055349"/>
      </p:ext>
    </p:extLst>
  </p:cSld>
  <p:clrMapOvr>
    <a:masterClrMapping/>
  </p:clrMapOvr>
  <p:hf sldNum="0"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3_Diapositive de titre">
    <p:bg>
      <p:bgPr>
        <a:solidFill>
          <a:schemeClr val="tx1"/>
        </a:solidFill>
        <a:effectLst/>
      </p:bgPr>
    </p:bg>
    <p:spTree>
      <p:nvGrpSpPr>
        <p:cNvPr id="1" name=""/>
        <p:cNvGrpSpPr/>
        <p:nvPr/>
      </p:nvGrpSpPr>
      <p:grpSpPr>
        <a:xfrm>
          <a:off x="0" y="0"/>
          <a:ext cx="0" cy="0"/>
          <a:chOff x="0" y="0"/>
          <a:chExt cx="0" cy="0"/>
        </a:xfrm>
      </p:grpSpPr>
      <p:grpSp>
        <p:nvGrpSpPr>
          <p:cNvPr id="29" name="Groupe 28">
            <a:extLst>
              <a:ext uri="{FF2B5EF4-FFF2-40B4-BE49-F238E27FC236}">
                <a16:creationId xmlns:a16="http://schemas.microsoft.com/office/drawing/2014/main" id="{F7FA83AF-96EF-D43D-A960-C06813C07F96}"/>
              </a:ext>
            </a:extLst>
          </p:cNvPr>
          <p:cNvGrpSpPr/>
          <p:nvPr/>
        </p:nvGrpSpPr>
        <p:grpSpPr>
          <a:xfrm>
            <a:off x="3245490" y="-2208536"/>
            <a:ext cx="8451811" cy="8501496"/>
            <a:chOff x="23550128" y="9660461"/>
            <a:chExt cx="13936684" cy="14019596"/>
          </a:xfrm>
        </p:grpSpPr>
        <p:sp>
          <p:nvSpPr>
            <p:cNvPr id="30" name="Forme libre : forme 29">
              <a:extLst>
                <a:ext uri="{FF2B5EF4-FFF2-40B4-BE49-F238E27FC236}">
                  <a16:creationId xmlns:a16="http://schemas.microsoft.com/office/drawing/2014/main" id="{3C70068A-3DBA-2617-533C-678806FFF045}"/>
                </a:ext>
              </a:extLst>
            </p:cNvPr>
            <p:cNvSpPr/>
            <p:nvPr/>
          </p:nvSpPr>
          <p:spPr>
            <a:xfrm>
              <a:off x="23550128" y="10478058"/>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noFill/>
            <a:ln w="7647" cap="flat">
              <a:solidFill>
                <a:schemeClr val="tx2"/>
              </a:solidFill>
              <a:prstDash val="solid"/>
              <a:miter/>
            </a:ln>
          </p:spPr>
          <p:txBody>
            <a:bodyPr rtlCol="0" anchor="ctr"/>
            <a:lstStyle/>
            <a:p>
              <a:endParaRPr lang="fr-FR" sz="1092"/>
            </a:p>
          </p:txBody>
        </p:sp>
        <p:sp>
          <p:nvSpPr>
            <p:cNvPr id="31" name="Rectangle 30">
              <a:extLst>
                <a:ext uri="{FF2B5EF4-FFF2-40B4-BE49-F238E27FC236}">
                  <a16:creationId xmlns:a16="http://schemas.microsoft.com/office/drawing/2014/main" id="{4E424921-08B1-CFF4-EE62-F71A7DD7BCA5}"/>
                </a:ext>
              </a:extLst>
            </p:cNvPr>
            <p:cNvSpPr/>
            <p:nvPr/>
          </p:nvSpPr>
          <p:spPr>
            <a:xfrm>
              <a:off x="24591896" y="9660461"/>
              <a:ext cx="11970754" cy="364203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rgbClr val="F9F9F9"/>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2" name="Titre 1">
            <a:extLst>
              <a:ext uri="{FF2B5EF4-FFF2-40B4-BE49-F238E27FC236}">
                <a16:creationId xmlns:a16="http://schemas.microsoft.com/office/drawing/2014/main" id="{FCF14866-E4B9-776A-70E0-90665ED3F728}"/>
              </a:ext>
            </a:extLst>
          </p:cNvPr>
          <p:cNvSpPr>
            <a:spLocks noGrp="1"/>
          </p:cNvSpPr>
          <p:nvPr>
            <p:ph type="ctrTitle" hasCustomPrompt="1"/>
          </p:nvPr>
        </p:nvSpPr>
        <p:spPr>
          <a:xfrm>
            <a:off x="3657621" y="5259074"/>
            <a:ext cx="2068691" cy="278987"/>
          </a:xfrm>
          <a:solidFill>
            <a:schemeClr val="tx1"/>
          </a:solidFill>
        </p:spPr>
        <p:txBody>
          <a:bodyPr wrap="square" anchor="t" anchorCtr="0">
            <a:spAutoFit/>
          </a:bodyPr>
          <a:lstStyle>
            <a:lvl1pPr marL="7701" algn="l" defTabSz="554492" rtl="0" eaLnBrk="1" latinLnBrk="0" hangingPunct="1">
              <a:lnSpc>
                <a:spcPct val="100000"/>
              </a:lnSpc>
              <a:spcBef>
                <a:spcPts val="73"/>
              </a:spcBef>
              <a:buNone/>
              <a:defRPr lang="fr-FR" sz="1200" b="1" kern="1200" dirty="0">
                <a:solidFill>
                  <a:schemeClr val="bg2"/>
                </a:solidFill>
                <a:latin typeface="+mj-lt"/>
                <a:ea typeface="+mj-ea"/>
                <a:cs typeface="Poppins ExtraBold" panose="00000900000000000000" pitchFamily="2" charset="0"/>
              </a:defRPr>
            </a:lvl1pPr>
          </a:lstStyle>
          <a:p>
            <a:pPr marL="12700">
              <a:spcBef>
                <a:spcPts val="120"/>
              </a:spcBef>
            </a:pPr>
            <a:r>
              <a:rPr lang="fr-FR">
                <a:latin typeface="+mj-lt"/>
                <a:cs typeface="Poppins ExtraBold" panose="00000900000000000000" pitchFamily="2" charset="0"/>
              </a:rPr>
              <a:t>Nom</a:t>
            </a:r>
            <a:endParaRPr lang="fr-FR" spc="-12">
              <a:latin typeface="+mj-lt"/>
              <a:cs typeface="Poppins ExtraBold" panose="00000900000000000000" pitchFamily="2" charset="0"/>
            </a:endParaRPr>
          </a:p>
        </p:txBody>
      </p:sp>
      <p:pic>
        <p:nvPicPr>
          <p:cNvPr id="22" name="Graphique 21">
            <a:extLst>
              <a:ext uri="{FF2B5EF4-FFF2-40B4-BE49-F238E27FC236}">
                <a16:creationId xmlns:a16="http://schemas.microsoft.com/office/drawing/2014/main" id="{31066733-9516-BE4E-43A0-A34E8E7D1E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a:lstStyle>
            <a:lvl1pPr algn="r">
              <a:defRPr>
                <a:solidFill>
                  <a:schemeClr val="tx1"/>
                </a:solidFill>
              </a:defRPr>
            </a:lvl1pPr>
          </a:lstStyle>
          <a:p>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tx1"/>
                </a:solidFill>
                <a:latin typeface="+mj-lt"/>
              </a:defRPr>
            </a:lvl1pPr>
          </a:lstStyle>
          <a:p>
            <a:fld id="{362060BF-C460-4FB3-AB63-4430F31C2F52}" type="slidenum">
              <a:rPr lang="fr-FR" smtClean="0"/>
              <a:pPr/>
              <a:t>‹N°›</a:t>
            </a:fld>
            <a:endParaRPr lang="fr-FR"/>
          </a:p>
        </p:txBody>
      </p:sp>
      <p:sp>
        <p:nvSpPr>
          <p:cNvPr id="32" name="Espace réservé du contenu 31">
            <a:extLst>
              <a:ext uri="{FF2B5EF4-FFF2-40B4-BE49-F238E27FC236}">
                <a16:creationId xmlns:a16="http://schemas.microsoft.com/office/drawing/2014/main" id="{815564CD-8785-B101-614B-74C477DD2A2F}"/>
              </a:ext>
            </a:extLst>
          </p:cNvPr>
          <p:cNvSpPr>
            <a:spLocks noGrp="1"/>
          </p:cNvSpPr>
          <p:nvPr>
            <p:ph sz="quarter" idx="13"/>
          </p:nvPr>
        </p:nvSpPr>
        <p:spPr>
          <a:xfrm>
            <a:off x="2442273" y="1673105"/>
            <a:ext cx="8367248" cy="1587803"/>
          </a:xfrm>
          <a:solidFill>
            <a:schemeClr val="tx1"/>
          </a:solidFill>
        </p:spPr>
        <p:txBody>
          <a:bodyPr>
            <a:noAutofit/>
          </a:bodyPr>
          <a:lstStyle>
            <a:lvl1pPr marL="0" indent="0">
              <a:lnSpc>
                <a:spcPts val="2911"/>
              </a:lnSpc>
              <a:spcBef>
                <a:spcPts val="0"/>
              </a:spcBef>
              <a:spcAft>
                <a:spcPts val="728"/>
              </a:spcAft>
              <a:buClr>
                <a:schemeClr val="tx2"/>
              </a:buClr>
              <a:buFont typeface="+mj-lt"/>
              <a:buNone/>
              <a:defRPr sz="3000" b="0">
                <a:solidFill>
                  <a:schemeClr val="bg2"/>
                </a:solidFill>
                <a:latin typeface="Georgia" panose="02040502050405020303" pitchFamily="18" charset="0"/>
                <a:cs typeface="Poppins Light" panose="00000400000000000000" pitchFamily="2" charset="0"/>
              </a:defRPr>
            </a:lvl1pPr>
            <a:lvl2pPr marL="0" indent="0">
              <a:lnSpc>
                <a:spcPts val="1213"/>
              </a:lnSpc>
              <a:spcBef>
                <a:spcPts val="0"/>
              </a:spcBef>
              <a:spcAft>
                <a:spcPts val="728"/>
              </a:spcAft>
              <a:buClr>
                <a:schemeClr val="tx2"/>
              </a:buClr>
              <a:buFont typeface="+mj-lt"/>
              <a:buNone/>
              <a:defRPr sz="1092">
                <a:solidFill>
                  <a:schemeClr val="tx1"/>
                </a:solidFill>
                <a:latin typeface="Poppins Light" panose="00000400000000000000" pitchFamily="2" charset="0"/>
                <a:cs typeface="Poppins Light" panose="00000400000000000000" pitchFamily="2" charset="0"/>
              </a:defRPr>
            </a:lvl2pPr>
          </a:lstStyle>
          <a:p>
            <a:pPr lvl="0"/>
            <a:r>
              <a:rPr lang="fr-FR"/>
              <a:t>Cliquez pour modifier les styles du texte du masque</a:t>
            </a:r>
          </a:p>
        </p:txBody>
      </p:sp>
      <p:sp>
        <p:nvSpPr>
          <p:cNvPr id="33" name="Espace réservé pour une image  42">
            <a:extLst>
              <a:ext uri="{FF2B5EF4-FFF2-40B4-BE49-F238E27FC236}">
                <a16:creationId xmlns:a16="http://schemas.microsoft.com/office/drawing/2014/main" id="{A566BB60-2976-1F7F-141D-52B394091C4B}"/>
              </a:ext>
            </a:extLst>
          </p:cNvPr>
          <p:cNvSpPr>
            <a:spLocks noGrp="1"/>
          </p:cNvSpPr>
          <p:nvPr>
            <p:ph type="pic" sz="quarter" idx="15"/>
          </p:nvPr>
        </p:nvSpPr>
        <p:spPr>
          <a:xfrm>
            <a:off x="2442273" y="4937819"/>
            <a:ext cx="989455" cy="989386"/>
          </a:xfrm>
          <a:custGeom>
            <a:avLst/>
            <a:gdLst>
              <a:gd name="connsiteX0" fmla="*/ 923925 w 1847850"/>
              <a:gd name="connsiteY0" fmla="*/ 0 h 1847850"/>
              <a:gd name="connsiteX1" fmla="*/ 1847850 w 1847850"/>
              <a:gd name="connsiteY1" fmla="*/ 923925 h 1847850"/>
              <a:gd name="connsiteX2" fmla="*/ 923925 w 1847850"/>
              <a:gd name="connsiteY2" fmla="*/ 1847850 h 1847850"/>
              <a:gd name="connsiteX3" fmla="*/ 0 w 1847850"/>
              <a:gd name="connsiteY3" fmla="*/ 923925 h 1847850"/>
              <a:gd name="connsiteX4" fmla="*/ 923925 w 1847850"/>
              <a:gd name="connsiteY4" fmla="*/ 0 h 18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0" h="1847850">
                <a:moveTo>
                  <a:pt x="923925" y="0"/>
                </a:moveTo>
                <a:cubicBezTo>
                  <a:pt x="1434195" y="0"/>
                  <a:pt x="1847850" y="413655"/>
                  <a:pt x="1847850" y="923925"/>
                </a:cubicBezTo>
                <a:cubicBezTo>
                  <a:pt x="1847850" y="1434195"/>
                  <a:pt x="1434195" y="1847850"/>
                  <a:pt x="923925" y="1847850"/>
                </a:cubicBezTo>
                <a:cubicBezTo>
                  <a:pt x="413655" y="1847850"/>
                  <a:pt x="0" y="1434195"/>
                  <a:pt x="0" y="923925"/>
                </a:cubicBezTo>
                <a:cubicBezTo>
                  <a:pt x="0" y="413655"/>
                  <a:pt x="413655" y="0"/>
                  <a:pt x="923925" y="0"/>
                </a:cubicBezTo>
                <a:close/>
              </a:path>
            </a:pathLst>
          </a:custGeom>
          <a:solidFill>
            <a:srgbClr val="E5E8EE"/>
          </a:solidFill>
          <a:effectLst/>
        </p:spPr>
        <p:txBody>
          <a:bodyPr wrap="square">
            <a:noAutofit/>
          </a:bodyPr>
          <a:lstStyle/>
          <a:p>
            <a:r>
              <a:rPr lang="fr-FR"/>
              <a:t>Cliquez sur l'icône pour ajouter une image</a:t>
            </a:r>
          </a:p>
        </p:txBody>
      </p:sp>
    </p:spTree>
    <p:extLst>
      <p:ext uri="{BB962C8B-B14F-4D97-AF65-F5344CB8AC3E}">
        <p14:creationId xmlns:p14="http://schemas.microsoft.com/office/powerpoint/2010/main" val="894397931"/>
      </p:ext>
    </p:extLst>
  </p:cSld>
  <p:clrMapOvr>
    <a:masterClrMapping/>
  </p:clrMapOvr>
  <p:hf sldNum="0"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40_Diapositive de titre">
    <p:bg>
      <p:bgPr>
        <a:solidFill>
          <a:schemeClr val="tx1"/>
        </a:solidFill>
        <a:effectLst/>
      </p:bgPr>
    </p:bg>
    <p:spTree>
      <p:nvGrpSpPr>
        <p:cNvPr id="1" name=""/>
        <p:cNvGrpSpPr/>
        <p:nvPr/>
      </p:nvGrpSpPr>
      <p:grpSpPr>
        <a:xfrm>
          <a:off x="0" y="0"/>
          <a:ext cx="0" cy="0"/>
          <a:chOff x="0" y="0"/>
          <a:chExt cx="0" cy="0"/>
        </a:xfrm>
      </p:grpSpPr>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rgbClr val="F9F9F9"/>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22" name="Graphique 21">
            <a:extLst>
              <a:ext uri="{FF2B5EF4-FFF2-40B4-BE49-F238E27FC236}">
                <a16:creationId xmlns:a16="http://schemas.microsoft.com/office/drawing/2014/main" id="{31066733-9516-BE4E-43A0-A34E8E7D1E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a:lstStyle>
            <a:lvl1pPr algn="r">
              <a:defRPr>
                <a:solidFill>
                  <a:schemeClr val="tx1"/>
                </a:solidFill>
              </a:defRPr>
            </a:lvl1pPr>
          </a:lstStyle>
          <a:p>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tx1"/>
                </a:solidFill>
                <a:latin typeface="+mj-lt"/>
              </a:defRPr>
            </a:lvl1pPr>
          </a:lstStyle>
          <a:p>
            <a:fld id="{362060BF-C460-4FB3-AB63-4430F31C2F52}" type="slidenum">
              <a:rPr lang="fr-FR" smtClean="0"/>
              <a:pPr/>
              <a:t>‹N°›</a:t>
            </a:fld>
            <a:endParaRPr lang="fr-FR"/>
          </a:p>
        </p:txBody>
      </p:sp>
      <p:sp>
        <p:nvSpPr>
          <p:cNvPr id="32" name="Espace réservé du contenu 31">
            <a:extLst>
              <a:ext uri="{FF2B5EF4-FFF2-40B4-BE49-F238E27FC236}">
                <a16:creationId xmlns:a16="http://schemas.microsoft.com/office/drawing/2014/main" id="{815564CD-8785-B101-614B-74C477DD2A2F}"/>
              </a:ext>
            </a:extLst>
          </p:cNvPr>
          <p:cNvSpPr>
            <a:spLocks noGrp="1"/>
          </p:cNvSpPr>
          <p:nvPr>
            <p:ph sz="quarter" idx="13"/>
          </p:nvPr>
        </p:nvSpPr>
        <p:spPr>
          <a:xfrm>
            <a:off x="1139871" y="2088975"/>
            <a:ext cx="8367248" cy="1587803"/>
          </a:xfrm>
          <a:solidFill>
            <a:schemeClr val="tx1"/>
          </a:solidFill>
        </p:spPr>
        <p:txBody>
          <a:bodyPr>
            <a:noAutofit/>
          </a:bodyPr>
          <a:lstStyle>
            <a:lvl1pPr marL="0" indent="0">
              <a:lnSpc>
                <a:spcPts val="5094"/>
              </a:lnSpc>
              <a:spcBef>
                <a:spcPts val="0"/>
              </a:spcBef>
              <a:spcAft>
                <a:spcPts val="364"/>
              </a:spcAft>
              <a:buClr>
                <a:schemeClr val="tx2"/>
              </a:buClr>
              <a:buFont typeface="+mj-lt"/>
              <a:buNone/>
              <a:defRPr sz="4400" b="1">
                <a:solidFill>
                  <a:schemeClr val="bg2"/>
                </a:solidFill>
                <a:latin typeface="+mj-lt"/>
                <a:cs typeface="Poppins Light" panose="00000400000000000000" pitchFamily="2" charset="0"/>
              </a:defRPr>
            </a:lvl1pPr>
            <a:lvl2pPr marL="0" indent="0">
              <a:lnSpc>
                <a:spcPts val="1213"/>
              </a:lnSpc>
              <a:spcBef>
                <a:spcPts val="0"/>
              </a:spcBef>
              <a:spcAft>
                <a:spcPts val="728"/>
              </a:spcAft>
              <a:buClr>
                <a:schemeClr val="tx2"/>
              </a:buClr>
              <a:buFont typeface="+mj-lt"/>
              <a:buNone/>
              <a:defRPr sz="1092">
                <a:solidFill>
                  <a:schemeClr val="tx1"/>
                </a:solidFill>
                <a:latin typeface="Poppins Light" panose="00000400000000000000" pitchFamily="2" charset="0"/>
                <a:cs typeface="Poppins Light" panose="00000400000000000000" pitchFamily="2" charset="0"/>
              </a:defRPr>
            </a:lvl2pPr>
          </a:lstStyle>
          <a:p>
            <a:pPr lvl="0"/>
            <a:r>
              <a:rPr lang="fr-FR"/>
              <a:t>Cliquez pour modifier les styles du texte du masque</a:t>
            </a:r>
          </a:p>
        </p:txBody>
      </p:sp>
      <p:sp>
        <p:nvSpPr>
          <p:cNvPr id="3" name="Espace réservé du texte 22">
            <a:extLst>
              <a:ext uri="{FF2B5EF4-FFF2-40B4-BE49-F238E27FC236}">
                <a16:creationId xmlns:a16="http://schemas.microsoft.com/office/drawing/2014/main" id="{5DD3EB68-CF0E-920D-C41F-02D0E21CB09E}"/>
              </a:ext>
            </a:extLst>
          </p:cNvPr>
          <p:cNvSpPr>
            <a:spLocks noGrp="1"/>
          </p:cNvSpPr>
          <p:nvPr>
            <p:ph type="body" sz="quarter" idx="14"/>
          </p:nvPr>
        </p:nvSpPr>
        <p:spPr>
          <a:xfrm>
            <a:off x="1139871" y="615848"/>
            <a:ext cx="4956129" cy="261867"/>
          </a:xfrm>
          <a:noFill/>
        </p:spPr>
        <p:txBody>
          <a:bodyPr wrap="square">
            <a:spAutoFit/>
          </a:bodyPr>
          <a:lstStyle>
            <a:lvl1pPr marL="0" indent="0">
              <a:buNone/>
              <a:defRPr sz="1200" b="0">
                <a:solidFill>
                  <a:schemeClr val="tx2"/>
                </a:solidFill>
              </a:defRPr>
            </a:lvl1pPr>
          </a:lstStyle>
          <a:p>
            <a:pPr lvl="0"/>
            <a:r>
              <a:rPr lang="fr-FR"/>
              <a:t>Cliquez pour modifier les styles du texte du masque</a:t>
            </a:r>
          </a:p>
        </p:txBody>
      </p:sp>
    </p:spTree>
    <p:extLst>
      <p:ext uri="{BB962C8B-B14F-4D97-AF65-F5344CB8AC3E}">
        <p14:creationId xmlns:p14="http://schemas.microsoft.com/office/powerpoint/2010/main" val="205401776"/>
      </p:ext>
    </p:extLst>
  </p:cSld>
  <p:clrMapOvr>
    <a:masterClrMapping/>
  </p:clrMapOvr>
  <p:hf sldNum="0"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4_Diapositive de titre">
    <p:bg>
      <p:bgPr>
        <a:solidFill>
          <a:schemeClr val="bg1"/>
        </a:solidFill>
        <a:effectLst/>
      </p:bgPr>
    </p:bg>
    <p:spTree>
      <p:nvGrpSpPr>
        <p:cNvPr id="1" name=""/>
        <p:cNvGrpSpPr/>
        <p:nvPr/>
      </p:nvGrpSpPr>
      <p:grpSpPr>
        <a:xfrm>
          <a:off x="0" y="0"/>
          <a:ext cx="0" cy="0"/>
          <a:chOff x="0" y="0"/>
          <a:chExt cx="0" cy="0"/>
        </a:xfrm>
      </p:grpSpPr>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8" name="Espace réservé du texte 19">
            <a:extLst>
              <a:ext uri="{FF2B5EF4-FFF2-40B4-BE49-F238E27FC236}">
                <a16:creationId xmlns:a16="http://schemas.microsoft.com/office/drawing/2014/main" id="{8A0036C7-F861-984D-4697-47E80A8680B1}"/>
              </a:ext>
            </a:extLst>
          </p:cNvPr>
          <p:cNvSpPr>
            <a:spLocks noGrp="1"/>
          </p:cNvSpPr>
          <p:nvPr>
            <p:ph type="body" sz="quarter" idx="13" hasCustomPrompt="1"/>
          </p:nvPr>
        </p:nvSpPr>
        <p:spPr>
          <a:xfrm>
            <a:off x="4120614" y="1252714"/>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29" name="Espace réservé du texte 22">
            <a:extLst>
              <a:ext uri="{FF2B5EF4-FFF2-40B4-BE49-F238E27FC236}">
                <a16:creationId xmlns:a16="http://schemas.microsoft.com/office/drawing/2014/main" id="{024A7A9B-4601-E7E9-CAF3-BEE24F2AC068}"/>
              </a:ext>
            </a:extLst>
          </p:cNvPr>
          <p:cNvSpPr>
            <a:spLocks noGrp="1"/>
          </p:cNvSpPr>
          <p:nvPr>
            <p:ph type="body" sz="quarter" idx="15"/>
          </p:nvPr>
        </p:nvSpPr>
        <p:spPr>
          <a:xfrm>
            <a:off x="4114303" y="1571078"/>
            <a:ext cx="1947174" cy="600164"/>
          </a:xfrm>
          <a:solidFill>
            <a:schemeClr val="bg1"/>
          </a:solid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6" name="object 3">
            <a:extLst>
              <a:ext uri="{FF2B5EF4-FFF2-40B4-BE49-F238E27FC236}">
                <a16:creationId xmlns:a16="http://schemas.microsoft.com/office/drawing/2014/main" id="{B8312D47-A246-4B42-FB13-744B04117E1A}"/>
              </a:ext>
            </a:extLst>
          </p:cNvPr>
          <p:cNvSpPr/>
          <p:nvPr/>
        </p:nvSpPr>
        <p:spPr>
          <a:xfrm>
            <a:off x="0" y="0"/>
            <a:ext cx="3492781" cy="6857615"/>
          </a:xfrm>
          <a:custGeom>
            <a:avLst/>
            <a:gdLst/>
            <a:ahLst/>
            <a:cxnLst/>
            <a:rect l="l" t="t" r="r" b="b"/>
            <a:pathLst>
              <a:path w="5759450" h="11306175">
                <a:moveTo>
                  <a:pt x="5758986" y="0"/>
                </a:moveTo>
                <a:lnTo>
                  <a:pt x="0" y="0"/>
                </a:lnTo>
                <a:lnTo>
                  <a:pt x="0" y="11305938"/>
                </a:lnTo>
                <a:lnTo>
                  <a:pt x="5758986" y="11305938"/>
                </a:lnTo>
                <a:lnTo>
                  <a:pt x="5758986" y="0"/>
                </a:lnTo>
                <a:close/>
              </a:path>
            </a:pathLst>
          </a:custGeom>
          <a:solidFill>
            <a:srgbClr val="1E2124"/>
          </a:solidFill>
        </p:spPr>
        <p:txBody>
          <a:bodyPr wrap="square" lIns="0" tIns="0" rIns="0" bIns="0" rtlCol="0"/>
          <a:lstStyle/>
          <a:p>
            <a:endParaRPr sz="1092"/>
          </a:p>
        </p:txBody>
      </p:sp>
      <p:sp>
        <p:nvSpPr>
          <p:cNvPr id="12" name="object 9">
            <a:extLst>
              <a:ext uri="{FF2B5EF4-FFF2-40B4-BE49-F238E27FC236}">
                <a16:creationId xmlns:a16="http://schemas.microsoft.com/office/drawing/2014/main" id="{DEBCB3B0-E363-6196-93C7-C5DDA564D358}"/>
              </a:ext>
            </a:extLst>
          </p:cNvPr>
          <p:cNvSpPr/>
          <p:nvPr/>
        </p:nvSpPr>
        <p:spPr>
          <a:xfrm>
            <a:off x="1076957" y="571459"/>
            <a:ext cx="1338963" cy="1338870"/>
          </a:xfrm>
          <a:custGeom>
            <a:avLst/>
            <a:gdLst/>
            <a:ahLst/>
            <a:cxnLst/>
            <a:rect l="l" t="t" r="r" b="b"/>
            <a:pathLst>
              <a:path w="2207895" h="2207895">
                <a:moveTo>
                  <a:pt x="1103809" y="2207639"/>
                </a:moveTo>
                <a:lnTo>
                  <a:pt x="1151690" y="2206619"/>
                </a:lnTo>
                <a:lnTo>
                  <a:pt x="1199049" y="2203587"/>
                </a:lnTo>
                <a:lnTo>
                  <a:pt x="1245847" y="2198585"/>
                </a:lnTo>
                <a:lnTo>
                  <a:pt x="1292040" y="2191653"/>
                </a:lnTo>
                <a:lnTo>
                  <a:pt x="1337589" y="2182834"/>
                </a:lnTo>
                <a:lnTo>
                  <a:pt x="1382450" y="2172168"/>
                </a:lnTo>
                <a:lnTo>
                  <a:pt x="1426584" y="2159697"/>
                </a:lnTo>
                <a:lnTo>
                  <a:pt x="1469948" y="2145463"/>
                </a:lnTo>
                <a:lnTo>
                  <a:pt x="1512501" y="2129507"/>
                </a:lnTo>
                <a:lnTo>
                  <a:pt x="1554202" y="2111870"/>
                </a:lnTo>
                <a:lnTo>
                  <a:pt x="1595009" y="2092593"/>
                </a:lnTo>
                <a:lnTo>
                  <a:pt x="1634880" y="2071719"/>
                </a:lnTo>
                <a:lnTo>
                  <a:pt x="1673776" y="2049289"/>
                </a:lnTo>
                <a:lnTo>
                  <a:pt x="1711653" y="2025343"/>
                </a:lnTo>
                <a:lnTo>
                  <a:pt x="1748471" y="1999924"/>
                </a:lnTo>
                <a:lnTo>
                  <a:pt x="1784188" y="1973072"/>
                </a:lnTo>
                <a:lnTo>
                  <a:pt x="1818762" y="1944830"/>
                </a:lnTo>
                <a:lnTo>
                  <a:pt x="1852153" y="1915238"/>
                </a:lnTo>
                <a:lnTo>
                  <a:pt x="1884319" y="1884339"/>
                </a:lnTo>
                <a:lnTo>
                  <a:pt x="1915218" y="1852173"/>
                </a:lnTo>
                <a:lnTo>
                  <a:pt x="1944810" y="1818781"/>
                </a:lnTo>
                <a:lnTo>
                  <a:pt x="1973052" y="1784206"/>
                </a:lnTo>
                <a:lnTo>
                  <a:pt x="1999903" y="1748489"/>
                </a:lnTo>
                <a:lnTo>
                  <a:pt x="2025323" y="1711671"/>
                </a:lnTo>
                <a:lnTo>
                  <a:pt x="2049268" y="1673794"/>
                </a:lnTo>
                <a:lnTo>
                  <a:pt x="2071699" y="1634898"/>
                </a:lnTo>
                <a:lnTo>
                  <a:pt x="2092573" y="1595026"/>
                </a:lnTo>
                <a:lnTo>
                  <a:pt x="2111849" y="1554218"/>
                </a:lnTo>
                <a:lnTo>
                  <a:pt x="2129486" y="1512517"/>
                </a:lnTo>
                <a:lnTo>
                  <a:pt x="2145442" y="1469964"/>
                </a:lnTo>
                <a:lnTo>
                  <a:pt x="2159677" y="1426599"/>
                </a:lnTo>
                <a:lnTo>
                  <a:pt x="2172147" y="1382465"/>
                </a:lnTo>
                <a:lnTo>
                  <a:pt x="2182813" y="1337603"/>
                </a:lnTo>
                <a:lnTo>
                  <a:pt x="2191632" y="1292054"/>
                </a:lnTo>
                <a:lnTo>
                  <a:pt x="2198564" y="1245860"/>
                </a:lnTo>
                <a:lnTo>
                  <a:pt x="2203566" y="1199061"/>
                </a:lnTo>
                <a:lnTo>
                  <a:pt x="2206598" y="1151701"/>
                </a:lnTo>
                <a:lnTo>
                  <a:pt x="2207618" y="1103819"/>
                </a:lnTo>
                <a:lnTo>
                  <a:pt x="2206598" y="1055938"/>
                </a:lnTo>
                <a:lnTo>
                  <a:pt x="2203566" y="1008577"/>
                </a:lnTo>
                <a:lnTo>
                  <a:pt x="2198564" y="961779"/>
                </a:lnTo>
                <a:lnTo>
                  <a:pt x="2191632" y="915585"/>
                </a:lnTo>
                <a:lnTo>
                  <a:pt x="2182813" y="870036"/>
                </a:lnTo>
                <a:lnTo>
                  <a:pt x="2172147" y="825174"/>
                </a:lnTo>
                <a:lnTo>
                  <a:pt x="2159677" y="781040"/>
                </a:lnTo>
                <a:lnTo>
                  <a:pt x="2145442" y="737675"/>
                </a:lnTo>
                <a:lnTo>
                  <a:pt x="2129486" y="695121"/>
                </a:lnTo>
                <a:lnTo>
                  <a:pt x="2111849" y="653420"/>
                </a:lnTo>
                <a:lnTo>
                  <a:pt x="2092573" y="612613"/>
                </a:lnTo>
                <a:lnTo>
                  <a:pt x="2071699" y="572741"/>
                </a:lnTo>
                <a:lnTo>
                  <a:pt x="2049268" y="533845"/>
                </a:lnTo>
                <a:lnTo>
                  <a:pt x="2025323" y="495967"/>
                </a:lnTo>
                <a:lnTo>
                  <a:pt x="1999903" y="459149"/>
                </a:lnTo>
                <a:lnTo>
                  <a:pt x="1973052" y="423432"/>
                </a:lnTo>
                <a:lnTo>
                  <a:pt x="1944810" y="388857"/>
                </a:lnTo>
                <a:lnTo>
                  <a:pt x="1915218" y="355466"/>
                </a:lnTo>
                <a:lnTo>
                  <a:pt x="1884319" y="323300"/>
                </a:lnTo>
                <a:lnTo>
                  <a:pt x="1852153" y="292400"/>
                </a:lnTo>
                <a:lnTo>
                  <a:pt x="1818762" y="262809"/>
                </a:lnTo>
                <a:lnTo>
                  <a:pt x="1784188" y="234566"/>
                </a:lnTo>
                <a:lnTo>
                  <a:pt x="1748471" y="207715"/>
                </a:lnTo>
                <a:lnTo>
                  <a:pt x="1711653" y="182296"/>
                </a:lnTo>
                <a:lnTo>
                  <a:pt x="1673776" y="158350"/>
                </a:lnTo>
                <a:lnTo>
                  <a:pt x="1634880" y="135919"/>
                </a:lnTo>
                <a:lnTo>
                  <a:pt x="1595009" y="115045"/>
                </a:lnTo>
                <a:lnTo>
                  <a:pt x="1554202" y="95769"/>
                </a:lnTo>
                <a:lnTo>
                  <a:pt x="1512501" y="78132"/>
                </a:lnTo>
                <a:lnTo>
                  <a:pt x="1469948" y="62175"/>
                </a:lnTo>
                <a:lnTo>
                  <a:pt x="1426584" y="47941"/>
                </a:lnTo>
                <a:lnTo>
                  <a:pt x="1382450" y="35470"/>
                </a:lnTo>
                <a:lnTo>
                  <a:pt x="1337589" y="24805"/>
                </a:lnTo>
                <a:lnTo>
                  <a:pt x="1292040" y="15985"/>
                </a:lnTo>
                <a:lnTo>
                  <a:pt x="1245847" y="9054"/>
                </a:lnTo>
                <a:lnTo>
                  <a:pt x="1199049" y="4051"/>
                </a:lnTo>
                <a:lnTo>
                  <a:pt x="1151690" y="1019"/>
                </a:lnTo>
                <a:lnTo>
                  <a:pt x="1103809" y="0"/>
                </a:lnTo>
                <a:lnTo>
                  <a:pt x="1055928" y="1019"/>
                </a:lnTo>
                <a:lnTo>
                  <a:pt x="1008568" y="4051"/>
                </a:lnTo>
                <a:lnTo>
                  <a:pt x="961771" y="9054"/>
                </a:lnTo>
                <a:lnTo>
                  <a:pt x="915577" y="15985"/>
                </a:lnTo>
                <a:lnTo>
                  <a:pt x="870029" y="24805"/>
                </a:lnTo>
                <a:lnTo>
                  <a:pt x="825167" y="35470"/>
                </a:lnTo>
                <a:lnTo>
                  <a:pt x="781034" y="47941"/>
                </a:lnTo>
                <a:lnTo>
                  <a:pt x="737670" y="62175"/>
                </a:lnTo>
                <a:lnTo>
                  <a:pt x="695117" y="78132"/>
                </a:lnTo>
                <a:lnTo>
                  <a:pt x="653416" y="95769"/>
                </a:lnTo>
                <a:lnTo>
                  <a:pt x="612609" y="115045"/>
                </a:lnTo>
                <a:lnTo>
                  <a:pt x="572737" y="135919"/>
                </a:lnTo>
                <a:lnTo>
                  <a:pt x="533842" y="158350"/>
                </a:lnTo>
                <a:lnTo>
                  <a:pt x="495965" y="182296"/>
                </a:lnTo>
                <a:lnTo>
                  <a:pt x="459147" y="207715"/>
                </a:lnTo>
                <a:lnTo>
                  <a:pt x="423430" y="234566"/>
                </a:lnTo>
                <a:lnTo>
                  <a:pt x="388855" y="262809"/>
                </a:lnTo>
                <a:lnTo>
                  <a:pt x="355464" y="292400"/>
                </a:lnTo>
                <a:lnTo>
                  <a:pt x="323299" y="323300"/>
                </a:lnTo>
                <a:lnTo>
                  <a:pt x="292399" y="355466"/>
                </a:lnTo>
                <a:lnTo>
                  <a:pt x="262808" y="388857"/>
                </a:lnTo>
                <a:lnTo>
                  <a:pt x="234566" y="423432"/>
                </a:lnTo>
                <a:lnTo>
                  <a:pt x="207714" y="459149"/>
                </a:lnTo>
                <a:lnTo>
                  <a:pt x="182295" y="495967"/>
                </a:lnTo>
                <a:lnTo>
                  <a:pt x="158350" y="533845"/>
                </a:lnTo>
                <a:lnTo>
                  <a:pt x="135919" y="572741"/>
                </a:lnTo>
                <a:lnTo>
                  <a:pt x="115045" y="612613"/>
                </a:lnTo>
                <a:lnTo>
                  <a:pt x="95769" y="653420"/>
                </a:lnTo>
                <a:lnTo>
                  <a:pt x="78132" y="695121"/>
                </a:lnTo>
                <a:lnTo>
                  <a:pt x="62175" y="737675"/>
                </a:lnTo>
                <a:lnTo>
                  <a:pt x="47941" y="781040"/>
                </a:lnTo>
                <a:lnTo>
                  <a:pt x="35470" y="825174"/>
                </a:lnTo>
                <a:lnTo>
                  <a:pt x="24805" y="870036"/>
                </a:lnTo>
                <a:lnTo>
                  <a:pt x="15985" y="915585"/>
                </a:lnTo>
                <a:lnTo>
                  <a:pt x="9054" y="961779"/>
                </a:lnTo>
                <a:lnTo>
                  <a:pt x="4051" y="1008577"/>
                </a:lnTo>
                <a:lnTo>
                  <a:pt x="1019" y="1055938"/>
                </a:lnTo>
                <a:lnTo>
                  <a:pt x="0" y="1103819"/>
                </a:lnTo>
                <a:lnTo>
                  <a:pt x="1019" y="1151701"/>
                </a:lnTo>
                <a:lnTo>
                  <a:pt x="4051" y="1199061"/>
                </a:lnTo>
                <a:lnTo>
                  <a:pt x="9054" y="1245860"/>
                </a:lnTo>
                <a:lnTo>
                  <a:pt x="15985" y="1292054"/>
                </a:lnTo>
                <a:lnTo>
                  <a:pt x="24805" y="1337603"/>
                </a:lnTo>
                <a:lnTo>
                  <a:pt x="35470" y="1382465"/>
                </a:lnTo>
                <a:lnTo>
                  <a:pt x="47941" y="1426599"/>
                </a:lnTo>
                <a:lnTo>
                  <a:pt x="62175" y="1469964"/>
                </a:lnTo>
                <a:lnTo>
                  <a:pt x="78132" y="1512517"/>
                </a:lnTo>
                <a:lnTo>
                  <a:pt x="95769" y="1554218"/>
                </a:lnTo>
                <a:lnTo>
                  <a:pt x="115045" y="1595026"/>
                </a:lnTo>
                <a:lnTo>
                  <a:pt x="135919" y="1634898"/>
                </a:lnTo>
                <a:lnTo>
                  <a:pt x="158350" y="1673794"/>
                </a:lnTo>
                <a:lnTo>
                  <a:pt x="182295" y="1711671"/>
                </a:lnTo>
                <a:lnTo>
                  <a:pt x="207714" y="1748489"/>
                </a:lnTo>
                <a:lnTo>
                  <a:pt x="234566" y="1784206"/>
                </a:lnTo>
                <a:lnTo>
                  <a:pt x="262808" y="1818781"/>
                </a:lnTo>
                <a:lnTo>
                  <a:pt x="292399" y="1852173"/>
                </a:lnTo>
                <a:lnTo>
                  <a:pt x="323299" y="1884339"/>
                </a:lnTo>
                <a:lnTo>
                  <a:pt x="355464" y="1915238"/>
                </a:lnTo>
                <a:lnTo>
                  <a:pt x="388855" y="1944830"/>
                </a:lnTo>
                <a:lnTo>
                  <a:pt x="423430" y="1973072"/>
                </a:lnTo>
                <a:lnTo>
                  <a:pt x="459147" y="1999924"/>
                </a:lnTo>
                <a:lnTo>
                  <a:pt x="495965" y="2025343"/>
                </a:lnTo>
                <a:lnTo>
                  <a:pt x="533842" y="2049289"/>
                </a:lnTo>
                <a:lnTo>
                  <a:pt x="572737" y="2071719"/>
                </a:lnTo>
                <a:lnTo>
                  <a:pt x="612609" y="2092593"/>
                </a:lnTo>
                <a:lnTo>
                  <a:pt x="653416" y="2111870"/>
                </a:lnTo>
                <a:lnTo>
                  <a:pt x="695117" y="2129507"/>
                </a:lnTo>
                <a:lnTo>
                  <a:pt x="737670" y="2145463"/>
                </a:lnTo>
                <a:lnTo>
                  <a:pt x="781034" y="2159697"/>
                </a:lnTo>
                <a:lnTo>
                  <a:pt x="825167" y="2172168"/>
                </a:lnTo>
                <a:lnTo>
                  <a:pt x="870029" y="2182834"/>
                </a:lnTo>
                <a:lnTo>
                  <a:pt x="915577" y="2191653"/>
                </a:lnTo>
                <a:lnTo>
                  <a:pt x="961771" y="2198585"/>
                </a:lnTo>
                <a:lnTo>
                  <a:pt x="1008568" y="2203587"/>
                </a:lnTo>
                <a:lnTo>
                  <a:pt x="1055928" y="2206619"/>
                </a:lnTo>
                <a:lnTo>
                  <a:pt x="1103809" y="2207639"/>
                </a:lnTo>
                <a:close/>
              </a:path>
            </a:pathLst>
          </a:custGeom>
          <a:ln w="41883">
            <a:solidFill>
              <a:srgbClr val="00A5E5"/>
            </a:solidFill>
          </a:ln>
        </p:spPr>
        <p:txBody>
          <a:bodyPr wrap="square" lIns="0" tIns="0" rIns="0" bIns="0" rtlCol="0"/>
          <a:lstStyle/>
          <a:p>
            <a:endParaRPr sz="1092"/>
          </a:p>
        </p:txBody>
      </p:sp>
      <p:sp>
        <p:nvSpPr>
          <p:cNvPr id="35" name="object 28">
            <a:extLst>
              <a:ext uri="{FF2B5EF4-FFF2-40B4-BE49-F238E27FC236}">
                <a16:creationId xmlns:a16="http://schemas.microsoft.com/office/drawing/2014/main" id="{36D860E0-A4F0-C013-7E31-F536A7D39F00}"/>
              </a:ext>
            </a:extLst>
          </p:cNvPr>
          <p:cNvSpPr/>
          <p:nvPr/>
        </p:nvSpPr>
        <p:spPr>
          <a:xfrm>
            <a:off x="7199401" y="888540"/>
            <a:ext cx="3520122" cy="0"/>
          </a:xfrm>
          <a:custGeom>
            <a:avLst/>
            <a:gdLst/>
            <a:ahLst/>
            <a:cxnLst/>
            <a:rect l="l" t="t" r="r" b="b"/>
            <a:pathLst>
              <a:path w="5804534">
                <a:moveTo>
                  <a:pt x="0" y="0"/>
                </a:moveTo>
                <a:lnTo>
                  <a:pt x="5804441" y="0"/>
                </a:lnTo>
              </a:path>
            </a:pathLst>
          </a:custGeom>
          <a:ln w="3175">
            <a:solidFill>
              <a:srgbClr val="1E2124"/>
            </a:solidFill>
          </a:ln>
        </p:spPr>
        <p:txBody>
          <a:bodyPr wrap="square" lIns="0" tIns="0" rIns="0" bIns="0" rtlCol="0"/>
          <a:lstStyle/>
          <a:p>
            <a:endParaRPr sz="1092"/>
          </a:p>
        </p:txBody>
      </p:sp>
      <p:sp>
        <p:nvSpPr>
          <p:cNvPr id="36" name="object 29">
            <a:extLst>
              <a:ext uri="{FF2B5EF4-FFF2-40B4-BE49-F238E27FC236}">
                <a16:creationId xmlns:a16="http://schemas.microsoft.com/office/drawing/2014/main" id="{AEDC0497-6952-BF15-5131-CA214E5EB891}"/>
              </a:ext>
            </a:extLst>
          </p:cNvPr>
          <p:cNvSpPr/>
          <p:nvPr/>
        </p:nvSpPr>
        <p:spPr>
          <a:xfrm>
            <a:off x="5084399" y="5923018"/>
            <a:ext cx="3265577" cy="0"/>
          </a:xfrm>
          <a:custGeom>
            <a:avLst/>
            <a:gdLst/>
            <a:ahLst/>
            <a:cxnLst/>
            <a:rect l="l" t="t" r="r" b="b"/>
            <a:pathLst>
              <a:path w="5384800">
                <a:moveTo>
                  <a:pt x="0" y="0"/>
                </a:moveTo>
                <a:lnTo>
                  <a:pt x="5384506" y="0"/>
                </a:lnTo>
              </a:path>
            </a:pathLst>
          </a:custGeom>
          <a:ln w="3175">
            <a:solidFill>
              <a:srgbClr val="1E2124"/>
            </a:solidFill>
          </a:ln>
        </p:spPr>
        <p:txBody>
          <a:bodyPr wrap="square" lIns="0" tIns="0" rIns="0" bIns="0" rtlCol="0"/>
          <a:lstStyle/>
          <a:p>
            <a:endParaRPr sz="1092"/>
          </a:p>
        </p:txBody>
      </p:sp>
      <p:sp>
        <p:nvSpPr>
          <p:cNvPr id="49" name="object 30">
            <a:extLst>
              <a:ext uri="{FF2B5EF4-FFF2-40B4-BE49-F238E27FC236}">
                <a16:creationId xmlns:a16="http://schemas.microsoft.com/office/drawing/2014/main" id="{E5507B2D-0037-2EA8-EAA9-CDCCA0192A7C}"/>
              </a:ext>
            </a:extLst>
          </p:cNvPr>
          <p:cNvSpPr/>
          <p:nvPr/>
        </p:nvSpPr>
        <p:spPr>
          <a:xfrm>
            <a:off x="9254066" y="5923018"/>
            <a:ext cx="1465659" cy="0"/>
          </a:xfrm>
          <a:custGeom>
            <a:avLst/>
            <a:gdLst/>
            <a:ahLst/>
            <a:cxnLst/>
            <a:rect l="l" t="t" r="r" b="b"/>
            <a:pathLst>
              <a:path w="2416809">
                <a:moveTo>
                  <a:pt x="0" y="0"/>
                </a:moveTo>
                <a:lnTo>
                  <a:pt x="2416387" y="0"/>
                </a:lnTo>
              </a:path>
            </a:pathLst>
          </a:custGeom>
          <a:ln w="3175">
            <a:solidFill>
              <a:srgbClr val="1E2124"/>
            </a:solidFill>
          </a:ln>
        </p:spPr>
        <p:txBody>
          <a:bodyPr wrap="square" lIns="0" tIns="0" rIns="0" bIns="0" rtlCol="0"/>
          <a:lstStyle/>
          <a:p>
            <a:endParaRPr sz="1092"/>
          </a:p>
        </p:txBody>
      </p:sp>
      <p:sp>
        <p:nvSpPr>
          <p:cNvPr id="53" name="object 31">
            <a:extLst>
              <a:ext uri="{FF2B5EF4-FFF2-40B4-BE49-F238E27FC236}">
                <a16:creationId xmlns:a16="http://schemas.microsoft.com/office/drawing/2014/main" id="{EE0CE710-420C-9657-7361-51655B692F60}"/>
              </a:ext>
            </a:extLst>
          </p:cNvPr>
          <p:cNvSpPr txBox="1"/>
          <p:nvPr/>
        </p:nvSpPr>
        <p:spPr>
          <a:xfrm>
            <a:off x="5342798" y="812935"/>
            <a:ext cx="2718620" cy="162053"/>
          </a:xfrm>
          <a:prstGeom prst="rect">
            <a:avLst/>
          </a:prstGeom>
          <a:solidFill>
            <a:schemeClr val="bg1"/>
          </a:solidFill>
        </p:spPr>
        <p:txBody>
          <a:bodyPr vert="horz" wrap="square" lIns="0" tIns="8086" rIns="0" bIns="0" rtlCol="0">
            <a:spAutoFit/>
          </a:bodyPr>
          <a:lstStyle/>
          <a:p>
            <a:pPr marL="7701">
              <a:lnSpc>
                <a:spcPct val="100000"/>
              </a:lnSpc>
              <a:spcBef>
                <a:spcPts val="64"/>
              </a:spcBef>
            </a:pPr>
            <a:r>
              <a:rPr sz="1000" b="0">
                <a:solidFill>
                  <a:schemeClr val="tx1"/>
                </a:solidFill>
                <a:latin typeface="Poppins Light" panose="00000400000000000000" pitchFamily="2" charset="0"/>
                <a:cs typeface="Poppins Light" panose="00000400000000000000" pitchFamily="2" charset="0"/>
              </a:rPr>
              <a:t>Quelques</a:t>
            </a:r>
            <a:r>
              <a:rPr sz="1000" b="0" spc="-24">
                <a:solidFill>
                  <a:schemeClr val="tx1"/>
                </a:solidFill>
                <a:latin typeface="Poppins Light" panose="00000400000000000000" pitchFamily="2" charset="0"/>
                <a:cs typeface="Poppins Light" panose="00000400000000000000" pitchFamily="2" charset="0"/>
              </a:rPr>
              <a:t> </a:t>
            </a:r>
            <a:r>
              <a:rPr sz="1000" b="0">
                <a:solidFill>
                  <a:schemeClr val="tx1"/>
                </a:solidFill>
                <a:latin typeface="Poppins Light" panose="00000400000000000000" pitchFamily="2" charset="0"/>
                <a:cs typeface="Poppins Light" panose="00000400000000000000" pitchFamily="2" charset="0"/>
              </a:rPr>
              <a:t>expériences</a:t>
            </a:r>
            <a:r>
              <a:rPr sz="1000" b="0" spc="-18">
                <a:solidFill>
                  <a:schemeClr val="tx1"/>
                </a:solidFill>
                <a:latin typeface="Poppins Light" panose="00000400000000000000" pitchFamily="2" charset="0"/>
                <a:cs typeface="Poppins Light" panose="00000400000000000000" pitchFamily="2" charset="0"/>
              </a:rPr>
              <a:t> </a:t>
            </a:r>
            <a:r>
              <a:rPr sz="1000" b="0" spc="-6">
                <a:solidFill>
                  <a:schemeClr val="tx1"/>
                </a:solidFill>
                <a:latin typeface="Poppins Light" panose="00000400000000000000" pitchFamily="2" charset="0"/>
                <a:cs typeface="Poppins Light" panose="00000400000000000000" pitchFamily="2" charset="0"/>
              </a:rPr>
              <a:t>professionnelles</a:t>
            </a:r>
            <a:endParaRPr sz="1000">
              <a:solidFill>
                <a:schemeClr val="tx1"/>
              </a:solidFill>
              <a:latin typeface="Poppins Light" panose="00000400000000000000" pitchFamily="2" charset="0"/>
              <a:cs typeface="Poppins Light" panose="00000400000000000000" pitchFamily="2" charset="0"/>
            </a:endParaRPr>
          </a:p>
        </p:txBody>
      </p:sp>
      <p:sp>
        <p:nvSpPr>
          <p:cNvPr id="54" name="object 32">
            <a:extLst>
              <a:ext uri="{FF2B5EF4-FFF2-40B4-BE49-F238E27FC236}">
                <a16:creationId xmlns:a16="http://schemas.microsoft.com/office/drawing/2014/main" id="{1597DEFA-46E7-FC54-F52B-156269365A37}"/>
              </a:ext>
            </a:extLst>
          </p:cNvPr>
          <p:cNvSpPr txBox="1"/>
          <p:nvPr/>
        </p:nvSpPr>
        <p:spPr>
          <a:xfrm>
            <a:off x="4172798" y="5847412"/>
            <a:ext cx="1273091" cy="162053"/>
          </a:xfrm>
          <a:prstGeom prst="rect">
            <a:avLst/>
          </a:prstGeom>
          <a:solidFill>
            <a:schemeClr val="bg1"/>
          </a:solidFill>
        </p:spPr>
        <p:txBody>
          <a:bodyPr vert="horz" wrap="square" lIns="0" tIns="8086" rIns="0" bIns="0" rtlCol="0">
            <a:spAutoFit/>
          </a:bodyPr>
          <a:lstStyle/>
          <a:p>
            <a:pPr marL="7701">
              <a:lnSpc>
                <a:spcPct val="100000"/>
              </a:lnSpc>
              <a:spcBef>
                <a:spcPts val="64"/>
              </a:spcBef>
            </a:pPr>
            <a:r>
              <a:rPr sz="1000" b="0">
                <a:solidFill>
                  <a:schemeClr val="tx1"/>
                </a:solidFill>
                <a:latin typeface="Poppins Light" panose="00000400000000000000" pitchFamily="2" charset="0"/>
                <a:cs typeface="Poppins Light" panose="00000400000000000000" pitchFamily="2" charset="0"/>
              </a:rPr>
              <a:t>Formation</a:t>
            </a:r>
            <a:r>
              <a:rPr sz="1000" b="0" spc="-42">
                <a:solidFill>
                  <a:schemeClr val="tx1"/>
                </a:solidFill>
                <a:latin typeface="Poppins Light" panose="00000400000000000000" pitchFamily="2" charset="0"/>
                <a:cs typeface="Poppins Light" panose="00000400000000000000" pitchFamily="2" charset="0"/>
              </a:rPr>
              <a:t> </a:t>
            </a:r>
            <a:r>
              <a:rPr sz="1000" b="0" spc="-6">
                <a:solidFill>
                  <a:schemeClr val="tx1"/>
                </a:solidFill>
                <a:latin typeface="Poppins Light" panose="00000400000000000000" pitchFamily="2" charset="0"/>
                <a:cs typeface="Poppins Light" panose="00000400000000000000" pitchFamily="2" charset="0"/>
              </a:rPr>
              <a:t>initiale</a:t>
            </a:r>
            <a:endParaRPr sz="1000">
              <a:solidFill>
                <a:schemeClr val="tx1"/>
              </a:solidFill>
              <a:latin typeface="Poppins Light" panose="00000400000000000000" pitchFamily="2" charset="0"/>
              <a:cs typeface="Poppins Light" panose="00000400000000000000" pitchFamily="2" charset="0"/>
            </a:endParaRPr>
          </a:p>
        </p:txBody>
      </p:sp>
      <p:sp>
        <p:nvSpPr>
          <p:cNvPr id="55" name="object 33">
            <a:extLst>
              <a:ext uri="{FF2B5EF4-FFF2-40B4-BE49-F238E27FC236}">
                <a16:creationId xmlns:a16="http://schemas.microsoft.com/office/drawing/2014/main" id="{14FDE736-B66E-36A8-25AD-954F98EA0A11}"/>
              </a:ext>
            </a:extLst>
          </p:cNvPr>
          <p:cNvSpPr txBox="1"/>
          <p:nvPr/>
        </p:nvSpPr>
        <p:spPr>
          <a:xfrm>
            <a:off x="8702464" y="5847412"/>
            <a:ext cx="720253" cy="162053"/>
          </a:xfrm>
          <a:prstGeom prst="rect">
            <a:avLst/>
          </a:prstGeom>
          <a:solidFill>
            <a:schemeClr val="bg1"/>
          </a:solidFill>
        </p:spPr>
        <p:txBody>
          <a:bodyPr vert="horz" wrap="square" lIns="0" tIns="8086" rIns="0" bIns="0" rtlCol="0">
            <a:spAutoFit/>
          </a:bodyPr>
          <a:lstStyle/>
          <a:p>
            <a:pPr marL="7701">
              <a:lnSpc>
                <a:spcPct val="100000"/>
              </a:lnSpc>
              <a:spcBef>
                <a:spcPts val="64"/>
              </a:spcBef>
            </a:pPr>
            <a:r>
              <a:rPr sz="1000" b="0" spc="-6">
                <a:solidFill>
                  <a:schemeClr val="tx1"/>
                </a:solidFill>
                <a:latin typeface="Poppins Light" panose="00000400000000000000" pitchFamily="2" charset="0"/>
                <a:cs typeface="Poppins Light" panose="00000400000000000000" pitchFamily="2" charset="0"/>
              </a:rPr>
              <a:t>Langues</a:t>
            </a:r>
            <a:endParaRPr sz="1000">
              <a:solidFill>
                <a:schemeClr val="tx1"/>
              </a:solidFill>
              <a:latin typeface="Poppins Light" panose="00000400000000000000" pitchFamily="2" charset="0"/>
              <a:cs typeface="Poppins Light" panose="00000400000000000000" pitchFamily="2" charset="0"/>
            </a:endParaRPr>
          </a:p>
        </p:txBody>
      </p:sp>
      <p:sp>
        <p:nvSpPr>
          <p:cNvPr id="56" name="object 34">
            <a:extLst>
              <a:ext uri="{FF2B5EF4-FFF2-40B4-BE49-F238E27FC236}">
                <a16:creationId xmlns:a16="http://schemas.microsoft.com/office/drawing/2014/main" id="{506A060E-C3CA-17AF-8892-2AFFDCF28289}"/>
              </a:ext>
            </a:extLst>
          </p:cNvPr>
          <p:cNvSpPr txBox="1"/>
          <p:nvPr/>
        </p:nvSpPr>
        <p:spPr>
          <a:xfrm>
            <a:off x="4172798" y="332919"/>
            <a:ext cx="840655" cy="755819"/>
          </a:xfrm>
          <a:prstGeom prst="rect">
            <a:avLst/>
          </a:prstGeom>
        </p:spPr>
        <p:txBody>
          <a:bodyPr vert="horz" wrap="square" lIns="0" tIns="9242" rIns="0" bIns="0" rtlCol="0">
            <a:spAutoFit/>
          </a:bodyPr>
          <a:lstStyle/>
          <a:p>
            <a:pPr marL="7701">
              <a:lnSpc>
                <a:spcPct val="100000"/>
              </a:lnSpc>
              <a:spcBef>
                <a:spcPts val="73"/>
              </a:spcBef>
            </a:pPr>
            <a:r>
              <a:rPr sz="4800" b="1" spc="-230">
                <a:solidFill>
                  <a:schemeClr val="tx1"/>
                </a:solidFill>
                <a:latin typeface="+mj-lt"/>
                <a:cs typeface="Poppins"/>
              </a:rPr>
              <a:t>cv</a:t>
            </a:r>
            <a:endParaRPr sz="4800">
              <a:solidFill>
                <a:schemeClr val="tx1"/>
              </a:solidFill>
              <a:latin typeface="+mj-lt"/>
              <a:cs typeface="Poppins"/>
            </a:endParaRPr>
          </a:p>
        </p:txBody>
      </p:sp>
      <p:sp>
        <p:nvSpPr>
          <p:cNvPr id="58" name="Espace réservé du texte 57">
            <a:extLst>
              <a:ext uri="{FF2B5EF4-FFF2-40B4-BE49-F238E27FC236}">
                <a16:creationId xmlns:a16="http://schemas.microsoft.com/office/drawing/2014/main" id="{EADF6E96-4BFB-2438-5A1B-36278F9AE125}"/>
              </a:ext>
            </a:extLst>
          </p:cNvPr>
          <p:cNvSpPr>
            <a:spLocks noGrp="1"/>
          </p:cNvSpPr>
          <p:nvPr>
            <p:ph type="body" sz="quarter" idx="26"/>
          </p:nvPr>
        </p:nvSpPr>
        <p:spPr>
          <a:xfrm>
            <a:off x="4118995" y="1967592"/>
            <a:ext cx="1947174" cy="550792"/>
          </a:xfrm>
        </p:spPr>
        <p:txBody>
          <a:bodyPr>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
        <p:nvSpPr>
          <p:cNvPr id="59" name="Espace réservé pour une image  58">
            <a:extLst>
              <a:ext uri="{FF2B5EF4-FFF2-40B4-BE49-F238E27FC236}">
                <a16:creationId xmlns:a16="http://schemas.microsoft.com/office/drawing/2014/main" id="{640F1C1A-31AC-BCC3-14D9-AB2263D02927}"/>
              </a:ext>
            </a:extLst>
          </p:cNvPr>
          <p:cNvSpPr>
            <a:spLocks noGrp="1"/>
          </p:cNvSpPr>
          <p:nvPr>
            <p:ph type="pic" sz="quarter" idx="18"/>
          </p:nvPr>
        </p:nvSpPr>
        <p:spPr>
          <a:xfrm>
            <a:off x="1156767" y="650827"/>
            <a:ext cx="1179343" cy="1179261"/>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p:spPr>
        <p:txBody>
          <a:bodyPr vert="horz" wrap="square" lIns="91440" tIns="45720" rIns="91440" bIns="45720" rtlCol="0">
            <a:noAutofit/>
          </a:bodyPr>
          <a:lstStyle>
            <a:lvl1pPr>
              <a:defRPr lang="fr-FR" sz="1213">
                <a:solidFill>
                  <a:schemeClr val="bg1"/>
                </a:solidFill>
              </a:defRPr>
            </a:lvl1pPr>
          </a:lstStyle>
          <a:p>
            <a:pPr lvl="0"/>
            <a:r>
              <a:rPr lang="fr-FR"/>
              <a:t>Cliquez sur l'icône pour ajouter une image</a:t>
            </a:r>
          </a:p>
        </p:txBody>
      </p:sp>
      <p:sp>
        <p:nvSpPr>
          <p:cNvPr id="60" name="Espace réservé du texte 19">
            <a:extLst>
              <a:ext uri="{FF2B5EF4-FFF2-40B4-BE49-F238E27FC236}">
                <a16:creationId xmlns:a16="http://schemas.microsoft.com/office/drawing/2014/main" id="{B4D9E38A-DE17-2371-BAD2-861E5CA1C860}"/>
              </a:ext>
            </a:extLst>
          </p:cNvPr>
          <p:cNvSpPr>
            <a:spLocks noGrp="1"/>
          </p:cNvSpPr>
          <p:nvPr>
            <p:ph type="body" sz="quarter" idx="27" hasCustomPrompt="1"/>
          </p:nvPr>
        </p:nvSpPr>
        <p:spPr>
          <a:xfrm>
            <a:off x="757908" y="2009529"/>
            <a:ext cx="1940862" cy="261290"/>
          </a:xfrm>
          <a:noFill/>
        </p:spPr>
        <p:txBody>
          <a:bodyPr wrap="square" tIns="0" bIns="0" anchor="b" anchorCtr="0">
            <a:spAutoFit/>
          </a:bodyPr>
          <a:lstStyle>
            <a:lvl1pPr marL="0" indent="0" algn="ctr">
              <a:lnSpc>
                <a:spcPct val="100000"/>
              </a:lnSpc>
              <a:buNone/>
              <a:defRPr sz="1698" b="1">
                <a:solidFill>
                  <a:schemeClr val="bg1"/>
                </a:solidFill>
                <a:latin typeface="+mj-lt"/>
                <a:cs typeface="Poppins Light" panose="00000400000000000000" pitchFamily="2" charset="0"/>
              </a:defRPr>
            </a:lvl1pPr>
          </a:lstStyle>
          <a:p>
            <a:pPr lvl="0"/>
            <a:r>
              <a:rPr lang="fr-FR"/>
              <a:t>Titre</a:t>
            </a:r>
          </a:p>
        </p:txBody>
      </p:sp>
      <p:sp>
        <p:nvSpPr>
          <p:cNvPr id="61" name="Espace réservé du texte 19">
            <a:extLst>
              <a:ext uri="{FF2B5EF4-FFF2-40B4-BE49-F238E27FC236}">
                <a16:creationId xmlns:a16="http://schemas.microsoft.com/office/drawing/2014/main" id="{E1390742-21D3-8508-377B-C00C329EE00C}"/>
              </a:ext>
            </a:extLst>
          </p:cNvPr>
          <p:cNvSpPr>
            <a:spLocks noGrp="1"/>
          </p:cNvSpPr>
          <p:nvPr>
            <p:ph type="body" sz="quarter" idx="28" hasCustomPrompt="1"/>
          </p:nvPr>
        </p:nvSpPr>
        <p:spPr>
          <a:xfrm>
            <a:off x="757908" y="2291839"/>
            <a:ext cx="1940862" cy="187446"/>
          </a:xfrm>
          <a:noFill/>
        </p:spPr>
        <p:txBody>
          <a:bodyPr wrap="square" tIns="0" bIns="0" anchor="b" anchorCtr="0">
            <a:noAutofit/>
          </a:bodyPr>
          <a:lstStyle>
            <a:lvl1pPr marL="0" indent="0" algn="ctr">
              <a:lnSpc>
                <a:spcPct val="100000"/>
              </a:lnSpc>
              <a:buNone/>
              <a:defRPr sz="1200" b="0">
                <a:solidFill>
                  <a:schemeClr val="bg1"/>
                </a:solidFill>
                <a:latin typeface="+mn-lt"/>
                <a:cs typeface="Poppins Light" panose="00000400000000000000" pitchFamily="2" charset="0"/>
              </a:defRPr>
            </a:lvl1pPr>
          </a:lstStyle>
          <a:p>
            <a:pPr lvl="0"/>
            <a:r>
              <a:rPr lang="fr-FR"/>
              <a:t>Titre</a:t>
            </a:r>
          </a:p>
        </p:txBody>
      </p:sp>
      <p:sp>
        <p:nvSpPr>
          <p:cNvPr id="63" name="Espace réservé du texte 19">
            <a:extLst>
              <a:ext uri="{FF2B5EF4-FFF2-40B4-BE49-F238E27FC236}">
                <a16:creationId xmlns:a16="http://schemas.microsoft.com/office/drawing/2014/main" id="{DD966501-9FD2-7E39-58E1-FAAC572B1853}"/>
              </a:ext>
            </a:extLst>
          </p:cNvPr>
          <p:cNvSpPr>
            <a:spLocks noGrp="1"/>
          </p:cNvSpPr>
          <p:nvPr>
            <p:ph type="body" sz="quarter" idx="29" hasCustomPrompt="1"/>
          </p:nvPr>
        </p:nvSpPr>
        <p:spPr>
          <a:xfrm>
            <a:off x="757908" y="2500305"/>
            <a:ext cx="1940862" cy="187446"/>
          </a:xfrm>
          <a:noFill/>
        </p:spPr>
        <p:txBody>
          <a:bodyPr wrap="square" tIns="0" bIns="0" anchor="b" anchorCtr="0">
            <a:noAutofit/>
          </a:bodyPr>
          <a:lstStyle>
            <a:lvl1pPr marL="0" indent="0" algn="ctr">
              <a:lnSpc>
                <a:spcPct val="100000"/>
              </a:lnSpc>
              <a:buNone/>
              <a:defRPr sz="1200" b="0">
                <a:solidFill>
                  <a:schemeClr val="tx2"/>
                </a:solidFill>
                <a:latin typeface="+mn-lt"/>
                <a:cs typeface="Poppins Light" panose="00000400000000000000" pitchFamily="2" charset="0"/>
              </a:defRPr>
            </a:lvl1pPr>
          </a:lstStyle>
          <a:p>
            <a:pPr lvl="0"/>
            <a:r>
              <a:rPr lang="fr-FR"/>
              <a:t>Titre</a:t>
            </a:r>
          </a:p>
        </p:txBody>
      </p:sp>
      <p:sp>
        <p:nvSpPr>
          <p:cNvPr id="64" name="Espace réservé du texte 22">
            <a:extLst>
              <a:ext uri="{FF2B5EF4-FFF2-40B4-BE49-F238E27FC236}">
                <a16:creationId xmlns:a16="http://schemas.microsoft.com/office/drawing/2014/main" id="{4FA645BA-E686-1D06-FF8F-E8206EF8FD6C}"/>
              </a:ext>
            </a:extLst>
          </p:cNvPr>
          <p:cNvSpPr>
            <a:spLocks noGrp="1"/>
          </p:cNvSpPr>
          <p:nvPr>
            <p:ph type="body" sz="quarter" idx="30"/>
          </p:nvPr>
        </p:nvSpPr>
        <p:spPr>
          <a:xfrm>
            <a:off x="754057" y="2987762"/>
            <a:ext cx="1947174" cy="600164"/>
          </a:xfrm>
          <a:noFill/>
        </p:spPr>
        <p:txBody>
          <a:bodyPr wrap="square">
            <a:spAutoFit/>
          </a:bodyPr>
          <a:lstStyle>
            <a:lvl1pPr marL="0" indent="0" algn="ctr">
              <a:lnSpc>
                <a:spcPct val="100000"/>
              </a:lnSpc>
              <a:buNone/>
              <a:defRPr sz="1100" b="0">
                <a:solidFill>
                  <a:schemeClr val="bg1"/>
                </a:solidFill>
                <a:latin typeface="+mj-lt"/>
                <a:cs typeface="Poppins Light" panose="00000400000000000000" pitchFamily="2" charset="0"/>
              </a:defRPr>
            </a:lvl1pPr>
          </a:lstStyle>
          <a:p>
            <a:pPr lvl="0"/>
            <a:r>
              <a:rPr lang="fr-FR"/>
              <a:t>Cliquez pour modifier les styles du texte du masque</a:t>
            </a:r>
          </a:p>
        </p:txBody>
      </p:sp>
      <p:sp>
        <p:nvSpPr>
          <p:cNvPr id="65" name="Espace réservé du texte 22">
            <a:extLst>
              <a:ext uri="{FF2B5EF4-FFF2-40B4-BE49-F238E27FC236}">
                <a16:creationId xmlns:a16="http://schemas.microsoft.com/office/drawing/2014/main" id="{F390B367-6402-ED26-E297-65E3F5888E7D}"/>
              </a:ext>
            </a:extLst>
          </p:cNvPr>
          <p:cNvSpPr>
            <a:spLocks noGrp="1"/>
          </p:cNvSpPr>
          <p:nvPr>
            <p:ph type="body" sz="quarter" idx="31"/>
          </p:nvPr>
        </p:nvSpPr>
        <p:spPr>
          <a:xfrm>
            <a:off x="4114303" y="6122541"/>
            <a:ext cx="4235673" cy="261610"/>
          </a:xfrm>
          <a:noFill/>
        </p:spPr>
        <p:txBody>
          <a:bodyPr wrap="square">
            <a:spAutoFit/>
          </a:bodyPr>
          <a:lstStyle>
            <a:lvl1pPr marL="0" indent="0">
              <a:lnSpc>
                <a:spcPct val="100000"/>
              </a:lnSpc>
              <a:buNone/>
              <a:defRPr lang="fr-FR" sz="1050" b="1" dirty="0">
                <a:solidFill>
                  <a:schemeClr val="bg1">
                    <a:lumMod val="50000"/>
                  </a:schemeClr>
                </a:solidFill>
                <a:latin typeface="+mj-lt"/>
                <a:cs typeface="Poppins Medium"/>
              </a:defRPr>
            </a:lvl1pPr>
          </a:lstStyle>
          <a:p>
            <a:pPr lvl="0"/>
            <a:r>
              <a:rPr lang="fr-FR"/>
              <a:t>Cliquez pour modifier les styles du texte du masque</a:t>
            </a:r>
          </a:p>
        </p:txBody>
      </p:sp>
      <p:sp>
        <p:nvSpPr>
          <p:cNvPr id="66" name="Espace réservé du texte 22">
            <a:extLst>
              <a:ext uri="{FF2B5EF4-FFF2-40B4-BE49-F238E27FC236}">
                <a16:creationId xmlns:a16="http://schemas.microsoft.com/office/drawing/2014/main" id="{990EA576-5172-6C3F-A184-57D68E205021}"/>
              </a:ext>
            </a:extLst>
          </p:cNvPr>
          <p:cNvSpPr>
            <a:spLocks noGrp="1"/>
          </p:cNvSpPr>
          <p:nvPr>
            <p:ph type="body" sz="quarter" idx="32"/>
          </p:nvPr>
        </p:nvSpPr>
        <p:spPr>
          <a:xfrm>
            <a:off x="8637605" y="6122541"/>
            <a:ext cx="2081918" cy="430887"/>
          </a:xfrm>
          <a:noFill/>
        </p:spPr>
        <p:txBody>
          <a:bodyPr wrap="square">
            <a:spAutoFit/>
          </a:bodyPr>
          <a:lstStyle>
            <a:lvl1pPr marL="0" indent="0">
              <a:lnSpc>
                <a:spcPct val="100000"/>
              </a:lnSpc>
              <a:buNone/>
              <a:defRPr lang="fr-FR" sz="1050" b="1" dirty="0">
                <a:solidFill>
                  <a:schemeClr val="bg1">
                    <a:lumMod val="50000"/>
                  </a:schemeClr>
                </a:solidFill>
                <a:latin typeface="+mj-lt"/>
                <a:cs typeface="Poppins Medium"/>
              </a:defRPr>
            </a:lvl1pPr>
          </a:lstStyle>
          <a:p>
            <a:pPr lvl="0"/>
            <a:r>
              <a:rPr lang="fr-FR"/>
              <a:t>Cliquez pour modifier les styles du texte du masque</a:t>
            </a:r>
          </a:p>
        </p:txBody>
      </p:sp>
      <p:sp>
        <p:nvSpPr>
          <p:cNvPr id="67" name="Espace réservé du texte 19">
            <a:extLst>
              <a:ext uri="{FF2B5EF4-FFF2-40B4-BE49-F238E27FC236}">
                <a16:creationId xmlns:a16="http://schemas.microsoft.com/office/drawing/2014/main" id="{05FB3183-F1D1-9ADF-AC85-03014DD39C47}"/>
              </a:ext>
            </a:extLst>
          </p:cNvPr>
          <p:cNvSpPr>
            <a:spLocks noGrp="1"/>
          </p:cNvSpPr>
          <p:nvPr>
            <p:ph type="body" sz="quarter" idx="33" hasCustomPrompt="1"/>
          </p:nvPr>
        </p:nvSpPr>
        <p:spPr>
          <a:xfrm>
            <a:off x="6440808" y="1252714"/>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68" name="Espace réservé du texte 22">
            <a:extLst>
              <a:ext uri="{FF2B5EF4-FFF2-40B4-BE49-F238E27FC236}">
                <a16:creationId xmlns:a16="http://schemas.microsoft.com/office/drawing/2014/main" id="{E12BC34B-F7B1-EE21-F4CA-ECD28693CE37}"/>
              </a:ext>
            </a:extLst>
          </p:cNvPr>
          <p:cNvSpPr>
            <a:spLocks noGrp="1"/>
          </p:cNvSpPr>
          <p:nvPr>
            <p:ph type="body" sz="quarter" idx="34"/>
          </p:nvPr>
        </p:nvSpPr>
        <p:spPr>
          <a:xfrm>
            <a:off x="6434497" y="1571078"/>
            <a:ext cx="1947174" cy="600164"/>
          </a:xfrm>
          <a:solidFill>
            <a:schemeClr val="bg1"/>
          </a:solid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69" name="Espace réservé du texte 57">
            <a:extLst>
              <a:ext uri="{FF2B5EF4-FFF2-40B4-BE49-F238E27FC236}">
                <a16:creationId xmlns:a16="http://schemas.microsoft.com/office/drawing/2014/main" id="{D7BF76C4-2B05-3424-85CB-75DCF009BD6E}"/>
              </a:ext>
            </a:extLst>
          </p:cNvPr>
          <p:cNvSpPr>
            <a:spLocks noGrp="1"/>
          </p:cNvSpPr>
          <p:nvPr>
            <p:ph type="body" sz="quarter" idx="35"/>
          </p:nvPr>
        </p:nvSpPr>
        <p:spPr>
          <a:xfrm>
            <a:off x="6439190" y="1967592"/>
            <a:ext cx="1947174" cy="550792"/>
          </a:xfrm>
        </p:spPr>
        <p:txBody>
          <a:bodyPr>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
        <p:nvSpPr>
          <p:cNvPr id="70" name="Espace réservé du texte 19">
            <a:extLst>
              <a:ext uri="{FF2B5EF4-FFF2-40B4-BE49-F238E27FC236}">
                <a16:creationId xmlns:a16="http://schemas.microsoft.com/office/drawing/2014/main" id="{AB381D96-AD3C-F0F8-AE93-0C48D061A38F}"/>
              </a:ext>
            </a:extLst>
          </p:cNvPr>
          <p:cNvSpPr>
            <a:spLocks noGrp="1"/>
          </p:cNvSpPr>
          <p:nvPr>
            <p:ph type="body" sz="quarter" idx="36" hasCustomPrompt="1"/>
          </p:nvPr>
        </p:nvSpPr>
        <p:spPr>
          <a:xfrm>
            <a:off x="8756880" y="1252714"/>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71" name="Espace réservé du texte 22">
            <a:extLst>
              <a:ext uri="{FF2B5EF4-FFF2-40B4-BE49-F238E27FC236}">
                <a16:creationId xmlns:a16="http://schemas.microsoft.com/office/drawing/2014/main" id="{50942992-650A-FB7F-EE29-5521ACC91F9B}"/>
              </a:ext>
            </a:extLst>
          </p:cNvPr>
          <p:cNvSpPr>
            <a:spLocks noGrp="1"/>
          </p:cNvSpPr>
          <p:nvPr>
            <p:ph type="body" sz="quarter" idx="37"/>
          </p:nvPr>
        </p:nvSpPr>
        <p:spPr>
          <a:xfrm>
            <a:off x="8750568" y="1571078"/>
            <a:ext cx="1947174" cy="600164"/>
          </a:xfrm>
          <a:solidFill>
            <a:schemeClr val="bg1"/>
          </a:solid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72" name="Espace réservé du texte 57">
            <a:extLst>
              <a:ext uri="{FF2B5EF4-FFF2-40B4-BE49-F238E27FC236}">
                <a16:creationId xmlns:a16="http://schemas.microsoft.com/office/drawing/2014/main" id="{0828E09C-7062-FB6A-3A48-76BC8B0517FD}"/>
              </a:ext>
            </a:extLst>
          </p:cNvPr>
          <p:cNvSpPr>
            <a:spLocks noGrp="1"/>
          </p:cNvSpPr>
          <p:nvPr>
            <p:ph type="body" sz="quarter" idx="38"/>
          </p:nvPr>
        </p:nvSpPr>
        <p:spPr>
          <a:xfrm>
            <a:off x="8755261" y="1967592"/>
            <a:ext cx="1947174" cy="550792"/>
          </a:xfrm>
        </p:spPr>
        <p:txBody>
          <a:bodyPr>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
        <p:nvSpPr>
          <p:cNvPr id="73" name="Espace réservé du texte 19">
            <a:extLst>
              <a:ext uri="{FF2B5EF4-FFF2-40B4-BE49-F238E27FC236}">
                <a16:creationId xmlns:a16="http://schemas.microsoft.com/office/drawing/2014/main" id="{E6A4849A-C091-B489-7782-37CB8D485B54}"/>
              </a:ext>
            </a:extLst>
          </p:cNvPr>
          <p:cNvSpPr>
            <a:spLocks noGrp="1"/>
          </p:cNvSpPr>
          <p:nvPr>
            <p:ph type="body" sz="quarter" idx="39" hasCustomPrompt="1"/>
          </p:nvPr>
        </p:nvSpPr>
        <p:spPr>
          <a:xfrm>
            <a:off x="4120614" y="3505342"/>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74" name="Espace réservé du texte 22">
            <a:extLst>
              <a:ext uri="{FF2B5EF4-FFF2-40B4-BE49-F238E27FC236}">
                <a16:creationId xmlns:a16="http://schemas.microsoft.com/office/drawing/2014/main" id="{1A59DACA-6DD8-9570-7231-EB9D7DDC90A5}"/>
              </a:ext>
            </a:extLst>
          </p:cNvPr>
          <p:cNvSpPr>
            <a:spLocks noGrp="1"/>
          </p:cNvSpPr>
          <p:nvPr>
            <p:ph type="body" sz="quarter" idx="40"/>
          </p:nvPr>
        </p:nvSpPr>
        <p:spPr>
          <a:xfrm>
            <a:off x="4114303" y="3823705"/>
            <a:ext cx="1947174" cy="600164"/>
          </a:xfrm>
          <a:solidFill>
            <a:schemeClr val="bg1"/>
          </a:solid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75" name="Espace réservé du texte 57">
            <a:extLst>
              <a:ext uri="{FF2B5EF4-FFF2-40B4-BE49-F238E27FC236}">
                <a16:creationId xmlns:a16="http://schemas.microsoft.com/office/drawing/2014/main" id="{6913A400-9BF9-7CAE-BCE0-CAE601A1FFF5}"/>
              </a:ext>
            </a:extLst>
          </p:cNvPr>
          <p:cNvSpPr>
            <a:spLocks noGrp="1"/>
          </p:cNvSpPr>
          <p:nvPr>
            <p:ph type="body" sz="quarter" idx="41"/>
          </p:nvPr>
        </p:nvSpPr>
        <p:spPr>
          <a:xfrm>
            <a:off x="4118995" y="4220219"/>
            <a:ext cx="1947174" cy="550792"/>
          </a:xfrm>
        </p:spPr>
        <p:txBody>
          <a:bodyPr>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
        <p:nvSpPr>
          <p:cNvPr id="76" name="Espace réservé du texte 19">
            <a:extLst>
              <a:ext uri="{FF2B5EF4-FFF2-40B4-BE49-F238E27FC236}">
                <a16:creationId xmlns:a16="http://schemas.microsoft.com/office/drawing/2014/main" id="{134135AD-CA7C-2362-1319-93791D95CA77}"/>
              </a:ext>
            </a:extLst>
          </p:cNvPr>
          <p:cNvSpPr>
            <a:spLocks noGrp="1"/>
          </p:cNvSpPr>
          <p:nvPr>
            <p:ph type="body" sz="quarter" idx="42" hasCustomPrompt="1"/>
          </p:nvPr>
        </p:nvSpPr>
        <p:spPr>
          <a:xfrm>
            <a:off x="6440808" y="3505342"/>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77" name="Espace réservé du texte 22">
            <a:extLst>
              <a:ext uri="{FF2B5EF4-FFF2-40B4-BE49-F238E27FC236}">
                <a16:creationId xmlns:a16="http://schemas.microsoft.com/office/drawing/2014/main" id="{B087EF66-1470-1B56-4C32-8DB173C53307}"/>
              </a:ext>
            </a:extLst>
          </p:cNvPr>
          <p:cNvSpPr>
            <a:spLocks noGrp="1"/>
          </p:cNvSpPr>
          <p:nvPr>
            <p:ph type="body" sz="quarter" idx="43"/>
          </p:nvPr>
        </p:nvSpPr>
        <p:spPr>
          <a:xfrm>
            <a:off x="6434497" y="3823705"/>
            <a:ext cx="1947174" cy="600164"/>
          </a:xfrm>
          <a:solidFill>
            <a:schemeClr val="bg1"/>
          </a:solid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78" name="Espace réservé du texte 57">
            <a:extLst>
              <a:ext uri="{FF2B5EF4-FFF2-40B4-BE49-F238E27FC236}">
                <a16:creationId xmlns:a16="http://schemas.microsoft.com/office/drawing/2014/main" id="{C4E93510-1BAB-1591-6C97-3FC84BC82D03}"/>
              </a:ext>
            </a:extLst>
          </p:cNvPr>
          <p:cNvSpPr>
            <a:spLocks noGrp="1"/>
          </p:cNvSpPr>
          <p:nvPr>
            <p:ph type="body" sz="quarter" idx="44"/>
          </p:nvPr>
        </p:nvSpPr>
        <p:spPr>
          <a:xfrm>
            <a:off x="6439190" y="4220219"/>
            <a:ext cx="1947174" cy="550792"/>
          </a:xfrm>
        </p:spPr>
        <p:txBody>
          <a:bodyPr>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
        <p:nvSpPr>
          <p:cNvPr id="79" name="Espace réservé du texte 19">
            <a:extLst>
              <a:ext uri="{FF2B5EF4-FFF2-40B4-BE49-F238E27FC236}">
                <a16:creationId xmlns:a16="http://schemas.microsoft.com/office/drawing/2014/main" id="{5F016164-F1D2-930A-B22C-9C2716BDCE27}"/>
              </a:ext>
            </a:extLst>
          </p:cNvPr>
          <p:cNvSpPr>
            <a:spLocks noGrp="1"/>
          </p:cNvSpPr>
          <p:nvPr>
            <p:ph type="body" sz="quarter" idx="45" hasCustomPrompt="1"/>
          </p:nvPr>
        </p:nvSpPr>
        <p:spPr>
          <a:xfrm>
            <a:off x="8756880" y="3505342"/>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80" name="Espace réservé du texte 22">
            <a:extLst>
              <a:ext uri="{FF2B5EF4-FFF2-40B4-BE49-F238E27FC236}">
                <a16:creationId xmlns:a16="http://schemas.microsoft.com/office/drawing/2014/main" id="{F33A3BD2-60F5-BA4D-82F3-9A8FF5A565A5}"/>
              </a:ext>
            </a:extLst>
          </p:cNvPr>
          <p:cNvSpPr>
            <a:spLocks noGrp="1"/>
          </p:cNvSpPr>
          <p:nvPr>
            <p:ph type="body" sz="quarter" idx="46"/>
          </p:nvPr>
        </p:nvSpPr>
        <p:spPr>
          <a:xfrm>
            <a:off x="8750568" y="3823705"/>
            <a:ext cx="1947174" cy="600164"/>
          </a:xfrm>
          <a:solidFill>
            <a:schemeClr val="bg1"/>
          </a:solid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81" name="Espace réservé du texte 57">
            <a:extLst>
              <a:ext uri="{FF2B5EF4-FFF2-40B4-BE49-F238E27FC236}">
                <a16:creationId xmlns:a16="http://schemas.microsoft.com/office/drawing/2014/main" id="{74AAE3F9-3368-AA20-AAB2-C65F1EA605DD}"/>
              </a:ext>
            </a:extLst>
          </p:cNvPr>
          <p:cNvSpPr>
            <a:spLocks noGrp="1"/>
          </p:cNvSpPr>
          <p:nvPr>
            <p:ph type="body" sz="quarter" idx="47"/>
          </p:nvPr>
        </p:nvSpPr>
        <p:spPr>
          <a:xfrm>
            <a:off x="8755261" y="4220219"/>
            <a:ext cx="1947174" cy="550792"/>
          </a:xfrm>
        </p:spPr>
        <p:txBody>
          <a:bodyPr>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Tree>
    <p:extLst>
      <p:ext uri="{BB962C8B-B14F-4D97-AF65-F5344CB8AC3E}">
        <p14:creationId xmlns:p14="http://schemas.microsoft.com/office/powerpoint/2010/main" val="256626141"/>
      </p:ext>
    </p:extLst>
  </p:cSld>
  <p:clrMapOvr>
    <a:masterClrMapping/>
  </p:clrMapOvr>
  <p:hf sldNum="0"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43_Diapositive de titre">
    <p:bg>
      <p:bgPr>
        <a:solidFill>
          <a:schemeClr val="bg1"/>
        </a:solidFill>
        <a:effectLst/>
      </p:bgPr>
    </p:bg>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B8312D47-A246-4B42-FB13-744B04117E1A}"/>
              </a:ext>
            </a:extLst>
          </p:cNvPr>
          <p:cNvSpPr/>
          <p:nvPr/>
        </p:nvSpPr>
        <p:spPr>
          <a:xfrm>
            <a:off x="0" y="0"/>
            <a:ext cx="3492781" cy="6857615"/>
          </a:xfrm>
          <a:custGeom>
            <a:avLst/>
            <a:gdLst/>
            <a:ahLst/>
            <a:cxnLst/>
            <a:rect l="l" t="t" r="r" b="b"/>
            <a:pathLst>
              <a:path w="5759450" h="11306175">
                <a:moveTo>
                  <a:pt x="5758986" y="0"/>
                </a:moveTo>
                <a:lnTo>
                  <a:pt x="0" y="0"/>
                </a:lnTo>
                <a:lnTo>
                  <a:pt x="0" y="11305938"/>
                </a:lnTo>
                <a:lnTo>
                  <a:pt x="5758986" y="11305938"/>
                </a:lnTo>
                <a:lnTo>
                  <a:pt x="5758986" y="0"/>
                </a:lnTo>
                <a:close/>
              </a:path>
            </a:pathLst>
          </a:custGeom>
          <a:solidFill>
            <a:srgbClr val="1E2124"/>
          </a:solidFill>
        </p:spPr>
        <p:txBody>
          <a:bodyPr wrap="square" lIns="0" tIns="0" rIns="0" bIns="0" rtlCol="0"/>
          <a:lstStyle/>
          <a:p>
            <a:endParaRPr sz="1092"/>
          </a:p>
        </p:txBody>
      </p:sp>
      <p:sp>
        <p:nvSpPr>
          <p:cNvPr id="2" name="Ellipse 1">
            <a:extLst>
              <a:ext uri="{FF2B5EF4-FFF2-40B4-BE49-F238E27FC236}">
                <a16:creationId xmlns:a16="http://schemas.microsoft.com/office/drawing/2014/main" id="{4019FE56-DEA6-65D3-0640-A0373E362753}"/>
              </a:ext>
            </a:extLst>
          </p:cNvPr>
          <p:cNvSpPr/>
          <p:nvPr/>
        </p:nvSpPr>
        <p:spPr>
          <a:xfrm>
            <a:off x="1156767" y="650827"/>
            <a:ext cx="1179343" cy="1179261"/>
          </a:xfrm>
          <a:prstGeom prst="ellipse">
            <a:avLst/>
          </a:prstGeom>
          <a:solidFill>
            <a:srgbClr val="E5E8EE"/>
          </a:solidFill>
          <a:effectLst/>
        </p:spPr>
        <p:txBody>
          <a:bodyPr vert="horz" wrap="square" lIns="55449" tIns="27725" rIns="55449" bIns="27725" rtlCol="0">
            <a:noAutofit/>
          </a:bodyPr>
          <a:lstStyle/>
          <a:p>
            <a:pPr marL="138623" lvl="0" indent="-138623" algn="l" defTabSz="554492" rtl="0" eaLnBrk="1" latinLnBrk="0" hangingPunct="1">
              <a:lnSpc>
                <a:spcPct val="90000"/>
              </a:lnSpc>
              <a:spcBef>
                <a:spcPts val="606"/>
              </a:spcBef>
              <a:buFont typeface="Arial" panose="020B0604020202020204" pitchFamily="34" charset="0"/>
              <a:buChar char="•"/>
            </a:pPr>
            <a:endParaRPr lang="fr-FR" sz="1213" kern="1200">
              <a:solidFill>
                <a:schemeClr val="bg1"/>
              </a:solidFill>
              <a:latin typeface="+mj-lt"/>
            </a:endParaRPr>
          </a:p>
        </p:txBody>
      </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8" name="Espace réservé du texte 19">
            <a:extLst>
              <a:ext uri="{FF2B5EF4-FFF2-40B4-BE49-F238E27FC236}">
                <a16:creationId xmlns:a16="http://schemas.microsoft.com/office/drawing/2014/main" id="{8A0036C7-F861-984D-4697-47E80A8680B1}"/>
              </a:ext>
            </a:extLst>
          </p:cNvPr>
          <p:cNvSpPr>
            <a:spLocks noGrp="1"/>
          </p:cNvSpPr>
          <p:nvPr>
            <p:ph type="body" sz="quarter" idx="13" hasCustomPrompt="1"/>
          </p:nvPr>
        </p:nvSpPr>
        <p:spPr>
          <a:xfrm>
            <a:off x="4120614" y="1252714"/>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29" name="Espace réservé du texte 22">
            <a:extLst>
              <a:ext uri="{FF2B5EF4-FFF2-40B4-BE49-F238E27FC236}">
                <a16:creationId xmlns:a16="http://schemas.microsoft.com/office/drawing/2014/main" id="{024A7A9B-4601-E7E9-CAF3-BEE24F2AC068}"/>
              </a:ext>
            </a:extLst>
          </p:cNvPr>
          <p:cNvSpPr>
            <a:spLocks noGrp="1"/>
          </p:cNvSpPr>
          <p:nvPr>
            <p:ph type="body" sz="quarter" idx="15"/>
          </p:nvPr>
        </p:nvSpPr>
        <p:spPr>
          <a:xfrm>
            <a:off x="4114303" y="1571078"/>
            <a:ext cx="1947174" cy="600164"/>
          </a:xfrm>
          <a:solidFill>
            <a:schemeClr val="bg1"/>
          </a:solid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35" name="object 28">
            <a:extLst>
              <a:ext uri="{FF2B5EF4-FFF2-40B4-BE49-F238E27FC236}">
                <a16:creationId xmlns:a16="http://schemas.microsoft.com/office/drawing/2014/main" id="{36D860E0-A4F0-C013-7E31-F536A7D39F00}"/>
              </a:ext>
            </a:extLst>
          </p:cNvPr>
          <p:cNvSpPr/>
          <p:nvPr/>
        </p:nvSpPr>
        <p:spPr>
          <a:xfrm>
            <a:off x="7199401" y="888540"/>
            <a:ext cx="3520122" cy="0"/>
          </a:xfrm>
          <a:custGeom>
            <a:avLst/>
            <a:gdLst/>
            <a:ahLst/>
            <a:cxnLst/>
            <a:rect l="l" t="t" r="r" b="b"/>
            <a:pathLst>
              <a:path w="5804534">
                <a:moveTo>
                  <a:pt x="0" y="0"/>
                </a:moveTo>
                <a:lnTo>
                  <a:pt x="5804441" y="0"/>
                </a:lnTo>
              </a:path>
            </a:pathLst>
          </a:custGeom>
          <a:ln w="3175">
            <a:solidFill>
              <a:srgbClr val="1E2124"/>
            </a:solidFill>
          </a:ln>
        </p:spPr>
        <p:txBody>
          <a:bodyPr wrap="square" lIns="0" tIns="0" rIns="0" bIns="0" rtlCol="0"/>
          <a:lstStyle/>
          <a:p>
            <a:endParaRPr sz="1092"/>
          </a:p>
        </p:txBody>
      </p:sp>
      <p:sp>
        <p:nvSpPr>
          <p:cNvPr id="36" name="object 29">
            <a:extLst>
              <a:ext uri="{FF2B5EF4-FFF2-40B4-BE49-F238E27FC236}">
                <a16:creationId xmlns:a16="http://schemas.microsoft.com/office/drawing/2014/main" id="{AEDC0497-6952-BF15-5131-CA214E5EB891}"/>
              </a:ext>
            </a:extLst>
          </p:cNvPr>
          <p:cNvSpPr/>
          <p:nvPr/>
        </p:nvSpPr>
        <p:spPr>
          <a:xfrm>
            <a:off x="5084399" y="5923018"/>
            <a:ext cx="3265577" cy="0"/>
          </a:xfrm>
          <a:custGeom>
            <a:avLst/>
            <a:gdLst/>
            <a:ahLst/>
            <a:cxnLst/>
            <a:rect l="l" t="t" r="r" b="b"/>
            <a:pathLst>
              <a:path w="5384800">
                <a:moveTo>
                  <a:pt x="0" y="0"/>
                </a:moveTo>
                <a:lnTo>
                  <a:pt x="5384506" y="0"/>
                </a:lnTo>
              </a:path>
            </a:pathLst>
          </a:custGeom>
          <a:ln w="3175">
            <a:solidFill>
              <a:srgbClr val="1E2124"/>
            </a:solidFill>
          </a:ln>
        </p:spPr>
        <p:txBody>
          <a:bodyPr wrap="square" lIns="0" tIns="0" rIns="0" bIns="0" rtlCol="0"/>
          <a:lstStyle/>
          <a:p>
            <a:endParaRPr sz="1092"/>
          </a:p>
        </p:txBody>
      </p:sp>
      <p:sp>
        <p:nvSpPr>
          <p:cNvPr id="49" name="object 30">
            <a:extLst>
              <a:ext uri="{FF2B5EF4-FFF2-40B4-BE49-F238E27FC236}">
                <a16:creationId xmlns:a16="http://schemas.microsoft.com/office/drawing/2014/main" id="{E5507B2D-0037-2EA8-EAA9-CDCCA0192A7C}"/>
              </a:ext>
            </a:extLst>
          </p:cNvPr>
          <p:cNvSpPr/>
          <p:nvPr/>
        </p:nvSpPr>
        <p:spPr>
          <a:xfrm>
            <a:off x="9254066" y="5923018"/>
            <a:ext cx="1465659" cy="0"/>
          </a:xfrm>
          <a:custGeom>
            <a:avLst/>
            <a:gdLst/>
            <a:ahLst/>
            <a:cxnLst/>
            <a:rect l="l" t="t" r="r" b="b"/>
            <a:pathLst>
              <a:path w="2416809">
                <a:moveTo>
                  <a:pt x="0" y="0"/>
                </a:moveTo>
                <a:lnTo>
                  <a:pt x="2416387" y="0"/>
                </a:lnTo>
              </a:path>
            </a:pathLst>
          </a:custGeom>
          <a:ln w="3175">
            <a:solidFill>
              <a:srgbClr val="1E2124"/>
            </a:solidFill>
          </a:ln>
        </p:spPr>
        <p:txBody>
          <a:bodyPr wrap="square" lIns="0" tIns="0" rIns="0" bIns="0" rtlCol="0"/>
          <a:lstStyle/>
          <a:p>
            <a:endParaRPr sz="1092"/>
          </a:p>
        </p:txBody>
      </p:sp>
      <p:sp>
        <p:nvSpPr>
          <p:cNvPr id="58" name="Espace réservé du texte 57">
            <a:extLst>
              <a:ext uri="{FF2B5EF4-FFF2-40B4-BE49-F238E27FC236}">
                <a16:creationId xmlns:a16="http://schemas.microsoft.com/office/drawing/2014/main" id="{EADF6E96-4BFB-2438-5A1B-36278F9AE125}"/>
              </a:ext>
            </a:extLst>
          </p:cNvPr>
          <p:cNvSpPr>
            <a:spLocks noGrp="1"/>
          </p:cNvSpPr>
          <p:nvPr>
            <p:ph type="body" sz="quarter" idx="26"/>
          </p:nvPr>
        </p:nvSpPr>
        <p:spPr>
          <a:xfrm>
            <a:off x="4118995" y="1967592"/>
            <a:ext cx="1947174" cy="550792"/>
          </a:xfrm>
        </p:spPr>
        <p:txBody>
          <a:bodyPr>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
        <p:nvSpPr>
          <p:cNvPr id="60" name="Espace réservé du texte 19">
            <a:extLst>
              <a:ext uri="{FF2B5EF4-FFF2-40B4-BE49-F238E27FC236}">
                <a16:creationId xmlns:a16="http://schemas.microsoft.com/office/drawing/2014/main" id="{B4D9E38A-DE17-2371-BAD2-861E5CA1C860}"/>
              </a:ext>
            </a:extLst>
          </p:cNvPr>
          <p:cNvSpPr>
            <a:spLocks noGrp="1"/>
          </p:cNvSpPr>
          <p:nvPr>
            <p:ph type="body" sz="quarter" idx="27" hasCustomPrompt="1"/>
          </p:nvPr>
        </p:nvSpPr>
        <p:spPr>
          <a:xfrm>
            <a:off x="757908" y="1110805"/>
            <a:ext cx="1940862" cy="261290"/>
          </a:xfrm>
          <a:noFill/>
        </p:spPr>
        <p:txBody>
          <a:bodyPr wrap="square" tIns="0" bIns="0" anchor="b" anchorCtr="0">
            <a:spAutoFit/>
          </a:bodyPr>
          <a:lstStyle>
            <a:lvl1pPr marL="0" indent="0" algn="ctr">
              <a:lnSpc>
                <a:spcPct val="100000"/>
              </a:lnSpc>
              <a:buNone/>
              <a:defRPr sz="1698" b="1">
                <a:solidFill>
                  <a:schemeClr val="tx1"/>
                </a:solidFill>
                <a:latin typeface="+mj-lt"/>
                <a:cs typeface="Poppins Light" panose="00000400000000000000" pitchFamily="2" charset="0"/>
              </a:defRPr>
            </a:lvl1pPr>
          </a:lstStyle>
          <a:p>
            <a:pPr lvl="0"/>
            <a:r>
              <a:rPr lang="fr-FR"/>
              <a:t>Titre</a:t>
            </a:r>
          </a:p>
        </p:txBody>
      </p:sp>
      <p:sp>
        <p:nvSpPr>
          <p:cNvPr id="61" name="Espace réservé du texte 19">
            <a:extLst>
              <a:ext uri="{FF2B5EF4-FFF2-40B4-BE49-F238E27FC236}">
                <a16:creationId xmlns:a16="http://schemas.microsoft.com/office/drawing/2014/main" id="{E1390742-21D3-8508-377B-C00C329EE00C}"/>
              </a:ext>
            </a:extLst>
          </p:cNvPr>
          <p:cNvSpPr>
            <a:spLocks noGrp="1"/>
          </p:cNvSpPr>
          <p:nvPr>
            <p:ph type="body" sz="quarter" idx="28" hasCustomPrompt="1"/>
          </p:nvPr>
        </p:nvSpPr>
        <p:spPr>
          <a:xfrm>
            <a:off x="757908" y="2040023"/>
            <a:ext cx="1940862" cy="187446"/>
          </a:xfrm>
          <a:noFill/>
        </p:spPr>
        <p:txBody>
          <a:bodyPr wrap="square" tIns="0" bIns="0" anchor="b" anchorCtr="0">
            <a:noAutofit/>
          </a:bodyPr>
          <a:lstStyle>
            <a:lvl1pPr marL="0" indent="0" algn="ctr">
              <a:lnSpc>
                <a:spcPct val="100000"/>
              </a:lnSpc>
              <a:buNone/>
              <a:defRPr sz="1200" b="0">
                <a:solidFill>
                  <a:schemeClr val="bg1"/>
                </a:solidFill>
                <a:latin typeface="+mn-lt"/>
                <a:cs typeface="Poppins Light" panose="00000400000000000000" pitchFamily="2" charset="0"/>
              </a:defRPr>
            </a:lvl1pPr>
          </a:lstStyle>
          <a:p>
            <a:pPr lvl="0"/>
            <a:r>
              <a:rPr lang="fr-FR"/>
              <a:t>Titre</a:t>
            </a:r>
          </a:p>
        </p:txBody>
      </p:sp>
      <p:sp>
        <p:nvSpPr>
          <p:cNvPr id="63" name="Espace réservé du texte 19">
            <a:extLst>
              <a:ext uri="{FF2B5EF4-FFF2-40B4-BE49-F238E27FC236}">
                <a16:creationId xmlns:a16="http://schemas.microsoft.com/office/drawing/2014/main" id="{DD966501-9FD2-7E39-58E1-FAAC572B1853}"/>
              </a:ext>
            </a:extLst>
          </p:cNvPr>
          <p:cNvSpPr>
            <a:spLocks noGrp="1"/>
          </p:cNvSpPr>
          <p:nvPr>
            <p:ph type="body" sz="quarter" idx="29" hasCustomPrompt="1"/>
          </p:nvPr>
        </p:nvSpPr>
        <p:spPr>
          <a:xfrm>
            <a:off x="757908" y="2248490"/>
            <a:ext cx="1940862" cy="187446"/>
          </a:xfrm>
          <a:noFill/>
        </p:spPr>
        <p:txBody>
          <a:bodyPr wrap="square" tIns="0" bIns="0" anchor="b" anchorCtr="0">
            <a:noAutofit/>
          </a:bodyPr>
          <a:lstStyle>
            <a:lvl1pPr marL="0" indent="0" algn="ctr">
              <a:lnSpc>
                <a:spcPct val="100000"/>
              </a:lnSpc>
              <a:buNone/>
              <a:defRPr sz="1200" b="0">
                <a:solidFill>
                  <a:schemeClr val="tx2"/>
                </a:solidFill>
                <a:latin typeface="+mn-lt"/>
                <a:cs typeface="Poppins Light" panose="00000400000000000000" pitchFamily="2" charset="0"/>
              </a:defRPr>
            </a:lvl1pPr>
          </a:lstStyle>
          <a:p>
            <a:pPr lvl="0"/>
            <a:r>
              <a:rPr lang="fr-FR"/>
              <a:t>Titre</a:t>
            </a:r>
          </a:p>
        </p:txBody>
      </p:sp>
      <p:sp>
        <p:nvSpPr>
          <p:cNvPr id="64" name="Espace réservé du texte 22">
            <a:extLst>
              <a:ext uri="{FF2B5EF4-FFF2-40B4-BE49-F238E27FC236}">
                <a16:creationId xmlns:a16="http://schemas.microsoft.com/office/drawing/2014/main" id="{4FA645BA-E686-1D06-FF8F-E8206EF8FD6C}"/>
              </a:ext>
            </a:extLst>
          </p:cNvPr>
          <p:cNvSpPr>
            <a:spLocks noGrp="1"/>
          </p:cNvSpPr>
          <p:nvPr>
            <p:ph type="body" sz="quarter" idx="30"/>
          </p:nvPr>
        </p:nvSpPr>
        <p:spPr>
          <a:xfrm>
            <a:off x="754057" y="2987762"/>
            <a:ext cx="1947174" cy="600164"/>
          </a:xfrm>
          <a:noFill/>
        </p:spPr>
        <p:txBody>
          <a:bodyPr wrap="square">
            <a:spAutoFit/>
          </a:bodyPr>
          <a:lstStyle>
            <a:lvl1pPr marL="0" indent="0" algn="ctr">
              <a:lnSpc>
                <a:spcPct val="100000"/>
              </a:lnSpc>
              <a:buNone/>
              <a:defRPr sz="1100" b="0">
                <a:solidFill>
                  <a:schemeClr val="bg1"/>
                </a:solidFill>
                <a:latin typeface="+mj-lt"/>
                <a:cs typeface="Poppins Light" panose="00000400000000000000" pitchFamily="2" charset="0"/>
              </a:defRPr>
            </a:lvl1pPr>
          </a:lstStyle>
          <a:p>
            <a:pPr lvl="0"/>
            <a:r>
              <a:rPr lang="fr-FR"/>
              <a:t>Cliquez pour modifier les styles du texte du masque</a:t>
            </a:r>
          </a:p>
        </p:txBody>
      </p:sp>
      <p:sp>
        <p:nvSpPr>
          <p:cNvPr id="65" name="Espace réservé du texte 22">
            <a:extLst>
              <a:ext uri="{FF2B5EF4-FFF2-40B4-BE49-F238E27FC236}">
                <a16:creationId xmlns:a16="http://schemas.microsoft.com/office/drawing/2014/main" id="{F390B367-6402-ED26-E297-65E3F5888E7D}"/>
              </a:ext>
            </a:extLst>
          </p:cNvPr>
          <p:cNvSpPr>
            <a:spLocks noGrp="1"/>
          </p:cNvSpPr>
          <p:nvPr>
            <p:ph type="body" sz="quarter" idx="31"/>
          </p:nvPr>
        </p:nvSpPr>
        <p:spPr>
          <a:xfrm>
            <a:off x="4114303" y="6122541"/>
            <a:ext cx="4235673" cy="253916"/>
          </a:xfrm>
          <a:noFill/>
        </p:spPr>
        <p:txBody>
          <a:bodyPr wrap="square">
            <a:spAutoFit/>
          </a:bodyPr>
          <a:lstStyle>
            <a:lvl1pPr marL="0" indent="0">
              <a:lnSpc>
                <a:spcPct val="100000"/>
              </a:lnSpc>
              <a:buNone/>
              <a:defRPr lang="fr-FR" sz="1050" b="1" dirty="0">
                <a:solidFill>
                  <a:schemeClr val="bg1">
                    <a:lumMod val="50000"/>
                  </a:schemeClr>
                </a:solidFill>
                <a:latin typeface="+mj-lt"/>
                <a:cs typeface="Poppins Medium"/>
              </a:defRPr>
            </a:lvl1pPr>
          </a:lstStyle>
          <a:p>
            <a:pPr lvl="0"/>
            <a:r>
              <a:rPr lang="fr-FR"/>
              <a:t>Cliquez pour modifier les styles du texte du masque</a:t>
            </a:r>
          </a:p>
        </p:txBody>
      </p:sp>
      <p:sp>
        <p:nvSpPr>
          <p:cNvPr id="66" name="Espace réservé du texte 22">
            <a:extLst>
              <a:ext uri="{FF2B5EF4-FFF2-40B4-BE49-F238E27FC236}">
                <a16:creationId xmlns:a16="http://schemas.microsoft.com/office/drawing/2014/main" id="{990EA576-5172-6C3F-A184-57D68E205021}"/>
              </a:ext>
            </a:extLst>
          </p:cNvPr>
          <p:cNvSpPr>
            <a:spLocks noGrp="1"/>
          </p:cNvSpPr>
          <p:nvPr>
            <p:ph type="body" sz="quarter" idx="32"/>
          </p:nvPr>
        </p:nvSpPr>
        <p:spPr>
          <a:xfrm>
            <a:off x="8637605" y="6122541"/>
            <a:ext cx="2081918" cy="415498"/>
          </a:xfrm>
          <a:noFill/>
        </p:spPr>
        <p:txBody>
          <a:bodyPr wrap="square">
            <a:spAutoFit/>
          </a:bodyPr>
          <a:lstStyle>
            <a:lvl1pPr marL="0" indent="0">
              <a:lnSpc>
                <a:spcPct val="100000"/>
              </a:lnSpc>
              <a:buNone/>
              <a:defRPr lang="fr-FR" sz="1050" b="1" dirty="0">
                <a:solidFill>
                  <a:schemeClr val="bg1">
                    <a:lumMod val="50000"/>
                  </a:schemeClr>
                </a:solidFill>
                <a:latin typeface="+mj-lt"/>
                <a:cs typeface="Poppins Medium"/>
              </a:defRPr>
            </a:lvl1pPr>
          </a:lstStyle>
          <a:p>
            <a:pPr lvl="0"/>
            <a:r>
              <a:rPr lang="fr-FR"/>
              <a:t>Cliquez pour modifier les styles du texte du masque</a:t>
            </a:r>
          </a:p>
        </p:txBody>
      </p:sp>
      <p:sp>
        <p:nvSpPr>
          <p:cNvPr id="67" name="Espace réservé du texte 19">
            <a:extLst>
              <a:ext uri="{FF2B5EF4-FFF2-40B4-BE49-F238E27FC236}">
                <a16:creationId xmlns:a16="http://schemas.microsoft.com/office/drawing/2014/main" id="{05FB3183-F1D1-9ADF-AC85-03014DD39C47}"/>
              </a:ext>
            </a:extLst>
          </p:cNvPr>
          <p:cNvSpPr>
            <a:spLocks noGrp="1"/>
          </p:cNvSpPr>
          <p:nvPr>
            <p:ph type="body" sz="quarter" idx="33" hasCustomPrompt="1"/>
          </p:nvPr>
        </p:nvSpPr>
        <p:spPr>
          <a:xfrm>
            <a:off x="6440808" y="1252714"/>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68" name="Espace réservé du texte 22">
            <a:extLst>
              <a:ext uri="{FF2B5EF4-FFF2-40B4-BE49-F238E27FC236}">
                <a16:creationId xmlns:a16="http://schemas.microsoft.com/office/drawing/2014/main" id="{E12BC34B-F7B1-EE21-F4CA-ECD28693CE37}"/>
              </a:ext>
            </a:extLst>
          </p:cNvPr>
          <p:cNvSpPr>
            <a:spLocks noGrp="1"/>
          </p:cNvSpPr>
          <p:nvPr>
            <p:ph type="body" sz="quarter" idx="34"/>
          </p:nvPr>
        </p:nvSpPr>
        <p:spPr>
          <a:xfrm>
            <a:off x="6434497" y="1571078"/>
            <a:ext cx="1947174" cy="600164"/>
          </a:xfrm>
          <a:solidFill>
            <a:schemeClr val="bg1"/>
          </a:solid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69" name="Espace réservé du texte 57">
            <a:extLst>
              <a:ext uri="{FF2B5EF4-FFF2-40B4-BE49-F238E27FC236}">
                <a16:creationId xmlns:a16="http://schemas.microsoft.com/office/drawing/2014/main" id="{D7BF76C4-2B05-3424-85CB-75DCF009BD6E}"/>
              </a:ext>
            </a:extLst>
          </p:cNvPr>
          <p:cNvSpPr>
            <a:spLocks noGrp="1"/>
          </p:cNvSpPr>
          <p:nvPr>
            <p:ph type="body" sz="quarter" idx="35"/>
          </p:nvPr>
        </p:nvSpPr>
        <p:spPr>
          <a:xfrm>
            <a:off x="6439190" y="1967592"/>
            <a:ext cx="1947174" cy="550792"/>
          </a:xfrm>
        </p:spPr>
        <p:txBody>
          <a:bodyPr>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
        <p:nvSpPr>
          <p:cNvPr id="70" name="Espace réservé du texte 19">
            <a:extLst>
              <a:ext uri="{FF2B5EF4-FFF2-40B4-BE49-F238E27FC236}">
                <a16:creationId xmlns:a16="http://schemas.microsoft.com/office/drawing/2014/main" id="{AB381D96-AD3C-F0F8-AE93-0C48D061A38F}"/>
              </a:ext>
            </a:extLst>
          </p:cNvPr>
          <p:cNvSpPr>
            <a:spLocks noGrp="1"/>
          </p:cNvSpPr>
          <p:nvPr>
            <p:ph type="body" sz="quarter" idx="36" hasCustomPrompt="1"/>
          </p:nvPr>
        </p:nvSpPr>
        <p:spPr>
          <a:xfrm>
            <a:off x="8756880" y="1252714"/>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71" name="Espace réservé du texte 22">
            <a:extLst>
              <a:ext uri="{FF2B5EF4-FFF2-40B4-BE49-F238E27FC236}">
                <a16:creationId xmlns:a16="http://schemas.microsoft.com/office/drawing/2014/main" id="{50942992-650A-FB7F-EE29-5521ACC91F9B}"/>
              </a:ext>
            </a:extLst>
          </p:cNvPr>
          <p:cNvSpPr>
            <a:spLocks noGrp="1"/>
          </p:cNvSpPr>
          <p:nvPr>
            <p:ph type="body" sz="quarter" idx="37"/>
          </p:nvPr>
        </p:nvSpPr>
        <p:spPr>
          <a:xfrm>
            <a:off x="8750568" y="1571078"/>
            <a:ext cx="1947174" cy="600164"/>
          </a:xfrm>
          <a:solidFill>
            <a:schemeClr val="bg1"/>
          </a:solid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72" name="Espace réservé du texte 57">
            <a:extLst>
              <a:ext uri="{FF2B5EF4-FFF2-40B4-BE49-F238E27FC236}">
                <a16:creationId xmlns:a16="http://schemas.microsoft.com/office/drawing/2014/main" id="{0828E09C-7062-FB6A-3A48-76BC8B0517FD}"/>
              </a:ext>
            </a:extLst>
          </p:cNvPr>
          <p:cNvSpPr>
            <a:spLocks noGrp="1"/>
          </p:cNvSpPr>
          <p:nvPr>
            <p:ph type="body" sz="quarter" idx="38"/>
          </p:nvPr>
        </p:nvSpPr>
        <p:spPr>
          <a:xfrm>
            <a:off x="8755261" y="1967592"/>
            <a:ext cx="1947174" cy="550792"/>
          </a:xfrm>
        </p:spPr>
        <p:txBody>
          <a:bodyPr>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
        <p:nvSpPr>
          <p:cNvPr id="73" name="Espace réservé du texte 19">
            <a:extLst>
              <a:ext uri="{FF2B5EF4-FFF2-40B4-BE49-F238E27FC236}">
                <a16:creationId xmlns:a16="http://schemas.microsoft.com/office/drawing/2014/main" id="{E6A4849A-C091-B489-7782-37CB8D485B54}"/>
              </a:ext>
            </a:extLst>
          </p:cNvPr>
          <p:cNvSpPr>
            <a:spLocks noGrp="1"/>
          </p:cNvSpPr>
          <p:nvPr>
            <p:ph type="body" sz="quarter" idx="39" hasCustomPrompt="1"/>
          </p:nvPr>
        </p:nvSpPr>
        <p:spPr>
          <a:xfrm>
            <a:off x="4120614" y="3505342"/>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74" name="Espace réservé du texte 22">
            <a:extLst>
              <a:ext uri="{FF2B5EF4-FFF2-40B4-BE49-F238E27FC236}">
                <a16:creationId xmlns:a16="http://schemas.microsoft.com/office/drawing/2014/main" id="{1A59DACA-6DD8-9570-7231-EB9D7DDC90A5}"/>
              </a:ext>
            </a:extLst>
          </p:cNvPr>
          <p:cNvSpPr>
            <a:spLocks noGrp="1"/>
          </p:cNvSpPr>
          <p:nvPr>
            <p:ph type="body" sz="quarter" idx="40"/>
          </p:nvPr>
        </p:nvSpPr>
        <p:spPr>
          <a:xfrm>
            <a:off x="4114303" y="3823705"/>
            <a:ext cx="1947174" cy="600164"/>
          </a:xfrm>
          <a:solidFill>
            <a:schemeClr val="bg1"/>
          </a:solid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75" name="Espace réservé du texte 57">
            <a:extLst>
              <a:ext uri="{FF2B5EF4-FFF2-40B4-BE49-F238E27FC236}">
                <a16:creationId xmlns:a16="http://schemas.microsoft.com/office/drawing/2014/main" id="{6913A400-9BF9-7CAE-BCE0-CAE601A1FFF5}"/>
              </a:ext>
            </a:extLst>
          </p:cNvPr>
          <p:cNvSpPr>
            <a:spLocks noGrp="1"/>
          </p:cNvSpPr>
          <p:nvPr>
            <p:ph type="body" sz="quarter" idx="41"/>
          </p:nvPr>
        </p:nvSpPr>
        <p:spPr>
          <a:xfrm>
            <a:off x="4118995" y="4220219"/>
            <a:ext cx="1947174" cy="550792"/>
          </a:xfrm>
        </p:spPr>
        <p:txBody>
          <a:bodyPr>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
        <p:nvSpPr>
          <p:cNvPr id="76" name="Espace réservé du texte 19">
            <a:extLst>
              <a:ext uri="{FF2B5EF4-FFF2-40B4-BE49-F238E27FC236}">
                <a16:creationId xmlns:a16="http://schemas.microsoft.com/office/drawing/2014/main" id="{134135AD-CA7C-2362-1319-93791D95CA77}"/>
              </a:ext>
            </a:extLst>
          </p:cNvPr>
          <p:cNvSpPr>
            <a:spLocks noGrp="1"/>
          </p:cNvSpPr>
          <p:nvPr>
            <p:ph type="body" sz="quarter" idx="42" hasCustomPrompt="1"/>
          </p:nvPr>
        </p:nvSpPr>
        <p:spPr>
          <a:xfrm>
            <a:off x="6440808" y="3505342"/>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77" name="Espace réservé du texte 22">
            <a:extLst>
              <a:ext uri="{FF2B5EF4-FFF2-40B4-BE49-F238E27FC236}">
                <a16:creationId xmlns:a16="http://schemas.microsoft.com/office/drawing/2014/main" id="{B087EF66-1470-1B56-4C32-8DB173C53307}"/>
              </a:ext>
            </a:extLst>
          </p:cNvPr>
          <p:cNvSpPr>
            <a:spLocks noGrp="1"/>
          </p:cNvSpPr>
          <p:nvPr>
            <p:ph type="body" sz="quarter" idx="43"/>
          </p:nvPr>
        </p:nvSpPr>
        <p:spPr>
          <a:xfrm>
            <a:off x="6434497" y="3823705"/>
            <a:ext cx="1947174" cy="600164"/>
          </a:xfrm>
          <a:solidFill>
            <a:schemeClr val="bg1"/>
          </a:solid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78" name="Espace réservé du texte 57">
            <a:extLst>
              <a:ext uri="{FF2B5EF4-FFF2-40B4-BE49-F238E27FC236}">
                <a16:creationId xmlns:a16="http://schemas.microsoft.com/office/drawing/2014/main" id="{C4E93510-1BAB-1591-6C97-3FC84BC82D03}"/>
              </a:ext>
            </a:extLst>
          </p:cNvPr>
          <p:cNvSpPr>
            <a:spLocks noGrp="1"/>
          </p:cNvSpPr>
          <p:nvPr>
            <p:ph type="body" sz="quarter" idx="44"/>
          </p:nvPr>
        </p:nvSpPr>
        <p:spPr>
          <a:xfrm>
            <a:off x="6439190" y="4220219"/>
            <a:ext cx="1947174" cy="550792"/>
          </a:xfrm>
        </p:spPr>
        <p:txBody>
          <a:bodyPr>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
        <p:nvSpPr>
          <p:cNvPr id="79" name="Espace réservé du texte 19">
            <a:extLst>
              <a:ext uri="{FF2B5EF4-FFF2-40B4-BE49-F238E27FC236}">
                <a16:creationId xmlns:a16="http://schemas.microsoft.com/office/drawing/2014/main" id="{5F016164-F1D2-930A-B22C-9C2716BDCE27}"/>
              </a:ext>
            </a:extLst>
          </p:cNvPr>
          <p:cNvSpPr>
            <a:spLocks noGrp="1"/>
          </p:cNvSpPr>
          <p:nvPr>
            <p:ph type="body" sz="quarter" idx="45" hasCustomPrompt="1"/>
          </p:nvPr>
        </p:nvSpPr>
        <p:spPr>
          <a:xfrm>
            <a:off x="8756880" y="3505342"/>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80" name="Espace réservé du texte 22">
            <a:extLst>
              <a:ext uri="{FF2B5EF4-FFF2-40B4-BE49-F238E27FC236}">
                <a16:creationId xmlns:a16="http://schemas.microsoft.com/office/drawing/2014/main" id="{F33A3BD2-60F5-BA4D-82F3-9A8FF5A565A5}"/>
              </a:ext>
            </a:extLst>
          </p:cNvPr>
          <p:cNvSpPr>
            <a:spLocks noGrp="1"/>
          </p:cNvSpPr>
          <p:nvPr>
            <p:ph type="body" sz="quarter" idx="46"/>
          </p:nvPr>
        </p:nvSpPr>
        <p:spPr>
          <a:xfrm>
            <a:off x="8750568" y="3823705"/>
            <a:ext cx="1947174" cy="600164"/>
          </a:xfrm>
          <a:solidFill>
            <a:schemeClr val="bg1"/>
          </a:solidFill>
        </p:spPr>
        <p:txBody>
          <a:bodyPr wrap="square">
            <a:spAutoFit/>
          </a:bodyPr>
          <a:lstStyle>
            <a:lvl1pPr marL="0" indent="0">
              <a:lnSpc>
                <a:spcPct val="100000"/>
              </a:lnSpc>
              <a:buNone/>
              <a:defRPr sz="1100" b="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81" name="Espace réservé du texte 57">
            <a:extLst>
              <a:ext uri="{FF2B5EF4-FFF2-40B4-BE49-F238E27FC236}">
                <a16:creationId xmlns:a16="http://schemas.microsoft.com/office/drawing/2014/main" id="{74AAE3F9-3368-AA20-AAB2-C65F1EA605DD}"/>
              </a:ext>
            </a:extLst>
          </p:cNvPr>
          <p:cNvSpPr>
            <a:spLocks noGrp="1"/>
          </p:cNvSpPr>
          <p:nvPr>
            <p:ph type="body" sz="quarter" idx="47"/>
          </p:nvPr>
        </p:nvSpPr>
        <p:spPr>
          <a:xfrm>
            <a:off x="8755261" y="4220219"/>
            <a:ext cx="1947174" cy="550792"/>
          </a:xfrm>
        </p:spPr>
        <p:txBody>
          <a:bodyPr>
            <a:spAutoFit/>
          </a:bodyPr>
          <a:lstStyle>
            <a:lvl1pPr marL="158839" indent="-158839">
              <a:buClr>
                <a:schemeClr val="tx2"/>
              </a:buClr>
              <a:defRPr sz="1100">
                <a:solidFill>
                  <a:schemeClr val="bg1">
                    <a:lumMod val="50000"/>
                  </a:schemeClr>
                </a:solidFill>
                <a:latin typeface="+mn-lt"/>
                <a:cs typeface="Poppins Light" panose="00000400000000000000" pitchFamily="2" charset="0"/>
              </a:defRPr>
            </a:lvl1pPr>
          </a:lstStyle>
          <a:p>
            <a:pPr lvl="0"/>
            <a:r>
              <a:rPr lang="fr-FR"/>
              <a:t>Cliquez pour modifier les styles du texte du masque</a:t>
            </a:r>
          </a:p>
        </p:txBody>
      </p:sp>
      <p:sp>
        <p:nvSpPr>
          <p:cNvPr id="10" name="object 34">
            <a:extLst>
              <a:ext uri="{FF2B5EF4-FFF2-40B4-BE49-F238E27FC236}">
                <a16:creationId xmlns:a16="http://schemas.microsoft.com/office/drawing/2014/main" id="{C9EBCA63-1187-DE3A-30E8-B6520634120F}"/>
              </a:ext>
            </a:extLst>
          </p:cNvPr>
          <p:cNvSpPr txBox="1"/>
          <p:nvPr/>
        </p:nvSpPr>
        <p:spPr>
          <a:xfrm>
            <a:off x="4172798" y="332919"/>
            <a:ext cx="840655" cy="755819"/>
          </a:xfrm>
          <a:prstGeom prst="rect">
            <a:avLst/>
          </a:prstGeom>
        </p:spPr>
        <p:txBody>
          <a:bodyPr vert="horz" wrap="square" lIns="0" tIns="9242" rIns="0" bIns="0" rtlCol="0">
            <a:spAutoFit/>
          </a:bodyPr>
          <a:lstStyle/>
          <a:p>
            <a:pPr marL="7701">
              <a:lnSpc>
                <a:spcPct val="100000"/>
              </a:lnSpc>
              <a:spcBef>
                <a:spcPts val="73"/>
              </a:spcBef>
            </a:pPr>
            <a:r>
              <a:rPr sz="4800" b="1" spc="-230">
                <a:solidFill>
                  <a:schemeClr val="tx1"/>
                </a:solidFill>
                <a:latin typeface="+mj-lt"/>
                <a:cs typeface="Poppins"/>
              </a:rPr>
              <a:t>cv</a:t>
            </a:r>
            <a:endParaRPr sz="4800">
              <a:solidFill>
                <a:schemeClr val="tx1"/>
              </a:solidFill>
              <a:latin typeface="+mj-lt"/>
              <a:cs typeface="Poppins"/>
            </a:endParaRPr>
          </a:p>
        </p:txBody>
      </p:sp>
      <p:sp>
        <p:nvSpPr>
          <p:cNvPr id="11" name="object 31">
            <a:extLst>
              <a:ext uri="{FF2B5EF4-FFF2-40B4-BE49-F238E27FC236}">
                <a16:creationId xmlns:a16="http://schemas.microsoft.com/office/drawing/2014/main" id="{6E45E5A7-2B83-0EDC-7D7B-79A6F0FB4821}"/>
              </a:ext>
            </a:extLst>
          </p:cNvPr>
          <p:cNvSpPr txBox="1"/>
          <p:nvPr/>
        </p:nvSpPr>
        <p:spPr>
          <a:xfrm>
            <a:off x="5342798" y="812935"/>
            <a:ext cx="2718620" cy="162053"/>
          </a:xfrm>
          <a:prstGeom prst="rect">
            <a:avLst/>
          </a:prstGeom>
          <a:solidFill>
            <a:schemeClr val="bg1"/>
          </a:solidFill>
        </p:spPr>
        <p:txBody>
          <a:bodyPr vert="horz" wrap="square" lIns="0" tIns="8086" rIns="0" bIns="0" rtlCol="0">
            <a:spAutoFit/>
          </a:bodyPr>
          <a:lstStyle/>
          <a:p>
            <a:pPr marL="7701">
              <a:lnSpc>
                <a:spcPct val="100000"/>
              </a:lnSpc>
              <a:spcBef>
                <a:spcPts val="64"/>
              </a:spcBef>
            </a:pPr>
            <a:r>
              <a:rPr sz="1000" b="0">
                <a:solidFill>
                  <a:schemeClr val="tx1"/>
                </a:solidFill>
                <a:latin typeface="Poppins Light" panose="00000400000000000000" pitchFamily="2" charset="0"/>
                <a:cs typeface="Poppins Light" panose="00000400000000000000" pitchFamily="2" charset="0"/>
              </a:rPr>
              <a:t>Quelques</a:t>
            </a:r>
            <a:r>
              <a:rPr sz="1000" b="0" spc="-24">
                <a:solidFill>
                  <a:schemeClr val="tx1"/>
                </a:solidFill>
                <a:latin typeface="Poppins Light" panose="00000400000000000000" pitchFamily="2" charset="0"/>
                <a:cs typeface="Poppins Light" panose="00000400000000000000" pitchFamily="2" charset="0"/>
              </a:rPr>
              <a:t> </a:t>
            </a:r>
            <a:r>
              <a:rPr sz="1000" b="0">
                <a:solidFill>
                  <a:schemeClr val="tx1"/>
                </a:solidFill>
                <a:latin typeface="Poppins Light" panose="00000400000000000000" pitchFamily="2" charset="0"/>
                <a:cs typeface="Poppins Light" panose="00000400000000000000" pitchFamily="2" charset="0"/>
              </a:rPr>
              <a:t>expériences</a:t>
            </a:r>
            <a:r>
              <a:rPr sz="1000" b="0" spc="-18">
                <a:solidFill>
                  <a:schemeClr val="tx1"/>
                </a:solidFill>
                <a:latin typeface="Poppins Light" panose="00000400000000000000" pitchFamily="2" charset="0"/>
                <a:cs typeface="Poppins Light" panose="00000400000000000000" pitchFamily="2" charset="0"/>
              </a:rPr>
              <a:t> </a:t>
            </a:r>
            <a:r>
              <a:rPr sz="1000" b="0" spc="-6">
                <a:solidFill>
                  <a:schemeClr val="tx1"/>
                </a:solidFill>
                <a:latin typeface="Poppins Light" panose="00000400000000000000" pitchFamily="2" charset="0"/>
                <a:cs typeface="Poppins Light" panose="00000400000000000000" pitchFamily="2" charset="0"/>
              </a:rPr>
              <a:t>professionnelles</a:t>
            </a:r>
            <a:endParaRPr sz="1000">
              <a:solidFill>
                <a:schemeClr val="tx1"/>
              </a:solidFill>
              <a:latin typeface="Poppins Light" panose="00000400000000000000" pitchFamily="2" charset="0"/>
              <a:cs typeface="Poppins Light" panose="00000400000000000000" pitchFamily="2" charset="0"/>
            </a:endParaRPr>
          </a:p>
        </p:txBody>
      </p:sp>
      <p:sp>
        <p:nvSpPr>
          <p:cNvPr id="12" name="object 32">
            <a:extLst>
              <a:ext uri="{FF2B5EF4-FFF2-40B4-BE49-F238E27FC236}">
                <a16:creationId xmlns:a16="http://schemas.microsoft.com/office/drawing/2014/main" id="{1FEDFBBC-D8D8-ADA2-C8C5-6DC02886AE69}"/>
              </a:ext>
            </a:extLst>
          </p:cNvPr>
          <p:cNvSpPr txBox="1"/>
          <p:nvPr/>
        </p:nvSpPr>
        <p:spPr>
          <a:xfrm>
            <a:off x="4172798" y="5847412"/>
            <a:ext cx="1273091" cy="162053"/>
          </a:xfrm>
          <a:prstGeom prst="rect">
            <a:avLst/>
          </a:prstGeom>
          <a:solidFill>
            <a:schemeClr val="bg1"/>
          </a:solidFill>
        </p:spPr>
        <p:txBody>
          <a:bodyPr vert="horz" wrap="square" lIns="0" tIns="8086" rIns="0" bIns="0" rtlCol="0">
            <a:spAutoFit/>
          </a:bodyPr>
          <a:lstStyle/>
          <a:p>
            <a:pPr marL="7701">
              <a:lnSpc>
                <a:spcPct val="100000"/>
              </a:lnSpc>
              <a:spcBef>
                <a:spcPts val="64"/>
              </a:spcBef>
            </a:pPr>
            <a:r>
              <a:rPr sz="1000" b="0">
                <a:solidFill>
                  <a:schemeClr val="tx1"/>
                </a:solidFill>
                <a:latin typeface="Poppins Light" panose="00000400000000000000" pitchFamily="2" charset="0"/>
                <a:cs typeface="Poppins Light" panose="00000400000000000000" pitchFamily="2" charset="0"/>
              </a:rPr>
              <a:t>Formation</a:t>
            </a:r>
            <a:r>
              <a:rPr sz="1000" b="0" spc="-42">
                <a:solidFill>
                  <a:schemeClr val="tx1"/>
                </a:solidFill>
                <a:latin typeface="Poppins Light" panose="00000400000000000000" pitchFamily="2" charset="0"/>
                <a:cs typeface="Poppins Light" panose="00000400000000000000" pitchFamily="2" charset="0"/>
              </a:rPr>
              <a:t> </a:t>
            </a:r>
            <a:r>
              <a:rPr sz="1000" b="0" spc="-6">
                <a:solidFill>
                  <a:schemeClr val="tx1"/>
                </a:solidFill>
                <a:latin typeface="Poppins Light" panose="00000400000000000000" pitchFamily="2" charset="0"/>
                <a:cs typeface="Poppins Light" panose="00000400000000000000" pitchFamily="2" charset="0"/>
              </a:rPr>
              <a:t>initiale</a:t>
            </a:r>
            <a:endParaRPr sz="1000">
              <a:solidFill>
                <a:schemeClr val="tx1"/>
              </a:solidFill>
              <a:latin typeface="Poppins Light" panose="00000400000000000000" pitchFamily="2" charset="0"/>
              <a:cs typeface="Poppins Light" panose="00000400000000000000" pitchFamily="2" charset="0"/>
            </a:endParaRPr>
          </a:p>
        </p:txBody>
      </p:sp>
      <p:sp>
        <p:nvSpPr>
          <p:cNvPr id="13" name="object 33">
            <a:extLst>
              <a:ext uri="{FF2B5EF4-FFF2-40B4-BE49-F238E27FC236}">
                <a16:creationId xmlns:a16="http://schemas.microsoft.com/office/drawing/2014/main" id="{EEC58A06-635D-886C-D868-BC13E0C49A10}"/>
              </a:ext>
            </a:extLst>
          </p:cNvPr>
          <p:cNvSpPr txBox="1"/>
          <p:nvPr/>
        </p:nvSpPr>
        <p:spPr>
          <a:xfrm>
            <a:off x="8702464" y="5847412"/>
            <a:ext cx="720253" cy="162053"/>
          </a:xfrm>
          <a:prstGeom prst="rect">
            <a:avLst/>
          </a:prstGeom>
          <a:solidFill>
            <a:schemeClr val="bg1"/>
          </a:solidFill>
        </p:spPr>
        <p:txBody>
          <a:bodyPr vert="horz" wrap="square" lIns="0" tIns="8086" rIns="0" bIns="0" rtlCol="0">
            <a:spAutoFit/>
          </a:bodyPr>
          <a:lstStyle/>
          <a:p>
            <a:pPr marL="7701">
              <a:lnSpc>
                <a:spcPct val="100000"/>
              </a:lnSpc>
              <a:spcBef>
                <a:spcPts val="64"/>
              </a:spcBef>
            </a:pPr>
            <a:r>
              <a:rPr sz="1000" b="0" spc="-6">
                <a:solidFill>
                  <a:schemeClr val="tx1"/>
                </a:solidFill>
                <a:latin typeface="Poppins Light" panose="00000400000000000000" pitchFamily="2" charset="0"/>
                <a:cs typeface="Poppins Light" panose="00000400000000000000" pitchFamily="2" charset="0"/>
              </a:rPr>
              <a:t>Langues</a:t>
            </a:r>
            <a:endParaRPr sz="1000">
              <a:solidFill>
                <a:schemeClr val="tx1"/>
              </a:solidFill>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539977559"/>
      </p:ext>
    </p:extLst>
  </p:cSld>
  <p:clrMapOvr>
    <a:masterClrMapping/>
  </p:clrMapOvr>
  <p:hf sldNum="0"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25_Diapositive de titre">
    <p:bg>
      <p:bgPr>
        <a:solidFill>
          <a:schemeClr val="bg1"/>
        </a:solidFill>
        <a:effectLst/>
      </p:bgPr>
    </p:bg>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827CAA92-B279-4FA9-49D3-5AF239C45106}"/>
              </a:ext>
            </a:extLst>
          </p:cNvPr>
          <p:cNvGrpSpPr/>
          <p:nvPr/>
        </p:nvGrpSpPr>
        <p:grpSpPr>
          <a:xfrm>
            <a:off x="-5799949" y="-3157286"/>
            <a:ext cx="10452531" cy="10015286"/>
            <a:chOff x="28727400" y="4676600"/>
            <a:chExt cx="17235788" cy="16515949"/>
          </a:xfrm>
        </p:grpSpPr>
        <p:sp>
          <p:nvSpPr>
            <p:cNvPr id="32" name="Forme libre : forme 31">
              <a:extLst>
                <a:ext uri="{FF2B5EF4-FFF2-40B4-BE49-F238E27FC236}">
                  <a16:creationId xmlns:a16="http://schemas.microsoft.com/office/drawing/2014/main" id="{8A7A9460-D225-2D91-C6E3-6E03D2893D9E}"/>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tx1"/>
              </a:solidFill>
              <a:prstDash val="solid"/>
              <a:miter/>
            </a:ln>
          </p:spPr>
          <p:txBody>
            <a:bodyPr rtlCol="0" anchor="ctr"/>
            <a:lstStyle/>
            <a:p>
              <a:endParaRPr lang="fr-FR" sz="1092"/>
            </a:p>
          </p:txBody>
        </p:sp>
        <p:sp>
          <p:nvSpPr>
            <p:cNvPr id="33" name="Rectangle 32">
              <a:extLst>
                <a:ext uri="{FF2B5EF4-FFF2-40B4-BE49-F238E27FC236}">
                  <a16:creationId xmlns:a16="http://schemas.microsoft.com/office/drawing/2014/main" id="{93F7263C-DB87-2F40-CE15-1696AE8EB254}"/>
                </a:ext>
              </a:extLst>
            </p:cNvPr>
            <p:cNvSpPr/>
            <p:nvPr/>
          </p:nvSpPr>
          <p:spPr>
            <a:xfrm>
              <a:off x="29548595" y="9858200"/>
              <a:ext cx="8717625" cy="1133434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34" name="Rectangle 33">
              <a:extLst>
                <a:ext uri="{FF2B5EF4-FFF2-40B4-BE49-F238E27FC236}">
                  <a16:creationId xmlns:a16="http://schemas.microsoft.com/office/drawing/2014/main" id="{47D93600-A2A4-1464-509D-B7C4B1A0E7C5}"/>
                </a:ext>
              </a:extLst>
            </p:cNvPr>
            <p:cNvSpPr/>
            <p:nvPr/>
          </p:nvSpPr>
          <p:spPr>
            <a:xfrm>
              <a:off x="28727400" y="4676600"/>
              <a:ext cx="17235788" cy="520659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39871" y="989481"/>
            <a:ext cx="10049522" cy="702628"/>
          </a:xfrm>
        </p:spPr>
        <p:txBody>
          <a:bodyPr anchor="b" anchorCtr="0">
            <a:spAutoFit/>
          </a:bodyPr>
          <a:lstStyle>
            <a:lvl1pPr>
              <a:defRPr sz="4400"/>
            </a:lvl1pPr>
          </a:lstStyle>
          <a:p>
            <a:r>
              <a:rPr lang="fr-FR"/>
              <a:t>Modifiez le style du titre</a:t>
            </a:r>
          </a:p>
        </p:txBody>
      </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1175974" y="1713778"/>
            <a:ext cx="10049522" cy="329706"/>
          </a:xfrm>
          <a:solidFill>
            <a:schemeClr val="bg1"/>
          </a:solidFill>
        </p:spPr>
        <p:txBody>
          <a:bodyPr wrap="square">
            <a:spAutoFit/>
          </a:bodyPr>
          <a:lstStyle>
            <a:lvl1pPr marL="0" indent="0">
              <a:buNone/>
              <a:defRPr sz="1698" b="0">
                <a:solidFill>
                  <a:schemeClr val="tx2"/>
                </a:solidFill>
              </a:defRPr>
            </a:lvl1pPr>
          </a:lstStyle>
          <a:p>
            <a:pPr lvl="0"/>
            <a:r>
              <a:rPr lang="fr-FR"/>
              <a:t>Cliquez pour modifier les styles du texte du masque</a:t>
            </a:r>
          </a:p>
        </p:txBody>
      </p:sp>
      <p:sp>
        <p:nvSpPr>
          <p:cNvPr id="49" name="Espace réservé pour une image  48">
            <a:extLst>
              <a:ext uri="{FF2B5EF4-FFF2-40B4-BE49-F238E27FC236}">
                <a16:creationId xmlns:a16="http://schemas.microsoft.com/office/drawing/2014/main" id="{473BE879-BD28-588F-68DC-355E64EF3C01}"/>
              </a:ext>
            </a:extLst>
          </p:cNvPr>
          <p:cNvSpPr>
            <a:spLocks noGrp="1"/>
          </p:cNvSpPr>
          <p:nvPr>
            <p:ph type="pic" sz="quarter" idx="18"/>
          </p:nvPr>
        </p:nvSpPr>
        <p:spPr>
          <a:xfrm>
            <a:off x="2445332" y="2676794"/>
            <a:ext cx="2092930" cy="2092783"/>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a:outerShdw blurRad="584200" dist="215900" dir="2700000" sx="102000" sy="102000" algn="tl" rotWithShape="0">
              <a:schemeClr val="tx2">
                <a:alpha val="22000"/>
              </a:schemeClr>
            </a:outerShdw>
          </a:effectLst>
        </p:spPr>
        <p:txBody>
          <a:bodyPr vert="horz" wrap="square" lIns="91440" tIns="45720" rIns="91440" bIns="45720" rtlCol="0">
            <a:noAutofit/>
          </a:bodyPr>
          <a:lstStyle>
            <a:lvl1pPr>
              <a:defRPr lang="fr-FR"/>
            </a:lvl1pPr>
          </a:lstStyle>
          <a:p>
            <a:pPr lvl="0"/>
            <a:r>
              <a:rPr lang="fr-FR"/>
              <a:t>Cliquez sur l'icône pour ajouter une image</a:t>
            </a:r>
          </a:p>
        </p:txBody>
      </p:sp>
      <p:sp>
        <p:nvSpPr>
          <p:cNvPr id="45" name="Espace réservé du texte 44">
            <a:extLst>
              <a:ext uri="{FF2B5EF4-FFF2-40B4-BE49-F238E27FC236}">
                <a16:creationId xmlns:a16="http://schemas.microsoft.com/office/drawing/2014/main" id="{4F527B61-9DB5-6BCD-50EB-BF64D20CE57F}"/>
              </a:ext>
            </a:extLst>
          </p:cNvPr>
          <p:cNvSpPr>
            <a:spLocks noGrp="1"/>
          </p:cNvSpPr>
          <p:nvPr>
            <p:ph type="body" sz="quarter" idx="17" hasCustomPrompt="1"/>
          </p:nvPr>
        </p:nvSpPr>
        <p:spPr>
          <a:xfrm>
            <a:off x="3015233" y="3251940"/>
            <a:ext cx="953127" cy="953060"/>
          </a:xfrm>
          <a:prstGeom prst="ellipse">
            <a:avLst/>
          </a:prstGeom>
          <a:solidFill>
            <a:schemeClr val="bg1"/>
          </a:solidFill>
        </p:spPr>
        <p:txBody>
          <a:bodyPr anchor="ctr" anchorCtr="0">
            <a:normAutofit/>
          </a:bodyPr>
          <a:lstStyle>
            <a:lvl1pPr marL="0" indent="0" algn="ctr">
              <a:buNone/>
              <a:defRPr sz="1800" b="1"/>
            </a:lvl1pPr>
          </a:lstStyle>
          <a:p>
            <a:pPr lvl="0"/>
            <a:r>
              <a:rPr lang="fr-FR"/>
              <a:t>#</a:t>
            </a:r>
          </a:p>
        </p:txBody>
      </p:sp>
      <p:sp>
        <p:nvSpPr>
          <p:cNvPr id="35" name="Espace réservé du texte 19">
            <a:extLst>
              <a:ext uri="{FF2B5EF4-FFF2-40B4-BE49-F238E27FC236}">
                <a16:creationId xmlns:a16="http://schemas.microsoft.com/office/drawing/2014/main" id="{534E1116-2420-77E5-63F9-42F03F97168A}"/>
              </a:ext>
            </a:extLst>
          </p:cNvPr>
          <p:cNvSpPr>
            <a:spLocks noGrp="1"/>
          </p:cNvSpPr>
          <p:nvPr>
            <p:ph type="body" sz="quarter" idx="13" hasCustomPrompt="1"/>
          </p:nvPr>
        </p:nvSpPr>
        <p:spPr>
          <a:xfrm>
            <a:off x="2564623" y="5032976"/>
            <a:ext cx="1940862" cy="278987"/>
          </a:xfrm>
          <a:no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36" name="Espace réservé du texte 22">
            <a:extLst>
              <a:ext uri="{FF2B5EF4-FFF2-40B4-BE49-F238E27FC236}">
                <a16:creationId xmlns:a16="http://schemas.microsoft.com/office/drawing/2014/main" id="{A7C67828-DFBD-667A-3A7E-A806DBC13C76}"/>
              </a:ext>
            </a:extLst>
          </p:cNvPr>
          <p:cNvSpPr>
            <a:spLocks noGrp="1"/>
          </p:cNvSpPr>
          <p:nvPr>
            <p:ph type="body" sz="quarter" idx="15"/>
          </p:nvPr>
        </p:nvSpPr>
        <p:spPr>
          <a:xfrm>
            <a:off x="2564624" y="5369025"/>
            <a:ext cx="1940862" cy="600164"/>
          </a:xfrm>
          <a:no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16" name="Espace réservé pour une image  48">
            <a:extLst>
              <a:ext uri="{FF2B5EF4-FFF2-40B4-BE49-F238E27FC236}">
                <a16:creationId xmlns:a16="http://schemas.microsoft.com/office/drawing/2014/main" id="{EEE6F8AB-2AD4-BB15-883F-E6FFB30DC280}"/>
              </a:ext>
            </a:extLst>
          </p:cNvPr>
          <p:cNvSpPr>
            <a:spLocks noGrp="1"/>
          </p:cNvSpPr>
          <p:nvPr>
            <p:ph type="pic" sz="quarter" idx="19"/>
          </p:nvPr>
        </p:nvSpPr>
        <p:spPr>
          <a:xfrm>
            <a:off x="5518505" y="2676794"/>
            <a:ext cx="2092930" cy="2092783"/>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a:outerShdw blurRad="584200" dist="215900" dir="2700000" sx="102000" sy="102000" algn="tl" rotWithShape="0">
              <a:schemeClr val="tx2">
                <a:alpha val="22000"/>
              </a:schemeClr>
            </a:outerShdw>
          </a:effectLst>
        </p:spPr>
        <p:txBody>
          <a:bodyPr vert="horz" wrap="square" lIns="91440" tIns="45720" rIns="91440" bIns="45720" rtlCol="0">
            <a:noAutofit/>
          </a:bodyPr>
          <a:lstStyle>
            <a:lvl1pPr>
              <a:defRPr lang="fr-FR"/>
            </a:lvl1pPr>
          </a:lstStyle>
          <a:p>
            <a:pPr lvl="0"/>
            <a:r>
              <a:rPr lang="fr-FR"/>
              <a:t>Cliquez sur l'icône pour ajouter une image</a:t>
            </a:r>
          </a:p>
        </p:txBody>
      </p:sp>
      <p:sp>
        <p:nvSpPr>
          <p:cNvPr id="19" name="Espace réservé du texte 44">
            <a:extLst>
              <a:ext uri="{FF2B5EF4-FFF2-40B4-BE49-F238E27FC236}">
                <a16:creationId xmlns:a16="http://schemas.microsoft.com/office/drawing/2014/main" id="{39898C6D-B9B5-6BB6-E10D-6B6D64397BE5}"/>
              </a:ext>
            </a:extLst>
          </p:cNvPr>
          <p:cNvSpPr>
            <a:spLocks noGrp="1"/>
          </p:cNvSpPr>
          <p:nvPr>
            <p:ph type="body" sz="quarter" idx="20" hasCustomPrompt="1"/>
          </p:nvPr>
        </p:nvSpPr>
        <p:spPr>
          <a:xfrm>
            <a:off x="6088406" y="3251940"/>
            <a:ext cx="953127" cy="953060"/>
          </a:xfrm>
          <a:prstGeom prst="ellipse">
            <a:avLst/>
          </a:prstGeom>
          <a:solidFill>
            <a:schemeClr val="bg1"/>
          </a:solidFill>
        </p:spPr>
        <p:txBody>
          <a:bodyPr anchor="ctr" anchorCtr="0">
            <a:normAutofit/>
          </a:bodyPr>
          <a:lstStyle>
            <a:lvl1pPr marL="0" indent="0" algn="ctr">
              <a:buNone/>
              <a:defRPr sz="1800" b="1"/>
            </a:lvl1pPr>
          </a:lstStyle>
          <a:p>
            <a:pPr lvl="0"/>
            <a:r>
              <a:rPr lang="fr-FR"/>
              <a:t>#</a:t>
            </a:r>
          </a:p>
        </p:txBody>
      </p:sp>
      <p:sp>
        <p:nvSpPr>
          <p:cNvPr id="20" name="Espace réservé du texte 19">
            <a:extLst>
              <a:ext uri="{FF2B5EF4-FFF2-40B4-BE49-F238E27FC236}">
                <a16:creationId xmlns:a16="http://schemas.microsoft.com/office/drawing/2014/main" id="{552A43C8-CE92-8F79-9C6B-70A8FC01E84F}"/>
              </a:ext>
            </a:extLst>
          </p:cNvPr>
          <p:cNvSpPr>
            <a:spLocks noGrp="1"/>
          </p:cNvSpPr>
          <p:nvPr>
            <p:ph type="body" sz="quarter" idx="21" hasCustomPrompt="1"/>
          </p:nvPr>
        </p:nvSpPr>
        <p:spPr>
          <a:xfrm>
            <a:off x="5637796" y="5032976"/>
            <a:ext cx="1940862" cy="278987"/>
          </a:xfrm>
          <a:no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21" name="Espace réservé du texte 22">
            <a:extLst>
              <a:ext uri="{FF2B5EF4-FFF2-40B4-BE49-F238E27FC236}">
                <a16:creationId xmlns:a16="http://schemas.microsoft.com/office/drawing/2014/main" id="{BDFB3330-0E29-2EC1-4E7E-14150AF99639}"/>
              </a:ext>
            </a:extLst>
          </p:cNvPr>
          <p:cNvSpPr>
            <a:spLocks noGrp="1"/>
          </p:cNvSpPr>
          <p:nvPr>
            <p:ph type="body" sz="quarter" idx="22"/>
          </p:nvPr>
        </p:nvSpPr>
        <p:spPr>
          <a:xfrm>
            <a:off x="5637797" y="5369025"/>
            <a:ext cx="1940862" cy="600164"/>
          </a:xfrm>
          <a:no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22" name="Espace réservé pour une image  48">
            <a:extLst>
              <a:ext uri="{FF2B5EF4-FFF2-40B4-BE49-F238E27FC236}">
                <a16:creationId xmlns:a16="http://schemas.microsoft.com/office/drawing/2014/main" id="{2ADA4D5D-67EB-EC63-3ED9-D965A99F3F8F}"/>
              </a:ext>
            </a:extLst>
          </p:cNvPr>
          <p:cNvSpPr>
            <a:spLocks noGrp="1"/>
          </p:cNvSpPr>
          <p:nvPr>
            <p:ph type="pic" sz="quarter" idx="23"/>
          </p:nvPr>
        </p:nvSpPr>
        <p:spPr>
          <a:xfrm>
            <a:off x="8605936" y="2676794"/>
            <a:ext cx="2092930" cy="2092783"/>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a:outerShdw blurRad="584200" dist="215900" dir="2700000" sx="102000" sy="102000" algn="tl" rotWithShape="0">
              <a:schemeClr val="tx2">
                <a:alpha val="22000"/>
              </a:schemeClr>
            </a:outerShdw>
          </a:effectLst>
        </p:spPr>
        <p:txBody>
          <a:bodyPr vert="horz" wrap="square" lIns="91440" tIns="45720" rIns="91440" bIns="45720" rtlCol="0">
            <a:noAutofit/>
          </a:bodyPr>
          <a:lstStyle>
            <a:lvl1pPr>
              <a:defRPr lang="fr-FR"/>
            </a:lvl1pPr>
          </a:lstStyle>
          <a:p>
            <a:pPr lvl="0"/>
            <a:r>
              <a:rPr lang="fr-FR"/>
              <a:t>Cliquez sur l'icône pour ajouter une image</a:t>
            </a:r>
          </a:p>
        </p:txBody>
      </p:sp>
      <p:sp>
        <p:nvSpPr>
          <p:cNvPr id="24" name="Espace réservé du texte 44">
            <a:extLst>
              <a:ext uri="{FF2B5EF4-FFF2-40B4-BE49-F238E27FC236}">
                <a16:creationId xmlns:a16="http://schemas.microsoft.com/office/drawing/2014/main" id="{7AD70E96-3B1F-97E8-2D8B-35A503BE17F6}"/>
              </a:ext>
            </a:extLst>
          </p:cNvPr>
          <p:cNvSpPr>
            <a:spLocks noGrp="1"/>
          </p:cNvSpPr>
          <p:nvPr>
            <p:ph type="body" sz="quarter" idx="24" hasCustomPrompt="1"/>
          </p:nvPr>
        </p:nvSpPr>
        <p:spPr>
          <a:xfrm>
            <a:off x="9175837" y="3251940"/>
            <a:ext cx="953127" cy="953060"/>
          </a:xfrm>
          <a:prstGeom prst="ellipse">
            <a:avLst/>
          </a:prstGeom>
          <a:solidFill>
            <a:schemeClr val="bg1"/>
          </a:solidFill>
        </p:spPr>
        <p:txBody>
          <a:bodyPr anchor="ctr" anchorCtr="0">
            <a:normAutofit/>
          </a:bodyPr>
          <a:lstStyle>
            <a:lvl1pPr marL="0" indent="0" algn="ctr">
              <a:buNone/>
              <a:defRPr sz="1800" b="1"/>
            </a:lvl1pPr>
          </a:lstStyle>
          <a:p>
            <a:pPr lvl="0"/>
            <a:r>
              <a:rPr lang="fr-FR"/>
              <a:t>#</a:t>
            </a:r>
          </a:p>
        </p:txBody>
      </p:sp>
      <p:sp>
        <p:nvSpPr>
          <p:cNvPr id="27" name="Espace réservé du texte 19">
            <a:extLst>
              <a:ext uri="{FF2B5EF4-FFF2-40B4-BE49-F238E27FC236}">
                <a16:creationId xmlns:a16="http://schemas.microsoft.com/office/drawing/2014/main" id="{22B1EEDF-0FF5-1F8A-6C14-6F4583A3AA38}"/>
              </a:ext>
            </a:extLst>
          </p:cNvPr>
          <p:cNvSpPr>
            <a:spLocks noGrp="1"/>
          </p:cNvSpPr>
          <p:nvPr>
            <p:ph type="body" sz="quarter" idx="25" hasCustomPrompt="1"/>
          </p:nvPr>
        </p:nvSpPr>
        <p:spPr>
          <a:xfrm>
            <a:off x="8725227" y="5032976"/>
            <a:ext cx="1940862" cy="278987"/>
          </a:xfrm>
          <a:no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28" name="Espace réservé du texte 22">
            <a:extLst>
              <a:ext uri="{FF2B5EF4-FFF2-40B4-BE49-F238E27FC236}">
                <a16:creationId xmlns:a16="http://schemas.microsoft.com/office/drawing/2014/main" id="{540BA7B7-4F07-C40F-2175-5CEED32DA4D5}"/>
              </a:ext>
            </a:extLst>
          </p:cNvPr>
          <p:cNvSpPr>
            <a:spLocks noGrp="1"/>
          </p:cNvSpPr>
          <p:nvPr>
            <p:ph type="body" sz="quarter" idx="26"/>
          </p:nvPr>
        </p:nvSpPr>
        <p:spPr>
          <a:xfrm>
            <a:off x="8725228" y="5369025"/>
            <a:ext cx="1940862" cy="600164"/>
          </a:xfrm>
          <a:no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Tree>
    <p:extLst>
      <p:ext uri="{BB962C8B-B14F-4D97-AF65-F5344CB8AC3E}">
        <p14:creationId xmlns:p14="http://schemas.microsoft.com/office/powerpoint/2010/main" val="2296747016"/>
      </p:ext>
    </p:extLst>
  </p:cSld>
  <p:clrMapOvr>
    <a:masterClrMapping/>
  </p:clrMapOvr>
  <p:hf sldNum="0"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6_Diapositive de titre">
    <p:bg>
      <p:bgPr>
        <a:solidFill>
          <a:schemeClr val="bg1"/>
        </a:solidFill>
        <a:effectLst/>
      </p:bgPr>
    </p:bg>
    <p:spTree>
      <p:nvGrpSpPr>
        <p:cNvPr id="1" name=""/>
        <p:cNvGrpSpPr/>
        <p:nvPr/>
      </p:nvGrpSpPr>
      <p:grpSpPr>
        <a:xfrm>
          <a:off x="0" y="0"/>
          <a:ext cx="0" cy="0"/>
          <a:chOff x="0" y="0"/>
          <a:chExt cx="0" cy="0"/>
        </a:xfrm>
      </p:grpSpPr>
      <p:grpSp>
        <p:nvGrpSpPr>
          <p:cNvPr id="36" name="Groupe 35">
            <a:extLst>
              <a:ext uri="{FF2B5EF4-FFF2-40B4-BE49-F238E27FC236}">
                <a16:creationId xmlns:a16="http://schemas.microsoft.com/office/drawing/2014/main" id="{83283FAA-FE9E-2C10-3747-B2BB8669B32C}"/>
              </a:ext>
            </a:extLst>
          </p:cNvPr>
          <p:cNvGrpSpPr/>
          <p:nvPr/>
        </p:nvGrpSpPr>
        <p:grpSpPr>
          <a:xfrm>
            <a:off x="0" y="0"/>
            <a:ext cx="4225610" cy="5621943"/>
            <a:chOff x="0" y="0"/>
            <a:chExt cx="6967855" cy="9271000"/>
          </a:xfrm>
        </p:grpSpPr>
        <p:sp>
          <p:nvSpPr>
            <p:cNvPr id="7" name="object 4">
              <a:extLst>
                <a:ext uri="{FF2B5EF4-FFF2-40B4-BE49-F238E27FC236}">
                  <a16:creationId xmlns:a16="http://schemas.microsoft.com/office/drawing/2014/main" id="{F80267D9-9F16-2B50-5B4E-A4D7A431A4E1}"/>
                </a:ext>
              </a:extLst>
            </p:cNvPr>
            <p:cNvSpPr/>
            <p:nvPr/>
          </p:nvSpPr>
          <p:spPr>
            <a:xfrm>
              <a:off x="6935362" y="0"/>
              <a:ext cx="32384" cy="755015"/>
            </a:xfrm>
            <a:custGeom>
              <a:avLst/>
              <a:gdLst/>
              <a:ahLst/>
              <a:cxnLst/>
              <a:rect l="l" t="t" r="r" b="b"/>
              <a:pathLst>
                <a:path w="32384" h="755015">
                  <a:moveTo>
                    <a:pt x="32359" y="754956"/>
                  </a:moveTo>
                  <a:lnTo>
                    <a:pt x="32131" y="691311"/>
                  </a:lnTo>
                  <a:lnTo>
                    <a:pt x="31447" y="627775"/>
                  </a:lnTo>
                  <a:lnTo>
                    <a:pt x="30309" y="564348"/>
                  </a:lnTo>
                  <a:lnTo>
                    <a:pt x="28719" y="501033"/>
                  </a:lnTo>
                  <a:lnTo>
                    <a:pt x="26677" y="437831"/>
                  </a:lnTo>
                  <a:lnTo>
                    <a:pt x="24187" y="374743"/>
                  </a:lnTo>
                  <a:lnTo>
                    <a:pt x="21248" y="311772"/>
                  </a:lnTo>
                  <a:lnTo>
                    <a:pt x="17863" y="248918"/>
                  </a:lnTo>
                  <a:lnTo>
                    <a:pt x="14034" y="186183"/>
                  </a:lnTo>
                  <a:lnTo>
                    <a:pt x="9761" y="123569"/>
                  </a:lnTo>
                  <a:lnTo>
                    <a:pt x="5047" y="61078"/>
                  </a:lnTo>
                  <a:lnTo>
                    <a:pt x="0" y="0"/>
                  </a:lnTo>
                </a:path>
              </a:pathLst>
            </a:custGeom>
            <a:ln w="7853">
              <a:solidFill>
                <a:schemeClr val="tx1"/>
              </a:solidFill>
            </a:ln>
          </p:spPr>
          <p:txBody>
            <a:bodyPr wrap="square" lIns="0" tIns="0" rIns="0" bIns="0" rtlCol="0"/>
            <a:lstStyle/>
            <a:p>
              <a:endParaRPr sz="1092"/>
            </a:p>
          </p:txBody>
        </p:sp>
        <p:sp>
          <p:nvSpPr>
            <p:cNvPr id="9" name="object 6">
              <a:extLst>
                <a:ext uri="{FF2B5EF4-FFF2-40B4-BE49-F238E27FC236}">
                  <a16:creationId xmlns:a16="http://schemas.microsoft.com/office/drawing/2014/main" id="{54FE4294-F1CB-D641-2E73-1CD7B939E61F}"/>
                </a:ext>
              </a:extLst>
            </p:cNvPr>
            <p:cNvSpPr/>
            <p:nvPr/>
          </p:nvSpPr>
          <p:spPr>
            <a:xfrm>
              <a:off x="0" y="0"/>
              <a:ext cx="6967855" cy="9271000"/>
            </a:xfrm>
            <a:custGeom>
              <a:avLst/>
              <a:gdLst/>
              <a:ahLst/>
              <a:cxnLst/>
              <a:rect l="l" t="t" r="r" b="b"/>
              <a:pathLst>
                <a:path w="6967855" h="9271000">
                  <a:moveTo>
                    <a:pt x="1980420" y="0"/>
                  </a:moveTo>
                  <a:lnTo>
                    <a:pt x="1992645" y="61005"/>
                  </a:lnTo>
                  <a:lnTo>
                    <a:pt x="2001511" y="109294"/>
                  </a:lnTo>
                  <a:lnTo>
                    <a:pt x="2009748" y="157796"/>
                  </a:lnTo>
                  <a:lnTo>
                    <a:pt x="2017350" y="206508"/>
                  </a:lnTo>
                  <a:lnTo>
                    <a:pt x="2024314" y="255426"/>
                  </a:lnTo>
                  <a:lnTo>
                    <a:pt x="2030636" y="304545"/>
                  </a:lnTo>
                  <a:lnTo>
                    <a:pt x="2036310" y="353860"/>
                  </a:lnTo>
                  <a:lnTo>
                    <a:pt x="2041333" y="403368"/>
                  </a:lnTo>
                  <a:lnTo>
                    <a:pt x="2045700" y="453064"/>
                  </a:lnTo>
                  <a:lnTo>
                    <a:pt x="2049408" y="502944"/>
                  </a:lnTo>
                  <a:lnTo>
                    <a:pt x="2052450" y="553004"/>
                  </a:lnTo>
                  <a:lnTo>
                    <a:pt x="2054825" y="603240"/>
                  </a:lnTo>
                  <a:lnTo>
                    <a:pt x="2056526" y="653646"/>
                  </a:lnTo>
                  <a:lnTo>
                    <a:pt x="2057550" y="704220"/>
                  </a:lnTo>
                  <a:lnTo>
                    <a:pt x="2057892" y="754956"/>
                  </a:lnTo>
                  <a:lnTo>
                    <a:pt x="2057550" y="805692"/>
                  </a:lnTo>
                  <a:lnTo>
                    <a:pt x="2056526" y="856265"/>
                  </a:lnTo>
                  <a:lnTo>
                    <a:pt x="2054825" y="906672"/>
                  </a:lnTo>
                  <a:lnTo>
                    <a:pt x="2052450" y="956907"/>
                  </a:lnTo>
                  <a:lnTo>
                    <a:pt x="2049408" y="1006967"/>
                  </a:lnTo>
                  <a:lnTo>
                    <a:pt x="2045700" y="1056847"/>
                  </a:lnTo>
                  <a:lnTo>
                    <a:pt x="2041333" y="1106543"/>
                  </a:lnTo>
                  <a:lnTo>
                    <a:pt x="2036310" y="1156051"/>
                  </a:lnTo>
                  <a:lnTo>
                    <a:pt x="2030636" y="1205367"/>
                  </a:lnTo>
                  <a:lnTo>
                    <a:pt x="2024314" y="1254485"/>
                  </a:lnTo>
                  <a:lnTo>
                    <a:pt x="2017350" y="1303403"/>
                  </a:lnTo>
                  <a:lnTo>
                    <a:pt x="2009748" y="1352115"/>
                  </a:lnTo>
                  <a:lnTo>
                    <a:pt x="2001511" y="1400618"/>
                  </a:lnTo>
                  <a:lnTo>
                    <a:pt x="1992645" y="1448907"/>
                  </a:lnTo>
                  <a:lnTo>
                    <a:pt x="1983153" y="1496977"/>
                  </a:lnTo>
                  <a:lnTo>
                    <a:pt x="1973040" y="1544826"/>
                  </a:lnTo>
                  <a:lnTo>
                    <a:pt x="1962311" y="1592447"/>
                  </a:lnTo>
                  <a:lnTo>
                    <a:pt x="1950969" y="1639838"/>
                  </a:lnTo>
                  <a:lnTo>
                    <a:pt x="1939019" y="1686994"/>
                  </a:lnTo>
                  <a:lnTo>
                    <a:pt x="1926465" y="1733910"/>
                  </a:lnTo>
                  <a:lnTo>
                    <a:pt x="1913311" y="1780582"/>
                  </a:lnTo>
                  <a:lnTo>
                    <a:pt x="1899563" y="1827007"/>
                  </a:lnTo>
                  <a:lnTo>
                    <a:pt x="1885223" y="1873179"/>
                  </a:lnTo>
                  <a:lnTo>
                    <a:pt x="1870297" y="1919094"/>
                  </a:lnTo>
                  <a:lnTo>
                    <a:pt x="1854789" y="1964749"/>
                  </a:lnTo>
                  <a:lnTo>
                    <a:pt x="1838703" y="2010139"/>
                  </a:lnTo>
                  <a:lnTo>
                    <a:pt x="1822044" y="2055260"/>
                  </a:lnTo>
                  <a:lnTo>
                    <a:pt x="1804815" y="2100106"/>
                  </a:lnTo>
                  <a:lnTo>
                    <a:pt x="1787021" y="2144676"/>
                  </a:lnTo>
                  <a:lnTo>
                    <a:pt x="1768667" y="2188963"/>
                  </a:lnTo>
                  <a:lnTo>
                    <a:pt x="1749757" y="2232963"/>
                  </a:lnTo>
                  <a:lnTo>
                    <a:pt x="1730295" y="2276673"/>
                  </a:lnTo>
                  <a:lnTo>
                    <a:pt x="1710285" y="2320088"/>
                  </a:lnTo>
                  <a:lnTo>
                    <a:pt x="1689732" y="2363204"/>
                  </a:lnTo>
                  <a:lnTo>
                    <a:pt x="1668640" y="2406017"/>
                  </a:lnTo>
                  <a:lnTo>
                    <a:pt x="1647013" y="2448521"/>
                  </a:lnTo>
                  <a:lnTo>
                    <a:pt x="1624856" y="2490714"/>
                  </a:lnTo>
                  <a:lnTo>
                    <a:pt x="1602173" y="2532591"/>
                  </a:lnTo>
                  <a:lnTo>
                    <a:pt x="1578969" y="2574147"/>
                  </a:lnTo>
                  <a:lnTo>
                    <a:pt x="1555247" y="2615378"/>
                  </a:lnTo>
                  <a:lnTo>
                    <a:pt x="1531012" y="2656280"/>
                  </a:lnTo>
                  <a:lnTo>
                    <a:pt x="1506269" y="2696849"/>
                  </a:lnTo>
                  <a:lnTo>
                    <a:pt x="1481021" y="2737081"/>
                  </a:lnTo>
                  <a:lnTo>
                    <a:pt x="1455273" y="2776970"/>
                  </a:lnTo>
                  <a:lnTo>
                    <a:pt x="1429029" y="2816514"/>
                  </a:lnTo>
                  <a:lnTo>
                    <a:pt x="1402295" y="2855707"/>
                  </a:lnTo>
                  <a:lnTo>
                    <a:pt x="1375073" y="2894545"/>
                  </a:lnTo>
                  <a:lnTo>
                    <a:pt x="1347368" y="2933025"/>
                  </a:lnTo>
                  <a:lnTo>
                    <a:pt x="1319185" y="2971141"/>
                  </a:lnTo>
                  <a:lnTo>
                    <a:pt x="1290528" y="3008890"/>
                  </a:lnTo>
                  <a:lnTo>
                    <a:pt x="1261401" y="3046267"/>
                  </a:lnTo>
                  <a:lnTo>
                    <a:pt x="1231809" y="3083268"/>
                  </a:lnTo>
                  <a:lnTo>
                    <a:pt x="1201756" y="3119890"/>
                  </a:lnTo>
                  <a:lnTo>
                    <a:pt x="1171246" y="3156126"/>
                  </a:lnTo>
                  <a:lnTo>
                    <a:pt x="1140283" y="3191974"/>
                  </a:lnTo>
                  <a:lnTo>
                    <a:pt x="1108872" y="3227429"/>
                  </a:lnTo>
                  <a:lnTo>
                    <a:pt x="1077018" y="3262486"/>
                  </a:lnTo>
                  <a:lnTo>
                    <a:pt x="1044724" y="3297142"/>
                  </a:lnTo>
                  <a:lnTo>
                    <a:pt x="1011995" y="3331392"/>
                  </a:lnTo>
                  <a:lnTo>
                    <a:pt x="978835" y="3365232"/>
                  </a:lnTo>
                  <a:lnTo>
                    <a:pt x="945249" y="3398658"/>
                  </a:lnTo>
                  <a:lnTo>
                    <a:pt x="911240" y="3431665"/>
                  </a:lnTo>
                  <a:lnTo>
                    <a:pt x="876814" y="3464249"/>
                  </a:lnTo>
                  <a:lnTo>
                    <a:pt x="841974" y="3496406"/>
                  </a:lnTo>
                  <a:lnTo>
                    <a:pt x="806725" y="3528132"/>
                  </a:lnTo>
                  <a:lnTo>
                    <a:pt x="771071" y="3559422"/>
                  </a:lnTo>
                  <a:lnTo>
                    <a:pt x="735017" y="3590272"/>
                  </a:lnTo>
                  <a:lnTo>
                    <a:pt x="698566" y="3620677"/>
                  </a:lnTo>
                  <a:lnTo>
                    <a:pt x="661723" y="3650635"/>
                  </a:lnTo>
                  <a:lnTo>
                    <a:pt x="624493" y="3680139"/>
                  </a:lnTo>
                  <a:lnTo>
                    <a:pt x="586880" y="3709187"/>
                  </a:lnTo>
                  <a:lnTo>
                    <a:pt x="548887" y="3737773"/>
                  </a:lnTo>
                  <a:lnTo>
                    <a:pt x="510520" y="3765894"/>
                  </a:lnTo>
                  <a:lnTo>
                    <a:pt x="471783" y="3793544"/>
                  </a:lnTo>
                  <a:lnTo>
                    <a:pt x="432680" y="3820721"/>
                  </a:lnTo>
                  <a:lnTo>
                    <a:pt x="393215" y="3847420"/>
                  </a:lnTo>
                  <a:lnTo>
                    <a:pt x="353393" y="3873635"/>
                  </a:lnTo>
                  <a:lnTo>
                    <a:pt x="313218" y="3899364"/>
                  </a:lnTo>
                  <a:lnTo>
                    <a:pt x="272694" y="3924602"/>
                  </a:lnTo>
                  <a:lnTo>
                    <a:pt x="231826" y="3949344"/>
                  </a:lnTo>
                  <a:lnTo>
                    <a:pt x="190618" y="3973587"/>
                  </a:lnTo>
                  <a:lnTo>
                    <a:pt x="149074" y="3997326"/>
                  </a:lnTo>
                  <a:lnTo>
                    <a:pt x="107199" y="4020556"/>
                  </a:lnTo>
                  <a:lnTo>
                    <a:pt x="64997" y="4043275"/>
                  </a:lnTo>
                  <a:lnTo>
                    <a:pt x="22472" y="4065476"/>
                  </a:lnTo>
                  <a:lnTo>
                    <a:pt x="0" y="4076848"/>
                  </a:lnTo>
                </a:path>
                <a:path w="6967855" h="9271000">
                  <a:moveTo>
                    <a:pt x="0" y="9270789"/>
                  </a:moveTo>
                  <a:lnTo>
                    <a:pt x="73562" y="9255733"/>
                  </a:lnTo>
                  <a:lnTo>
                    <a:pt x="133447" y="9242952"/>
                  </a:lnTo>
                  <a:lnTo>
                    <a:pt x="193179" y="9229760"/>
                  </a:lnTo>
                  <a:lnTo>
                    <a:pt x="252755" y="9216159"/>
                  </a:lnTo>
                  <a:lnTo>
                    <a:pt x="312176" y="9202151"/>
                  </a:lnTo>
                  <a:lnTo>
                    <a:pt x="371439" y="9187736"/>
                  </a:lnTo>
                  <a:lnTo>
                    <a:pt x="430542" y="9172918"/>
                  </a:lnTo>
                  <a:lnTo>
                    <a:pt x="489484" y="9157696"/>
                  </a:lnTo>
                  <a:lnTo>
                    <a:pt x="548264" y="9142073"/>
                  </a:lnTo>
                  <a:lnTo>
                    <a:pt x="606880" y="9126049"/>
                  </a:lnTo>
                  <a:lnTo>
                    <a:pt x="665330" y="9109628"/>
                  </a:lnTo>
                  <a:lnTo>
                    <a:pt x="723613" y="9092810"/>
                  </a:lnTo>
                  <a:lnTo>
                    <a:pt x="781728" y="9075597"/>
                  </a:lnTo>
                  <a:lnTo>
                    <a:pt x="839672" y="9057990"/>
                  </a:lnTo>
                  <a:lnTo>
                    <a:pt x="897445" y="9039991"/>
                  </a:lnTo>
                  <a:lnTo>
                    <a:pt x="955044" y="9021602"/>
                  </a:lnTo>
                  <a:lnTo>
                    <a:pt x="1012468" y="9002823"/>
                  </a:lnTo>
                  <a:lnTo>
                    <a:pt x="1069716" y="8983657"/>
                  </a:lnTo>
                  <a:lnTo>
                    <a:pt x="1126786" y="8964106"/>
                  </a:lnTo>
                  <a:lnTo>
                    <a:pt x="1183676" y="8944170"/>
                  </a:lnTo>
                  <a:lnTo>
                    <a:pt x="1240386" y="8923851"/>
                  </a:lnTo>
                  <a:lnTo>
                    <a:pt x="1296912" y="8903151"/>
                  </a:lnTo>
                  <a:lnTo>
                    <a:pt x="1353255" y="8882071"/>
                  </a:lnTo>
                  <a:lnTo>
                    <a:pt x="1409411" y="8860613"/>
                  </a:lnTo>
                  <a:lnTo>
                    <a:pt x="1465381" y="8838779"/>
                  </a:lnTo>
                  <a:lnTo>
                    <a:pt x="1521162" y="8816570"/>
                  </a:lnTo>
                  <a:lnTo>
                    <a:pt x="1576752" y="8793987"/>
                  </a:lnTo>
                  <a:lnTo>
                    <a:pt x="1632150" y="8771032"/>
                  </a:lnTo>
                  <a:lnTo>
                    <a:pt x="1687355" y="8747707"/>
                  </a:lnTo>
                  <a:lnTo>
                    <a:pt x="1742365" y="8724013"/>
                  </a:lnTo>
                  <a:lnTo>
                    <a:pt x="1797178" y="8699952"/>
                  </a:lnTo>
                  <a:lnTo>
                    <a:pt x="1851793" y="8675525"/>
                  </a:lnTo>
                  <a:lnTo>
                    <a:pt x="1906208" y="8650733"/>
                  </a:lnTo>
                  <a:lnTo>
                    <a:pt x="1960422" y="8625580"/>
                  </a:lnTo>
                  <a:lnTo>
                    <a:pt x="2014434" y="8600065"/>
                  </a:lnTo>
                  <a:lnTo>
                    <a:pt x="2068241" y="8574191"/>
                  </a:lnTo>
                  <a:lnTo>
                    <a:pt x="2121842" y="8547958"/>
                  </a:lnTo>
                  <a:lnTo>
                    <a:pt x="2175235" y="8521370"/>
                  </a:lnTo>
                  <a:lnTo>
                    <a:pt x="2228420" y="8494426"/>
                  </a:lnTo>
                  <a:lnTo>
                    <a:pt x="2281394" y="8467129"/>
                  </a:lnTo>
                  <a:lnTo>
                    <a:pt x="2334156" y="8439480"/>
                  </a:lnTo>
                  <a:lnTo>
                    <a:pt x="2386704" y="8411482"/>
                  </a:lnTo>
                  <a:lnTo>
                    <a:pt x="2439037" y="8383134"/>
                  </a:lnTo>
                  <a:lnTo>
                    <a:pt x="2491154" y="8354439"/>
                  </a:lnTo>
                  <a:lnTo>
                    <a:pt x="2543052" y="8325399"/>
                  </a:lnTo>
                  <a:lnTo>
                    <a:pt x="2594730" y="8296015"/>
                  </a:lnTo>
                  <a:lnTo>
                    <a:pt x="2646187" y="8266288"/>
                  </a:lnTo>
                  <a:lnTo>
                    <a:pt x="2697421" y="8236221"/>
                  </a:lnTo>
                  <a:lnTo>
                    <a:pt x="2748430" y="8205814"/>
                  </a:lnTo>
                  <a:lnTo>
                    <a:pt x="2799214" y="8175069"/>
                  </a:lnTo>
                  <a:lnTo>
                    <a:pt x="2849769" y="8143988"/>
                  </a:lnTo>
                  <a:lnTo>
                    <a:pt x="2900096" y="8112573"/>
                  </a:lnTo>
                  <a:lnTo>
                    <a:pt x="2950192" y="8080824"/>
                  </a:lnTo>
                  <a:lnTo>
                    <a:pt x="3000055" y="8048743"/>
                  </a:lnTo>
                  <a:lnTo>
                    <a:pt x="3049685" y="8016333"/>
                  </a:lnTo>
                  <a:lnTo>
                    <a:pt x="3099079" y="7983594"/>
                  </a:lnTo>
                  <a:lnTo>
                    <a:pt x="3148237" y="7950528"/>
                  </a:lnTo>
                  <a:lnTo>
                    <a:pt x="3197156" y="7917136"/>
                  </a:lnTo>
                  <a:lnTo>
                    <a:pt x="3245835" y="7883421"/>
                  </a:lnTo>
                  <a:lnTo>
                    <a:pt x="3294273" y="7849384"/>
                  </a:lnTo>
                  <a:lnTo>
                    <a:pt x="3342467" y="7815025"/>
                  </a:lnTo>
                  <a:lnTo>
                    <a:pt x="3390417" y="7780348"/>
                  </a:lnTo>
                  <a:lnTo>
                    <a:pt x="3438120" y="7745353"/>
                  </a:lnTo>
                  <a:lnTo>
                    <a:pt x="3485576" y="7710041"/>
                  </a:lnTo>
                  <a:lnTo>
                    <a:pt x="3532782" y="7674416"/>
                  </a:lnTo>
                  <a:lnTo>
                    <a:pt x="3579738" y="7638477"/>
                  </a:lnTo>
                  <a:lnTo>
                    <a:pt x="3626441" y="7602227"/>
                  </a:lnTo>
                  <a:lnTo>
                    <a:pt x="3672890" y="7565667"/>
                  </a:lnTo>
                  <a:lnTo>
                    <a:pt x="3719084" y="7528798"/>
                  </a:lnTo>
                  <a:lnTo>
                    <a:pt x="3765020" y="7491623"/>
                  </a:lnTo>
                  <a:lnTo>
                    <a:pt x="3810698" y="7454142"/>
                  </a:lnTo>
                  <a:lnTo>
                    <a:pt x="3856116" y="7416358"/>
                  </a:lnTo>
                  <a:lnTo>
                    <a:pt x="3901272" y="7378272"/>
                  </a:lnTo>
                  <a:lnTo>
                    <a:pt x="3946165" y="7339885"/>
                  </a:lnTo>
                  <a:lnTo>
                    <a:pt x="3990793" y="7301199"/>
                  </a:lnTo>
                  <a:lnTo>
                    <a:pt x="4035155" y="7262215"/>
                  </a:lnTo>
                  <a:lnTo>
                    <a:pt x="4079248" y="7222936"/>
                  </a:lnTo>
                  <a:lnTo>
                    <a:pt x="4123072" y="7183362"/>
                  </a:lnTo>
                  <a:lnTo>
                    <a:pt x="4166626" y="7143495"/>
                  </a:lnTo>
                  <a:lnTo>
                    <a:pt x="4209906" y="7103337"/>
                  </a:lnTo>
                  <a:lnTo>
                    <a:pt x="4252913" y="7062889"/>
                  </a:lnTo>
                  <a:lnTo>
                    <a:pt x="4295643" y="7022153"/>
                  </a:lnTo>
                  <a:lnTo>
                    <a:pt x="4338097" y="6981131"/>
                  </a:lnTo>
                  <a:lnTo>
                    <a:pt x="4380272" y="6939823"/>
                  </a:lnTo>
                  <a:lnTo>
                    <a:pt x="4422166" y="6898232"/>
                  </a:lnTo>
                  <a:lnTo>
                    <a:pt x="4463779" y="6856359"/>
                  </a:lnTo>
                  <a:lnTo>
                    <a:pt x="4505108" y="6814205"/>
                  </a:lnTo>
                  <a:lnTo>
                    <a:pt x="4546152" y="6771773"/>
                  </a:lnTo>
                  <a:lnTo>
                    <a:pt x="4586909" y="6729063"/>
                  </a:lnTo>
                  <a:lnTo>
                    <a:pt x="4627379" y="6686077"/>
                  </a:lnTo>
                  <a:lnTo>
                    <a:pt x="4667559" y="6642817"/>
                  </a:lnTo>
                  <a:lnTo>
                    <a:pt x="4707448" y="6599285"/>
                  </a:lnTo>
                  <a:lnTo>
                    <a:pt x="4747043" y="6555481"/>
                  </a:lnTo>
                  <a:lnTo>
                    <a:pt x="4786345" y="6511408"/>
                  </a:lnTo>
                  <a:lnTo>
                    <a:pt x="4825351" y="6467066"/>
                  </a:lnTo>
                  <a:lnTo>
                    <a:pt x="4864059" y="6422458"/>
                  </a:lnTo>
                  <a:lnTo>
                    <a:pt x="4902469" y="6377586"/>
                  </a:lnTo>
                  <a:lnTo>
                    <a:pt x="4940578" y="6332450"/>
                  </a:lnTo>
                  <a:lnTo>
                    <a:pt x="4978385" y="6287052"/>
                  </a:lnTo>
                  <a:lnTo>
                    <a:pt x="5015888" y="6241393"/>
                  </a:lnTo>
                  <a:lnTo>
                    <a:pt x="5053086" y="6195476"/>
                  </a:lnTo>
                  <a:lnTo>
                    <a:pt x="5089978" y="6149302"/>
                  </a:lnTo>
                  <a:lnTo>
                    <a:pt x="5126561" y="6102872"/>
                  </a:lnTo>
                  <a:lnTo>
                    <a:pt x="5162835" y="6056188"/>
                  </a:lnTo>
                  <a:lnTo>
                    <a:pt x="5198797" y="6009252"/>
                  </a:lnTo>
                  <a:lnTo>
                    <a:pt x="5234446" y="5962064"/>
                  </a:lnTo>
                  <a:lnTo>
                    <a:pt x="5269781" y="5914628"/>
                  </a:lnTo>
                  <a:lnTo>
                    <a:pt x="5304799" y="5866943"/>
                  </a:lnTo>
                  <a:lnTo>
                    <a:pt x="5339501" y="5819012"/>
                  </a:lnTo>
                  <a:lnTo>
                    <a:pt x="5373883" y="5770836"/>
                  </a:lnTo>
                  <a:lnTo>
                    <a:pt x="5407944" y="5722417"/>
                  </a:lnTo>
                  <a:lnTo>
                    <a:pt x="5441684" y="5673756"/>
                  </a:lnTo>
                  <a:lnTo>
                    <a:pt x="5475099" y="5624855"/>
                  </a:lnTo>
                  <a:lnTo>
                    <a:pt x="5508189" y="5575716"/>
                  </a:lnTo>
                  <a:lnTo>
                    <a:pt x="5540953" y="5526339"/>
                  </a:lnTo>
                  <a:lnTo>
                    <a:pt x="5573388" y="5476727"/>
                  </a:lnTo>
                  <a:lnTo>
                    <a:pt x="5605493" y="5426882"/>
                  </a:lnTo>
                  <a:lnTo>
                    <a:pt x="5637266" y="5376803"/>
                  </a:lnTo>
                  <a:lnTo>
                    <a:pt x="5668707" y="5326494"/>
                  </a:lnTo>
                  <a:lnTo>
                    <a:pt x="5699812" y="5275956"/>
                  </a:lnTo>
                  <a:lnTo>
                    <a:pt x="5730582" y="5225190"/>
                  </a:lnTo>
                  <a:lnTo>
                    <a:pt x="5761014" y="5174198"/>
                  </a:lnTo>
                  <a:lnTo>
                    <a:pt x="5791107" y="5122981"/>
                  </a:lnTo>
                  <a:lnTo>
                    <a:pt x="5820858" y="5071541"/>
                  </a:lnTo>
                  <a:lnTo>
                    <a:pt x="5850268" y="5019879"/>
                  </a:lnTo>
                  <a:lnTo>
                    <a:pt x="5879334" y="4967998"/>
                  </a:lnTo>
                  <a:lnTo>
                    <a:pt x="5908054" y="4915898"/>
                  </a:lnTo>
                  <a:lnTo>
                    <a:pt x="5936427" y="4863581"/>
                  </a:lnTo>
                  <a:lnTo>
                    <a:pt x="5964451" y="4811049"/>
                  </a:lnTo>
                  <a:lnTo>
                    <a:pt x="5992126" y="4758303"/>
                  </a:lnTo>
                  <a:lnTo>
                    <a:pt x="6019449" y="4705345"/>
                  </a:lnTo>
                  <a:lnTo>
                    <a:pt x="6046418" y="4652177"/>
                  </a:lnTo>
                  <a:lnTo>
                    <a:pt x="6073033" y="4598799"/>
                  </a:lnTo>
                  <a:lnTo>
                    <a:pt x="6099291" y="4545213"/>
                  </a:lnTo>
                  <a:lnTo>
                    <a:pt x="6125192" y="4491422"/>
                  </a:lnTo>
                  <a:lnTo>
                    <a:pt x="6150733" y="4437426"/>
                  </a:lnTo>
                  <a:lnTo>
                    <a:pt x="6175913" y="4383227"/>
                  </a:lnTo>
                  <a:lnTo>
                    <a:pt x="6200731" y="4328827"/>
                  </a:lnTo>
                  <a:lnTo>
                    <a:pt x="6225185" y="4274227"/>
                  </a:lnTo>
                  <a:lnTo>
                    <a:pt x="6249272" y="4219429"/>
                  </a:lnTo>
                  <a:lnTo>
                    <a:pt x="6272993" y="4164434"/>
                  </a:lnTo>
                  <a:lnTo>
                    <a:pt x="6296345" y="4109244"/>
                  </a:lnTo>
                  <a:lnTo>
                    <a:pt x="6319327" y="4053860"/>
                  </a:lnTo>
                  <a:lnTo>
                    <a:pt x="6341937" y="3998284"/>
                  </a:lnTo>
                  <a:lnTo>
                    <a:pt x="6364174" y="3942518"/>
                  </a:lnTo>
                  <a:lnTo>
                    <a:pt x="6386035" y="3886563"/>
                  </a:lnTo>
                  <a:lnTo>
                    <a:pt x="6407520" y="3830420"/>
                  </a:lnTo>
                  <a:lnTo>
                    <a:pt x="6428628" y="3774091"/>
                  </a:lnTo>
                  <a:lnTo>
                    <a:pt x="6449355" y="3717579"/>
                  </a:lnTo>
                  <a:lnTo>
                    <a:pt x="6469702" y="3660883"/>
                  </a:lnTo>
                  <a:lnTo>
                    <a:pt x="6489665" y="3604006"/>
                  </a:lnTo>
                  <a:lnTo>
                    <a:pt x="6509245" y="3546950"/>
                  </a:lnTo>
                  <a:lnTo>
                    <a:pt x="6528438" y="3489715"/>
                  </a:lnTo>
                  <a:lnTo>
                    <a:pt x="6547245" y="3432304"/>
                  </a:lnTo>
                  <a:lnTo>
                    <a:pt x="6565662" y="3374718"/>
                  </a:lnTo>
                  <a:lnTo>
                    <a:pt x="6583689" y="3316958"/>
                  </a:lnTo>
                  <a:lnTo>
                    <a:pt x="6601324" y="3259026"/>
                  </a:lnTo>
                  <a:lnTo>
                    <a:pt x="6618566" y="3200925"/>
                  </a:lnTo>
                  <a:lnTo>
                    <a:pt x="6635412" y="3142654"/>
                  </a:lnTo>
                  <a:lnTo>
                    <a:pt x="6651862" y="3084216"/>
                  </a:lnTo>
                  <a:lnTo>
                    <a:pt x="6667914" y="3025612"/>
                  </a:lnTo>
                  <a:lnTo>
                    <a:pt x="6683566" y="2966844"/>
                  </a:lnTo>
                  <a:lnTo>
                    <a:pt x="6698816" y="2907914"/>
                  </a:lnTo>
                  <a:lnTo>
                    <a:pt x="6713664" y="2848823"/>
                  </a:lnTo>
                  <a:lnTo>
                    <a:pt x="6728107" y="2789572"/>
                  </a:lnTo>
                  <a:lnTo>
                    <a:pt x="6742145" y="2730163"/>
                  </a:lnTo>
                  <a:lnTo>
                    <a:pt x="6755775" y="2670597"/>
                  </a:lnTo>
                  <a:lnTo>
                    <a:pt x="6768995" y="2610877"/>
                  </a:lnTo>
                  <a:lnTo>
                    <a:pt x="6781806" y="2551004"/>
                  </a:lnTo>
                  <a:lnTo>
                    <a:pt x="6794204" y="2490978"/>
                  </a:lnTo>
                  <a:lnTo>
                    <a:pt x="6806188" y="2430803"/>
                  </a:lnTo>
                  <a:lnTo>
                    <a:pt x="6817757" y="2370479"/>
                  </a:lnTo>
                  <a:lnTo>
                    <a:pt x="6828910" y="2310008"/>
                  </a:lnTo>
                  <a:lnTo>
                    <a:pt x="6839644" y="2249391"/>
                  </a:lnTo>
                  <a:lnTo>
                    <a:pt x="6849958" y="2188630"/>
                  </a:lnTo>
                  <a:lnTo>
                    <a:pt x="6859850" y="2127727"/>
                  </a:lnTo>
                  <a:lnTo>
                    <a:pt x="6869320" y="2066683"/>
                  </a:lnTo>
                  <a:lnTo>
                    <a:pt x="6878365" y="2005499"/>
                  </a:lnTo>
                  <a:lnTo>
                    <a:pt x="6886984" y="1944178"/>
                  </a:lnTo>
                  <a:lnTo>
                    <a:pt x="6895175" y="1882721"/>
                  </a:lnTo>
                  <a:lnTo>
                    <a:pt x="6902937" y="1821129"/>
                  </a:lnTo>
                  <a:lnTo>
                    <a:pt x="6910269" y="1759403"/>
                  </a:lnTo>
                  <a:lnTo>
                    <a:pt x="6917168" y="1697546"/>
                  </a:lnTo>
                  <a:lnTo>
                    <a:pt x="6923633" y="1635559"/>
                  </a:lnTo>
                  <a:lnTo>
                    <a:pt x="6929663" y="1573444"/>
                  </a:lnTo>
                  <a:lnTo>
                    <a:pt x="6935255" y="1511202"/>
                  </a:lnTo>
                  <a:lnTo>
                    <a:pt x="6940410" y="1448834"/>
                  </a:lnTo>
                  <a:lnTo>
                    <a:pt x="6945124" y="1386342"/>
                  </a:lnTo>
                  <a:lnTo>
                    <a:pt x="6949397" y="1323728"/>
                  </a:lnTo>
                  <a:lnTo>
                    <a:pt x="6953226" y="1260994"/>
                  </a:lnTo>
                  <a:lnTo>
                    <a:pt x="6956611" y="1198140"/>
                  </a:lnTo>
                  <a:lnTo>
                    <a:pt x="6959549" y="1135168"/>
                  </a:lnTo>
                  <a:lnTo>
                    <a:pt x="6962040" y="1072081"/>
                  </a:lnTo>
                  <a:lnTo>
                    <a:pt x="6964081" y="1008879"/>
                  </a:lnTo>
                  <a:lnTo>
                    <a:pt x="6965672" y="945563"/>
                  </a:lnTo>
                  <a:lnTo>
                    <a:pt x="6966809" y="882137"/>
                  </a:lnTo>
                  <a:lnTo>
                    <a:pt x="6967493" y="818600"/>
                  </a:lnTo>
                  <a:lnTo>
                    <a:pt x="6967722" y="754956"/>
                  </a:lnTo>
                </a:path>
              </a:pathLst>
            </a:custGeom>
            <a:ln w="7853">
              <a:solidFill>
                <a:schemeClr val="tx1"/>
              </a:solidFill>
            </a:ln>
          </p:spPr>
          <p:txBody>
            <a:bodyPr wrap="square" lIns="0" tIns="0" rIns="0" bIns="0" rtlCol="0"/>
            <a:lstStyle/>
            <a:p>
              <a:endParaRPr sz="1092"/>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 name="Titre 17">
            <a:extLst>
              <a:ext uri="{FF2B5EF4-FFF2-40B4-BE49-F238E27FC236}">
                <a16:creationId xmlns:a16="http://schemas.microsoft.com/office/drawing/2014/main" id="{93DB7874-F233-C334-00C9-4F57F51D1421}"/>
              </a:ext>
            </a:extLst>
          </p:cNvPr>
          <p:cNvSpPr>
            <a:spLocks noGrp="1"/>
          </p:cNvSpPr>
          <p:nvPr>
            <p:ph type="title"/>
          </p:nvPr>
        </p:nvSpPr>
        <p:spPr>
          <a:xfrm>
            <a:off x="1139872" y="989481"/>
            <a:ext cx="9907638" cy="707373"/>
          </a:xfrm>
        </p:spPr>
        <p:txBody>
          <a:bodyPr vert="horz" wrap="square" lIns="91440" tIns="45720" rIns="91440" bIns="45720" rtlCol="0" anchor="t" anchorCtr="0">
            <a:spAutoFit/>
          </a:bodyPr>
          <a:lstStyle>
            <a:lvl1pPr>
              <a:defRPr lang="fr-FR" sz="4400" dirty="0">
                <a:solidFill>
                  <a:schemeClr val="tx1"/>
                </a:solidFill>
              </a:defRPr>
            </a:lvl1pPr>
          </a:lstStyle>
          <a:p>
            <a:pPr marL="0" lvl="0"/>
            <a:r>
              <a:rPr lang="fr-FR"/>
              <a:t>Modifiez le style du titre</a:t>
            </a:r>
          </a:p>
        </p:txBody>
      </p:sp>
      <p:sp>
        <p:nvSpPr>
          <p:cNvPr id="6" name="Espace réservé pour une image  48">
            <a:extLst>
              <a:ext uri="{FF2B5EF4-FFF2-40B4-BE49-F238E27FC236}">
                <a16:creationId xmlns:a16="http://schemas.microsoft.com/office/drawing/2014/main" id="{424BDF67-7C6C-3F07-C3E2-CE4D33038E9A}"/>
              </a:ext>
            </a:extLst>
          </p:cNvPr>
          <p:cNvSpPr>
            <a:spLocks noGrp="1"/>
          </p:cNvSpPr>
          <p:nvPr>
            <p:ph type="pic" sz="quarter" idx="18"/>
          </p:nvPr>
        </p:nvSpPr>
        <p:spPr>
          <a:xfrm>
            <a:off x="4796698" y="1448413"/>
            <a:ext cx="3961454" cy="3961174"/>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a:outerShdw blurRad="584200" dist="215900" dir="2700000" sx="102000" sy="102000" algn="tl" rotWithShape="0">
              <a:schemeClr val="tx2">
                <a:alpha val="22000"/>
              </a:schemeClr>
            </a:outerShdw>
          </a:effectLst>
        </p:spPr>
        <p:txBody>
          <a:bodyPr vert="horz" wrap="square" lIns="91440" tIns="45720" rIns="91440" bIns="45720" rtlCol="0">
            <a:noAutofit/>
          </a:bodyPr>
          <a:lstStyle>
            <a:lvl1pPr>
              <a:defRPr lang="fr-FR"/>
            </a:lvl1pPr>
          </a:lstStyle>
          <a:p>
            <a:pPr lvl="0"/>
            <a:r>
              <a:rPr lang="fr-FR"/>
              <a:t>Cliquez sur l'icône pour ajouter une image</a:t>
            </a:r>
          </a:p>
        </p:txBody>
      </p:sp>
      <p:sp>
        <p:nvSpPr>
          <p:cNvPr id="8" name="Espace réservé du texte 44">
            <a:extLst>
              <a:ext uri="{FF2B5EF4-FFF2-40B4-BE49-F238E27FC236}">
                <a16:creationId xmlns:a16="http://schemas.microsoft.com/office/drawing/2014/main" id="{0026FC54-47A6-8F7D-79CD-898AB9D07F8B}"/>
              </a:ext>
            </a:extLst>
          </p:cNvPr>
          <p:cNvSpPr>
            <a:spLocks noGrp="1"/>
          </p:cNvSpPr>
          <p:nvPr>
            <p:ph type="body" sz="quarter" idx="17" hasCustomPrompt="1"/>
          </p:nvPr>
        </p:nvSpPr>
        <p:spPr>
          <a:xfrm>
            <a:off x="5747335" y="2398983"/>
            <a:ext cx="2060179" cy="2060034"/>
          </a:xfrm>
          <a:prstGeom prst="ellipse">
            <a:avLst/>
          </a:prstGeom>
          <a:solidFill>
            <a:schemeClr val="bg1"/>
          </a:solidFill>
        </p:spPr>
        <p:txBody>
          <a:bodyPr anchor="ctr" anchorCtr="0">
            <a:normAutofit/>
          </a:bodyPr>
          <a:lstStyle>
            <a:lvl1pPr marL="0" indent="0" algn="ctr">
              <a:buNone/>
              <a:defRPr sz="2400" b="1"/>
            </a:lvl1pPr>
          </a:lstStyle>
          <a:p>
            <a:pPr lvl="0"/>
            <a:r>
              <a:rPr lang="fr-FR"/>
              <a:t>#</a:t>
            </a:r>
          </a:p>
        </p:txBody>
      </p:sp>
      <p:sp>
        <p:nvSpPr>
          <p:cNvPr id="10" name="Espace réservé du texte 19">
            <a:extLst>
              <a:ext uri="{FF2B5EF4-FFF2-40B4-BE49-F238E27FC236}">
                <a16:creationId xmlns:a16="http://schemas.microsoft.com/office/drawing/2014/main" id="{9174991B-E6DD-DEB3-A1E8-A831404D22DA}"/>
              </a:ext>
            </a:extLst>
          </p:cNvPr>
          <p:cNvSpPr>
            <a:spLocks noGrp="1"/>
          </p:cNvSpPr>
          <p:nvPr>
            <p:ph type="body" sz="quarter" idx="13" hasCustomPrompt="1"/>
          </p:nvPr>
        </p:nvSpPr>
        <p:spPr>
          <a:xfrm>
            <a:off x="2505404" y="3190867"/>
            <a:ext cx="1940862" cy="278987"/>
          </a:xfrm>
          <a:solidFill>
            <a:schemeClr val="bg1"/>
          </a:solidFill>
        </p:spPr>
        <p:txBody>
          <a:bodyPr wrap="square" anchor="b" anchorCtr="0">
            <a:spAutoFit/>
          </a:bodyPr>
          <a:lstStyle>
            <a:lvl1pPr marL="0" indent="0" algn="r">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11" name="Espace réservé du texte 22">
            <a:extLst>
              <a:ext uri="{FF2B5EF4-FFF2-40B4-BE49-F238E27FC236}">
                <a16:creationId xmlns:a16="http://schemas.microsoft.com/office/drawing/2014/main" id="{985A9EA7-57DF-8B98-29E9-8DA7611F6058}"/>
              </a:ext>
            </a:extLst>
          </p:cNvPr>
          <p:cNvSpPr>
            <a:spLocks noGrp="1"/>
          </p:cNvSpPr>
          <p:nvPr>
            <p:ph type="body" sz="quarter" idx="15"/>
          </p:nvPr>
        </p:nvSpPr>
        <p:spPr>
          <a:xfrm>
            <a:off x="2505405" y="3526917"/>
            <a:ext cx="1940862" cy="600164"/>
          </a:xfrm>
          <a:solidFill>
            <a:schemeClr val="bg1"/>
          </a:solidFill>
        </p:spPr>
        <p:txBody>
          <a:bodyPr wrap="square">
            <a:spAutoFit/>
          </a:bodyPr>
          <a:lstStyle>
            <a:lvl1pPr marL="0" indent="0" algn="r">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Tree>
    <p:extLst>
      <p:ext uri="{BB962C8B-B14F-4D97-AF65-F5344CB8AC3E}">
        <p14:creationId xmlns:p14="http://schemas.microsoft.com/office/powerpoint/2010/main" val="3806340305"/>
      </p:ext>
    </p:extLst>
  </p:cSld>
  <p:clrMapOvr>
    <a:masterClrMapping/>
  </p:clrMapOvr>
  <p:hf sldNum="0"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27_Diapositive de titre">
    <p:bg>
      <p:bgPr>
        <a:solidFill>
          <a:schemeClr val="bg1"/>
        </a:solidFill>
        <a:effectLst/>
      </p:bgPr>
    </p:bg>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827CAA92-B279-4FA9-49D3-5AF239C45106}"/>
              </a:ext>
            </a:extLst>
          </p:cNvPr>
          <p:cNvGrpSpPr/>
          <p:nvPr/>
        </p:nvGrpSpPr>
        <p:grpSpPr>
          <a:xfrm>
            <a:off x="-5799949" y="-3157286"/>
            <a:ext cx="10452531" cy="10015286"/>
            <a:chOff x="28727400" y="4676600"/>
            <a:chExt cx="17235788" cy="16515949"/>
          </a:xfrm>
        </p:grpSpPr>
        <p:sp>
          <p:nvSpPr>
            <p:cNvPr id="32" name="Forme libre : forme 31">
              <a:extLst>
                <a:ext uri="{FF2B5EF4-FFF2-40B4-BE49-F238E27FC236}">
                  <a16:creationId xmlns:a16="http://schemas.microsoft.com/office/drawing/2014/main" id="{8A7A9460-D225-2D91-C6E3-6E03D2893D9E}"/>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tx1"/>
              </a:solidFill>
              <a:prstDash val="solid"/>
              <a:miter/>
            </a:ln>
          </p:spPr>
          <p:txBody>
            <a:bodyPr rtlCol="0" anchor="ctr"/>
            <a:lstStyle/>
            <a:p>
              <a:endParaRPr lang="fr-FR" sz="1092"/>
            </a:p>
          </p:txBody>
        </p:sp>
        <p:sp>
          <p:nvSpPr>
            <p:cNvPr id="33" name="Rectangle 32">
              <a:extLst>
                <a:ext uri="{FF2B5EF4-FFF2-40B4-BE49-F238E27FC236}">
                  <a16:creationId xmlns:a16="http://schemas.microsoft.com/office/drawing/2014/main" id="{93F7263C-DB87-2F40-CE15-1696AE8EB254}"/>
                </a:ext>
              </a:extLst>
            </p:cNvPr>
            <p:cNvSpPr/>
            <p:nvPr/>
          </p:nvSpPr>
          <p:spPr>
            <a:xfrm>
              <a:off x="29548595" y="9858200"/>
              <a:ext cx="8717625" cy="1133434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34" name="Rectangle 33">
              <a:extLst>
                <a:ext uri="{FF2B5EF4-FFF2-40B4-BE49-F238E27FC236}">
                  <a16:creationId xmlns:a16="http://schemas.microsoft.com/office/drawing/2014/main" id="{47D93600-A2A4-1464-509D-B7C4B1A0E7C5}"/>
                </a:ext>
              </a:extLst>
            </p:cNvPr>
            <p:cNvSpPr/>
            <p:nvPr/>
          </p:nvSpPr>
          <p:spPr>
            <a:xfrm>
              <a:off x="28727400" y="4676600"/>
              <a:ext cx="17235788" cy="520659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6" name="Rectangle 5">
            <a:extLst>
              <a:ext uri="{FF2B5EF4-FFF2-40B4-BE49-F238E27FC236}">
                <a16:creationId xmlns:a16="http://schemas.microsoft.com/office/drawing/2014/main" id="{AAFD6027-1BEE-ECE0-B52E-220644BF4B4C}"/>
              </a:ext>
            </a:extLst>
          </p:cNvPr>
          <p:cNvSpPr/>
          <p:nvPr/>
        </p:nvSpPr>
        <p:spPr>
          <a:xfrm>
            <a:off x="1336268" y="791309"/>
            <a:ext cx="3419613" cy="5193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39871" y="989481"/>
            <a:ext cx="10049522" cy="702628"/>
          </a:xfrm>
        </p:spPr>
        <p:txBody>
          <a:bodyPr anchor="b" anchorCtr="0">
            <a:spAutoFit/>
          </a:bodyPr>
          <a:lstStyle>
            <a:lvl1pPr>
              <a:defRPr sz="4400"/>
            </a:lvl1pPr>
          </a:lstStyle>
          <a:p>
            <a:r>
              <a:rPr lang="fr-FR"/>
              <a:t>Modifiez le style du titre</a:t>
            </a:r>
          </a:p>
        </p:txBody>
      </p:sp>
      <p:sp>
        <p:nvSpPr>
          <p:cNvPr id="35" name="Espace réservé du texte 19">
            <a:extLst>
              <a:ext uri="{FF2B5EF4-FFF2-40B4-BE49-F238E27FC236}">
                <a16:creationId xmlns:a16="http://schemas.microsoft.com/office/drawing/2014/main" id="{534E1116-2420-77E5-63F9-42F03F97168A}"/>
              </a:ext>
            </a:extLst>
          </p:cNvPr>
          <p:cNvSpPr>
            <a:spLocks noGrp="1"/>
          </p:cNvSpPr>
          <p:nvPr>
            <p:ph type="body" sz="quarter" idx="13" hasCustomPrompt="1"/>
          </p:nvPr>
        </p:nvSpPr>
        <p:spPr>
          <a:xfrm>
            <a:off x="1824398" y="4153928"/>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36" name="Espace réservé du texte 22">
            <a:extLst>
              <a:ext uri="{FF2B5EF4-FFF2-40B4-BE49-F238E27FC236}">
                <a16:creationId xmlns:a16="http://schemas.microsoft.com/office/drawing/2014/main" id="{A7C67828-DFBD-667A-3A7E-A806DBC13C76}"/>
              </a:ext>
            </a:extLst>
          </p:cNvPr>
          <p:cNvSpPr>
            <a:spLocks noGrp="1"/>
          </p:cNvSpPr>
          <p:nvPr>
            <p:ph type="body" sz="quarter" idx="15"/>
          </p:nvPr>
        </p:nvSpPr>
        <p:spPr>
          <a:xfrm>
            <a:off x="1824398" y="4489977"/>
            <a:ext cx="1940862" cy="652294"/>
          </a:xfrm>
          <a:solidFill>
            <a:schemeClr val="bg1"/>
          </a:solidFill>
        </p:spPr>
        <p:txBody>
          <a:bodyPr wrap="square">
            <a:spAutoFit/>
          </a:bodyPr>
          <a:lstStyle>
            <a:lvl1pPr marL="0" indent="0">
              <a:lnSpc>
                <a:spcPct val="100000"/>
              </a:lnSpc>
              <a:buNone/>
              <a:defRPr sz="120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2" name="Espace réservé du texte 22">
            <a:extLst>
              <a:ext uri="{FF2B5EF4-FFF2-40B4-BE49-F238E27FC236}">
                <a16:creationId xmlns:a16="http://schemas.microsoft.com/office/drawing/2014/main" id="{4F9C8CCD-EBA5-5A84-4676-57223226ED16}"/>
              </a:ext>
            </a:extLst>
          </p:cNvPr>
          <p:cNvSpPr>
            <a:spLocks noGrp="1"/>
          </p:cNvSpPr>
          <p:nvPr>
            <p:ph type="body" sz="quarter" idx="14"/>
          </p:nvPr>
        </p:nvSpPr>
        <p:spPr>
          <a:xfrm>
            <a:off x="1175974" y="1713778"/>
            <a:ext cx="10049522" cy="329706"/>
          </a:xfrm>
          <a:solidFill>
            <a:schemeClr val="bg1"/>
          </a:solidFill>
        </p:spPr>
        <p:txBody>
          <a:bodyPr wrap="square">
            <a:spAutoFit/>
          </a:bodyPr>
          <a:lstStyle>
            <a:lvl1pPr marL="0" indent="0">
              <a:buNone/>
              <a:defRPr sz="1698" b="0">
                <a:solidFill>
                  <a:schemeClr val="tx2"/>
                </a:solidFill>
              </a:defRPr>
            </a:lvl1pPr>
          </a:lstStyle>
          <a:p>
            <a:pPr lvl="0"/>
            <a:r>
              <a:rPr lang="fr-FR"/>
              <a:t>Cliquez pour modifier les styles du texte du masque</a:t>
            </a:r>
          </a:p>
        </p:txBody>
      </p:sp>
    </p:spTree>
    <p:extLst>
      <p:ext uri="{BB962C8B-B14F-4D97-AF65-F5344CB8AC3E}">
        <p14:creationId xmlns:p14="http://schemas.microsoft.com/office/powerpoint/2010/main" val="2055496994"/>
      </p:ext>
    </p:extLst>
  </p:cSld>
  <p:clrMapOvr>
    <a:masterClrMapping/>
  </p:clrMapOvr>
  <p:hf sldNum="0"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41_Diapositive de titre">
    <p:bg>
      <p:bgPr>
        <a:solidFill>
          <a:schemeClr val="bg1"/>
        </a:solidFill>
        <a:effectLst/>
      </p:bgPr>
    </p:bg>
    <p:spTree>
      <p:nvGrpSpPr>
        <p:cNvPr id="1" name=""/>
        <p:cNvGrpSpPr/>
        <p:nvPr/>
      </p:nvGrpSpPr>
      <p:grpSpPr>
        <a:xfrm>
          <a:off x="0" y="0"/>
          <a:ext cx="0" cy="0"/>
          <a:chOff x="0" y="0"/>
          <a:chExt cx="0" cy="0"/>
        </a:xfrm>
      </p:grpSpPr>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6" name="Rectangle 5">
            <a:extLst>
              <a:ext uri="{FF2B5EF4-FFF2-40B4-BE49-F238E27FC236}">
                <a16:creationId xmlns:a16="http://schemas.microsoft.com/office/drawing/2014/main" id="{AAFD6027-1BEE-ECE0-B52E-220644BF4B4C}"/>
              </a:ext>
            </a:extLst>
          </p:cNvPr>
          <p:cNvSpPr/>
          <p:nvPr/>
        </p:nvSpPr>
        <p:spPr>
          <a:xfrm>
            <a:off x="1336268" y="791309"/>
            <a:ext cx="3419613" cy="5193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39871" y="989481"/>
            <a:ext cx="10049522" cy="702628"/>
          </a:xfrm>
        </p:spPr>
        <p:txBody>
          <a:bodyPr anchor="b" anchorCtr="0">
            <a:spAutoFit/>
          </a:bodyPr>
          <a:lstStyle>
            <a:lvl1pPr>
              <a:defRPr sz="4400"/>
            </a:lvl1pPr>
          </a:lstStyle>
          <a:p>
            <a:r>
              <a:rPr lang="fr-FR"/>
              <a:t>Modifiez le style du titre</a:t>
            </a:r>
          </a:p>
        </p:txBody>
      </p:sp>
      <p:sp>
        <p:nvSpPr>
          <p:cNvPr id="35" name="Espace réservé du texte 19">
            <a:extLst>
              <a:ext uri="{FF2B5EF4-FFF2-40B4-BE49-F238E27FC236}">
                <a16:creationId xmlns:a16="http://schemas.microsoft.com/office/drawing/2014/main" id="{534E1116-2420-77E5-63F9-42F03F97168A}"/>
              </a:ext>
            </a:extLst>
          </p:cNvPr>
          <p:cNvSpPr>
            <a:spLocks noGrp="1"/>
          </p:cNvSpPr>
          <p:nvPr>
            <p:ph type="body" sz="quarter" idx="13" hasCustomPrompt="1"/>
          </p:nvPr>
        </p:nvSpPr>
        <p:spPr>
          <a:xfrm>
            <a:off x="1127739" y="2572712"/>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36" name="Espace réservé du texte 22">
            <a:extLst>
              <a:ext uri="{FF2B5EF4-FFF2-40B4-BE49-F238E27FC236}">
                <a16:creationId xmlns:a16="http://schemas.microsoft.com/office/drawing/2014/main" id="{A7C67828-DFBD-667A-3A7E-A806DBC13C76}"/>
              </a:ext>
            </a:extLst>
          </p:cNvPr>
          <p:cNvSpPr>
            <a:spLocks noGrp="1"/>
          </p:cNvSpPr>
          <p:nvPr>
            <p:ph type="body" sz="quarter" idx="15"/>
          </p:nvPr>
        </p:nvSpPr>
        <p:spPr>
          <a:xfrm>
            <a:off x="1127740" y="2908762"/>
            <a:ext cx="1940862" cy="652294"/>
          </a:xfrm>
          <a:solidFill>
            <a:schemeClr val="bg1"/>
          </a:solidFill>
        </p:spPr>
        <p:txBody>
          <a:bodyPr wrap="square">
            <a:spAutoFit/>
          </a:bodyPr>
          <a:lstStyle>
            <a:lvl1pPr marL="0" indent="0">
              <a:lnSpc>
                <a:spcPct val="100000"/>
              </a:lnSpc>
              <a:buNone/>
              <a:defRPr sz="120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2" name="Espace réservé du texte 22">
            <a:extLst>
              <a:ext uri="{FF2B5EF4-FFF2-40B4-BE49-F238E27FC236}">
                <a16:creationId xmlns:a16="http://schemas.microsoft.com/office/drawing/2014/main" id="{4F9C8CCD-EBA5-5A84-4676-57223226ED16}"/>
              </a:ext>
            </a:extLst>
          </p:cNvPr>
          <p:cNvSpPr>
            <a:spLocks noGrp="1"/>
          </p:cNvSpPr>
          <p:nvPr>
            <p:ph type="body" sz="quarter" idx="14"/>
          </p:nvPr>
        </p:nvSpPr>
        <p:spPr>
          <a:xfrm>
            <a:off x="1175974" y="1713778"/>
            <a:ext cx="10049522" cy="329706"/>
          </a:xfrm>
          <a:solidFill>
            <a:schemeClr val="bg1"/>
          </a:solidFill>
        </p:spPr>
        <p:txBody>
          <a:bodyPr wrap="square">
            <a:spAutoFit/>
          </a:bodyPr>
          <a:lstStyle>
            <a:lvl1pPr marL="0" indent="0">
              <a:buNone/>
              <a:defRPr sz="1698" b="0">
                <a:solidFill>
                  <a:schemeClr val="tx2"/>
                </a:solidFill>
              </a:defRPr>
            </a:lvl1pPr>
          </a:lstStyle>
          <a:p>
            <a:pPr lvl="0"/>
            <a:r>
              <a:rPr lang="fr-FR"/>
              <a:t>Cliquez pour modifier les styles du texte du masque</a:t>
            </a:r>
          </a:p>
        </p:txBody>
      </p:sp>
    </p:spTree>
    <p:extLst>
      <p:ext uri="{BB962C8B-B14F-4D97-AF65-F5344CB8AC3E}">
        <p14:creationId xmlns:p14="http://schemas.microsoft.com/office/powerpoint/2010/main" val="3438307587"/>
      </p:ext>
    </p:extLst>
  </p:cSld>
  <p:clrMapOvr>
    <a:masterClrMapping/>
  </p:clrMapOvr>
  <p:hf sldNum="0"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44_Diapositive de titre">
    <p:bg>
      <p:bgPr>
        <a:solidFill>
          <a:schemeClr val="bg1"/>
        </a:solidFill>
        <a:effectLst/>
      </p:bgPr>
    </p:bg>
    <p:spTree>
      <p:nvGrpSpPr>
        <p:cNvPr id="1" name=""/>
        <p:cNvGrpSpPr/>
        <p:nvPr/>
      </p:nvGrpSpPr>
      <p:grpSpPr>
        <a:xfrm>
          <a:off x="0" y="0"/>
          <a:ext cx="0" cy="0"/>
          <a:chOff x="0" y="0"/>
          <a:chExt cx="0" cy="0"/>
        </a:xfrm>
      </p:grpSpPr>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6" name="Rectangle 5">
            <a:extLst>
              <a:ext uri="{FF2B5EF4-FFF2-40B4-BE49-F238E27FC236}">
                <a16:creationId xmlns:a16="http://schemas.microsoft.com/office/drawing/2014/main" id="{AAFD6027-1BEE-ECE0-B52E-220644BF4B4C}"/>
              </a:ext>
            </a:extLst>
          </p:cNvPr>
          <p:cNvSpPr/>
          <p:nvPr/>
        </p:nvSpPr>
        <p:spPr>
          <a:xfrm>
            <a:off x="1336268" y="791309"/>
            <a:ext cx="3419613" cy="5193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39871" y="989481"/>
            <a:ext cx="10049522" cy="702628"/>
          </a:xfrm>
        </p:spPr>
        <p:txBody>
          <a:bodyPr anchor="b" anchorCtr="0">
            <a:spAutoFit/>
          </a:bodyPr>
          <a:lstStyle>
            <a:lvl1pPr>
              <a:defRPr sz="4400"/>
            </a:lvl1pPr>
          </a:lstStyle>
          <a:p>
            <a:r>
              <a:rPr lang="fr-FR"/>
              <a:t>Modifiez le style du titre</a:t>
            </a:r>
          </a:p>
        </p:txBody>
      </p:sp>
      <p:sp>
        <p:nvSpPr>
          <p:cNvPr id="35" name="Espace réservé du texte 19">
            <a:extLst>
              <a:ext uri="{FF2B5EF4-FFF2-40B4-BE49-F238E27FC236}">
                <a16:creationId xmlns:a16="http://schemas.microsoft.com/office/drawing/2014/main" id="{534E1116-2420-77E5-63F9-42F03F97168A}"/>
              </a:ext>
            </a:extLst>
          </p:cNvPr>
          <p:cNvSpPr>
            <a:spLocks noGrp="1"/>
          </p:cNvSpPr>
          <p:nvPr>
            <p:ph type="body" sz="quarter" idx="13" hasCustomPrompt="1"/>
          </p:nvPr>
        </p:nvSpPr>
        <p:spPr>
          <a:xfrm>
            <a:off x="1127739" y="2572712"/>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36" name="Espace réservé du texte 22">
            <a:extLst>
              <a:ext uri="{FF2B5EF4-FFF2-40B4-BE49-F238E27FC236}">
                <a16:creationId xmlns:a16="http://schemas.microsoft.com/office/drawing/2014/main" id="{A7C67828-DFBD-667A-3A7E-A806DBC13C76}"/>
              </a:ext>
            </a:extLst>
          </p:cNvPr>
          <p:cNvSpPr>
            <a:spLocks noGrp="1"/>
          </p:cNvSpPr>
          <p:nvPr>
            <p:ph type="body" sz="quarter" idx="15"/>
          </p:nvPr>
        </p:nvSpPr>
        <p:spPr>
          <a:xfrm>
            <a:off x="1127740" y="2908762"/>
            <a:ext cx="1940862" cy="652294"/>
          </a:xfrm>
          <a:solidFill>
            <a:schemeClr val="bg1"/>
          </a:solidFill>
        </p:spPr>
        <p:txBody>
          <a:bodyPr wrap="square">
            <a:spAutoFit/>
          </a:bodyPr>
          <a:lstStyle>
            <a:lvl1pPr marL="0" indent="0">
              <a:lnSpc>
                <a:spcPct val="100000"/>
              </a:lnSpc>
              <a:buNone/>
              <a:defRPr sz="1200">
                <a:solidFill>
                  <a:schemeClr val="tx1"/>
                </a:solidFill>
                <a:latin typeface="+mj-lt"/>
                <a:cs typeface="Poppins Light" panose="00000400000000000000" pitchFamily="2" charset="0"/>
              </a:defRPr>
            </a:lvl1pPr>
          </a:lstStyle>
          <a:p>
            <a:pPr lvl="0"/>
            <a:r>
              <a:rPr lang="fr-FR"/>
              <a:t>Cliquez pour modifier les styles du texte du masque</a:t>
            </a:r>
          </a:p>
        </p:txBody>
      </p:sp>
      <p:sp>
        <p:nvSpPr>
          <p:cNvPr id="2" name="Espace réservé du texte 22">
            <a:extLst>
              <a:ext uri="{FF2B5EF4-FFF2-40B4-BE49-F238E27FC236}">
                <a16:creationId xmlns:a16="http://schemas.microsoft.com/office/drawing/2014/main" id="{4F9C8CCD-EBA5-5A84-4676-57223226ED16}"/>
              </a:ext>
            </a:extLst>
          </p:cNvPr>
          <p:cNvSpPr>
            <a:spLocks noGrp="1"/>
          </p:cNvSpPr>
          <p:nvPr>
            <p:ph type="body" sz="quarter" idx="14"/>
          </p:nvPr>
        </p:nvSpPr>
        <p:spPr>
          <a:xfrm>
            <a:off x="1175974" y="1713778"/>
            <a:ext cx="10049522" cy="329706"/>
          </a:xfrm>
          <a:solidFill>
            <a:schemeClr val="bg1"/>
          </a:solidFill>
        </p:spPr>
        <p:txBody>
          <a:bodyPr wrap="square">
            <a:spAutoFit/>
          </a:bodyPr>
          <a:lstStyle>
            <a:lvl1pPr marL="0" indent="0">
              <a:buNone/>
              <a:defRPr sz="1698" b="0">
                <a:solidFill>
                  <a:schemeClr val="tx2"/>
                </a:solidFill>
              </a:defRPr>
            </a:lvl1pPr>
          </a:lstStyle>
          <a:p>
            <a:pPr lvl="0"/>
            <a:r>
              <a:rPr lang="fr-FR"/>
              <a:t>Cliquez pour modifier les styles du texte du masque</a:t>
            </a:r>
          </a:p>
        </p:txBody>
      </p:sp>
      <p:sp>
        <p:nvSpPr>
          <p:cNvPr id="7" name="Espace réservé du texte 22">
            <a:extLst>
              <a:ext uri="{FF2B5EF4-FFF2-40B4-BE49-F238E27FC236}">
                <a16:creationId xmlns:a16="http://schemas.microsoft.com/office/drawing/2014/main" id="{0778AA81-0186-3614-3B59-6C70F2E55D01}"/>
              </a:ext>
            </a:extLst>
          </p:cNvPr>
          <p:cNvSpPr>
            <a:spLocks noGrp="1"/>
          </p:cNvSpPr>
          <p:nvPr>
            <p:ph type="body" sz="quarter" idx="16"/>
          </p:nvPr>
        </p:nvSpPr>
        <p:spPr>
          <a:xfrm>
            <a:off x="1139871" y="615848"/>
            <a:ext cx="4956129" cy="261867"/>
          </a:xfrm>
          <a:solidFill>
            <a:schemeClr val="bg1"/>
          </a:solidFill>
        </p:spPr>
        <p:txBody>
          <a:bodyPr wrap="square">
            <a:spAutoFit/>
          </a:bodyPr>
          <a:lstStyle>
            <a:lvl1pPr marL="0" indent="0">
              <a:buNone/>
              <a:defRPr sz="1200" b="0">
                <a:solidFill>
                  <a:schemeClr val="tx2"/>
                </a:solidFill>
              </a:defRPr>
            </a:lvl1pPr>
          </a:lstStyle>
          <a:p>
            <a:pPr lvl="0"/>
            <a:r>
              <a:rPr lang="fr-FR"/>
              <a:t>Cliquez pour modifier les styles du texte du masque</a:t>
            </a:r>
          </a:p>
        </p:txBody>
      </p:sp>
    </p:spTree>
    <p:extLst>
      <p:ext uri="{BB962C8B-B14F-4D97-AF65-F5344CB8AC3E}">
        <p14:creationId xmlns:p14="http://schemas.microsoft.com/office/powerpoint/2010/main" val="2480557009"/>
      </p:ext>
    </p:extLst>
  </p:cSld>
  <p:clrMapOvr>
    <a:masterClrMapping/>
  </p:clrMapOvr>
  <p:hf sldNum="0"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8_Diapositive de titre">
    <p:bg>
      <p:bgPr>
        <a:solidFill>
          <a:schemeClr val="bg1"/>
        </a:solidFill>
        <a:effectLst/>
      </p:bgPr>
    </p:bg>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827CAA92-B279-4FA9-49D3-5AF239C45106}"/>
              </a:ext>
            </a:extLst>
          </p:cNvPr>
          <p:cNvGrpSpPr/>
          <p:nvPr/>
        </p:nvGrpSpPr>
        <p:grpSpPr>
          <a:xfrm>
            <a:off x="-5799949" y="-3157286"/>
            <a:ext cx="10452531" cy="10015286"/>
            <a:chOff x="28727400" y="4676600"/>
            <a:chExt cx="17235788" cy="16515949"/>
          </a:xfrm>
        </p:grpSpPr>
        <p:sp>
          <p:nvSpPr>
            <p:cNvPr id="32" name="Forme libre : forme 31">
              <a:extLst>
                <a:ext uri="{FF2B5EF4-FFF2-40B4-BE49-F238E27FC236}">
                  <a16:creationId xmlns:a16="http://schemas.microsoft.com/office/drawing/2014/main" id="{8A7A9460-D225-2D91-C6E3-6E03D2893D9E}"/>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tx1"/>
              </a:solidFill>
              <a:prstDash val="solid"/>
              <a:miter/>
            </a:ln>
          </p:spPr>
          <p:txBody>
            <a:bodyPr rtlCol="0" anchor="ctr"/>
            <a:lstStyle/>
            <a:p>
              <a:endParaRPr lang="fr-FR" sz="1092"/>
            </a:p>
          </p:txBody>
        </p:sp>
        <p:sp>
          <p:nvSpPr>
            <p:cNvPr id="33" name="Rectangle 32">
              <a:extLst>
                <a:ext uri="{FF2B5EF4-FFF2-40B4-BE49-F238E27FC236}">
                  <a16:creationId xmlns:a16="http://schemas.microsoft.com/office/drawing/2014/main" id="{93F7263C-DB87-2F40-CE15-1696AE8EB254}"/>
                </a:ext>
              </a:extLst>
            </p:cNvPr>
            <p:cNvSpPr/>
            <p:nvPr/>
          </p:nvSpPr>
          <p:spPr>
            <a:xfrm>
              <a:off x="29548595" y="9858200"/>
              <a:ext cx="8717625" cy="1133434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34" name="Rectangle 33">
              <a:extLst>
                <a:ext uri="{FF2B5EF4-FFF2-40B4-BE49-F238E27FC236}">
                  <a16:creationId xmlns:a16="http://schemas.microsoft.com/office/drawing/2014/main" id="{47D93600-A2A4-1464-509D-B7C4B1A0E7C5}"/>
                </a:ext>
              </a:extLst>
            </p:cNvPr>
            <p:cNvSpPr/>
            <p:nvPr/>
          </p:nvSpPr>
          <p:spPr>
            <a:xfrm>
              <a:off x="28727400" y="4676600"/>
              <a:ext cx="17235788" cy="520659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5" name="Rectangle 14">
            <a:extLst>
              <a:ext uri="{FF2B5EF4-FFF2-40B4-BE49-F238E27FC236}">
                <a16:creationId xmlns:a16="http://schemas.microsoft.com/office/drawing/2014/main" id="{AB072B4F-D6D2-A4F5-5750-B1EFFF8200D0}"/>
              </a:ext>
            </a:extLst>
          </p:cNvPr>
          <p:cNvSpPr/>
          <p:nvPr/>
        </p:nvSpPr>
        <p:spPr>
          <a:xfrm>
            <a:off x="1336268" y="791309"/>
            <a:ext cx="3419613" cy="5193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39871" y="989481"/>
            <a:ext cx="10049522" cy="702628"/>
          </a:xfrm>
        </p:spPr>
        <p:txBody>
          <a:bodyPr anchor="b" anchorCtr="0">
            <a:spAutoFit/>
          </a:bodyPr>
          <a:lstStyle>
            <a:lvl1pPr>
              <a:defRPr sz="4400"/>
            </a:lvl1pPr>
          </a:lstStyle>
          <a:p>
            <a:r>
              <a:rPr lang="fr-FR"/>
              <a:t>Modifiez le style du titre</a:t>
            </a:r>
          </a:p>
        </p:txBody>
      </p:sp>
      <p:sp>
        <p:nvSpPr>
          <p:cNvPr id="35" name="Espace réservé du texte 19">
            <a:extLst>
              <a:ext uri="{FF2B5EF4-FFF2-40B4-BE49-F238E27FC236}">
                <a16:creationId xmlns:a16="http://schemas.microsoft.com/office/drawing/2014/main" id="{534E1116-2420-77E5-63F9-42F03F97168A}"/>
              </a:ext>
            </a:extLst>
          </p:cNvPr>
          <p:cNvSpPr>
            <a:spLocks noGrp="1"/>
          </p:cNvSpPr>
          <p:nvPr>
            <p:ph type="body" sz="quarter" idx="13" hasCustomPrompt="1"/>
          </p:nvPr>
        </p:nvSpPr>
        <p:spPr>
          <a:xfrm>
            <a:off x="4333380" y="2901409"/>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2" name="Espace réservé du texte 22">
            <a:extLst>
              <a:ext uri="{FF2B5EF4-FFF2-40B4-BE49-F238E27FC236}">
                <a16:creationId xmlns:a16="http://schemas.microsoft.com/office/drawing/2014/main" id="{4F9C8CCD-EBA5-5A84-4676-57223226ED16}"/>
              </a:ext>
            </a:extLst>
          </p:cNvPr>
          <p:cNvSpPr>
            <a:spLocks noGrp="1"/>
          </p:cNvSpPr>
          <p:nvPr>
            <p:ph type="body" sz="quarter" idx="14"/>
          </p:nvPr>
        </p:nvSpPr>
        <p:spPr>
          <a:xfrm>
            <a:off x="1175974" y="1713778"/>
            <a:ext cx="10049522" cy="329706"/>
          </a:xfrm>
          <a:solidFill>
            <a:schemeClr val="bg1"/>
          </a:solidFill>
        </p:spPr>
        <p:txBody>
          <a:bodyPr wrap="square">
            <a:spAutoFit/>
          </a:bodyPr>
          <a:lstStyle>
            <a:lvl1pPr marL="0" indent="0">
              <a:buNone/>
              <a:defRPr sz="1698" b="0">
                <a:solidFill>
                  <a:schemeClr val="tx2"/>
                </a:solidFill>
              </a:defRPr>
            </a:lvl1pPr>
          </a:lstStyle>
          <a:p>
            <a:pPr lvl="0"/>
            <a:r>
              <a:rPr lang="fr-FR"/>
              <a:t>Cliquez pour modifier les styles du texte du masque</a:t>
            </a:r>
          </a:p>
        </p:txBody>
      </p:sp>
      <p:sp>
        <p:nvSpPr>
          <p:cNvPr id="11" name="Espace réservé du texte 22">
            <a:extLst>
              <a:ext uri="{FF2B5EF4-FFF2-40B4-BE49-F238E27FC236}">
                <a16:creationId xmlns:a16="http://schemas.microsoft.com/office/drawing/2014/main" id="{921D2FAC-B389-4CD4-D012-D1EBA9D3674B}"/>
              </a:ext>
            </a:extLst>
          </p:cNvPr>
          <p:cNvSpPr>
            <a:spLocks noGrp="1"/>
          </p:cNvSpPr>
          <p:nvPr>
            <p:ph type="body" sz="quarter" idx="16"/>
          </p:nvPr>
        </p:nvSpPr>
        <p:spPr>
          <a:xfrm>
            <a:off x="1176463" y="2267218"/>
            <a:ext cx="2948389" cy="999697"/>
          </a:xfrm>
          <a:solidFill>
            <a:schemeClr val="bg1"/>
          </a:solidFill>
        </p:spPr>
        <p:txBody>
          <a:bodyPr wrap="square">
            <a:spAutoFit/>
          </a:bodyPr>
          <a:lstStyle>
            <a:lvl1pPr marL="0" indent="0">
              <a:lnSpc>
                <a:spcPts val="2426"/>
              </a:lnSpc>
              <a:spcBef>
                <a:spcPts val="0"/>
              </a:spcBef>
              <a:spcAft>
                <a:spcPts val="364"/>
              </a:spcAft>
              <a:buNone/>
              <a:defRPr sz="1698">
                <a:solidFill>
                  <a:schemeClr val="tx1"/>
                </a:solidFill>
              </a:defRPr>
            </a:lvl1pPr>
          </a:lstStyle>
          <a:p>
            <a:pPr lvl="0"/>
            <a:r>
              <a:rPr lang="fr-FR"/>
              <a:t>Cliquez pour modifier les styles du texte du masque</a:t>
            </a:r>
          </a:p>
        </p:txBody>
      </p:sp>
      <p:sp>
        <p:nvSpPr>
          <p:cNvPr id="13" name="Espace réservé du texte 22">
            <a:extLst>
              <a:ext uri="{FF2B5EF4-FFF2-40B4-BE49-F238E27FC236}">
                <a16:creationId xmlns:a16="http://schemas.microsoft.com/office/drawing/2014/main" id="{041BC0F1-1CA0-EBF0-14B1-428104BCDFE9}"/>
              </a:ext>
            </a:extLst>
          </p:cNvPr>
          <p:cNvSpPr>
            <a:spLocks noGrp="1"/>
          </p:cNvSpPr>
          <p:nvPr>
            <p:ph type="body" sz="quarter" idx="17"/>
          </p:nvPr>
        </p:nvSpPr>
        <p:spPr>
          <a:xfrm>
            <a:off x="4333382" y="3237459"/>
            <a:ext cx="1940861" cy="600164"/>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Tree>
    <p:extLst>
      <p:ext uri="{BB962C8B-B14F-4D97-AF65-F5344CB8AC3E}">
        <p14:creationId xmlns:p14="http://schemas.microsoft.com/office/powerpoint/2010/main" val="1151073452"/>
      </p:ext>
    </p:extLst>
  </p:cSld>
  <p:clrMapOvr>
    <a:masterClrMapping/>
  </p:clrMapOvr>
  <p:hf sldNum="0"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45_Diapositive de titre">
    <p:bg>
      <p:bgPr>
        <a:solidFill>
          <a:schemeClr val="bg1"/>
        </a:solidFill>
        <a:effectLst/>
      </p:bgPr>
    </p:bg>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827CAA92-B279-4FA9-49D3-5AF239C45106}"/>
              </a:ext>
            </a:extLst>
          </p:cNvPr>
          <p:cNvGrpSpPr/>
          <p:nvPr/>
        </p:nvGrpSpPr>
        <p:grpSpPr>
          <a:xfrm>
            <a:off x="-5799949" y="-3157286"/>
            <a:ext cx="10452531" cy="10015286"/>
            <a:chOff x="28727400" y="4676600"/>
            <a:chExt cx="17235788" cy="16515949"/>
          </a:xfrm>
        </p:grpSpPr>
        <p:sp>
          <p:nvSpPr>
            <p:cNvPr id="32" name="Forme libre : forme 31">
              <a:extLst>
                <a:ext uri="{FF2B5EF4-FFF2-40B4-BE49-F238E27FC236}">
                  <a16:creationId xmlns:a16="http://schemas.microsoft.com/office/drawing/2014/main" id="{8A7A9460-D225-2D91-C6E3-6E03D2893D9E}"/>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tx1"/>
              </a:solidFill>
              <a:prstDash val="solid"/>
              <a:miter/>
            </a:ln>
          </p:spPr>
          <p:txBody>
            <a:bodyPr rtlCol="0" anchor="ctr"/>
            <a:lstStyle/>
            <a:p>
              <a:endParaRPr lang="fr-FR" sz="1092"/>
            </a:p>
          </p:txBody>
        </p:sp>
        <p:sp>
          <p:nvSpPr>
            <p:cNvPr id="33" name="Rectangle 32">
              <a:extLst>
                <a:ext uri="{FF2B5EF4-FFF2-40B4-BE49-F238E27FC236}">
                  <a16:creationId xmlns:a16="http://schemas.microsoft.com/office/drawing/2014/main" id="{93F7263C-DB87-2F40-CE15-1696AE8EB254}"/>
                </a:ext>
              </a:extLst>
            </p:cNvPr>
            <p:cNvSpPr/>
            <p:nvPr/>
          </p:nvSpPr>
          <p:spPr>
            <a:xfrm>
              <a:off x="29548595" y="9858200"/>
              <a:ext cx="8717625" cy="1133434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34" name="Rectangle 33">
              <a:extLst>
                <a:ext uri="{FF2B5EF4-FFF2-40B4-BE49-F238E27FC236}">
                  <a16:creationId xmlns:a16="http://schemas.microsoft.com/office/drawing/2014/main" id="{47D93600-A2A4-1464-509D-B7C4B1A0E7C5}"/>
                </a:ext>
              </a:extLst>
            </p:cNvPr>
            <p:cNvSpPr/>
            <p:nvPr/>
          </p:nvSpPr>
          <p:spPr>
            <a:xfrm>
              <a:off x="28727400" y="4676600"/>
              <a:ext cx="17235788" cy="520659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15" name="Rectangle 14">
            <a:extLst>
              <a:ext uri="{FF2B5EF4-FFF2-40B4-BE49-F238E27FC236}">
                <a16:creationId xmlns:a16="http://schemas.microsoft.com/office/drawing/2014/main" id="{AB072B4F-D6D2-A4F5-5750-B1EFFF8200D0}"/>
              </a:ext>
            </a:extLst>
          </p:cNvPr>
          <p:cNvSpPr/>
          <p:nvPr/>
        </p:nvSpPr>
        <p:spPr>
          <a:xfrm>
            <a:off x="1336268" y="791309"/>
            <a:ext cx="3419613" cy="5193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19" name="Rectangle 18">
            <a:extLst>
              <a:ext uri="{FF2B5EF4-FFF2-40B4-BE49-F238E27FC236}">
                <a16:creationId xmlns:a16="http://schemas.microsoft.com/office/drawing/2014/main" id="{AD86315C-3E1E-5023-C1C7-E32EE05F3446}"/>
              </a:ext>
            </a:extLst>
          </p:cNvPr>
          <p:cNvSpPr/>
          <p:nvPr/>
        </p:nvSpPr>
        <p:spPr>
          <a:xfrm>
            <a:off x="1098204" y="5144222"/>
            <a:ext cx="1439550" cy="14412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39871" y="989481"/>
            <a:ext cx="10049522" cy="702628"/>
          </a:xfrm>
        </p:spPr>
        <p:txBody>
          <a:bodyPr anchor="b" anchorCtr="0">
            <a:spAutoFit/>
          </a:bodyPr>
          <a:lstStyle>
            <a:lvl1pPr>
              <a:defRPr sz="4400"/>
            </a:lvl1pPr>
          </a:lstStyle>
          <a:p>
            <a:r>
              <a:rPr lang="fr-FR"/>
              <a:t>Modifiez le style du titre</a:t>
            </a:r>
          </a:p>
        </p:txBody>
      </p:sp>
      <p:sp>
        <p:nvSpPr>
          <p:cNvPr id="35" name="Espace réservé du texte 19">
            <a:extLst>
              <a:ext uri="{FF2B5EF4-FFF2-40B4-BE49-F238E27FC236}">
                <a16:creationId xmlns:a16="http://schemas.microsoft.com/office/drawing/2014/main" id="{534E1116-2420-77E5-63F9-42F03F97168A}"/>
              </a:ext>
            </a:extLst>
          </p:cNvPr>
          <p:cNvSpPr>
            <a:spLocks noGrp="1"/>
          </p:cNvSpPr>
          <p:nvPr>
            <p:ph type="body" sz="quarter" idx="13" hasCustomPrompt="1"/>
          </p:nvPr>
        </p:nvSpPr>
        <p:spPr>
          <a:xfrm>
            <a:off x="1209187" y="2441184"/>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2" name="Espace réservé du texte 22">
            <a:extLst>
              <a:ext uri="{FF2B5EF4-FFF2-40B4-BE49-F238E27FC236}">
                <a16:creationId xmlns:a16="http://schemas.microsoft.com/office/drawing/2014/main" id="{4F9C8CCD-EBA5-5A84-4676-57223226ED16}"/>
              </a:ext>
            </a:extLst>
          </p:cNvPr>
          <p:cNvSpPr>
            <a:spLocks noGrp="1"/>
          </p:cNvSpPr>
          <p:nvPr>
            <p:ph type="body" sz="quarter" idx="14"/>
          </p:nvPr>
        </p:nvSpPr>
        <p:spPr>
          <a:xfrm>
            <a:off x="1175974" y="1713778"/>
            <a:ext cx="10049522" cy="329706"/>
          </a:xfrm>
          <a:solidFill>
            <a:schemeClr val="bg1"/>
          </a:solidFill>
        </p:spPr>
        <p:txBody>
          <a:bodyPr wrap="square">
            <a:spAutoFit/>
          </a:bodyPr>
          <a:lstStyle>
            <a:lvl1pPr marL="0" indent="0">
              <a:buNone/>
              <a:defRPr sz="1698" b="0">
                <a:solidFill>
                  <a:schemeClr val="tx2"/>
                </a:solidFill>
              </a:defRPr>
            </a:lvl1pPr>
          </a:lstStyle>
          <a:p>
            <a:pPr lvl="0"/>
            <a:r>
              <a:rPr lang="fr-FR"/>
              <a:t>Cliquez pour modifier les styles du texte du masque</a:t>
            </a:r>
          </a:p>
        </p:txBody>
      </p:sp>
      <p:sp>
        <p:nvSpPr>
          <p:cNvPr id="13" name="Espace réservé du texte 22">
            <a:extLst>
              <a:ext uri="{FF2B5EF4-FFF2-40B4-BE49-F238E27FC236}">
                <a16:creationId xmlns:a16="http://schemas.microsoft.com/office/drawing/2014/main" id="{041BC0F1-1CA0-EBF0-14B1-428104BCDFE9}"/>
              </a:ext>
            </a:extLst>
          </p:cNvPr>
          <p:cNvSpPr>
            <a:spLocks noGrp="1"/>
          </p:cNvSpPr>
          <p:nvPr>
            <p:ph type="body" sz="quarter" idx="17"/>
          </p:nvPr>
        </p:nvSpPr>
        <p:spPr>
          <a:xfrm>
            <a:off x="1209189" y="2777234"/>
            <a:ext cx="1940861" cy="600164"/>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6" name="Espace réservé du texte 22">
            <a:extLst>
              <a:ext uri="{FF2B5EF4-FFF2-40B4-BE49-F238E27FC236}">
                <a16:creationId xmlns:a16="http://schemas.microsoft.com/office/drawing/2014/main" id="{075369D2-A9C4-8FA7-6E04-51E38F2DF877}"/>
              </a:ext>
            </a:extLst>
          </p:cNvPr>
          <p:cNvSpPr>
            <a:spLocks noGrp="1"/>
          </p:cNvSpPr>
          <p:nvPr>
            <p:ph type="body" sz="quarter" idx="18"/>
          </p:nvPr>
        </p:nvSpPr>
        <p:spPr>
          <a:xfrm>
            <a:off x="1139871" y="615848"/>
            <a:ext cx="4956129" cy="261867"/>
          </a:xfrm>
          <a:solidFill>
            <a:schemeClr val="bg1"/>
          </a:solidFill>
        </p:spPr>
        <p:txBody>
          <a:bodyPr wrap="square">
            <a:spAutoFit/>
          </a:bodyPr>
          <a:lstStyle>
            <a:lvl1pPr marL="0" indent="0">
              <a:buNone/>
              <a:defRPr sz="1200" b="0">
                <a:solidFill>
                  <a:schemeClr val="tx2"/>
                </a:solidFill>
              </a:defRPr>
            </a:lvl1pPr>
          </a:lstStyle>
          <a:p>
            <a:pPr lvl="0"/>
            <a:r>
              <a:rPr lang="fr-FR"/>
              <a:t>Cliquez pour modifier les styles du texte du masque</a:t>
            </a:r>
          </a:p>
        </p:txBody>
      </p:sp>
      <p:sp>
        <p:nvSpPr>
          <p:cNvPr id="7" name="Espace réservé du texte 19">
            <a:extLst>
              <a:ext uri="{FF2B5EF4-FFF2-40B4-BE49-F238E27FC236}">
                <a16:creationId xmlns:a16="http://schemas.microsoft.com/office/drawing/2014/main" id="{CFDE0749-4277-ADB9-BA0C-4E9B0E04B0AD}"/>
              </a:ext>
            </a:extLst>
          </p:cNvPr>
          <p:cNvSpPr>
            <a:spLocks noGrp="1"/>
          </p:cNvSpPr>
          <p:nvPr>
            <p:ph type="body" sz="quarter" idx="19" hasCustomPrompt="1"/>
          </p:nvPr>
        </p:nvSpPr>
        <p:spPr>
          <a:xfrm>
            <a:off x="4501511" y="2441184"/>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8" name="Espace réservé du texte 22">
            <a:extLst>
              <a:ext uri="{FF2B5EF4-FFF2-40B4-BE49-F238E27FC236}">
                <a16:creationId xmlns:a16="http://schemas.microsoft.com/office/drawing/2014/main" id="{D95CB6EA-7B62-D9B5-F6DC-AF9E9F7EDE21}"/>
              </a:ext>
            </a:extLst>
          </p:cNvPr>
          <p:cNvSpPr>
            <a:spLocks noGrp="1"/>
          </p:cNvSpPr>
          <p:nvPr>
            <p:ph type="body" sz="quarter" idx="20"/>
          </p:nvPr>
        </p:nvSpPr>
        <p:spPr>
          <a:xfrm>
            <a:off x="4501512" y="2777234"/>
            <a:ext cx="1940861" cy="600164"/>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9" name="Espace réservé du texte 19">
            <a:extLst>
              <a:ext uri="{FF2B5EF4-FFF2-40B4-BE49-F238E27FC236}">
                <a16:creationId xmlns:a16="http://schemas.microsoft.com/office/drawing/2014/main" id="{11BC62D6-65CB-00F0-7BB6-5700ACA35812}"/>
              </a:ext>
            </a:extLst>
          </p:cNvPr>
          <p:cNvSpPr>
            <a:spLocks noGrp="1"/>
          </p:cNvSpPr>
          <p:nvPr>
            <p:ph type="body" sz="quarter" idx="21" hasCustomPrompt="1"/>
          </p:nvPr>
        </p:nvSpPr>
        <p:spPr>
          <a:xfrm>
            <a:off x="7748043" y="2441184"/>
            <a:ext cx="1940862" cy="278987"/>
          </a:xfrm>
          <a:solidFill>
            <a:schemeClr val="bg1"/>
          </a:solidFill>
        </p:spPr>
        <p:txBody>
          <a:bodyPr wrap="square" anchor="b" anchorCtr="0">
            <a:spAutoFit/>
          </a:bodyPr>
          <a:lstStyle>
            <a:lvl1pPr marL="0" indent="0">
              <a:lnSpc>
                <a:spcPct val="100000"/>
              </a:lnSpc>
              <a:buNone/>
              <a:defRPr sz="1200" b="1">
                <a:solidFill>
                  <a:schemeClr val="tx1"/>
                </a:solidFill>
                <a:latin typeface="+mj-lt"/>
                <a:cs typeface="Poppins Light" panose="00000400000000000000" pitchFamily="2" charset="0"/>
              </a:defRPr>
            </a:lvl1pPr>
          </a:lstStyle>
          <a:p>
            <a:pPr lvl="0"/>
            <a:r>
              <a:rPr lang="fr-FR"/>
              <a:t>Titre</a:t>
            </a:r>
          </a:p>
        </p:txBody>
      </p:sp>
      <p:sp>
        <p:nvSpPr>
          <p:cNvPr id="10" name="Espace réservé du texte 22">
            <a:extLst>
              <a:ext uri="{FF2B5EF4-FFF2-40B4-BE49-F238E27FC236}">
                <a16:creationId xmlns:a16="http://schemas.microsoft.com/office/drawing/2014/main" id="{125798D1-F6A8-57F0-C815-B6172BB5179F}"/>
              </a:ext>
            </a:extLst>
          </p:cNvPr>
          <p:cNvSpPr>
            <a:spLocks noGrp="1"/>
          </p:cNvSpPr>
          <p:nvPr>
            <p:ph type="body" sz="quarter" idx="22"/>
          </p:nvPr>
        </p:nvSpPr>
        <p:spPr>
          <a:xfrm>
            <a:off x="7748044" y="2777234"/>
            <a:ext cx="1940861" cy="600164"/>
          </a:xfrm>
          <a:solidFill>
            <a:schemeClr val="bg1"/>
          </a:solidFill>
        </p:spPr>
        <p:txBody>
          <a:bodyPr wrap="square">
            <a:spAutoFit/>
          </a:bodyPr>
          <a:lstStyle>
            <a:lvl1pPr marL="0" indent="0">
              <a:lnSpc>
                <a:spcPct val="100000"/>
              </a:lnSpc>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Tree>
    <p:extLst>
      <p:ext uri="{BB962C8B-B14F-4D97-AF65-F5344CB8AC3E}">
        <p14:creationId xmlns:p14="http://schemas.microsoft.com/office/powerpoint/2010/main" val="80566558"/>
      </p:ext>
    </p:extLst>
  </p:cSld>
  <p:clrMapOvr>
    <a:masterClrMapping/>
  </p:clrMapOvr>
  <p:hf sldNum="0"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29_Diapositive de titre">
    <p:bg>
      <p:bgPr>
        <a:solidFill>
          <a:schemeClr val="bg1"/>
        </a:solidFill>
        <a:effectLst/>
      </p:bgPr>
    </p:bg>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827CAA92-B279-4FA9-49D3-5AF239C45106}"/>
              </a:ext>
            </a:extLst>
          </p:cNvPr>
          <p:cNvGrpSpPr/>
          <p:nvPr/>
        </p:nvGrpSpPr>
        <p:grpSpPr>
          <a:xfrm>
            <a:off x="-5799949" y="-3157286"/>
            <a:ext cx="10452531" cy="10015286"/>
            <a:chOff x="28727400" y="4676600"/>
            <a:chExt cx="17235788" cy="16515949"/>
          </a:xfrm>
        </p:grpSpPr>
        <p:sp>
          <p:nvSpPr>
            <p:cNvPr id="32" name="Forme libre : forme 31">
              <a:extLst>
                <a:ext uri="{FF2B5EF4-FFF2-40B4-BE49-F238E27FC236}">
                  <a16:creationId xmlns:a16="http://schemas.microsoft.com/office/drawing/2014/main" id="{8A7A9460-D225-2D91-C6E3-6E03D2893D9E}"/>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tx1"/>
              </a:solidFill>
              <a:prstDash val="solid"/>
              <a:miter/>
            </a:ln>
          </p:spPr>
          <p:txBody>
            <a:bodyPr rtlCol="0" anchor="ctr"/>
            <a:lstStyle/>
            <a:p>
              <a:endParaRPr lang="fr-FR" sz="1092"/>
            </a:p>
          </p:txBody>
        </p:sp>
        <p:sp>
          <p:nvSpPr>
            <p:cNvPr id="33" name="Rectangle 32">
              <a:extLst>
                <a:ext uri="{FF2B5EF4-FFF2-40B4-BE49-F238E27FC236}">
                  <a16:creationId xmlns:a16="http://schemas.microsoft.com/office/drawing/2014/main" id="{93F7263C-DB87-2F40-CE15-1696AE8EB254}"/>
                </a:ext>
              </a:extLst>
            </p:cNvPr>
            <p:cNvSpPr/>
            <p:nvPr/>
          </p:nvSpPr>
          <p:spPr>
            <a:xfrm>
              <a:off x="29548595" y="9858200"/>
              <a:ext cx="8717625" cy="1133434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34" name="Rectangle 33">
              <a:extLst>
                <a:ext uri="{FF2B5EF4-FFF2-40B4-BE49-F238E27FC236}">
                  <a16:creationId xmlns:a16="http://schemas.microsoft.com/office/drawing/2014/main" id="{47D93600-A2A4-1464-509D-B7C4B1A0E7C5}"/>
                </a:ext>
              </a:extLst>
            </p:cNvPr>
            <p:cNvSpPr/>
            <p:nvPr/>
          </p:nvSpPr>
          <p:spPr>
            <a:xfrm>
              <a:off x="28727400" y="4676600"/>
              <a:ext cx="17235788" cy="520659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6" name="Rectangle 5">
            <a:extLst>
              <a:ext uri="{FF2B5EF4-FFF2-40B4-BE49-F238E27FC236}">
                <a16:creationId xmlns:a16="http://schemas.microsoft.com/office/drawing/2014/main" id="{09AFAE95-F26B-16B5-CBEB-7824958CBC7B}"/>
              </a:ext>
            </a:extLst>
          </p:cNvPr>
          <p:cNvSpPr/>
          <p:nvPr/>
        </p:nvSpPr>
        <p:spPr>
          <a:xfrm>
            <a:off x="1336268" y="791309"/>
            <a:ext cx="3419613" cy="5193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1139871" y="989481"/>
            <a:ext cx="10049522" cy="702628"/>
          </a:xfrm>
        </p:spPr>
        <p:txBody>
          <a:bodyPr anchor="b" anchorCtr="0">
            <a:spAutoFit/>
          </a:bodyPr>
          <a:lstStyle>
            <a:lvl1pPr>
              <a:defRPr sz="4400"/>
            </a:lvl1pPr>
          </a:lstStyle>
          <a:p>
            <a:r>
              <a:rPr lang="fr-FR"/>
              <a:t>Modifiez le style du titre</a:t>
            </a:r>
          </a:p>
        </p:txBody>
      </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1139871" y="615848"/>
            <a:ext cx="4956129" cy="261867"/>
          </a:xfrm>
          <a:solidFill>
            <a:schemeClr val="bg1"/>
          </a:solidFill>
        </p:spPr>
        <p:txBody>
          <a:bodyPr wrap="square">
            <a:spAutoFit/>
          </a:bodyPr>
          <a:lstStyle>
            <a:lvl1pPr marL="0" indent="0">
              <a:buNone/>
              <a:defRPr sz="1200" b="0">
                <a:solidFill>
                  <a:schemeClr val="tx2"/>
                </a:solidFill>
              </a:defRPr>
            </a:lvl1pPr>
          </a:lstStyle>
          <a:p>
            <a:pPr lvl="0"/>
            <a:r>
              <a:rPr lang="fr-FR"/>
              <a:t>Cliquez pour modifier les styles du texte du masque</a:t>
            </a:r>
          </a:p>
        </p:txBody>
      </p:sp>
      <p:sp>
        <p:nvSpPr>
          <p:cNvPr id="7" name="Espace réservé du texte 22">
            <a:extLst>
              <a:ext uri="{FF2B5EF4-FFF2-40B4-BE49-F238E27FC236}">
                <a16:creationId xmlns:a16="http://schemas.microsoft.com/office/drawing/2014/main" id="{D22D6187-0201-EBF3-0C6B-308AA0C2DA58}"/>
              </a:ext>
            </a:extLst>
          </p:cNvPr>
          <p:cNvSpPr>
            <a:spLocks noGrp="1"/>
          </p:cNvSpPr>
          <p:nvPr>
            <p:ph type="body" sz="quarter" idx="16"/>
          </p:nvPr>
        </p:nvSpPr>
        <p:spPr>
          <a:xfrm>
            <a:off x="1176463" y="1947499"/>
            <a:ext cx="2948389" cy="999697"/>
          </a:xfrm>
          <a:solidFill>
            <a:schemeClr val="bg1"/>
          </a:solidFill>
        </p:spPr>
        <p:txBody>
          <a:bodyPr wrap="square">
            <a:spAutoFit/>
          </a:bodyPr>
          <a:lstStyle>
            <a:lvl1pPr marL="0" indent="0">
              <a:lnSpc>
                <a:spcPts val="2426"/>
              </a:lnSpc>
              <a:spcBef>
                <a:spcPts val="0"/>
              </a:spcBef>
              <a:spcAft>
                <a:spcPts val="364"/>
              </a:spcAft>
              <a:buNone/>
              <a:defRPr sz="1698">
                <a:solidFill>
                  <a:schemeClr val="tx1"/>
                </a:solidFill>
              </a:defRPr>
            </a:lvl1pPr>
          </a:lstStyle>
          <a:p>
            <a:pPr lvl="0"/>
            <a:r>
              <a:rPr lang="fr-FR"/>
              <a:t>Cliquez pour modifier les styles du texte du masque</a:t>
            </a:r>
          </a:p>
        </p:txBody>
      </p:sp>
    </p:spTree>
    <p:extLst>
      <p:ext uri="{BB962C8B-B14F-4D97-AF65-F5344CB8AC3E}">
        <p14:creationId xmlns:p14="http://schemas.microsoft.com/office/powerpoint/2010/main" val="419675882"/>
      </p:ext>
    </p:extLst>
  </p:cSld>
  <p:clrMapOvr>
    <a:masterClrMapping/>
  </p:clrMapOvr>
  <p:hf sldNum="0"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30_Diapositive de titre">
    <p:bg>
      <p:bgPr>
        <a:solidFill>
          <a:schemeClr val="bg1"/>
        </a:solidFill>
        <a:effectLst/>
      </p:bgPr>
    </p:bg>
    <p:spTree>
      <p:nvGrpSpPr>
        <p:cNvPr id="1" name=""/>
        <p:cNvGrpSpPr/>
        <p:nvPr/>
      </p:nvGrpSpPr>
      <p:grpSpPr>
        <a:xfrm>
          <a:off x="0" y="0"/>
          <a:ext cx="0" cy="0"/>
          <a:chOff x="0" y="0"/>
          <a:chExt cx="0" cy="0"/>
        </a:xfrm>
      </p:grpSpPr>
      <p:sp>
        <p:nvSpPr>
          <p:cNvPr id="21" name="Espace réservé pour une image  20">
            <a:extLst>
              <a:ext uri="{FF2B5EF4-FFF2-40B4-BE49-F238E27FC236}">
                <a16:creationId xmlns:a16="http://schemas.microsoft.com/office/drawing/2014/main" id="{94CF1C75-8D85-32E2-1BB5-6EBA54B9FDF8}"/>
              </a:ext>
            </a:extLst>
          </p:cNvPr>
          <p:cNvSpPr>
            <a:spLocks noGrp="1"/>
          </p:cNvSpPr>
          <p:nvPr>
            <p:ph type="pic" sz="quarter" idx="17"/>
          </p:nvPr>
        </p:nvSpPr>
        <p:spPr>
          <a:xfrm>
            <a:off x="4890664" y="0"/>
            <a:ext cx="3314960" cy="3429000"/>
          </a:xfrm>
          <a:solidFill>
            <a:schemeClr val="bg1">
              <a:lumMod val="95000"/>
            </a:schemeClr>
          </a:solidFill>
        </p:spPr>
        <p:txBody>
          <a:bodyPr/>
          <a:lstStyle/>
          <a:p>
            <a:r>
              <a:rPr lang="fr-FR"/>
              <a:t>Cliquez sur l'icône pour ajouter une image</a:t>
            </a:r>
          </a:p>
        </p:txBody>
      </p:sp>
      <p:sp>
        <p:nvSpPr>
          <p:cNvPr id="22" name="Espace réservé pour une image  20">
            <a:extLst>
              <a:ext uri="{FF2B5EF4-FFF2-40B4-BE49-F238E27FC236}">
                <a16:creationId xmlns:a16="http://schemas.microsoft.com/office/drawing/2014/main" id="{20E9468E-2C02-F317-F843-E5955FE81326}"/>
              </a:ext>
            </a:extLst>
          </p:cNvPr>
          <p:cNvSpPr>
            <a:spLocks noGrp="1"/>
          </p:cNvSpPr>
          <p:nvPr>
            <p:ph type="pic" sz="quarter" idx="18"/>
          </p:nvPr>
        </p:nvSpPr>
        <p:spPr>
          <a:xfrm>
            <a:off x="8206109" y="0"/>
            <a:ext cx="3191347" cy="3429000"/>
          </a:xfrm>
          <a:solidFill>
            <a:schemeClr val="bg1">
              <a:lumMod val="95000"/>
            </a:schemeClr>
          </a:solidFill>
        </p:spPr>
        <p:txBody>
          <a:bodyPr/>
          <a:lstStyle/>
          <a:p>
            <a:r>
              <a:rPr lang="fr-FR"/>
              <a:t>Cliquez sur l'icône pour ajouter une image</a:t>
            </a:r>
          </a:p>
        </p:txBody>
      </p:sp>
      <p:grpSp>
        <p:nvGrpSpPr>
          <p:cNvPr id="31" name="Groupe 30">
            <a:extLst>
              <a:ext uri="{FF2B5EF4-FFF2-40B4-BE49-F238E27FC236}">
                <a16:creationId xmlns:a16="http://schemas.microsoft.com/office/drawing/2014/main" id="{827CAA92-B279-4FA9-49D3-5AF239C45106}"/>
              </a:ext>
            </a:extLst>
          </p:cNvPr>
          <p:cNvGrpSpPr/>
          <p:nvPr/>
        </p:nvGrpSpPr>
        <p:grpSpPr>
          <a:xfrm>
            <a:off x="-5799949" y="-3157286"/>
            <a:ext cx="10452531" cy="10015286"/>
            <a:chOff x="28727400" y="4676600"/>
            <a:chExt cx="17235788" cy="16515949"/>
          </a:xfrm>
        </p:grpSpPr>
        <p:sp>
          <p:nvSpPr>
            <p:cNvPr id="32" name="Forme libre : forme 31">
              <a:extLst>
                <a:ext uri="{FF2B5EF4-FFF2-40B4-BE49-F238E27FC236}">
                  <a16:creationId xmlns:a16="http://schemas.microsoft.com/office/drawing/2014/main" id="{8A7A9460-D225-2D91-C6E3-6E03D2893D9E}"/>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tx1"/>
              </a:solidFill>
              <a:prstDash val="solid"/>
              <a:miter/>
            </a:ln>
          </p:spPr>
          <p:txBody>
            <a:bodyPr rtlCol="0" anchor="ctr"/>
            <a:lstStyle/>
            <a:p>
              <a:endParaRPr lang="fr-FR" sz="1092"/>
            </a:p>
          </p:txBody>
        </p:sp>
        <p:sp>
          <p:nvSpPr>
            <p:cNvPr id="33" name="Rectangle 32">
              <a:extLst>
                <a:ext uri="{FF2B5EF4-FFF2-40B4-BE49-F238E27FC236}">
                  <a16:creationId xmlns:a16="http://schemas.microsoft.com/office/drawing/2014/main" id="{93F7263C-DB87-2F40-CE15-1696AE8EB254}"/>
                </a:ext>
              </a:extLst>
            </p:cNvPr>
            <p:cNvSpPr/>
            <p:nvPr/>
          </p:nvSpPr>
          <p:spPr>
            <a:xfrm>
              <a:off x="29548595" y="9858200"/>
              <a:ext cx="8717625" cy="1133434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34" name="Rectangle 33">
              <a:extLst>
                <a:ext uri="{FF2B5EF4-FFF2-40B4-BE49-F238E27FC236}">
                  <a16:creationId xmlns:a16="http://schemas.microsoft.com/office/drawing/2014/main" id="{47D93600-A2A4-1464-509D-B7C4B1A0E7C5}"/>
                </a:ext>
              </a:extLst>
            </p:cNvPr>
            <p:cNvSpPr/>
            <p:nvPr/>
          </p:nvSpPr>
          <p:spPr>
            <a:xfrm>
              <a:off x="28727400" y="4676600"/>
              <a:ext cx="17235788" cy="520659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6" name="Rectangle 5">
            <a:extLst>
              <a:ext uri="{FF2B5EF4-FFF2-40B4-BE49-F238E27FC236}">
                <a16:creationId xmlns:a16="http://schemas.microsoft.com/office/drawing/2014/main" id="{09AFAE95-F26B-16B5-CBEB-7824958CBC7B}"/>
              </a:ext>
            </a:extLst>
          </p:cNvPr>
          <p:cNvSpPr/>
          <p:nvPr/>
        </p:nvSpPr>
        <p:spPr>
          <a:xfrm>
            <a:off x="1336268" y="791309"/>
            <a:ext cx="3419613" cy="5193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1139871" y="615847"/>
            <a:ext cx="2284521" cy="429861"/>
          </a:xfrm>
          <a:solidFill>
            <a:schemeClr val="bg1"/>
          </a:solidFill>
        </p:spPr>
        <p:txBody>
          <a:bodyPr wrap="square">
            <a:spAutoFit/>
          </a:bodyPr>
          <a:lstStyle>
            <a:lvl1pPr marL="0" indent="0">
              <a:buNone/>
              <a:defRPr sz="1200" b="0">
                <a:solidFill>
                  <a:schemeClr val="tx2"/>
                </a:solidFill>
              </a:defRPr>
            </a:lvl1pPr>
          </a:lstStyle>
          <a:p>
            <a:pPr lvl="0"/>
            <a:r>
              <a:rPr lang="fr-FR"/>
              <a:t>Cliquez pour modifier les styles du texte du masque</a:t>
            </a:r>
          </a:p>
        </p:txBody>
      </p:sp>
      <p:sp>
        <p:nvSpPr>
          <p:cNvPr id="7" name="Espace réservé du texte 22">
            <a:extLst>
              <a:ext uri="{FF2B5EF4-FFF2-40B4-BE49-F238E27FC236}">
                <a16:creationId xmlns:a16="http://schemas.microsoft.com/office/drawing/2014/main" id="{D22D6187-0201-EBF3-0C6B-308AA0C2DA58}"/>
              </a:ext>
            </a:extLst>
          </p:cNvPr>
          <p:cNvSpPr>
            <a:spLocks noGrp="1"/>
          </p:cNvSpPr>
          <p:nvPr>
            <p:ph type="body" sz="quarter" idx="16"/>
          </p:nvPr>
        </p:nvSpPr>
        <p:spPr>
          <a:xfrm>
            <a:off x="1665307" y="2277577"/>
            <a:ext cx="2932687" cy="465640"/>
          </a:xfrm>
          <a:solidFill>
            <a:schemeClr val="bg1"/>
          </a:solidFill>
        </p:spPr>
        <p:txBody>
          <a:bodyPr wrap="square">
            <a:spAutoFit/>
          </a:bodyPr>
          <a:lstStyle>
            <a:lvl1pPr marL="0" indent="0">
              <a:lnSpc>
                <a:spcPct val="100000"/>
              </a:lnSpc>
              <a:spcBef>
                <a:spcPts val="0"/>
              </a:spcBef>
              <a:spcAft>
                <a:spcPts val="364"/>
              </a:spcAft>
              <a:buNone/>
              <a:defRPr sz="1200">
                <a:solidFill>
                  <a:schemeClr val="tx1"/>
                </a:solidFill>
              </a:defRPr>
            </a:lvl1pPr>
          </a:lstStyle>
          <a:p>
            <a:pPr lvl="0"/>
            <a:r>
              <a:rPr lang="fr-FR"/>
              <a:t>Cliquez pour modifier les styles du texte du masque</a:t>
            </a:r>
          </a:p>
        </p:txBody>
      </p:sp>
      <p:sp>
        <p:nvSpPr>
          <p:cNvPr id="28" name="Espace réservé pour une image  20">
            <a:extLst>
              <a:ext uri="{FF2B5EF4-FFF2-40B4-BE49-F238E27FC236}">
                <a16:creationId xmlns:a16="http://schemas.microsoft.com/office/drawing/2014/main" id="{F85DABDF-A732-49E6-C06B-7F625A618540}"/>
              </a:ext>
            </a:extLst>
          </p:cNvPr>
          <p:cNvSpPr>
            <a:spLocks noGrp="1"/>
          </p:cNvSpPr>
          <p:nvPr>
            <p:ph type="pic" sz="quarter" idx="19"/>
          </p:nvPr>
        </p:nvSpPr>
        <p:spPr>
          <a:xfrm>
            <a:off x="4890664" y="3429000"/>
            <a:ext cx="3314960" cy="3429000"/>
          </a:xfrm>
          <a:solidFill>
            <a:schemeClr val="bg1">
              <a:lumMod val="95000"/>
            </a:schemeClr>
          </a:solidFill>
        </p:spPr>
        <p:txBody>
          <a:bodyPr/>
          <a:lstStyle/>
          <a:p>
            <a:r>
              <a:rPr lang="fr-FR"/>
              <a:t>Cliquez sur l'icône pour ajouter une image</a:t>
            </a:r>
          </a:p>
        </p:txBody>
      </p:sp>
      <p:sp>
        <p:nvSpPr>
          <p:cNvPr id="29" name="Espace réservé pour une image  20">
            <a:extLst>
              <a:ext uri="{FF2B5EF4-FFF2-40B4-BE49-F238E27FC236}">
                <a16:creationId xmlns:a16="http://schemas.microsoft.com/office/drawing/2014/main" id="{8F7F9E6C-E6BA-35E0-183A-289C95F8BE5D}"/>
              </a:ext>
            </a:extLst>
          </p:cNvPr>
          <p:cNvSpPr>
            <a:spLocks noGrp="1"/>
          </p:cNvSpPr>
          <p:nvPr>
            <p:ph type="pic" sz="quarter" idx="20"/>
          </p:nvPr>
        </p:nvSpPr>
        <p:spPr>
          <a:xfrm>
            <a:off x="8206109" y="3429000"/>
            <a:ext cx="3191347" cy="3429000"/>
          </a:xfrm>
          <a:solidFill>
            <a:schemeClr val="bg1">
              <a:lumMod val="95000"/>
            </a:schemeClr>
          </a:solidFill>
        </p:spPr>
        <p:txBody>
          <a:bodyPr/>
          <a:lstStyle/>
          <a:p>
            <a:r>
              <a:rPr lang="fr-FR"/>
              <a:t>Cliquez sur l'icône pour ajouter une image</a:t>
            </a:r>
          </a:p>
        </p:txBody>
      </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Tree>
    <p:extLst>
      <p:ext uri="{BB962C8B-B14F-4D97-AF65-F5344CB8AC3E}">
        <p14:creationId xmlns:p14="http://schemas.microsoft.com/office/powerpoint/2010/main" val="875961770"/>
      </p:ext>
    </p:extLst>
  </p:cSld>
  <p:clrMapOvr>
    <a:masterClrMapping/>
  </p:clrMapOvr>
  <p:hf sldNum="0"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7_Diapositive de titre">
    <p:bg>
      <p:bgPr>
        <a:solidFill>
          <a:schemeClr val="bg1"/>
        </a:solidFill>
        <a:effectLst/>
      </p:bgPr>
    </p:bg>
    <p:spTree>
      <p:nvGrpSpPr>
        <p:cNvPr id="1" name=""/>
        <p:cNvGrpSpPr/>
        <p:nvPr/>
      </p:nvGrpSpPr>
      <p:grpSpPr>
        <a:xfrm>
          <a:off x="0" y="0"/>
          <a:ext cx="0" cy="0"/>
          <a:chOff x="0" y="0"/>
          <a:chExt cx="0" cy="0"/>
        </a:xfrm>
      </p:grpSpPr>
      <p:sp>
        <p:nvSpPr>
          <p:cNvPr id="21" name="Espace réservé pour une image  20">
            <a:extLst>
              <a:ext uri="{FF2B5EF4-FFF2-40B4-BE49-F238E27FC236}">
                <a16:creationId xmlns:a16="http://schemas.microsoft.com/office/drawing/2014/main" id="{94CF1C75-8D85-32E2-1BB5-6EBA54B9FDF8}"/>
              </a:ext>
            </a:extLst>
          </p:cNvPr>
          <p:cNvSpPr>
            <a:spLocks noGrp="1"/>
          </p:cNvSpPr>
          <p:nvPr>
            <p:ph type="pic" sz="quarter" idx="17"/>
          </p:nvPr>
        </p:nvSpPr>
        <p:spPr>
          <a:xfrm>
            <a:off x="4890663" y="0"/>
            <a:ext cx="3311788" cy="3429000"/>
          </a:xfrm>
          <a:solidFill>
            <a:schemeClr val="bg1">
              <a:lumMod val="95000"/>
            </a:schemeClr>
          </a:solidFill>
        </p:spPr>
        <p:txBody>
          <a:bodyPr/>
          <a:lstStyle/>
          <a:p>
            <a:r>
              <a:rPr lang="fr-FR"/>
              <a:t>Cliquez sur l'icône pour ajouter une image</a:t>
            </a:r>
          </a:p>
        </p:txBody>
      </p:sp>
      <p:sp>
        <p:nvSpPr>
          <p:cNvPr id="22" name="Espace réservé pour une image  20">
            <a:extLst>
              <a:ext uri="{FF2B5EF4-FFF2-40B4-BE49-F238E27FC236}">
                <a16:creationId xmlns:a16="http://schemas.microsoft.com/office/drawing/2014/main" id="{20E9468E-2C02-F317-F843-E5955FE81326}"/>
              </a:ext>
            </a:extLst>
          </p:cNvPr>
          <p:cNvSpPr>
            <a:spLocks noGrp="1"/>
          </p:cNvSpPr>
          <p:nvPr>
            <p:ph type="pic" sz="quarter" idx="18"/>
          </p:nvPr>
        </p:nvSpPr>
        <p:spPr>
          <a:xfrm>
            <a:off x="8206109" y="0"/>
            <a:ext cx="3191347" cy="6858000"/>
          </a:xfrm>
          <a:solidFill>
            <a:schemeClr val="bg1">
              <a:lumMod val="95000"/>
            </a:schemeClr>
          </a:solidFill>
        </p:spPr>
        <p:txBody>
          <a:bodyPr/>
          <a:lstStyle/>
          <a:p>
            <a:r>
              <a:rPr lang="fr-FR"/>
              <a:t>Cliquez sur l'icône pour ajouter une image</a:t>
            </a:r>
          </a:p>
        </p:txBody>
      </p:sp>
      <p:grpSp>
        <p:nvGrpSpPr>
          <p:cNvPr id="31" name="Groupe 30">
            <a:extLst>
              <a:ext uri="{FF2B5EF4-FFF2-40B4-BE49-F238E27FC236}">
                <a16:creationId xmlns:a16="http://schemas.microsoft.com/office/drawing/2014/main" id="{827CAA92-B279-4FA9-49D3-5AF239C45106}"/>
              </a:ext>
            </a:extLst>
          </p:cNvPr>
          <p:cNvGrpSpPr/>
          <p:nvPr/>
        </p:nvGrpSpPr>
        <p:grpSpPr>
          <a:xfrm>
            <a:off x="-5799949" y="-3157286"/>
            <a:ext cx="10452531" cy="10015286"/>
            <a:chOff x="28727400" y="4676600"/>
            <a:chExt cx="17235788" cy="16515949"/>
          </a:xfrm>
        </p:grpSpPr>
        <p:sp>
          <p:nvSpPr>
            <p:cNvPr id="32" name="Forme libre : forme 31">
              <a:extLst>
                <a:ext uri="{FF2B5EF4-FFF2-40B4-BE49-F238E27FC236}">
                  <a16:creationId xmlns:a16="http://schemas.microsoft.com/office/drawing/2014/main" id="{8A7A9460-D225-2D91-C6E3-6E03D2893D9E}"/>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tx1"/>
              </a:solidFill>
              <a:prstDash val="solid"/>
              <a:miter/>
            </a:ln>
          </p:spPr>
          <p:txBody>
            <a:bodyPr rtlCol="0" anchor="ctr"/>
            <a:lstStyle/>
            <a:p>
              <a:endParaRPr lang="fr-FR" sz="1092"/>
            </a:p>
          </p:txBody>
        </p:sp>
        <p:sp>
          <p:nvSpPr>
            <p:cNvPr id="33" name="Rectangle 32">
              <a:extLst>
                <a:ext uri="{FF2B5EF4-FFF2-40B4-BE49-F238E27FC236}">
                  <a16:creationId xmlns:a16="http://schemas.microsoft.com/office/drawing/2014/main" id="{93F7263C-DB87-2F40-CE15-1696AE8EB254}"/>
                </a:ext>
              </a:extLst>
            </p:cNvPr>
            <p:cNvSpPr/>
            <p:nvPr/>
          </p:nvSpPr>
          <p:spPr>
            <a:xfrm>
              <a:off x="29548595" y="9858200"/>
              <a:ext cx="8717625" cy="1133434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34" name="Rectangle 33">
              <a:extLst>
                <a:ext uri="{FF2B5EF4-FFF2-40B4-BE49-F238E27FC236}">
                  <a16:creationId xmlns:a16="http://schemas.microsoft.com/office/drawing/2014/main" id="{47D93600-A2A4-1464-509D-B7C4B1A0E7C5}"/>
                </a:ext>
              </a:extLst>
            </p:cNvPr>
            <p:cNvSpPr/>
            <p:nvPr/>
          </p:nvSpPr>
          <p:spPr>
            <a:xfrm>
              <a:off x="28727400" y="4676600"/>
              <a:ext cx="17235788" cy="520659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6" name="Rectangle 5">
            <a:extLst>
              <a:ext uri="{FF2B5EF4-FFF2-40B4-BE49-F238E27FC236}">
                <a16:creationId xmlns:a16="http://schemas.microsoft.com/office/drawing/2014/main" id="{09AFAE95-F26B-16B5-CBEB-7824958CBC7B}"/>
              </a:ext>
            </a:extLst>
          </p:cNvPr>
          <p:cNvSpPr/>
          <p:nvPr/>
        </p:nvSpPr>
        <p:spPr>
          <a:xfrm>
            <a:off x="1336268" y="791309"/>
            <a:ext cx="3419613" cy="5193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1139871" y="615847"/>
            <a:ext cx="2284521" cy="429861"/>
          </a:xfrm>
          <a:solidFill>
            <a:schemeClr val="bg1"/>
          </a:solidFill>
        </p:spPr>
        <p:txBody>
          <a:bodyPr wrap="square">
            <a:spAutoFit/>
          </a:bodyPr>
          <a:lstStyle>
            <a:lvl1pPr marL="0" indent="0">
              <a:buNone/>
              <a:defRPr sz="1200" b="0">
                <a:solidFill>
                  <a:schemeClr val="tx2"/>
                </a:solidFill>
              </a:defRPr>
            </a:lvl1pPr>
          </a:lstStyle>
          <a:p>
            <a:pPr lvl="0"/>
            <a:r>
              <a:rPr lang="fr-FR"/>
              <a:t>Cliquez pour modifier les styles du texte du masque</a:t>
            </a:r>
          </a:p>
        </p:txBody>
      </p:sp>
      <p:sp>
        <p:nvSpPr>
          <p:cNvPr id="7" name="Espace réservé du texte 22">
            <a:extLst>
              <a:ext uri="{FF2B5EF4-FFF2-40B4-BE49-F238E27FC236}">
                <a16:creationId xmlns:a16="http://schemas.microsoft.com/office/drawing/2014/main" id="{D22D6187-0201-EBF3-0C6B-308AA0C2DA58}"/>
              </a:ext>
            </a:extLst>
          </p:cNvPr>
          <p:cNvSpPr>
            <a:spLocks noGrp="1"/>
          </p:cNvSpPr>
          <p:nvPr>
            <p:ph type="body" sz="quarter" idx="16"/>
          </p:nvPr>
        </p:nvSpPr>
        <p:spPr>
          <a:xfrm>
            <a:off x="1665307" y="2277577"/>
            <a:ext cx="2932687" cy="465640"/>
          </a:xfrm>
          <a:solidFill>
            <a:schemeClr val="bg1"/>
          </a:solidFill>
        </p:spPr>
        <p:txBody>
          <a:bodyPr wrap="square">
            <a:spAutoFit/>
          </a:bodyPr>
          <a:lstStyle>
            <a:lvl1pPr marL="0" indent="0">
              <a:lnSpc>
                <a:spcPct val="100000"/>
              </a:lnSpc>
              <a:spcBef>
                <a:spcPts val="0"/>
              </a:spcBef>
              <a:spcAft>
                <a:spcPts val="364"/>
              </a:spcAft>
              <a:buNone/>
              <a:defRPr sz="1200">
                <a:solidFill>
                  <a:schemeClr val="tx1"/>
                </a:solidFill>
              </a:defRPr>
            </a:lvl1pPr>
          </a:lstStyle>
          <a:p>
            <a:pPr lvl="0"/>
            <a:r>
              <a:rPr lang="fr-FR"/>
              <a:t>Cliquez pour modifier les styles du texte du masque</a:t>
            </a:r>
          </a:p>
        </p:txBody>
      </p:sp>
      <p:sp>
        <p:nvSpPr>
          <p:cNvPr id="28" name="Espace réservé pour une image  20">
            <a:extLst>
              <a:ext uri="{FF2B5EF4-FFF2-40B4-BE49-F238E27FC236}">
                <a16:creationId xmlns:a16="http://schemas.microsoft.com/office/drawing/2014/main" id="{F85DABDF-A732-49E6-C06B-7F625A618540}"/>
              </a:ext>
            </a:extLst>
          </p:cNvPr>
          <p:cNvSpPr>
            <a:spLocks noGrp="1"/>
          </p:cNvSpPr>
          <p:nvPr>
            <p:ph type="pic" sz="quarter" idx="19"/>
          </p:nvPr>
        </p:nvSpPr>
        <p:spPr>
          <a:xfrm>
            <a:off x="4890663" y="3429000"/>
            <a:ext cx="3311788" cy="3429000"/>
          </a:xfrm>
          <a:solidFill>
            <a:schemeClr val="bg1">
              <a:lumMod val="95000"/>
            </a:schemeClr>
          </a:solidFill>
        </p:spPr>
        <p:txBody>
          <a:bodyPr/>
          <a:lstStyle/>
          <a:p>
            <a:r>
              <a:rPr lang="fr-FR"/>
              <a:t>Cliquez sur l'icône pour ajouter une image</a:t>
            </a:r>
          </a:p>
        </p:txBody>
      </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Tree>
    <p:extLst>
      <p:ext uri="{BB962C8B-B14F-4D97-AF65-F5344CB8AC3E}">
        <p14:creationId xmlns:p14="http://schemas.microsoft.com/office/powerpoint/2010/main" val="378811014"/>
      </p:ext>
    </p:extLst>
  </p:cSld>
  <p:clrMapOvr>
    <a:masterClrMapping/>
  </p:clrMapOvr>
  <p:hf sldNum="0"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6_Diapositive de titre">
    <p:bg>
      <p:bgPr>
        <a:solidFill>
          <a:schemeClr val="bg1"/>
        </a:solidFill>
        <a:effectLst/>
      </p:bgPr>
    </p:bg>
    <p:spTree>
      <p:nvGrpSpPr>
        <p:cNvPr id="1" name=""/>
        <p:cNvGrpSpPr/>
        <p:nvPr/>
      </p:nvGrpSpPr>
      <p:grpSpPr>
        <a:xfrm>
          <a:off x="0" y="0"/>
          <a:ext cx="0" cy="0"/>
          <a:chOff x="0" y="0"/>
          <a:chExt cx="0" cy="0"/>
        </a:xfrm>
      </p:grpSpPr>
      <p:sp>
        <p:nvSpPr>
          <p:cNvPr id="8" name="Espace réservé pour une image  20">
            <a:extLst>
              <a:ext uri="{FF2B5EF4-FFF2-40B4-BE49-F238E27FC236}">
                <a16:creationId xmlns:a16="http://schemas.microsoft.com/office/drawing/2014/main" id="{6690DAB7-E07B-C9EC-16EA-C60C5944D2C2}"/>
              </a:ext>
            </a:extLst>
          </p:cNvPr>
          <p:cNvSpPr>
            <a:spLocks noGrp="1"/>
          </p:cNvSpPr>
          <p:nvPr>
            <p:ph type="pic" sz="quarter" idx="18"/>
          </p:nvPr>
        </p:nvSpPr>
        <p:spPr>
          <a:xfrm>
            <a:off x="4890179" y="0"/>
            <a:ext cx="6507278" cy="6857614"/>
          </a:xfrm>
          <a:solidFill>
            <a:schemeClr val="bg1">
              <a:lumMod val="95000"/>
            </a:schemeClr>
          </a:solidFill>
        </p:spPr>
        <p:txBody>
          <a:bodyPr/>
          <a:lstStyle/>
          <a:p>
            <a:r>
              <a:rPr lang="fr-FR"/>
              <a:t>Cliquez sur l'icône pour ajouter une image</a:t>
            </a:r>
          </a:p>
        </p:txBody>
      </p:sp>
      <p:grpSp>
        <p:nvGrpSpPr>
          <p:cNvPr id="31" name="Groupe 30">
            <a:extLst>
              <a:ext uri="{FF2B5EF4-FFF2-40B4-BE49-F238E27FC236}">
                <a16:creationId xmlns:a16="http://schemas.microsoft.com/office/drawing/2014/main" id="{827CAA92-B279-4FA9-49D3-5AF239C45106}"/>
              </a:ext>
            </a:extLst>
          </p:cNvPr>
          <p:cNvGrpSpPr/>
          <p:nvPr/>
        </p:nvGrpSpPr>
        <p:grpSpPr>
          <a:xfrm>
            <a:off x="-5799949" y="-3157286"/>
            <a:ext cx="10452531" cy="10015286"/>
            <a:chOff x="28727400" y="4676600"/>
            <a:chExt cx="17235788" cy="16515949"/>
          </a:xfrm>
        </p:grpSpPr>
        <p:sp>
          <p:nvSpPr>
            <p:cNvPr id="32" name="Forme libre : forme 31">
              <a:extLst>
                <a:ext uri="{FF2B5EF4-FFF2-40B4-BE49-F238E27FC236}">
                  <a16:creationId xmlns:a16="http://schemas.microsoft.com/office/drawing/2014/main" id="{8A7A9460-D225-2D91-C6E3-6E03D2893D9E}"/>
                </a:ext>
              </a:extLst>
            </p:cNvPr>
            <p:cNvSpPr/>
            <p:nvPr/>
          </p:nvSpPr>
          <p:spPr>
            <a:xfrm>
              <a:off x="30563347" y="6685623"/>
              <a:ext cx="13936684" cy="13201999"/>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solidFill>
                <a:schemeClr val="tx1"/>
              </a:solidFill>
              <a:prstDash val="solid"/>
              <a:miter/>
            </a:ln>
          </p:spPr>
          <p:txBody>
            <a:bodyPr rtlCol="0" anchor="ctr"/>
            <a:lstStyle/>
            <a:p>
              <a:endParaRPr lang="fr-FR" sz="1092"/>
            </a:p>
          </p:txBody>
        </p:sp>
        <p:sp>
          <p:nvSpPr>
            <p:cNvPr id="33" name="Rectangle 32">
              <a:extLst>
                <a:ext uri="{FF2B5EF4-FFF2-40B4-BE49-F238E27FC236}">
                  <a16:creationId xmlns:a16="http://schemas.microsoft.com/office/drawing/2014/main" id="{93F7263C-DB87-2F40-CE15-1696AE8EB254}"/>
                </a:ext>
              </a:extLst>
            </p:cNvPr>
            <p:cNvSpPr/>
            <p:nvPr/>
          </p:nvSpPr>
          <p:spPr>
            <a:xfrm>
              <a:off x="29548595" y="9858200"/>
              <a:ext cx="8717625" cy="1133434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34" name="Rectangle 33">
              <a:extLst>
                <a:ext uri="{FF2B5EF4-FFF2-40B4-BE49-F238E27FC236}">
                  <a16:creationId xmlns:a16="http://schemas.microsoft.com/office/drawing/2014/main" id="{47D93600-A2A4-1464-509D-B7C4B1A0E7C5}"/>
                </a:ext>
              </a:extLst>
            </p:cNvPr>
            <p:cNvSpPr/>
            <p:nvPr/>
          </p:nvSpPr>
          <p:spPr>
            <a:xfrm>
              <a:off x="28727400" y="4676600"/>
              <a:ext cx="17235788" cy="5206599"/>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6" name="Rectangle 5">
            <a:extLst>
              <a:ext uri="{FF2B5EF4-FFF2-40B4-BE49-F238E27FC236}">
                <a16:creationId xmlns:a16="http://schemas.microsoft.com/office/drawing/2014/main" id="{09AFAE95-F26B-16B5-CBEB-7824958CBC7B}"/>
              </a:ext>
            </a:extLst>
          </p:cNvPr>
          <p:cNvSpPr/>
          <p:nvPr/>
        </p:nvSpPr>
        <p:spPr>
          <a:xfrm>
            <a:off x="1336268" y="791309"/>
            <a:ext cx="3419613" cy="5193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23" name="Espace réservé du texte 22">
            <a:extLst>
              <a:ext uri="{FF2B5EF4-FFF2-40B4-BE49-F238E27FC236}">
                <a16:creationId xmlns:a16="http://schemas.microsoft.com/office/drawing/2014/main" id="{EAF76098-3B31-08F7-225C-6A2E4FFBDAAD}"/>
              </a:ext>
            </a:extLst>
          </p:cNvPr>
          <p:cNvSpPr>
            <a:spLocks noGrp="1"/>
          </p:cNvSpPr>
          <p:nvPr>
            <p:ph type="body" sz="quarter" idx="14"/>
          </p:nvPr>
        </p:nvSpPr>
        <p:spPr>
          <a:xfrm>
            <a:off x="1139871" y="615847"/>
            <a:ext cx="2284521" cy="429861"/>
          </a:xfrm>
          <a:solidFill>
            <a:schemeClr val="bg1"/>
          </a:solidFill>
        </p:spPr>
        <p:txBody>
          <a:bodyPr wrap="square">
            <a:spAutoFit/>
          </a:bodyPr>
          <a:lstStyle>
            <a:lvl1pPr marL="0" indent="0">
              <a:buNone/>
              <a:defRPr sz="1200" b="0">
                <a:solidFill>
                  <a:schemeClr val="tx2"/>
                </a:solidFill>
              </a:defRPr>
            </a:lvl1pPr>
          </a:lstStyle>
          <a:p>
            <a:pPr lvl="0"/>
            <a:r>
              <a:rPr lang="fr-FR"/>
              <a:t>Cliquez pour modifier les styles du texte du masque</a:t>
            </a:r>
          </a:p>
        </p:txBody>
      </p:sp>
      <p:sp>
        <p:nvSpPr>
          <p:cNvPr id="7" name="Espace réservé du texte 22">
            <a:extLst>
              <a:ext uri="{FF2B5EF4-FFF2-40B4-BE49-F238E27FC236}">
                <a16:creationId xmlns:a16="http://schemas.microsoft.com/office/drawing/2014/main" id="{D22D6187-0201-EBF3-0C6B-308AA0C2DA58}"/>
              </a:ext>
            </a:extLst>
          </p:cNvPr>
          <p:cNvSpPr>
            <a:spLocks noGrp="1"/>
          </p:cNvSpPr>
          <p:nvPr>
            <p:ph type="body" sz="quarter" idx="16"/>
          </p:nvPr>
        </p:nvSpPr>
        <p:spPr>
          <a:xfrm>
            <a:off x="1665307" y="2277577"/>
            <a:ext cx="2932687" cy="465640"/>
          </a:xfrm>
          <a:solidFill>
            <a:schemeClr val="bg1"/>
          </a:solidFill>
        </p:spPr>
        <p:txBody>
          <a:bodyPr wrap="square">
            <a:spAutoFit/>
          </a:bodyPr>
          <a:lstStyle>
            <a:lvl1pPr marL="0" indent="0">
              <a:lnSpc>
                <a:spcPct val="100000"/>
              </a:lnSpc>
              <a:spcBef>
                <a:spcPts val="0"/>
              </a:spcBef>
              <a:spcAft>
                <a:spcPts val="364"/>
              </a:spcAft>
              <a:buNone/>
              <a:defRPr sz="1200">
                <a:solidFill>
                  <a:schemeClr val="tx1"/>
                </a:solidFill>
              </a:defRPr>
            </a:lvl1pPr>
          </a:lstStyle>
          <a:p>
            <a:pPr lvl="0"/>
            <a:r>
              <a:rPr lang="fr-FR"/>
              <a:t>Cliquez pour modifier les styles du texte du masque</a:t>
            </a:r>
          </a:p>
        </p:txBody>
      </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vert="horz" lIns="91440" tIns="45720" rIns="91440" bIns="45720" rtlCol="0" anchor="ctr"/>
          <a:lstStyle>
            <a:lvl1pPr>
              <a:defRPr lang="fr-FR" smtClean="0">
                <a:solidFill>
                  <a:schemeClr val="bg1"/>
                </a:solidFill>
                <a:latin typeface="+mn-lt"/>
              </a:defRPr>
            </a:lvl1pPr>
          </a:lstStyle>
          <a:p>
            <a:pPr algn="r"/>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Tree>
    <p:extLst>
      <p:ext uri="{BB962C8B-B14F-4D97-AF65-F5344CB8AC3E}">
        <p14:creationId xmlns:p14="http://schemas.microsoft.com/office/powerpoint/2010/main" val="3277169751"/>
      </p:ext>
    </p:extLst>
  </p:cSld>
  <p:clrMapOvr>
    <a:masterClrMapping/>
  </p:clrMapOvr>
  <p:hf sldNum="0"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3_Diapositive de titre">
    <p:bg>
      <p:bgPr>
        <a:solidFill>
          <a:schemeClr val="bg1"/>
        </a:solidFill>
        <a:effectLst/>
      </p:bgPr>
    </p:bg>
    <p:spTree>
      <p:nvGrpSpPr>
        <p:cNvPr id="1" name=""/>
        <p:cNvGrpSpPr/>
        <p:nvPr/>
      </p:nvGrpSpPr>
      <p:grpSpPr>
        <a:xfrm>
          <a:off x="0" y="0"/>
          <a:ext cx="0" cy="0"/>
          <a:chOff x="0" y="0"/>
          <a:chExt cx="0" cy="0"/>
        </a:xfrm>
      </p:grpSpPr>
      <p:grpSp>
        <p:nvGrpSpPr>
          <p:cNvPr id="36" name="Groupe 35">
            <a:extLst>
              <a:ext uri="{FF2B5EF4-FFF2-40B4-BE49-F238E27FC236}">
                <a16:creationId xmlns:a16="http://schemas.microsoft.com/office/drawing/2014/main" id="{83283FAA-FE9E-2C10-3747-B2BB8669B32C}"/>
              </a:ext>
            </a:extLst>
          </p:cNvPr>
          <p:cNvGrpSpPr/>
          <p:nvPr/>
        </p:nvGrpSpPr>
        <p:grpSpPr>
          <a:xfrm>
            <a:off x="0" y="0"/>
            <a:ext cx="4225610" cy="5621943"/>
            <a:chOff x="0" y="0"/>
            <a:chExt cx="6967855" cy="9271000"/>
          </a:xfrm>
        </p:grpSpPr>
        <p:sp>
          <p:nvSpPr>
            <p:cNvPr id="7" name="object 4">
              <a:extLst>
                <a:ext uri="{FF2B5EF4-FFF2-40B4-BE49-F238E27FC236}">
                  <a16:creationId xmlns:a16="http://schemas.microsoft.com/office/drawing/2014/main" id="{F80267D9-9F16-2B50-5B4E-A4D7A431A4E1}"/>
                </a:ext>
              </a:extLst>
            </p:cNvPr>
            <p:cNvSpPr/>
            <p:nvPr/>
          </p:nvSpPr>
          <p:spPr>
            <a:xfrm>
              <a:off x="6935362" y="0"/>
              <a:ext cx="32384" cy="755015"/>
            </a:xfrm>
            <a:custGeom>
              <a:avLst/>
              <a:gdLst/>
              <a:ahLst/>
              <a:cxnLst/>
              <a:rect l="l" t="t" r="r" b="b"/>
              <a:pathLst>
                <a:path w="32384" h="755015">
                  <a:moveTo>
                    <a:pt x="32359" y="754956"/>
                  </a:moveTo>
                  <a:lnTo>
                    <a:pt x="32131" y="691311"/>
                  </a:lnTo>
                  <a:lnTo>
                    <a:pt x="31447" y="627775"/>
                  </a:lnTo>
                  <a:lnTo>
                    <a:pt x="30309" y="564348"/>
                  </a:lnTo>
                  <a:lnTo>
                    <a:pt x="28719" y="501033"/>
                  </a:lnTo>
                  <a:lnTo>
                    <a:pt x="26677" y="437831"/>
                  </a:lnTo>
                  <a:lnTo>
                    <a:pt x="24187" y="374743"/>
                  </a:lnTo>
                  <a:lnTo>
                    <a:pt x="21248" y="311772"/>
                  </a:lnTo>
                  <a:lnTo>
                    <a:pt x="17863" y="248918"/>
                  </a:lnTo>
                  <a:lnTo>
                    <a:pt x="14034" y="186183"/>
                  </a:lnTo>
                  <a:lnTo>
                    <a:pt x="9761" y="123569"/>
                  </a:lnTo>
                  <a:lnTo>
                    <a:pt x="5047" y="61078"/>
                  </a:lnTo>
                  <a:lnTo>
                    <a:pt x="0" y="0"/>
                  </a:lnTo>
                </a:path>
              </a:pathLst>
            </a:custGeom>
            <a:ln w="7853">
              <a:solidFill>
                <a:schemeClr val="tx1"/>
              </a:solidFill>
            </a:ln>
          </p:spPr>
          <p:txBody>
            <a:bodyPr wrap="square" lIns="0" tIns="0" rIns="0" bIns="0" rtlCol="0"/>
            <a:lstStyle/>
            <a:p>
              <a:endParaRPr sz="1092"/>
            </a:p>
          </p:txBody>
        </p:sp>
        <p:sp>
          <p:nvSpPr>
            <p:cNvPr id="9" name="object 6">
              <a:extLst>
                <a:ext uri="{FF2B5EF4-FFF2-40B4-BE49-F238E27FC236}">
                  <a16:creationId xmlns:a16="http://schemas.microsoft.com/office/drawing/2014/main" id="{54FE4294-F1CB-D641-2E73-1CD7B939E61F}"/>
                </a:ext>
              </a:extLst>
            </p:cNvPr>
            <p:cNvSpPr/>
            <p:nvPr/>
          </p:nvSpPr>
          <p:spPr>
            <a:xfrm>
              <a:off x="0" y="0"/>
              <a:ext cx="6967855" cy="9271000"/>
            </a:xfrm>
            <a:custGeom>
              <a:avLst/>
              <a:gdLst/>
              <a:ahLst/>
              <a:cxnLst/>
              <a:rect l="l" t="t" r="r" b="b"/>
              <a:pathLst>
                <a:path w="6967855" h="9271000">
                  <a:moveTo>
                    <a:pt x="1980420" y="0"/>
                  </a:moveTo>
                  <a:lnTo>
                    <a:pt x="1992645" y="61005"/>
                  </a:lnTo>
                  <a:lnTo>
                    <a:pt x="2001511" y="109294"/>
                  </a:lnTo>
                  <a:lnTo>
                    <a:pt x="2009748" y="157796"/>
                  </a:lnTo>
                  <a:lnTo>
                    <a:pt x="2017350" y="206508"/>
                  </a:lnTo>
                  <a:lnTo>
                    <a:pt x="2024314" y="255426"/>
                  </a:lnTo>
                  <a:lnTo>
                    <a:pt x="2030636" y="304545"/>
                  </a:lnTo>
                  <a:lnTo>
                    <a:pt x="2036310" y="353860"/>
                  </a:lnTo>
                  <a:lnTo>
                    <a:pt x="2041333" y="403368"/>
                  </a:lnTo>
                  <a:lnTo>
                    <a:pt x="2045700" y="453064"/>
                  </a:lnTo>
                  <a:lnTo>
                    <a:pt x="2049408" y="502944"/>
                  </a:lnTo>
                  <a:lnTo>
                    <a:pt x="2052450" y="553004"/>
                  </a:lnTo>
                  <a:lnTo>
                    <a:pt x="2054825" y="603240"/>
                  </a:lnTo>
                  <a:lnTo>
                    <a:pt x="2056526" y="653646"/>
                  </a:lnTo>
                  <a:lnTo>
                    <a:pt x="2057550" y="704220"/>
                  </a:lnTo>
                  <a:lnTo>
                    <a:pt x="2057892" y="754956"/>
                  </a:lnTo>
                  <a:lnTo>
                    <a:pt x="2057550" y="805692"/>
                  </a:lnTo>
                  <a:lnTo>
                    <a:pt x="2056526" y="856265"/>
                  </a:lnTo>
                  <a:lnTo>
                    <a:pt x="2054825" y="906672"/>
                  </a:lnTo>
                  <a:lnTo>
                    <a:pt x="2052450" y="956907"/>
                  </a:lnTo>
                  <a:lnTo>
                    <a:pt x="2049408" y="1006967"/>
                  </a:lnTo>
                  <a:lnTo>
                    <a:pt x="2045700" y="1056847"/>
                  </a:lnTo>
                  <a:lnTo>
                    <a:pt x="2041333" y="1106543"/>
                  </a:lnTo>
                  <a:lnTo>
                    <a:pt x="2036310" y="1156051"/>
                  </a:lnTo>
                  <a:lnTo>
                    <a:pt x="2030636" y="1205367"/>
                  </a:lnTo>
                  <a:lnTo>
                    <a:pt x="2024314" y="1254485"/>
                  </a:lnTo>
                  <a:lnTo>
                    <a:pt x="2017350" y="1303403"/>
                  </a:lnTo>
                  <a:lnTo>
                    <a:pt x="2009748" y="1352115"/>
                  </a:lnTo>
                  <a:lnTo>
                    <a:pt x="2001511" y="1400618"/>
                  </a:lnTo>
                  <a:lnTo>
                    <a:pt x="1992645" y="1448907"/>
                  </a:lnTo>
                  <a:lnTo>
                    <a:pt x="1983153" y="1496977"/>
                  </a:lnTo>
                  <a:lnTo>
                    <a:pt x="1973040" y="1544826"/>
                  </a:lnTo>
                  <a:lnTo>
                    <a:pt x="1962311" y="1592447"/>
                  </a:lnTo>
                  <a:lnTo>
                    <a:pt x="1950969" y="1639838"/>
                  </a:lnTo>
                  <a:lnTo>
                    <a:pt x="1939019" y="1686994"/>
                  </a:lnTo>
                  <a:lnTo>
                    <a:pt x="1926465" y="1733910"/>
                  </a:lnTo>
                  <a:lnTo>
                    <a:pt x="1913311" y="1780582"/>
                  </a:lnTo>
                  <a:lnTo>
                    <a:pt x="1899563" y="1827007"/>
                  </a:lnTo>
                  <a:lnTo>
                    <a:pt x="1885223" y="1873179"/>
                  </a:lnTo>
                  <a:lnTo>
                    <a:pt x="1870297" y="1919094"/>
                  </a:lnTo>
                  <a:lnTo>
                    <a:pt x="1854789" y="1964749"/>
                  </a:lnTo>
                  <a:lnTo>
                    <a:pt x="1838703" y="2010139"/>
                  </a:lnTo>
                  <a:lnTo>
                    <a:pt x="1822044" y="2055260"/>
                  </a:lnTo>
                  <a:lnTo>
                    <a:pt x="1804815" y="2100106"/>
                  </a:lnTo>
                  <a:lnTo>
                    <a:pt x="1787021" y="2144676"/>
                  </a:lnTo>
                  <a:lnTo>
                    <a:pt x="1768667" y="2188963"/>
                  </a:lnTo>
                  <a:lnTo>
                    <a:pt x="1749757" y="2232963"/>
                  </a:lnTo>
                  <a:lnTo>
                    <a:pt x="1730295" y="2276673"/>
                  </a:lnTo>
                  <a:lnTo>
                    <a:pt x="1710285" y="2320088"/>
                  </a:lnTo>
                  <a:lnTo>
                    <a:pt x="1689732" y="2363204"/>
                  </a:lnTo>
                  <a:lnTo>
                    <a:pt x="1668640" y="2406017"/>
                  </a:lnTo>
                  <a:lnTo>
                    <a:pt x="1647013" y="2448521"/>
                  </a:lnTo>
                  <a:lnTo>
                    <a:pt x="1624856" y="2490714"/>
                  </a:lnTo>
                  <a:lnTo>
                    <a:pt x="1602173" y="2532591"/>
                  </a:lnTo>
                  <a:lnTo>
                    <a:pt x="1578969" y="2574147"/>
                  </a:lnTo>
                  <a:lnTo>
                    <a:pt x="1555247" y="2615378"/>
                  </a:lnTo>
                  <a:lnTo>
                    <a:pt x="1531012" y="2656280"/>
                  </a:lnTo>
                  <a:lnTo>
                    <a:pt x="1506269" y="2696849"/>
                  </a:lnTo>
                  <a:lnTo>
                    <a:pt x="1481021" y="2737081"/>
                  </a:lnTo>
                  <a:lnTo>
                    <a:pt x="1455273" y="2776970"/>
                  </a:lnTo>
                  <a:lnTo>
                    <a:pt x="1429029" y="2816514"/>
                  </a:lnTo>
                  <a:lnTo>
                    <a:pt x="1402295" y="2855707"/>
                  </a:lnTo>
                  <a:lnTo>
                    <a:pt x="1375073" y="2894545"/>
                  </a:lnTo>
                  <a:lnTo>
                    <a:pt x="1347368" y="2933025"/>
                  </a:lnTo>
                  <a:lnTo>
                    <a:pt x="1319185" y="2971141"/>
                  </a:lnTo>
                  <a:lnTo>
                    <a:pt x="1290528" y="3008890"/>
                  </a:lnTo>
                  <a:lnTo>
                    <a:pt x="1261401" y="3046267"/>
                  </a:lnTo>
                  <a:lnTo>
                    <a:pt x="1231809" y="3083268"/>
                  </a:lnTo>
                  <a:lnTo>
                    <a:pt x="1201756" y="3119890"/>
                  </a:lnTo>
                  <a:lnTo>
                    <a:pt x="1171246" y="3156126"/>
                  </a:lnTo>
                  <a:lnTo>
                    <a:pt x="1140283" y="3191974"/>
                  </a:lnTo>
                  <a:lnTo>
                    <a:pt x="1108872" y="3227429"/>
                  </a:lnTo>
                  <a:lnTo>
                    <a:pt x="1077018" y="3262486"/>
                  </a:lnTo>
                  <a:lnTo>
                    <a:pt x="1044724" y="3297142"/>
                  </a:lnTo>
                  <a:lnTo>
                    <a:pt x="1011995" y="3331392"/>
                  </a:lnTo>
                  <a:lnTo>
                    <a:pt x="978835" y="3365232"/>
                  </a:lnTo>
                  <a:lnTo>
                    <a:pt x="945249" y="3398658"/>
                  </a:lnTo>
                  <a:lnTo>
                    <a:pt x="911240" y="3431665"/>
                  </a:lnTo>
                  <a:lnTo>
                    <a:pt x="876814" y="3464249"/>
                  </a:lnTo>
                  <a:lnTo>
                    <a:pt x="841974" y="3496406"/>
                  </a:lnTo>
                  <a:lnTo>
                    <a:pt x="806725" y="3528132"/>
                  </a:lnTo>
                  <a:lnTo>
                    <a:pt x="771071" y="3559422"/>
                  </a:lnTo>
                  <a:lnTo>
                    <a:pt x="735017" y="3590272"/>
                  </a:lnTo>
                  <a:lnTo>
                    <a:pt x="698566" y="3620677"/>
                  </a:lnTo>
                  <a:lnTo>
                    <a:pt x="661723" y="3650635"/>
                  </a:lnTo>
                  <a:lnTo>
                    <a:pt x="624493" y="3680139"/>
                  </a:lnTo>
                  <a:lnTo>
                    <a:pt x="586880" y="3709187"/>
                  </a:lnTo>
                  <a:lnTo>
                    <a:pt x="548887" y="3737773"/>
                  </a:lnTo>
                  <a:lnTo>
                    <a:pt x="510520" y="3765894"/>
                  </a:lnTo>
                  <a:lnTo>
                    <a:pt x="471783" y="3793544"/>
                  </a:lnTo>
                  <a:lnTo>
                    <a:pt x="432680" y="3820721"/>
                  </a:lnTo>
                  <a:lnTo>
                    <a:pt x="393215" y="3847420"/>
                  </a:lnTo>
                  <a:lnTo>
                    <a:pt x="353393" y="3873635"/>
                  </a:lnTo>
                  <a:lnTo>
                    <a:pt x="313218" y="3899364"/>
                  </a:lnTo>
                  <a:lnTo>
                    <a:pt x="272694" y="3924602"/>
                  </a:lnTo>
                  <a:lnTo>
                    <a:pt x="231826" y="3949344"/>
                  </a:lnTo>
                  <a:lnTo>
                    <a:pt x="190618" y="3973587"/>
                  </a:lnTo>
                  <a:lnTo>
                    <a:pt x="149074" y="3997326"/>
                  </a:lnTo>
                  <a:lnTo>
                    <a:pt x="107199" y="4020556"/>
                  </a:lnTo>
                  <a:lnTo>
                    <a:pt x="64997" y="4043275"/>
                  </a:lnTo>
                  <a:lnTo>
                    <a:pt x="22472" y="4065476"/>
                  </a:lnTo>
                  <a:lnTo>
                    <a:pt x="0" y="4076848"/>
                  </a:lnTo>
                </a:path>
                <a:path w="6967855" h="9271000">
                  <a:moveTo>
                    <a:pt x="0" y="9270789"/>
                  </a:moveTo>
                  <a:lnTo>
                    <a:pt x="73562" y="9255733"/>
                  </a:lnTo>
                  <a:lnTo>
                    <a:pt x="133447" y="9242952"/>
                  </a:lnTo>
                  <a:lnTo>
                    <a:pt x="193179" y="9229760"/>
                  </a:lnTo>
                  <a:lnTo>
                    <a:pt x="252755" y="9216159"/>
                  </a:lnTo>
                  <a:lnTo>
                    <a:pt x="312176" y="9202151"/>
                  </a:lnTo>
                  <a:lnTo>
                    <a:pt x="371439" y="9187736"/>
                  </a:lnTo>
                  <a:lnTo>
                    <a:pt x="430542" y="9172918"/>
                  </a:lnTo>
                  <a:lnTo>
                    <a:pt x="489484" y="9157696"/>
                  </a:lnTo>
                  <a:lnTo>
                    <a:pt x="548264" y="9142073"/>
                  </a:lnTo>
                  <a:lnTo>
                    <a:pt x="606880" y="9126049"/>
                  </a:lnTo>
                  <a:lnTo>
                    <a:pt x="665330" y="9109628"/>
                  </a:lnTo>
                  <a:lnTo>
                    <a:pt x="723613" y="9092810"/>
                  </a:lnTo>
                  <a:lnTo>
                    <a:pt x="781728" y="9075597"/>
                  </a:lnTo>
                  <a:lnTo>
                    <a:pt x="839672" y="9057990"/>
                  </a:lnTo>
                  <a:lnTo>
                    <a:pt x="897445" y="9039991"/>
                  </a:lnTo>
                  <a:lnTo>
                    <a:pt x="955044" y="9021602"/>
                  </a:lnTo>
                  <a:lnTo>
                    <a:pt x="1012468" y="9002823"/>
                  </a:lnTo>
                  <a:lnTo>
                    <a:pt x="1069716" y="8983657"/>
                  </a:lnTo>
                  <a:lnTo>
                    <a:pt x="1126786" y="8964106"/>
                  </a:lnTo>
                  <a:lnTo>
                    <a:pt x="1183676" y="8944170"/>
                  </a:lnTo>
                  <a:lnTo>
                    <a:pt x="1240386" y="8923851"/>
                  </a:lnTo>
                  <a:lnTo>
                    <a:pt x="1296912" y="8903151"/>
                  </a:lnTo>
                  <a:lnTo>
                    <a:pt x="1353255" y="8882071"/>
                  </a:lnTo>
                  <a:lnTo>
                    <a:pt x="1409411" y="8860613"/>
                  </a:lnTo>
                  <a:lnTo>
                    <a:pt x="1465381" y="8838779"/>
                  </a:lnTo>
                  <a:lnTo>
                    <a:pt x="1521162" y="8816570"/>
                  </a:lnTo>
                  <a:lnTo>
                    <a:pt x="1576752" y="8793987"/>
                  </a:lnTo>
                  <a:lnTo>
                    <a:pt x="1632150" y="8771032"/>
                  </a:lnTo>
                  <a:lnTo>
                    <a:pt x="1687355" y="8747707"/>
                  </a:lnTo>
                  <a:lnTo>
                    <a:pt x="1742365" y="8724013"/>
                  </a:lnTo>
                  <a:lnTo>
                    <a:pt x="1797178" y="8699952"/>
                  </a:lnTo>
                  <a:lnTo>
                    <a:pt x="1851793" y="8675525"/>
                  </a:lnTo>
                  <a:lnTo>
                    <a:pt x="1906208" y="8650733"/>
                  </a:lnTo>
                  <a:lnTo>
                    <a:pt x="1960422" y="8625580"/>
                  </a:lnTo>
                  <a:lnTo>
                    <a:pt x="2014434" y="8600065"/>
                  </a:lnTo>
                  <a:lnTo>
                    <a:pt x="2068241" y="8574191"/>
                  </a:lnTo>
                  <a:lnTo>
                    <a:pt x="2121842" y="8547958"/>
                  </a:lnTo>
                  <a:lnTo>
                    <a:pt x="2175235" y="8521370"/>
                  </a:lnTo>
                  <a:lnTo>
                    <a:pt x="2228420" y="8494426"/>
                  </a:lnTo>
                  <a:lnTo>
                    <a:pt x="2281394" y="8467129"/>
                  </a:lnTo>
                  <a:lnTo>
                    <a:pt x="2334156" y="8439480"/>
                  </a:lnTo>
                  <a:lnTo>
                    <a:pt x="2386704" y="8411482"/>
                  </a:lnTo>
                  <a:lnTo>
                    <a:pt x="2439037" y="8383134"/>
                  </a:lnTo>
                  <a:lnTo>
                    <a:pt x="2491154" y="8354439"/>
                  </a:lnTo>
                  <a:lnTo>
                    <a:pt x="2543052" y="8325399"/>
                  </a:lnTo>
                  <a:lnTo>
                    <a:pt x="2594730" y="8296015"/>
                  </a:lnTo>
                  <a:lnTo>
                    <a:pt x="2646187" y="8266288"/>
                  </a:lnTo>
                  <a:lnTo>
                    <a:pt x="2697421" y="8236221"/>
                  </a:lnTo>
                  <a:lnTo>
                    <a:pt x="2748430" y="8205814"/>
                  </a:lnTo>
                  <a:lnTo>
                    <a:pt x="2799214" y="8175069"/>
                  </a:lnTo>
                  <a:lnTo>
                    <a:pt x="2849769" y="8143988"/>
                  </a:lnTo>
                  <a:lnTo>
                    <a:pt x="2900096" y="8112573"/>
                  </a:lnTo>
                  <a:lnTo>
                    <a:pt x="2950192" y="8080824"/>
                  </a:lnTo>
                  <a:lnTo>
                    <a:pt x="3000055" y="8048743"/>
                  </a:lnTo>
                  <a:lnTo>
                    <a:pt x="3049685" y="8016333"/>
                  </a:lnTo>
                  <a:lnTo>
                    <a:pt x="3099079" y="7983594"/>
                  </a:lnTo>
                  <a:lnTo>
                    <a:pt x="3148237" y="7950528"/>
                  </a:lnTo>
                  <a:lnTo>
                    <a:pt x="3197156" y="7917136"/>
                  </a:lnTo>
                  <a:lnTo>
                    <a:pt x="3245835" y="7883421"/>
                  </a:lnTo>
                  <a:lnTo>
                    <a:pt x="3294273" y="7849384"/>
                  </a:lnTo>
                  <a:lnTo>
                    <a:pt x="3342467" y="7815025"/>
                  </a:lnTo>
                  <a:lnTo>
                    <a:pt x="3390417" y="7780348"/>
                  </a:lnTo>
                  <a:lnTo>
                    <a:pt x="3438120" y="7745353"/>
                  </a:lnTo>
                  <a:lnTo>
                    <a:pt x="3485576" y="7710041"/>
                  </a:lnTo>
                  <a:lnTo>
                    <a:pt x="3532782" y="7674416"/>
                  </a:lnTo>
                  <a:lnTo>
                    <a:pt x="3579738" y="7638477"/>
                  </a:lnTo>
                  <a:lnTo>
                    <a:pt x="3626441" y="7602227"/>
                  </a:lnTo>
                  <a:lnTo>
                    <a:pt x="3672890" y="7565667"/>
                  </a:lnTo>
                  <a:lnTo>
                    <a:pt x="3719084" y="7528798"/>
                  </a:lnTo>
                  <a:lnTo>
                    <a:pt x="3765020" y="7491623"/>
                  </a:lnTo>
                  <a:lnTo>
                    <a:pt x="3810698" y="7454142"/>
                  </a:lnTo>
                  <a:lnTo>
                    <a:pt x="3856116" y="7416358"/>
                  </a:lnTo>
                  <a:lnTo>
                    <a:pt x="3901272" y="7378272"/>
                  </a:lnTo>
                  <a:lnTo>
                    <a:pt x="3946165" y="7339885"/>
                  </a:lnTo>
                  <a:lnTo>
                    <a:pt x="3990793" y="7301199"/>
                  </a:lnTo>
                  <a:lnTo>
                    <a:pt x="4035155" y="7262215"/>
                  </a:lnTo>
                  <a:lnTo>
                    <a:pt x="4079248" y="7222936"/>
                  </a:lnTo>
                  <a:lnTo>
                    <a:pt x="4123072" y="7183362"/>
                  </a:lnTo>
                  <a:lnTo>
                    <a:pt x="4166626" y="7143495"/>
                  </a:lnTo>
                  <a:lnTo>
                    <a:pt x="4209906" y="7103337"/>
                  </a:lnTo>
                  <a:lnTo>
                    <a:pt x="4252913" y="7062889"/>
                  </a:lnTo>
                  <a:lnTo>
                    <a:pt x="4295643" y="7022153"/>
                  </a:lnTo>
                  <a:lnTo>
                    <a:pt x="4338097" y="6981131"/>
                  </a:lnTo>
                  <a:lnTo>
                    <a:pt x="4380272" y="6939823"/>
                  </a:lnTo>
                  <a:lnTo>
                    <a:pt x="4422166" y="6898232"/>
                  </a:lnTo>
                  <a:lnTo>
                    <a:pt x="4463779" y="6856359"/>
                  </a:lnTo>
                  <a:lnTo>
                    <a:pt x="4505108" y="6814205"/>
                  </a:lnTo>
                  <a:lnTo>
                    <a:pt x="4546152" y="6771773"/>
                  </a:lnTo>
                  <a:lnTo>
                    <a:pt x="4586909" y="6729063"/>
                  </a:lnTo>
                  <a:lnTo>
                    <a:pt x="4627379" y="6686077"/>
                  </a:lnTo>
                  <a:lnTo>
                    <a:pt x="4667559" y="6642817"/>
                  </a:lnTo>
                  <a:lnTo>
                    <a:pt x="4707448" y="6599285"/>
                  </a:lnTo>
                  <a:lnTo>
                    <a:pt x="4747043" y="6555481"/>
                  </a:lnTo>
                  <a:lnTo>
                    <a:pt x="4786345" y="6511408"/>
                  </a:lnTo>
                  <a:lnTo>
                    <a:pt x="4825351" y="6467066"/>
                  </a:lnTo>
                  <a:lnTo>
                    <a:pt x="4864059" y="6422458"/>
                  </a:lnTo>
                  <a:lnTo>
                    <a:pt x="4902469" y="6377586"/>
                  </a:lnTo>
                  <a:lnTo>
                    <a:pt x="4940578" y="6332450"/>
                  </a:lnTo>
                  <a:lnTo>
                    <a:pt x="4978385" y="6287052"/>
                  </a:lnTo>
                  <a:lnTo>
                    <a:pt x="5015888" y="6241393"/>
                  </a:lnTo>
                  <a:lnTo>
                    <a:pt x="5053086" y="6195476"/>
                  </a:lnTo>
                  <a:lnTo>
                    <a:pt x="5089978" y="6149302"/>
                  </a:lnTo>
                  <a:lnTo>
                    <a:pt x="5126561" y="6102872"/>
                  </a:lnTo>
                  <a:lnTo>
                    <a:pt x="5162835" y="6056188"/>
                  </a:lnTo>
                  <a:lnTo>
                    <a:pt x="5198797" y="6009252"/>
                  </a:lnTo>
                  <a:lnTo>
                    <a:pt x="5234446" y="5962064"/>
                  </a:lnTo>
                  <a:lnTo>
                    <a:pt x="5269781" y="5914628"/>
                  </a:lnTo>
                  <a:lnTo>
                    <a:pt x="5304799" y="5866943"/>
                  </a:lnTo>
                  <a:lnTo>
                    <a:pt x="5339501" y="5819012"/>
                  </a:lnTo>
                  <a:lnTo>
                    <a:pt x="5373883" y="5770836"/>
                  </a:lnTo>
                  <a:lnTo>
                    <a:pt x="5407944" y="5722417"/>
                  </a:lnTo>
                  <a:lnTo>
                    <a:pt x="5441684" y="5673756"/>
                  </a:lnTo>
                  <a:lnTo>
                    <a:pt x="5475099" y="5624855"/>
                  </a:lnTo>
                  <a:lnTo>
                    <a:pt x="5508189" y="5575716"/>
                  </a:lnTo>
                  <a:lnTo>
                    <a:pt x="5540953" y="5526339"/>
                  </a:lnTo>
                  <a:lnTo>
                    <a:pt x="5573388" y="5476727"/>
                  </a:lnTo>
                  <a:lnTo>
                    <a:pt x="5605493" y="5426882"/>
                  </a:lnTo>
                  <a:lnTo>
                    <a:pt x="5637266" y="5376803"/>
                  </a:lnTo>
                  <a:lnTo>
                    <a:pt x="5668707" y="5326494"/>
                  </a:lnTo>
                  <a:lnTo>
                    <a:pt x="5699812" y="5275956"/>
                  </a:lnTo>
                  <a:lnTo>
                    <a:pt x="5730582" y="5225190"/>
                  </a:lnTo>
                  <a:lnTo>
                    <a:pt x="5761014" y="5174198"/>
                  </a:lnTo>
                  <a:lnTo>
                    <a:pt x="5791107" y="5122981"/>
                  </a:lnTo>
                  <a:lnTo>
                    <a:pt x="5820858" y="5071541"/>
                  </a:lnTo>
                  <a:lnTo>
                    <a:pt x="5850268" y="5019879"/>
                  </a:lnTo>
                  <a:lnTo>
                    <a:pt x="5879334" y="4967998"/>
                  </a:lnTo>
                  <a:lnTo>
                    <a:pt x="5908054" y="4915898"/>
                  </a:lnTo>
                  <a:lnTo>
                    <a:pt x="5936427" y="4863581"/>
                  </a:lnTo>
                  <a:lnTo>
                    <a:pt x="5964451" y="4811049"/>
                  </a:lnTo>
                  <a:lnTo>
                    <a:pt x="5992126" y="4758303"/>
                  </a:lnTo>
                  <a:lnTo>
                    <a:pt x="6019449" y="4705345"/>
                  </a:lnTo>
                  <a:lnTo>
                    <a:pt x="6046418" y="4652177"/>
                  </a:lnTo>
                  <a:lnTo>
                    <a:pt x="6073033" y="4598799"/>
                  </a:lnTo>
                  <a:lnTo>
                    <a:pt x="6099291" y="4545213"/>
                  </a:lnTo>
                  <a:lnTo>
                    <a:pt x="6125192" y="4491422"/>
                  </a:lnTo>
                  <a:lnTo>
                    <a:pt x="6150733" y="4437426"/>
                  </a:lnTo>
                  <a:lnTo>
                    <a:pt x="6175913" y="4383227"/>
                  </a:lnTo>
                  <a:lnTo>
                    <a:pt x="6200731" y="4328827"/>
                  </a:lnTo>
                  <a:lnTo>
                    <a:pt x="6225185" y="4274227"/>
                  </a:lnTo>
                  <a:lnTo>
                    <a:pt x="6249272" y="4219429"/>
                  </a:lnTo>
                  <a:lnTo>
                    <a:pt x="6272993" y="4164434"/>
                  </a:lnTo>
                  <a:lnTo>
                    <a:pt x="6296345" y="4109244"/>
                  </a:lnTo>
                  <a:lnTo>
                    <a:pt x="6319327" y="4053860"/>
                  </a:lnTo>
                  <a:lnTo>
                    <a:pt x="6341937" y="3998284"/>
                  </a:lnTo>
                  <a:lnTo>
                    <a:pt x="6364174" y="3942518"/>
                  </a:lnTo>
                  <a:lnTo>
                    <a:pt x="6386035" y="3886563"/>
                  </a:lnTo>
                  <a:lnTo>
                    <a:pt x="6407520" y="3830420"/>
                  </a:lnTo>
                  <a:lnTo>
                    <a:pt x="6428628" y="3774091"/>
                  </a:lnTo>
                  <a:lnTo>
                    <a:pt x="6449355" y="3717579"/>
                  </a:lnTo>
                  <a:lnTo>
                    <a:pt x="6469702" y="3660883"/>
                  </a:lnTo>
                  <a:lnTo>
                    <a:pt x="6489665" y="3604006"/>
                  </a:lnTo>
                  <a:lnTo>
                    <a:pt x="6509245" y="3546950"/>
                  </a:lnTo>
                  <a:lnTo>
                    <a:pt x="6528438" y="3489715"/>
                  </a:lnTo>
                  <a:lnTo>
                    <a:pt x="6547245" y="3432304"/>
                  </a:lnTo>
                  <a:lnTo>
                    <a:pt x="6565662" y="3374718"/>
                  </a:lnTo>
                  <a:lnTo>
                    <a:pt x="6583689" y="3316958"/>
                  </a:lnTo>
                  <a:lnTo>
                    <a:pt x="6601324" y="3259026"/>
                  </a:lnTo>
                  <a:lnTo>
                    <a:pt x="6618566" y="3200925"/>
                  </a:lnTo>
                  <a:lnTo>
                    <a:pt x="6635412" y="3142654"/>
                  </a:lnTo>
                  <a:lnTo>
                    <a:pt x="6651862" y="3084216"/>
                  </a:lnTo>
                  <a:lnTo>
                    <a:pt x="6667914" y="3025612"/>
                  </a:lnTo>
                  <a:lnTo>
                    <a:pt x="6683566" y="2966844"/>
                  </a:lnTo>
                  <a:lnTo>
                    <a:pt x="6698816" y="2907914"/>
                  </a:lnTo>
                  <a:lnTo>
                    <a:pt x="6713664" y="2848823"/>
                  </a:lnTo>
                  <a:lnTo>
                    <a:pt x="6728107" y="2789572"/>
                  </a:lnTo>
                  <a:lnTo>
                    <a:pt x="6742145" y="2730163"/>
                  </a:lnTo>
                  <a:lnTo>
                    <a:pt x="6755775" y="2670597"/>
                  </a:lnTo>
                  <a:lnTo>
                    <a:pt x="6768995" y="2610877"/>
                  </a:lnTo>
                  <a:lnTo>
                    <a:pt x="6781806" y="2551004"/>
                  </a:lnTo>
                  <a:lnTo>
                    <a:pt x="6794204" y="2490978"/>
                  </a:lnTo>
                  <a:lnTo>
                    <a:pt x="6806188" y="2430803"/>
                  </a:lnTo>
                  <a:lnTo>
                    <a:pt x="6817757" y="2370479"/>
                  </a:lnTo>
                  <a:lnTo>
                    <a:pt x="6828910" y="2310008"/>
                  </a:lnTo>
                  <a:lnTo>
                    <a:pt x="6839644" y="2249391"/>
                  </a:lnTo>
                  <a:lnTo>
                    <a:pt x="6849958" y="2188630"/>
                  </a:lnTo>
                  <a:lnTo>
                    <a:pt x="6859850" y="2127727"/>
                  </a:lnTo>
                  <a:lnTo>
                    <a:pt x="6869320" y="2066683"/>
                  </a:lnTo>
                  <a:lnTo>
                    <a:pt x="6878365" y="2005499"/>
                  </a:lnTo>
                  <a:lnTo>
                    <a:pt x="6886984" y="1944178"/>
                  </a:lnTo>
                  <a:lnTo>
                    <a:pt x="6895175" y="1882721"/>
                  </a:lnTo>
                  <a:lnTo>
                    <a:pt x="6902937" y="1821129"/>
                  </a:lnTo>
                  <a:lnTo>
                    <a:pt x="6910269" y="1759403"/>
                  </a:lnTo>
                  <a:lnTo>
                    <a:pt x="6917168" y="1697546"/>
                  </a:lnTo>
                  <a:lnTo>
                    <a:pt x="6923633" y="1635559"/>
                  </a:lnTo>
                  <a:lnTo>
                    <a:pt x="6929663" y="1573444"/>
                  </a:lnTo>
                  <a:lnTo>
                    <a:pt x="6935255" y="1511202"/>
                  </a:lnTo>
                  <a:lnTo>
                    <a:pt x="6940410" y="1448834"/>
                  </a:lnTo>
                  <a:lnTo>
                    <a:pt x="6945124" y="1386342"/>
                  </a:lnTo>
                  <a:lnTo>
                    <a:pt x="6949397" y="1323728"/>
                  </a:lnTo>
                  <a:lnTo>
                    <a:pt x="6953226" y="1260994"/>
                  </a:lnTo>
                  <a:lnTo>
                    <a:pt x="6956611" y="1198140"/>
                  </a:lnTo>
                  <a:lnTo>
                    <a:pt x="6959549" y="1135168"/>
                  </a:lnTo>
                  <a:lnTo>
                    <a:pt x="6962040" y="1072081"/>
                  </a:lnTo>
                  <a:lnTo>
                    <a:pt x="6964081" y="1008879"/>
                  </a:lnTo>
                  <a:lnTo>
                    <a:pt x="6965672" y="945563"/>
                  </a:lnTo>
                  <a:lnTo>
                    <a:pt x="6966809" y="882137"/>
                  </a:lnTo>
                  <a:lnTo>
                    <a:pt x="6967493" y="818600"/>
                  </a:lnTo>
                  <a:lnTo>
                    <a:pt x="6967722" y="754956"/>
                  </a:lnTo>
                </a:path>
              </a:pathLst>
            </a:custGeom>
            <a:ln w="7853">
              <a:solidFill>
                <a:schemeClr val="tx1"/>
              </a:solidFill>
            </a:ln>
          </p:spPr>
          <p:txBody>
            <a:bodyPr wrap="square" lIns="0" tIns="0" rIns="0" bIns="0" rtlCol="0"/>
            <a:lstStyle/>
            <a:p>
              <a:endParaRPr sz="1092"/>
            </a:p>
          </p:txBody>
        </p:sp>
      </p:gr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43827" y="2572893"/>
            <a:ext cx="4114415" cy="364874"/>
          </a:xfrm>
        </p:spPr>
        <p:txBody>
          <a:bodyPr/>
          <a:lstStyle>
            <a:lvl1pPr algn="r">
              <a:defRPr>
                <a:solidFill>
                  <a:schemeClr val="bg1"/>
                </a:solidFill>
                <a:latin typeface="+mn-lt"/>
              </a:defRPr>
            </a:lvl1pPr>
          </a:lstStyle>
          <a:p>
            <a:r>
              <a:rPr lang="fr-FR"/>
              <a:t>TITRE DE LA PRÉSENTATION OU DE LA PARTIE</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543121" y="158860"/>
            <a:ext cx="359313" cy="364848"/>
          </a:xfrm>
        </p:spPr>
        <p:txBody>
          <a:bodyPr/>
          <a:lstStyle>
            <a:lvl1pPr>
              <a:defRPr sz="667" b="1">
                <a:solidFill>
                  <a:schemeClr val="bg1"/>
                </a:solidFill>
                <a:latin typeface="+mj-lt"/>
              </a:defRPr>
            </a:lvl1pPr>
          </a:lstStyle>
          <a:p>
            <a:fld id="{362060BF-C460-4FB3-AB63-4430F31C2F52}"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0" name="Rectangle 9">
            <a:extLst>
              <a:ext uri="{FF2B5EF4-FFF2-40B4-BE49-F238E27FC236}">
                <a16:creationId xmlns:a16="http://schemas.microsoft.com/office/drawing/2014/main" id="{F3A19BDC-E541-989A-3707-0FCD431AEA56}"/>
              </a:ext>
            </a:extLst>
          </p:cNvPr>
          <p:cNvSpPr/>
          <p:nvPr/>
        </p:nvSpPr>
        <p:spPr>
          <a:xfrm>
            <a:off x="1336268" y="791310"/>
            <a:ext cx="3419613" cy="36080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2" name="Titre 17">
            <a:extLst>
              <a:ext uri="{FF2B5EF4-FFF2-40B4-BE49-F238E27FC236}">
                <a16:creationId xmlns:a16="http://schemas.microsoft.com/office/drawing/2014/main" id="{93DB7874-F233-C334-00C9-4F57F51D1421}"/>
              </a:ext>
            </a:extLst>
          </p:cNvPr>
          <p:cNvSpPr>
            <a:spLocks noGrp="1"/>
          </p:cNvSpPr>
          <p:nvPr>
            <p:ph type="title"/>
          </p:nvPr>
        </p:nvSpPr>
        <p:spPr>
          <a:xfrm>
            <a:off x="5209392" y="1025819"/>
            <a:ext cx="5980021" cy="1349087"/>
          </a:xfrm>
        </p:spPr>
        <p:txBody>
          <a:bodyPr vert="horz" wrap="square" lIns="91440" tIns="45720" rIns="91440" bIns="45720" rtlCol="0" anchor="t" anchorCtr="0">
            <a:spAutoFit/>
          </a:bodyPr>
          <a:lstStyle>
            <a:lvl1pPr>
              <a:defRPr lang="fr-FR" sz="4400" dirty="0">
                <a:solidFill>
                  <a:schemeClr val="tx1"/>
                </a:solidFill>
              </a:defRPr>
            </a:lvl1pPr>
          </a:lstStyle>
          <a:p>
            <a:pPr lvl="0">
              <a:lnSpc>
                <a:spcPts val="4851"/>
              </a:lnSpc>
            </a:pPr>
            <a:r>
              <a:rPr lang="fr-FR"/>
              <a:t>Modifiez le style du titre</a:t>
            </a:r>
          </a:p>
        </p:txBody>
      </p:sp>
      <p:sp>
        <p:nvSpPr>
          <p:cNvPr id="6" name="Espace réservé pour une image  48">
            <a:extLst>
              <a:ext uri="{FF2B5EF4-FFF2-40B4-BE49-F238E27FC236}">
                <a16:creationId xmlns:a16="http://schemas.microsoft.com/office/drawing/2014/main" id="{424BDF67-7C6C-3F07-C3E2-CE4D33038E9A}"/>
              </a:ext>
            </a:extLst>
          </p:cNvPr>
          <p:cNvSpPr>
            <a:spLocks noGrp="1"/>
          </p:cNvSpPr>
          <p:nvPr>
            <p:ph type="pic" sz="quarter" idx="18"/>
          </p:nvPr>
        </p:nvSpPr>
        <p:spPr>
          <a:xfrm>
            <a:off x="1236369" y="766906"/>
            <a:ext cx="2949703" cy="2949495"/>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rgbClr val="E5E8EE"/>
          </a:solidFill>
          <a:effectLst>
            <a:outerShdw blurRad="584200" dist="215900" dir="2700000" sx="102000" sy="102000" algn="tl" rotWithShape="0">
              <a:schemeClr val="tx2">
                <a:alpha val="22000"/>
              </a:schemeClr>
            </a:outerShdw>
          </a:effectLst>
        </p:spPr>
        <p:txBody>
          <a:bodyPr vert="horz" wrap="square" lIns="91440" tIns="45720" rIns="91440" bIns="45720" rtlCol="0">
            <a:noAutofit/>
          </a:bodyPr>
          <a:lstStyle>
            <a:lvl1pPr>
              <a:defRPr lang="fr-FR"/>
            </a:lvl1pPr>
          </a:lstStyle>
          <a:p>
            <a:pPr lvl="0"/>
            <a:r>
              <a:rPr lang="fr-FR"/>
              <a:t>Cliquez sur l'icône pour ajouter une image</a:t>
            </a:r>
          </a:p>
        </p:txBody>
      </p:sp>
      <p:sp>
        <p:nvSpPr>
          <p:cNvPr id="22" name="Espace réservé du texte 22">
            <a:extLst>
              <a:ext uri="{FF2B5EF4-FFF2-40B4-BE49-F238E27FC236}">
                <a16:creationId xmlns:a16="http://schemas.microsoft.com/office/drawing/2014/main" id="{344D2BB3-027F-DE24-6905-72C2E632ED1E}"/>
              </a:ext>
            </a:extLst>
          </p:cNvPr>
          <p:cNvSpPr>
            <a:spLocks noGrp="1"/>
          </p:cNvSpPr>
          <p:nvPr>
            <p:ph type="body" sz="quarter" idx="16"/>
          </p:nvPr>
        </p:nvSpPr>
        <p:spPr>
          <a:xfrm>
            <a:off x="5209392" y="3582852"/>
            <a:ext cx="3408958" cy="428451"/>
          </a:xfrm>
          <a:solidFill>
            <a:schemeClr val="bg1"/>
          </a:solidFill>
        </p:spPr>
        <p:txBody>
          <a:bodyPr wrap="square">
            <a:spAutoFit/>
          </a:bodyPr>
          <a:lstStyle>
            <a:lvl1pPr marL="0" indent="0">
              <a:lnSpc>
                <a:spcPct val="100000"/>
              </a:lnSpc>
              <a:spcBef>
                <a:spcPts val="0"/>
              </a:spcBef>
              <a:spcAft>
                <a:spcPts val="364"/>
              </a:spcAft>
              <a:buNone/>
              <a:defRPr sz="1100">
                <a:solidFill>
                  <a:schemeClr val="tx1"/>
                </a:solidFill>
                <a:latin typeface="+mn-lt"/>
                <a:cs typeface="Poppins Light" panose="00000400000000000000" pitchFamily="2" charset="0"/>
              </a:defRPr>
            </a:lvl1pPr>
          </a:lstStyle>
          <a:p>
            <a:pPr lvl="0"/>
            <a:r>
              <a:rPr lang="fr-FR"/>
              <a:t>Cliquez pour modifier les styles du texte du masque</a:t>
            </a:r>
          </a:p>
        </p:txBody>
      </p:sp>
      <p:sp>
        <p:nvSpPr>
          <p:cNvPr id="23" name="Espace réservé du texte 22">
            <a:extLst>
              <a:ext uri="{FF2B5EF4-FFF2-40B4-BE49-F238E27FC236}">
                <a16:creationId xmlns:a16="http://schemas.microsoft.com/office/drawing/2014/main" id="{36EF5D99-C98F-60EF-9DCD-CB75E402935E}"/>
              </a:ext>
            </a:extLst>
          </p:cNvPr>
          <p:cNvSpPr>
            <a:spLocks noGrp="1"/>
          </p:cNvSpPr>
          <p:nvPr>
            <p:ph type="body" sz="quarter" idx="19"/>
          </p:nvPr>
        </p:nvSpPr>
        <p:spPr>
          <a:xfrm>
            <a:off x="5209392" y="2539833"/>
            <a:ext cx="3408958" cy="428451"/>
          </a:xfrm>
          <a:solidFill>
            <a:schemeClr val="bg1"/>
          </a:solidFill>
        </p:spPr>
        <p:txBody>
          <a:bodyPr wrap="square">
            <a:spAutoFit/>
          </a:bodyPr>
          <a:lstStyle>
            <a:lvl1pPr marL="0" indent="0">
              <a:lnSpc>
                <a:spcPct val="100000"/>
              </a:lnSpc>
              <a:spcBef>
                <a:spcPts val="0"/>
              </a:spcBef>
              <a:spcAft>
                <a:spcPts val="364"/>
              </a:spcAft>
              <a:buNone/>
              <a:defRPr sz="1100" b="1">
                <a:solidFill>
                  <a:schemeClr val="tx1"/>
                </a:solidFill>
                <a:latin typeface="+mj-lt"/>
                <a:cs typeface="Poppins Light" panose="00000400000000000000" pitchFamily="2" charset="0"/>
              </a:defRPr>
            </a:lvl1pPr>
          </a:lstStyle>
          <a:p>
            <a:pPr lvl="0"/>
            <a:r>
              <a:rPr lang="fr-FR"/>
              <a:t>Cliquez pour modifier les styles du texte du masque</a:t>
            </a:r>
          </a:p>
        </p:txBody>
      </p:sp>
    </p:spTree>
    <p:extLst>
      <p:ext uri="{BB962C8B-B14F-4D97-AF65-F5344CB8AC3E}">
        <p14:creationId xmlns:p14="http://schemas.microsoft.com/office/powerpoint/2010/main" val="3673628273"/>
      </p:ext>
    </p:extLst>
  </p:cSld>
  <p:clrMapOvr>
    <a:masterClrMapping/>
  </p:clrMapOvr>
  <p:hf sldNum="0"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4_Diapositive de titre">
    <p:bg>
      <p:bgPr>
        <a:solidFill>
          <a:schemeClr val="tx1"/>
        </a:solidFill>
        <a:effectLst/>
      </p:bgPr>
    </p:bg>
    <p:spTree>
      <p:nvGrpSpPr>
        <p:cNvPr id="1" name=""/>
        <p:cNvGrpSpPr/>
        <p:nvPr/>
      </p:nvGrpSpPr>
      <p:grpSpPr>
        <a:xfrm>
          <a:off x="0" y="0"/>
          <a:ext cx="0" cy="0"/>
          <a:chOff x="0" y="0"/>
          <a:chExt cx="0" cy="0"/>
        </a:xfrm>
      </p:grpSpPr>
      <p:grpSp>
        <p:nvGrpSpPr>
          <p:cNvPr id="52" name="Groupe 51">
            <a:extLst>
              <a:ext uri="{FF2B5EF4-FFF2-40B4-BE49-F238E27FC236}">
                <a16:creationId xmlns:a16="http://schemas.microsoft.com/office/drawing/2014/main" id="{121F503B-8919-DFB8-A5F9-D85A61811917}"/>
              </a:ext>
            </a:extLst>
          </p:cNvPr>
          <p:cNvGrpSpPr/>
          <p:nvPr/>
        </p:nvGrpSpPr>
        <p:grpSpPr>
          <a:xfrm>
            <a:off x="7075136" y="-4842186"/>
            <a:ext cx="10882746" cy="10872812"/>
            <a:chOff x="23055548" y="10545300"/>
            <a:chExt cx="13659253" cy="13647743"/>
          </a:xfrm>
        </p:grpSpPr>
        <p:sp>
          <p:nvSpPr>
            <p:cNvPr id="53" name="Forme libre : forme 52">
              <a:extLst>
                <a:ext uri="{FF2B5EF4-FFF2-40B4-BE49-F238E27FC236}">
                  <a16:creationId xmlns:a16="http://schemas.microsoft.com/office/drawing/2014/main" id="{1BEBAD6F-CB88-AC7D-BE84-794692A77629}"/>
                </a:ext>
              </a:extLst>
            </p:cNvPr>
            <p:cNvSpPr/>
            <p:nvPr/>
          </p:nvSpPr>
          <p:spPr>
            <a:xfrm rot="20564482">
              <a:off x="24146752" y="10954415"/>
              <a:ext cx="11938207" cy="1276026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tx2"/>
            </a:solidFill>
            <a:ln w="7647" cap="flat">
              <a:noFill/>
              <a:prstDash val="solid"/>
              <a:miter/>
            </a:ln>
          </p:spPr>
          <p:txBody>
            <a:bodyPr rtlCol="0" anchor="ctr"/>
            <a:lstStyle/>
            <a:p>
              <a:endParaRPr lang="fr-FR" sz="1092"/>
            </a:p>
          </p:txBody>
        </p:sp>
        <p:sp>
          <p:nvSpPr>
            <p:cNvPr id="54" name="Rectangle 53">
              <a:extLst>
                <a:ext uri="{FF2B5EF4-FFF2-40B4-BE49-F238E27FC236}">
                  <a16:creationId xmlns:a16="http://schemas.microsoft.com/office/drawing/2014/main" id="{712FAD45-0F81-287F-C189-4183DA83DAF5}"/>
                </a:ext>
              </a:extLst>
            </p:cNvPr>
            <p:cNvSpPr/>
            <p:nvPr/>
          </p:nvSpPr>
          <p:spPr>
            <a:xfrm>
              <a:off x="23055548" y="10545300"/>
              <a:ext cx="13155249" cy="6077997"/>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55" name="Rectangle 54">
              <a:extLst>
                <a:ext uri="{FF2B5EF4-FFF2-40B4-BE49-F238E27FC236}">
                  <a16:creationId xmlns:a16="http://schemas.microsoft.com/office/drawing/2014/main" id="{CCDCC818-D700-F88E-F310-64819924269B}"/>
                </a:ext>
              </a:extLst>
            </p:cNvPr>
            <p:cNvSpPr/>
            <p:nvPr/>
          </p:nvSpPr>
          <p:spPr>
            <a:xfrm>
              <a:off x="29477875" y="14647133"/>
              <a:ext cx="7236926" cy="9545910"/>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sp>
        <p:nvSpPr>
          <p:cNvPr id="3" name="Espace réservé de la date 3">
            <a:extLst>
              <a:ext uri="{FF2B5EF4-FFF2-40B4-BE49-F238E27FC236}">
                <a16:creationId xmlns:a16="http://schemas.microsoft.com/office/drawing/2014/main" id="{D544A5E9-BD93-D713-60B9-B48D962BFA77}"/>
              </a:ext>
            </a:extLst>
          </p:cNvPr>
          <p:cNvSpPr>
            <a:spLocks noGrp="1"/>
          </p:cNvSpPr>
          <p:nvPr>
            <p:ph type="dt" sz="half" idx="10"/>
          </p:nvPr>
        </p:nvSpPr>
        <p:spPr>
          <a:xfrm>
            <a:off x="1371977" y="6060916"/>
            <a:ext cx="2742815" cy="271258"/>
          </a:xfrm>
        </p:spPr>
        <p:txBody>
          <a:bodyPr/>
          <a:lstStyle>
            <a:lvl1pPr>
              <a:defRPr sz="1200">
                <a:solidFill>
                  <a:schemeClr val="tx2"/>
                </a:solidFill>
                <a:latin typeface="+mn-lt"/>
              </a:defRPr>
            </a:lvl1pPr>
          </a:lstStyle>
          <a:p>
            <a:fld id="{5055C2BB-620F-417B-B084-4A179E12BAE2}" type="datetime4">
              <a:rPr lang="fr-FR" smtClean="0"/>
              <a:pPr/>
              <a:t>3 novembre 2024</a:t>
            </a:fld>
            <a:endParaRPr lang="fr-FR"/>
          </a:p>
        </p:txBody>
      </p:sp>
      <p:grpSp>
        <p:nvGrpSpPr>
          <p:cNvPr id="4" name="Groupe 3">
            <a:extLst>
              <a:ext uri="{FF2B5EF4-FFF2-40B4-BE49-F238E27FC236}">
                <a16:creationId xmlns:a16="http://schemas.microsoft.com/office/drawing/2014/main" id="{57C0F4E4-72E4-83F0-52EF-76D2B2A93C61}"/>
              </a:ext>
            </a:extLst>
          </p:cNvPr>
          <p:cNvGrpSpPr/>
          <p:nvPr/>
        </p:nvGrpSpPr>
        <p:grpSpPr>
          <a:xfrm>
            <a:off x="1163939" y="6162477"/>
            <a:ext cx="122197" cy="71097"/>
            <a:chOff x="1916906" y="10164763"/>
            <a:chExt cx="201498" cy="117244"/>
          </a:xfrm>
        </p:grpSpPr>
        <p:cxnSp>
          <p:nvCxnSpPr>
            <p:cNvPr id="5" name="Connecteur droit 4">
              <a:extLst>
                <a:ext uri="{FF2B5EF4-FFF2-40B4-BE49-F238E27FC236}">
                  <a16:creationId xmlns:a16="http://schemas.microsoft.com/office/drawing/2014/main" id="{E9420541-1688-9F41-A8E0-EA0485F15835}"/>
                </a:ext>
              </a:extLst>
            </p:cNvPr>
            <p:cNvCxnSpPr>
              <a:cxnSpLocks/>
            </p:cNvCxnSpPr>
            <p:nvPr/>
          </p:nvCxnSpPr>
          <p:spPr>
            <a:xfrm>
              <a:off x="1916906" y="10222174"/>
              <a:ext cx="191972" cy="0"/>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944281F8-1AE9-5866-3CAC-83A030388003}"/>
                </a:ext>
              </a:extLst>
            </p:cNvPr>
            <p:cNvCxnSpPr/>
            <p:nvPr/>
          </p:nvCxnSpPr>
          <p:spPr>
            <a:xfrm>
              <a:off x="2055813" y="10164763"/>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9D34A865-4423-8E26-EE0F-5D3DDC16C6A4}"/>
                </a:ext>
              </a:extLst>
            </p:cNvPr>
            <p:cNvCxnSpPr>
              <a:cxnSpLocks/>
            </p:cNvCxnSpPr>
            <p:nvPr/>
          </p:nvCxnSpPr>
          <p:spPr>
            <a:xfrm flipV="1">
              <a:off x="2051050" y="10219416"/>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11" name="Connecteur droit 10">
            <a:extLst>
              <a:ext uri="{FF2B5EF4-FFF2-40B4-BE49-F238E27FC236}">
                <a16:creationId xmlns:a16="http://schemas.microsoft.com/office/drawing/2014/main" id="{20EA1658-DE5A-681F-FB7B-F44009AE368D}"/>
              </a:ext>
            </a:extLst>
          </p:cNvPr>
          <p:cNvCxnSpPr/>
          <p:nvPr/>
        </p:nvCxnSpPr>
        <p:spPr>
          <a:xfrm>
            <a:off x="793287" y="0"/>
            <a:ext cx="0" cy="6854631"/>
          </a:xfrm>
          <a:prstGeom prst="line">
            <a:avLst/>
          </a:prstGeom>
          <a:ln>
            <a:solidFill>
              <a:srgbClr val="53565B"/>
            </a:solidFill>
          </a:ln>
        </p:spPr>
        <p:style>
          <a:lnRef idx="1">
            <a:schemeClr val="accent1"/>
          </a:lnRef>
          <a:fillRef idx="0">
            <a:schemeClr val="accent1"/>
          </a:fillRef>
          <a:effectRef idx="0">
            <a:schemeClr val="accent1"/>
          </a:effectRef>
          <a:fontRef idx="minor">
            <a:schemeClr val="tx1"/>
          </a:fontRef>
        </p:style>
      </p:cxnSp>
      <p:grpSp>
        <p:nvGrpSpPr>
          <p:cNvPr id="12" name="Groupe 11">
            <a:extLst>
              <a:ext uri="{FF2B5EF4-FFF2-40B4-BE49-F238E27FC236}">
                <a16:creationId xmlns:a16="http://schemas.microsoft.com/office/drawing/2014/main" id="{25152FA6-2A55-C861-67EC-483F2BD818F5}"/>
              </a:ext>
            </a:extLst>
          </p:cNvPr>
          <p:cNvGrpSpPr/>
          <p:nvPr/>
        </p:nvGrpSpPr>
        <p:grpSpPr>
          <a:xfrm>
            <a:off x="10154033" y="6030625"/>
            <a:ext cx="1666786" cy="429172"/>
            <a:chOff x="16741197" y="12092322"/>
            <a:chExt cx="2748460" cy="707737"/>
          </a:xfrm>
        </p:grpSpPr>
        <p:sp>
          <p:nvSpPr>
            <p:cNvPr id="13" name="Forme libre : forme 12">
              <a:extLst>
                <a:ext uri="{FF2B5EF4-FFF2-40B4-BE49-F238E27FC236}">
                  <a16:creationId xmlns:a16="http://schemas.microsoft.com/office/drawing/2014/main" id="{7D7B5A96-DB43-E651-E691-409F8843FAB2}"/>
                </a:ext>
              </a:extLst>
            </p:cNvPr>
            <p:cNvSpPr/>
            <p:nvPr/>
          </p:nvSpPr>
          <p:spPr>
            <a:xfrm>
              <a:off x="16741197" y="12156471"/>
              <a:ext cx="306824" cy="290434"/>
            </a:xfrm>
            <a:custGeom>
              <a:avLst/>
              <a:gdLst>
                <a:gd name="connsiteX0" fmla="*/ 153937 w 306824"/>
                <a:gd name="connsiteY0" fmla="*/ 0 h 290434"/>
                <a:gd name="connsiteX1" fmla="*/ 0 w 306824"/>
                <a:gd name="connsiteY1" fmla="*/ 145742 h 290434"/>
                <a:gd name="connsiteX2" fmla="*/ 152888 w 306824"/>
                <a:gd name="connsiteY2" fmla="*/ 290434 h 290434"/>
                <a:gd name="connsiteX3" fmla="*/ 306825 w 306824"/>
                <a:gd name="connsiteY3" fmla="*/ 144693 h 290434"/>
                <a:gd name="connsiteX4" fmla="*/ 153937 w 306824"/>
                <a:gd name="connsiteY4" fmla="*/ 0 h 290434"/>
                <a:gd name="connsiteX5" fmla="*/ 153937 w 306824"/>
                <a:gd name="connsiteY5" fmla="*/ 207794 h 290434"/>
                <a:gd name="connsiteX6" fmla="*/ 94936 w 306824"/>
                <a:gd name="connsiteY6" fmla="*/ 144693 h 290434"/>
                <a:gd name="connsiteX7" fmla="*/ 152888 w 306824"/>
                <a:gd name="connsiteY7" fmla="*/ 82641 h 290434"/>
                <a:gd name="connsiteX8" fmla="*/ 211889 w 306824"/>
                <a:gd name="connsiteY8" fmla="*/ 145742 h 290434"/>
                <a:gd name="connsiteX9" fmla="*/ 153937 w 306824"/>
                <a:gd name="connsiteY9" fmla="*/ 207794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24" h="290434">
                  <a:moveTo>
                    <a:pt x="153937" y="0"/>
                  </a:moveTo>
                  <a:cubicBezTo>
                    <a:pt x="64625" y="0"/>
                    <a:pt x="0" y="66723"/>
                    <a:pt x="0" y="145742"/>
                  </a:cubicBezTo>
                  <a:cubicBezTo>
                    <a:pt x="0" y="224760"/>
                    <a:pt x="64148" y="290434"/>
                    <a:pt x="152888" y="290434"/>
                  </a:cubicBezTo>
                  <a:cubicBezTo>
                    <a:pt x="241628" y="290434"/>
                    <a:pt x="306825" y="223712"/>
                    <a:pt x="306825" y="144693"/>
                  </a:cubicBezTo>
                  <a:cubicBezTo>
                    <a:pt x="306825" y="65674"/>
                    <a:pt x="242677" y="0"/>
                    <a:pt x="153937" y="0"/>
                  </a:cubicBezTo>
                  <a:moveTo>
                    <a:pt x="153937" y="207794"/>
                  </a:moveTo>
                  <a:cubicBezTo>
                    <a:pt x="119527" y="207794"/>
                    <a:pt x="94936" y="178531"/>
                    <a:pt x="94936" y="144693"/>
                  </a:cubicBezTo>
                  <a:cubicBezTo>
                    <a:pt x="94936" y="110855"/>
                    <a:pt x="117526" y="82641"/>
                    <a:pt x="152888" y="82641"/>
                  </a:cubicBezTo>
                  <a:cubicBezTo>
                    <a:pt x="188251" y="82641"/>
                    <a:pt x="211889" y="111904"/>
                    <a:pt x="211889" y="145742"/>
                  </a:cubicBezTo>
                  <a:cubicBezTo>
                    <a:pt x="211889" y="179579"/>
                    <a:pt x="189299" y="207794"/>
                    <a:pt x="153937" y="207794"/>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5" name="Forme libre : forme 14">
              <a:extLst>
                <a:ext uri="{FF2B5EF4-FFF2-40B4-BE49-F238E27FC236}">
                  <a16:creationId xmlns:a16="http://schemas.microsoft.com/office/drawing/2014/main" id="{366F80CD-98AC-828E-04AD-E9BEF234FABF}"/>
                </a:ext>
              </a:extLst>
            </p:cNvPr>
            <p:cNvSpPr/>
            <p:nvPr/>
          </p:nvSpPr>
          <p:spPr>
            <a:xfrm>
              <a:off x="17978314" y="12156471"/>
              <a:ext cx="306824" cy="290434"/>
            </a:xfrm>
            <a:custGeom>
              <a:avLst/>
              <a:gdLst>
                <a:gd name="connsiteX0" fmla="*/ 153937 w 306824"/>
                <a:gd name="connsiteY0" fmla="*/ 0 h 290434"/>
                <a:gd name="connsiteX1" fmla="*/ 0 w 306824"/>
                <a:gd name="connsiteY1" fmla="*/ 145742 h 290434"/>
                <a:gd name="connsiteX2" fmla="*/ 152888 w 306824"/>
                <a:gd name="connsiteY2" fmla="*/ 290434 h 290434"/>
                <a:gd name="connsiteX3" fmla="*/ 306825 w 306824"/>
                <a:gd name="connsiteY3" fmla="*/ 144693 h 290434"/>
                <a:gd name="connsiteX4" fmla="*/ 153937 w 306824"/>
                <a:gd name="connsiteY4" fmla="*/ 0 h 290434"/>
                <a:gd name="connsiteX5" fmla="*/ 153937 w 306824"/>
                <a:gd name="connsiteY5" fmla="*/ 207794 h 290434"/>
                <a:gd name="connsiteX6" fmla="*/ 94936 w 306824"/>
                <a:gd name="connsiteY6" fmla="*/ 144693 h 290434"/>
                <a:gd name="connsiteX7" fmla="*/ 152888 w 306824"/>
                <a:gd name="connsiteY7" fmla="*/ 82641 h 290434"/>
                <a:gd name="connsiteX8" fmla="*/ 211889 w 306824"/>
                <a:gd name="connsiteY8" fmla="*/ 145742 h 290434"/>
                <a:gd name="connsiteX9" fmla="*/ 153937 w 306824"/>
                <a:gd name="connsiteY9" fmla="*/ 207794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24" h="290434">
                  <a:moveTo>
                    <a:pt x="153937" y="0"/>
                  </a:moveTo>
                  <a:cubicBezTo>
                    <a:pt x="64625" y="0"/>
                    <a:pt x="0" y="66723"/>
                    <a:pt x="0" y="145742"/>
                  </a:cubicBezTo>
                  <a:cubicBezTo>
                    <a:pt x="0" y="224760"/>
                    <a:pt x="64148" y="290434"/>
                    <a:pt x="152888" y="290434"/>
                  </a:cubicBezTo>
                  <a:cubicBezTo>
                    <a:pt x="241628" y="290434"/>
                    <a:pt x="306825" y="223712"/>
                    <a:pt x="306825" y="144693"/>
                  </a:cubicBezTo>
                  <a:cubicBezTo>
                    <a:pt x="306825" y="65674"/>
                    <a:pt x="242677" y="0"/>
                    <a:pt x="153937" y="0"/>
                  </a:cubicBezTo>
                  <a:moveTo>
                    <a:pt x="153937" y="207794"/>
                  </a:moveTo>
                  <a:cubicBezTo>
                    <a:pt x="119527" y="207794"/>
                    <a:pt x="94936" y="178531"/>
                    <a:pt x="94936" y="144693"/>
                  </a:cubicBezTo>
                  <a:cubicBezTo>
                    <a:pt x="94936" y="110855"/>
                    <a:pt x="117526" y="82641"/>
                    <a:pt x="152888" y="82641"/>
                  </a:cubicBezTo>
                  <a:cubicBezTo>
                    <a:pt x="188251" y="82641"/>
                    <a:pt x="211889" y="111904"/>
                    <a:pt x="211889" y="145742"/>
                  </a:cubicBezTo>
                  <a:cubicBezTo>
                    <a:pt x="211889" y="179579"/>
                    <a:pt x="189299" y="207794"/>
                    <a:pt x="153937" y="207794"/>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6" name="Forme libre : forme 15">
              <a:extLst>
                <a:ext uri="{FF2B5EF4-FFF2-40B4-BE49-F238E27FC236}">
                  <a16:creationId xmlns:a16="http://schemas.microsoft.com/office/drawing/2014/main" id="{A2BD2CE6-AB43-4240-9CAE-AF0A829D5343}"/>
                </a:ext>
              </a:extLst>
            </p:cNvPr>
            <p:cNvSpPr/>
            <p:nvPr/>
          </p:nvSpPr>
          <p:spPr>
            <a:xfrm>
              <a:off x="17068610" y="12156471"/>
              <a:ext cx="275084" cy="283762"/>
            </a:xfrm>
            <a:custGeom>
              <a:avLst/>
              <a:gdLst>
                <a:gd name="connsiteX0" fmla="*/ 0 w 275084"/>
                <a:gd name="connsiteY0" fmla="*/ 6196 h 283762"/>
                <a:gd name="connsiteX1" fmla="*/ 97509 w 275084"/>
                <a:gd name="connsiteY1" fmla="*/ 6196 h 283762"/>
                <a:gd name="connsiteX2" fmla="*/ 97509 w 275084"/>
                <a:gd name="connsiteY2" fmla="*/ 45181 h 283762"/>
                <a:gd name="connsiteX3" fmla="*/ 180625 w 275084"/>
                <a:gd name="connsiteY3" fmla="*/ 0 h 283762"/>
                <a:gd name="connsiteX4" fmla="*/ 275084 w 275084"/>
                <a:gd name="connsiteY4" fmla="*/ 102086 h 283762"/>
                <a:gd name="connsiteX5" fmla="*/ 275084 w 275084"/>
                <a:gd name="connsiteY5" fmla="*/ 283762 h 283762"/>
                <a:gd name="connsiteX6" fmla="*/ 177575 w 275084"/>
                <a:gd name="connsiteY6" fmla="*/ 283762 h 283762"/>
                <a:gd name="connsiteX7" fmla="*/ 177575 w 275084"/>
                <a:gd name="connsiteY7" fmla="*/ 133445 h 283762"/>
                <a:gd name="connsiteX8" fmla="*/ 138591 w 275084"/>
                <a:gd name="connsiteY8" fmla="*/ 86740 h 283762"/>
                <a:gd name="connsiteX9" fmla="*/ 97509 w 275084"/>
                <a:gd name="connsiteY9" fmla="*/ 133445 h 283762"/>
                <a:gd name="connsiteX10" fmla="*/ 97509 w 275084"/>
                <a:gd name="connsiteY10" fmla="*/ 283762 h 283762"/>
                <a:gd name="connsiteX11" fmla="*/ 0 w 275084"/>
                <a:gd name="connsiteY11" fmla="*/ 283762 h 283762"/>
                <a:gd name="connsiteX12" fmla="*/ 0 w 275084"/>
                <a:gd name="connsiteY12" fmla="*/ 6196 h 28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084" h="283762">
                  <a:moveTo>
                    <a:pt x="0" y="6196"/>
                  </a:moveTo>
                  <a:lnTo>
                    <a:pt x="97509" y="6196"/>
                  </a:lnTo>
                  <a:lnTo>
                    <a:pt x="97509" y="45181"/>
                  </a:lnTo>
                  <a:cubicBezTo>
                    <a:pt x="115429" y="22114"/>
                    <a:pt x="141164" y="0"/>
                    <a:pt x="180625" y="0"/>
                  </a:cubicBezTo>
                  <a:cubicBezTo>
                    <a:pt x="239627" y="0"/>
                    <a:pt x="275084" y="38985"/>
                    <a:pt x="275084" y="102086"/>
                  </a:cubicBezTo>
                  <a:lnTo>
                    <a:pt x="275084" y="283762"/>
                  </a:lnTo>
                  <a:lnTo>
                    <a:pt x="177575" y="283762"/>
                  </a:lnTo>
                  <a:lnTo>
                    <a:pt x="177575" y="133445"/>
                  </a:lnTo>
                  <a:cubicBezTo>
                    <a:pt x="177575" y="103134"/>
                    <a:pt x="161657" y="86740"/>
                    <a:pt x="138591" y="86740"/>
                  </a:cubicBezTo>
                  <a:cubicBezTo>
                    <a:pt x="115524" y="86740"/>
                    <a:pt x="97509" y="103134"/>
                    <a:pt x="97509" y="133445"/>
                  </a:cubicBezTo>
                  <a:lnTo>
                    <a:pt x="97509" y="283762"/>
                  </a:lnTo>
                  <a:lnTo>
                    <a:pt x="0" y="283762"/>
                  </a:lnTo>
                  <a:lnTo>
                    <a:pt x="0" y="6196"/>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8" name="Forme libre : forme 17">
              <a:extLst>
                <a:ext uri="{FF2B5EF4-FFF2-40B4-BE49-F238E27FC236}">
                  <a16:creationId xmlns:a16="http://schemas.microsoft.com/office/drawing/2014/main" id="{AFCEB5EE-F2F9-A38A-0F15-0DFFDC6E3A0B}"/>
                </a:ext>
              </a:extLst>
            </p:cNvPr>
            <p:cNvSpPr/>
            <p:nvPr/>
          </p:nvSpPr>
          <p:spPr>
            <a:xfrm>
              <a:off x="17362090" y="12156567"/>
              <a:ext cx="280136" cy="290434"/>
            </a:xfrm>
            <a:custGeom>
              <a:avLst/>
              <a:gdLst>
                <a:gd name="connsiteX0" fmla="*/ 280136 w 280136"/>
                <a:gd name="connsiteY0" fmla="*/ 151842 h 290434"/>
                <a:gd name="connsiteX1" fmla="*/ 140116 w 280136"/>
                <a:gd name="connsiteY1" fmla="*/ 0 h 290434"/>
                <a:gd name="connsiteX2" fmla="*/ 0 w 280136"/>
                <a:gd name="connsiteY2" fmla="*/ 145742 h 290434"/>
                <a:gd name="connsiteX3" fmla="*/ 148790 w 280136"/>
                <a:gd name="connsiteY3" fmla="*/ 290434 h 290434"/>
                <a:gd name="connsiteX4" fmla="*/ 269365 w 280136"/>
                <a:gd name="connsiteY4" fmla="*/ 234006 h 290434"/>
                <a:gd name="connsiteX5" fmla="*/ 215511 w 280136"/>
                <a:gd name="connsiteY5" fmla="*/ 189302 h 290434"/>
                <a:gd name="connsiteX6" fmla="*/ 153937 w 280136"/>
                <a:gd name="connsiteY6" fmla="*/ 217516 h 290434"/>
                <a:gd name="connsiteX7" fmla="*/ 93887 w 280136"/>
                <a:gd name="connsiteY7" fmla="*/ 171859 h 290434"/>
                <a:gd name="connsiteX8" fmla="*/ 279660 w 280136"/>
                <a:gd name="connsiteY8" fmla="*/ 171859 h 290434"/>
                <a:gd name="connsiteX9" fmla="*/ 280136 w 280136"/>
                <a:gd name="connsiteY9" fmla="*/ 151842 h 290434"/>
                <a:gd name="connsiteX10" fmla="*/ 92362 w 280136"/>
                <a:gd name="connsiteY10" fmla="*/ 122103 h 290434"/>
                <a:gd name="connsiteX11" fmla="*/ 140592 w 280136"/>
                <a:gd name="connsiteY11" fmla="*/ 71870 h 290434"/>
                <a:gd name="connsiteX12" fmla="*/ 188823 w 280136"/>
                <a:gd name="connsiteY12" fmla="*/ 122103 h 290434"/>
                <a:gd name="connsiteX13" fmla="*/ 92362 w 280136"/>
                <a:gd name="connsiteY13" fmla="*/ 122103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0136" h="290434">
                  <a:moveTo>
                    <a:pt x="280136" y="151842"/>
                  </a:moveTo>
                  <a:cubicBezTo>
                    <a:pt x="280136" y="70249"/>
                    <a:pt x="236005" y="0"/>
                    <a:pt x="140116" y="0"/>
                  </a:cubicBezTo>
                  <a:cubicBezTo>
                    <a:pt x="58048" y="0"/>
                    <a:pt x="0" y="64626"/>
                    <a:pt x="0" y="145742"/>
                  </a:cubicBezTo>
                  <a:cubicBezTo>
                    <a:pt x="0" y="231909"/>
                    <a:pt x="61575" y="290434"/>
                    <a:pt x="148790" y="290434"/>
                  </a:cubicBezTo>
                  <a:cubicBezTo>
                    <a:pt x="204169" y="290434"/>
                    <a:pt x="242677" y="267844"/>
                    <a:pt x="269365" y="234006"/>
                  </a:cubicBezTo>
                  <a:lnTo>
                    <a:pt x="215511" y="189302"/>
                  </a:lnTo>
                  <a:cubicBezTo>
                    <a:pt x="195495" y="208842"/>
                    <a:pt x="177003" y="217516"/>
                    <a:pt x="153937" y="217516"/>
                  </a:cubicBezTo>
                  <a:cubicBezTo>
                    <a:pt x="123626" y="217516"/>
                    <a:pt x="101608" y="202170"/>
                    <a:pt x="93887" y="171859"/>
                  </a:cubicBezTo>
                  <a:lnTo>
                    <a:pt x="279660" y="171859"/>
                  </a:lnTo>
                  <a:cubicBezTo>
                    <a:pt x="280136" y="165186"/>
                    <a:pt x="280136" y="158037"/>
                    <a:pt x="280136" y="151842"/>
                  </a:cubicBezTo>
                  <a:moveTo>
                    <a:pt x="92362" y="122103"/>
                  </a:moveTo>
                  <a:cubicBezTo>
                    <a:pt x="97509" y="91791"/>
                    <a:pt x="114952" y="71870"/>
                    <a:pt x="140592" y="71870"/>
                  </a:cubicBezTo>
                  <a:cubicBezTo>
                    <a:pt x="166233" y="71870"/>
                    <a:pt x="185201" y="91315"/>
                    <a:pt x="188823" y="122103"/>
                  </a:cubicBezTo>
                  <a:lnTo>
                    <a:pt x="92362" y="122103"/>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9" name="Forme libre : forme 18">
              <a:extLst>
                <a:ext uri="{FF2B5EF4-FFF2-40B4-BE49-F238E27FC236}">
                  <a16:creationId xmlns:a16="http://schemas.microsoft.com/office/drawing/2014/main" id="{112D8CF8-B5A0-E638-2E42-DB4D9DE726CD}"/>
                </a:ext>
              </a:extLst>
            </p:cNvPr>
            <p:cNvSpPr/>
            <p:nvPr/>
          </p:nvSpPr>
          <p:spPr>
            <a:xfrm>
              <a:off x="17663196" y="12156376"/>
              <a:ext cx="304727" cy="365926"/>
            </a:xfrm>
            <a:custGeom>
              <a:avLst/>
              <a:gdLst>
                <a:gd name="connsiteX0" fmla="*/ 181674 w 304727"/>
                <a:gd name="connsiteY0" fmla="*/ 95 h 365926"/>
                <a:gd name="connsiteX1" fmla="*/ 97509 w 304727"/>
                <a:gd name="connsiteY1" fmla="*/ 43179 h 365926"/>
                <a:gd name="connsiteX2" fmla="*/ 97509 w 304727"/>
                <a:gd name="connsiteY2" fmla="*/ 6196 h 365926"/>
                <a:gd name="connsiteX3" fmla="*/ 0 w 304727"/>
                <a:gd name="connsiteY3" fmla="*/ 6196 h 365926"/>
                <a:gd name="connsiteX4" fmla="*/ 0 w 304727"/>
                <a:gd name="connsiteY4" fmla="*/ 365926 h 365926"/>
                <a:gd name="connsiteX5" fmla="*/ 97509 w 304727"/>
                <a:gd name="connsiteY5" fmla="*/ 365926 h 365926"/>
                <a:gd name="connsiteX6" fmla="*/ 97509 w 304727"/>
                <a:gd name="connsiteY6" fmla="*/ 249924 h 365926"/>
                <a:gd name="connsiteX7" fmla="*/ 182150 w 304727"/>
                <a:gd name="connsiteY7" fmla="*/ 289958 h 365926"/>
                <a:gd name="connsiteX8" fmla="*/ 304728 w 304727"/>
                <a:gd name="connsiteY8" fmla="*/ 144216 h 365926"/>
                <a:gd name="connsiteX9" fmla="*/ 181579 w 304727"/>
                <a:gd name="connsiteY9" fmla="*/ 0 h 365926"/>
                <a:gd name="connsiteX10" fmla="*/ 151840 w 304727"/>
                <a:gd name="connsiteY10" fmla="*/ 208365 h 365926"/>
                <a:gd name="connsiteX11" fmla="*/ 95412 w 304727"/>
                <a:gd name="connsiteY11" fmla="*/ 144693 h 365926"/>
                <a:gd name="connsiteX12" fmla="*/ 151840 w 304727"/>
                <a:gd name="connsiteY12" fmla="*/ 81592 h 365926"/>
                <a:gd name="connsiteX13" fmla="*/ 208839 w 304727"/>
                <a:gd name="connsiteY13" fmla="*/ 144693 h 365926"/>
                <a:gd name="connsiteX14" fmla="*/ 151840 w 304727"/>
                <a:gd name="connsiteY14" fmla="*/ 208365 h 36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4727" h="365926">
                  <a:moveTo>
                    <a:pt x="181674" y="95"/>
                  </a:moveTo>
                  <a:cubicBezTo>
                    <a:pt x="140116" y="95"/>
                    <a:pt x="116477" y="20112"/>
                    <a:pt x="97509" y="43179"/>
                  </a:cubicBezTo>
                  <a:lnTo>
                    <a:pt x="97509" y="6196"/>
                  </a:lnTo>
                  <a:lnTo>
                    <a:pt x="0" y="6196"/>
                  </a:lnTo>
                  <a:lnTo>
                    <a:pt x="0" y="365926"/>
                  </a:lnTo>
                  <a:lnTo>
                    <a:pt x="97509" y="365926"/>
                  </a:lnTo>
                  <a:lnTo>
                    <a:pt x="97509" y="249924"/>
                  </a:lnTo>
                  <a:cubicBezTo>
                    <a:pt x="115429" y="270990"/>
                    <a:pt x="140116" y="289958"/>
                    <a:pt x="182150" y="289958"/>
                  </a:cubicBezTo>
                  <a:cubicBezTo>
                    <a:pt x="247824" y="289958"/>
                    <a:pt x="304728" y="234578"/>
                    <a:pt x="304728" y="144216"/>
                  </a:cubicBezTo>
                  <a:cubicBezTo>
                    <a:pt x="304728" y="53855"/>
                    <a:pt x="247729" y="0"/>
                    <a:pt x="181579" y="0"/>
                  </a:cubicBezTo>
                  <a:moveTo>
                    <a:pt x="151840" y="208365"/>
                  </a:moveTo>
                  <a:cubicBezTo>
                    <a:pt x="120576" y="208365"/>
                    <a:pt x="95412" y="181677"/>
                    <a:pt x="95412" y="144693"/>
                  </a:cubicBezTo>
                  <a:cubicBezTo>
                    <a:pt x="95412" y="107710"/>
                    <a:pt x="120576" y="81592"/>
                    <a:pt x="151840" y="81592"/>
                  </a:cubicBezTo>
                  <a:cubicBezTo>
                    <a:pt x="183104" y="81592"/>
                    <a:pt x="208839" y="108281"/>
                    <a:pt x="208839" y="144693"/>
                  </a:cubicBezTo>
                  <a:cubicBezTo>
                    <a:pt x="208839" y="181105"/>
                    <a:pt x="183676" y="208365"/>
                    <a:pt x="151840" y="208365"/>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20" name="Forme libre : forme 19">
              <a:extLst>
                <a:ext uri="{FF2B5EF4-FFF2-40B4-BE49-F238E27FC236}">
                  <a16:creationId xmlns:a16="http://schemas.microsoft.com/office/drawing/2014/main" id="{F134DBA4-1E94-2917-9D7C-E3B87769B48B}"/>
                </a:ext>
              </a:extLst>
            </p:cNvPr>
            <p:cNvSpPr/>
            <p:nvPr/>
          </p:nvSpPr>
          <p:spPr>
            <a:xfrm>
              <a:off x="18307729" y="12162667"/>
              <a:ext cx="97509" cy="277566"/>
            </a:xfrm>
            <a:custGeom>
              <a:avLst/>
              <a:gdLst>
                <a:gd name="connsiteX0" fmla="*/ 0 w 97509"/>
                <a:gd name="connsiteY0" fmla="*/ 0 h 277566"/>
                <a:gd name="connsiteX1" fmla="*/ 97509 w 97509"/>
                <a:gd name="connsiteY1" fmla="*/ 0 h 277566"/>
                <a:gd name="connsiteX2" fmla="*/ 97509 w 97509"/>
                <a:gd name="connsiteY2" fmla="*/ 277567 h 277566"/>
                <a:gd name="connsiteX3" fmla="*/ 0 w 97509"/>
                <a:gd name="connsiteY3" fmla="*/ 277567 h 277566"/>
              </a:gdLst>
              <a:ahLst/>
              <a:cxnLst>
                <a:cxn ang="0">
                  <a:pos x="connsiteX0" y="connsiteY0"/>
                </a:cxn>
                <a:cxn ang="0">
                  <a:pos x="connsiteX1" y="connsiteY1"/>
                </a:cxn>
                <a:cxn ang="0">
                  <a:pos x="connsiteX2" y="connsiteY2"/>
                </a:cxn>
                <a:cxn ang="0">
                  <a:pos x="connsiteX3" y="connsiteY3"/>
                </a:cxn>
              </a:cxnLst>
              <a:rect l="l" t="t" r="r" b="b"/>
              <a:pathLst>
                <a:path w="97509" h="277566">
                  <a:moveTo>
                    <a:pt x="0" y="0"/>
                  </a:moveTo>
                  <a:lnTo>
                    <a:pt x="97509" y="0"/>
                  </a:lnTo>
                  <a:lnTo>
                    <a:pt x="97509" y="277567"/>
                  </a:lnTo>
                  <a:lnTo>
                    <a:pt x="0" y="277567"/>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21" name="Forme libre : forme 20">
              <a:extLst>
                <a:ext uri="{FF2B5EF4-FFF2-40B4-BE49-F238E27FC236}">
                  <a16:creationId xmlns:a16="http://schemas.microsoft.com/office/drawing/2014/main" id="{AB6B16D0-E9BC-5358-DAAB-13115773DC82}"/>
                </a:ext>
              </a:extLst>
            </p:cNvPr>
            <p:cNvSpPr/>
            <p:nvPr/>
          </p:nvSpPr>
          <p:spPr>
            <a:xfrm>
              <a:off x="18439075" y="12156471"/>
              <a:ext cx="275084" cy="283762"/>
            </a:xfrm>
            <a:custGeom>
              <a:avLst/>
              <a:gdLst>
                <a:gd name="connsiteX0" fmla="*/ 0 w 275084"/>
                <a:gd name="connsiteY0" fmla="*/ 6196 h 283762"/>
                <a:gd name="connsiteX1" fmla="*/ 97509 w 275084"/>
                <a:gd name="connsiteY1" fmla="*/ 6196 h 283762"/>
                <a:gd name="connsiteX2" fmla="*/ 97509 w 275084"/>
                <a:gd name="connsiteY2" fmla="*/ 45181 h 283762"/>
                <a:gd name="connsiteX3" fmla="*/ 180625 w 275084"/>
                <a:gd name="connsiteY3" fmla="*/ 0 h 283762"/>
                <a:gd name="connsiteX4" fmla="*/ 275084 w 275084"/>
                <a:gd name="connsiteY4" fmla="*/ 102086 h 283762"/>
                <a:gd name="connsiteX5" fmla="*/ 275084 w 275084"/>
                <a:gd name="connsiteY5" fmla="*/ 283762 h 283762"/>
                <a:gd name="connsiteX6" fmla="*/ 177575 w 275084"/>
                <a:gd name="connsiteY6" fmla="*/ 283762 h 283762"/>
                <a:gd name="connsiteX7" fmla="*/ 177575 w 275084"/>
                <a:gd name="connsiteY7" fmla="*/ 133445 h 283762"/>
                <a:gd name="connsiteX8" fmla="*/ 138591 w 275084"/>
                <a:gd name="connsiteY8" fmla="*/ 86740 h 283762"/>
                <a:gd name="connsiteX9" fmla="*/ 97509 w 275084"/>
                <a:gd name="connsiteY9" fmla="*/ 133445 h 283762"/>
                <a:gd name="connsiteX10" fmla="*/ 97509 w 275084"/>
                <a:gd name="connsiteY10" fmla="*/ 283762 h 283762"/>
                <a:gd name="connsiteX11" fmla="*/ 0 w 275084"/>
                <a:gd name="connsiteY11" fmla="*/ 283762 h 283762"/>
                <a:gd name="connsiteX12" fmla="*/ 0 w 275084"/>
                <a:gd name="connsiteY12" fmla="*/ 6196 h 28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084" h="283762">
                  <a:moveTo>
                    <a:pt x="0" y="6196"/>
                  </a:moveTo>
                  <a:lnTo>
                    <a:pt x="97509" y="6196"/>
                  </a:lnTo>
                  <a:lnTo>
                    <a:pt x="97509" y="45181"/>
                  </a:lnTo>
                  <a:cubicBezTo>
                    <a:pt x="115429" y="22114"/>
                    <a:pt x="141164" y="0"/>
                    <a:pt x="180625" y="0"/>
                  </a:cubicBezTo>
                  <a:cubicBezTo>
                    <a:pt x="239627" y="0"/>
                    <a:pt x="275084" y="38985"/>
                    <a:pt x="275084" y="102086"/>
                  </a:cubicBezTo>
                  <a:lnTo>
                    <a:pt x="275084" y="283762"/>
                  </a:lnTo>
                  <a:lnTo>
                    <a:pt x="177575" y="283762"/>
                  </a:lnTo>
                  <a:lnTo>
                    <a:pt x="177575" y="133445"/>
                  </a:lnTo>
                  <a:cubicBezTo>
                    <a:pt x="177575" y="103134"/>
                    <a:pt x="161657" y="86740"/>
                    <a:pt x="138591" y="86740"/>
                  </a:cubicBezTo>
                  <a:cubicBezTo>
                    <a:pt x="115524" y="86740"/>
                    <a:pt x="97509" y="103134"/>
                    <a:pt x="97509" y="133445"/>
                  </a:cubicBezTo>
                  <a:lnTo>
                    <a:pt x="97509" y="283762"/>
                  </a:lnTo>
                  <a:lnTo>
                    <a:pt x="0" y="283762"/>
                  </a:lnTo>
                  <a:lnTo>
                    <a:pt x="0" y="6196"/>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23" name="Forme libre : forme 22">
              <a:extLst>
                <a:ext uri="{FF2B5EF4-FFF2-40B4-BE49-F238E27FC236}">
                  <a16:creationId xmlns:a16="http://schemas.microsoft.com/office/drawing/2014/main" id="{E76ACDBD-9431-1E36-FBFD-2A4DB7F1C3E2}"/>
                </a:ext>
              </a:extLst>
            </p:cNvPr>
            <p:cNvSpPr/>
            <p:nvPr/>
          </p:nvSpPr>
          <p:spPr>
            <a:xfrm>
              <a:off x="18730268" y="12092322"/>
              <a:ext cx="194923" cy="347911"/>
            </a:xfrm>
            <a:custGeom>
              <a:avLst/>
              <a:gdLst>
                <a:gd name="connsiteX0" fmla="*/ 32789 w 194923"/>
                <a:gd name="connsiteY0" fmla="*/ 347911 h 347911"/>
                <a:gd name="connsiteX1" fmla="*/ 32789 w 194923"/>
                <a:gd name="connsiteY1" fmla="*/ 148887 h 347911"/>
                <a:gd name="connsiteX2" fmla="*/ 0 w 194923"/>
                <a:gd name="connsiteY2" fmla="*/ 148887 h 347911"/>
                <a:gd name="connsiteX3" fmla="*/ 0 w 194923"/>
                <a:gd name="connsiteY3" fmla="*/ 70345 h 347911"/>
                <a:gd name="connsiteX4" fmla="*/ 32789 w 194923"/>
                <a:gd name="connsiteY4" fmla="*/ 70345 h 347911"/>
                <a:gd name="connsiteX5" fmla="*/ 32789 w 194923"/>
                <a:gd name="connsiteY5" fmla="*/ 0 h 347911"/>
                <a:gd name="connsiteX6" fmla="*/ 130298 w 194923"/>
                <a:gd name="connsiteY6" fmla="*/ 0 h 347911"/>
                <a:gd name="connsiteX7" fmla="*/ 130298 w 194923"/>
                <a:gd name="connsiteY7" fmla="*/ 70345 h 347911"/>
                <a:gd name="connsiteX8" fmla="*/ 194923 w 194923"/>
                <a:gd name="connsiteY8" fmla="*/ 70345 h 347911"/>
                <a:gd name="connsiteX9" fmla="*/ 194923 w 194923"/>
                <a:gd name="connsiteY9" fmla="*/ 148887 h 347911"/>
                <a:gd name="connsiteX10" fmla="*/ 130298 w 194923"/>
                <a:gd name="connsiteY10" fmla="*/ 148887 h 347911"/>
                <a:gd name="connsiteX11" fmla="*/ 130298 w 194923"/>
                <a:gd name="connsiteY11" fmla="*/ 347911 h 347911"/>
                <a:gd name="connsiteX12" fmla="*/ 32789 w 194923"/>
                <a:gd name="connsiteY12" fmla="*/ 347911 h 34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923" h="347911">
                  <a:moveTo>
                    <a:pt x="32789" y="347911"/>
                  </a:moveTo>
                  <a:lnTo>
                    <a:pt x="32789" y="148887"/>
                  </a:lnTo>
                  <a:lnTo>
                    <a:pt x="0" y="148887"/>
                  </a:lnTo>
                  <a:lnTo>
                    <a:pt x="0" y="70345"/>
                  </a:lnTo>
                  <a:lnTo>
                    <a:pt x="32789" y="70345"/>
                  </a:lnTo>
                  <a:lnTo>
                    <a:pt x="32789" y="0"/>
                  </a:lnTo>
                  <a:lnTo>
                    <a:pt x="130298" y="0"/>
                  </a:lnTo>
                  <a:lnTo>
                    <a:pt x="130298" y="70345"/>
                  </a:lnTo>
                  <a:lnTo>
                    <a:pt x="194923" y="70345"/>
                  </a:lnTo>
                  <a:lnTo>
                    <a:pt x="194923" y="148887"/>
                  </a:lnTo>
                  <a:lnTo>
                    <a:pt x="130298" y="148887"/>
                  </a:lnTo>
                  <a:lnTo>
                    <a:pt x="130298" y="347911"/>
                  </a:lnTo>
                  <a:lnTo>
                    <a:pt x="32789" y="347911"/>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24" name="Forme libre : forme 23">
              <a:extLst>
                <a:ext uri="{FF2B5EF4-FFF2-40B4-BE49-F238E27FC236}">
                  <a16:creationId xmlns:a16="http://schemas.microsoft.com/office/drawing/2014/main" id="{1032B615-7303-3156-2973-87DBE79F6E52}"/>
                </a:ext>
              </a:extLst>
            </p:cNvPr>
            <p:cNvSpPr/>
            <p:nvPr/>
          </p:nvSpPr>
          <p:spPr>
            <a:xfrm>
              <a:off x="18903173" y="12327758"/>
              <a:ext cx="119146" cy="119147"/>
            </a:xfrm>
            <a:custGeom>
              <a:avLst/>
              <a:gdLst>
                <a:gd name="connsiteX0" fmla="*/ 119146 w 119146"/>
                <a:gd name="connsiteY0" fmla="*/ 59574 h 119147"/>
                <a:gd name="connsiteX1" fmla="*/ 59573 w 119146"/>
                <a:gd name="connsiteY1" fmla="*/ 119148 h 119147"/>
                <a:gd name="connsiteX2" fmla="*/ 0 w 119146"/>
                <a:gd name="connsiteY2" fmla="*/ 59574 h 119147"/>
                <a:gd name="connsiteX3" fmla="*/ 59573 w 119146"/>
                <a:gd name="connsiteY3" fmla="*/ 0 h 119147"/>
                <a:gd name="connsiteX4" fmla="*/ 119146 w 119146"/>
                <a:gd name="connsiteY4" fmla="*/ 59574 h 11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46" h="119147">
                  <a:moveTo>
                    <a:pt x="119146" y="59574"/>
                  </a:moveTo>
                  <a:cubicBezTo>
                    <a:pt x="119146" y="92459"/>
                    <a:pt x="92457" y="119148"/>
                    <a:pt x="59573" y="119148"/>
                  </a:cubicBezTo>
                  <a:cubicBezTo>
                    <a:pt x="26689" y="119148"/>
                    <a:pt x="0" y="92459"/>
                    <a:pt x="0" y="59574"/>
                  </a:cubicBezTo>
                  <a:cubicBezTo>
                    <a:pt x="0" y="26689"/>
                    <a:pt x="26689" y="0"/>
                    <a:pt x="59573" y="0"/>
                  </a:cubicBezTo>
                  <a:cubicBezTo>
                    <a:pt x="92457" y="0"/>
                    <a:pt x="119146" y="26689"/>
                    <a:pt x="119146" y="59574"/>
                  </a:cubicBezTo>
                </a:path>
              </a:pathLst>
            </a:custGeom>
            <a:solidFill>
              <a:srgbClr val="00A2DF"/>
            </a:solidFill>
            <a:ln w="9525" cap="flat">
              <a:noFill/>
              <a:prstDash val="solid"/>
              <a:miter/>
            </a:ln>
          </p:spPr>
          <p:txBody>
            <a:bodyPr rtlCol="0" anchor="ctr"/>
            <a:lstStyle/>
            <a:p>
              <a:endParaRPr lang="fr-FR" sz="1092"/>
            </a:p>
          </p:txBody>
        </p:sp>
        <p:sp>
          <p:nvSpPr>
            <p:cNvPr id="27" name="Forme libre : forme 26">
              <a:extLst>
                <a:ext uri="{FF2B5EF4-FFF2-40B4-BE49-F238E27FC236}">
                  <a16:creationId xmlns:a16="http://schemas.microsoft.com/office/drawing/2014/main" id="{D0AD15AE-49DB-9725-DE25-C6492EE9E98F}"/>
                </a:ext>
              </a:extLst>
            </p:cNvPr>
            <p:cNvSpPr/>
            <p:nvPr/>
          </p:nvSpPr>
          <p:spPr>
            <a:xfrm>
              <a:off x="17661767" y="12603990"/>
              <a:ext cx="110662" cy="146122"/>
            </a:xfrm>
            <a:custGeom>
              <a:avLst/>
              <a:gdLst>
                <a:gd name="connsiteX0" fmla="*/ 87024 w 110662"/>
                <a:gd name="connsiteY0" fmla="*/ 42226 h 146122"/>
                <a:gd name="connsiteX1" fmla="*/ 104372 w 110662"/>
                <a:gd name="connsiteY1" fmla="*/ 61385 h 146122"/>
                <a:gd name="connsiteX2" fmla="*/ 110663 w 110662"/>
                <a:gd name="connsiteY2" fmla="*/ 90743 h 146122"/>
                <a:gd name="connsiteX3" fmla="*/ 104372 w 110662"/>
                <a:gd name="connsiteY3" fmla="*/ 120291 h 146122"/>
                <a:gd name="connsiteX4" fmla="*/ 87024 w 110662"/>
                <a:gd name="connsiteY4" fmla="*/ 139451 h 146122"/>
                <a:gd name="connsiteX5" fmla="*/ 61861 w 110662"/>
                <a:gd name="connsiteY5" fmla="*/ 146123 h 146122"/>
                <a:gd name="connsiteX6" fmla="*/ 36792 w 110662"/>
                <a:gd name="connsiteY6" fmla="*/ 138879 h 146122"/>
                <a:gd name="connsiteX7" fmla="*/ 22304 w 110662"/>
                <a:gd name="connsiteY7" fmla="*/ 119720 h 146122"/>
                <a:gd name="connsiteX8" fmla="*/ 22304 w 110662"/>
                <a:gd name="connsiteY8" fmla="*/ 144788 h 146122"/>
                <a:gd name="connsiteX9" fmla="*/ 0 w 110662"/>
                <a:gd name="connsiteY9" fmla="*/ 144788 h 146122"/>
                <a:gd name="connsiteX10" fmla="*/ 0 w 110662"/>
                <a:gd name="connsiteY10" fmla="*/ 0 h 146122"/>
                <a:gd name="connsiteX11" fmla="*/ 22304 w 110662"/>
                <a:gd name="connsiteY11" fmla="*/ 0 h 146122"/>
                <a:gd name="connsiteX12" fmla="*/ 22304 w 110662"/>
                <a:gd name="connsiteY12" fmla="*/ 62052 h 146122"/>
                <a:gd name="connsiteX13" fmla="*/ 36792 w 110662"/>
                <a:gd name="connsiteY13" fmla="*/ 42893 h 146122"/>
                <a:gd name="connsiteX14" fmla="*/ 61861 w 110662"/>
                <a:gd name="connsiteY14" fmla="*/ 35649 h 146122"/>
                <a:gd name="connsiteX15" fmla="*/ 87024 w 110662"/>
                <a:gd name="connsiteY15" fmla="*/ 42321 h 146122"/>
                <a:gd name="connsiteX16" fmla="*/ 38222 w 110662"/>
                <a:gd name="connsiteY16" fmla="*/ 59574 h 146122"/>
                <a:gd name="connsiteX17" fmla="*/ 26498 w 110662"/>
                <a:gd name="connsiteY17" fmla="*/ 72061 h 146122"/>
                <a:gd name="connsiteX18" fmla="*/ 22209 w 110662"/>
                <a:gd name="connsiteY18" fmla="*/ 90743 h 146122"/>
                <a:gd name="connsiteX19" fmla="*/ 26498 w 110662"/>
                <a:gd name="connsiteY19" fmla="*/ 109520 h 146122"/>
                <a:gd name="connsiteX20" fmla="*/ 38222 w 110662"/>
                <a:gd name="connsiteY20" fmla="*/ 121912 h 146122"/>
                <a:gd name="connsiteX21" fmla="*/ 55093 w 110662"/>
                <a:gd name="connsiteY21" fmla="*/ 126297 h 146122"/>
                <a:gd name="connsiteX22" fmla="*/ 78922 w 110662"/>
                <a:gd name="connsiteY22" fmla="*/ 116765 h 146122"/>
                <a:gd name="connsiteX23" fmla="*/ 87882 w 110662"/>
                <a:gd name="connsiteY23" fmla="*/ 90648 h 146122"/>
                <a:gd name="connsiteX24" fmla="*/ 78922 w 110662"/>
                <a:gd name="connsiteY24" fmla="*/ 64626 h 146122"/>
                <a:gd name="connsiteX25" fmla="*/ 55093 w 110662"/>
                <a:gd name="connsiteY25" fmla="*/ 54998 h 146122"/>
                <a:gd name="connsiteX26" fmla="*/ 38222 w 110662"/>
                <a:gd name="connsiteY26" fmla="*/ 59383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662" h="146122">
                  <a:moveTo>
                    <a:pt x="87024" y="42226"/>
                  </a:moveTo>
                  <a:cubicBezTo>
                    <a:pt x="94364" y="46610"/>
                    <a:pt x="100178" y="53092"/>
                    <a:pt x="104372" y="61385"/>
                  </a:cubicBezTo>
                  <a:cubicBezTo>
                    <a:pt x="108566" y="69678"/>
                    <a:pt x="110663" y="79495"/>
                    <a:pt x="110663" y="90743"/>
                  </a:cubicBezTo>
                  <a:cubicBezTo>
                    <a:pt x="110663" y="101990"/>
                    <a:pt x="108566" y="111903"/>
                    <a:pt x="104372" y="120291"/>
                  </a:cubicBezTo>
                  <a:cubicBezTo>
                    <a:pt x="100178" y="128680"/>
                    <a:pt x="94459" y="135066"/>
                    <a:pt x="87024" y="139451"/>
                  </a:cubicBezTo>
                  <a:cubicBezTo>
                    <a:pt x="79685" y="143930"/>
                    <a:pt x="71297" y="146123"/>
                    <a:pt x="61861" y="146123"/>
                  </a:cubicBezTo>
                  <a:cubicBezTo>
                    <a:pt x="52424" y="146123"/>
                    <a:pt x="43750" y="143740"/>
                    <a:pt x="36792" y="138879"/>
                  </a:cubicBezTo>
                  <a:cubicBezTo>
                    <a:pt x="29834" y="134017"/>
                    <a:pt x="25068" y="127631"/>
                    <a:pt x="22304" y="119720"/>
                  </a:cubicBezTo>
                  <a:lnTo>
                    <a:pt x="22304" y="144788"/>
                  </a:lnTo>
                  <a:lnTo>
                    <a:pt x="0" y="144788"/>
                  </a:lnTo>
                  <a:lnTo>
                    <a:pt x="0" y="0"/>
                  </a:lnTo>
                  <a:lnTo>
                    <a:pt x="22304" y="0"/>
                  </a:lnTo>
                  <a:lnTo>
                    <a:pt x="22304" y="62052"/>
                  </a:lnTo>
                  <a:cubicBezTo>
                    <a:pt x="25068" y="54141"/>
                    <a:pt x="29834" y="47659"/>
                    <a:pt x="36792" y="42893"/>
                  </a:cubicBezTo>
                  <a:cubicBezTo>
                    <a:pt x="43750" y="38032"/>
                    <a:pt x="52043" y="35649"/>
                    <a:pt x="61861" y="35649"/>
                  </a:cubicBezTo>
                  <a:cubicBezTo>
                    <a:pt x="71678" y="35649"/>
                    <a:pt x="79685" y="37841"/>
                    <a:pt x="87024" y="42321"/>
                  </a:cubicBezTo>
                  <a:close/>
                  <a:moveTo>
                    <a:pt x="38222" y="59574"/>
                  </a:moveTo>
                  <a:cubicBezTo>
                    <a:pt x="33266" y="62529"/>
                    <a:pt x="29358" y="66723"/>
                    <a:pt x="26498" y="72061"/>
                  </a:cubicBezTo>
                  <a:cubicBezTo>
                    <a:pt x="23639" y="77494"/>
                    <a:pt x="22209" y="83689"/>
                    <a:pt x="22209" y="90743"/>
                  </a:cubicBezTo>
                  <a:cubicBezTo>
                    <a:pt x="22209" y="97797"/>
                    <a:pt x="23639" y="104183"/>
                    <a:pt x="26498" y="109520"/>
                  </a:cubicBezTo>
                  <a:cubicBezTo>
                    <a:pt x="29358" y="114858"/>
                    <a:pt x="33266" y="119052"/>
                    <a:pt x="38222" y="121912"/>
                  </a:cubicBezTo>
                  <a:cubicBezTo>
                    <a:pt x="43179" y="124867"/>
                    <a:pt x="48802" y="126297"/>
                    <a:pt x="55093" y="126297"/>
                  </a:cubicBezTo>
                  <a:cubicBezTo>
                    <a:pt x="65006" y="126297"/>
                    <a:pt x="73013" y="123151"/>
                    <a:pt x="78922" y="116765"/>
                  </a:cubicBezTo>
                  <a:cubicBezTo>
                    <a:pt x="84832" y="110378"/>
                    <a:pt x="87882" y="101704"/>
                    <a:pt x="87882" y="90648"/>
                  </a:cubicBezTo>
                  <a:cubicBezTo>
                    <a:pt x="87882" y="79591"/>
                    <a:pt x="84927" y="71012"/>
                    <a:pt x="78922" y="64626"/>
                  </a:cubicBezTo>
                  <a:cubicBezTo>
                    <a:pt x="72917" y="58239"/>
                    <a:pt x="65006" y="54998"/>
                    <a:pt x="55093" y="54998"/>
                  </a:cubicBezTo>
                  <a:cubicBezTo>
                    <a:pt x="48802" y="54998"/>
                    <a:pt x="43179" y="56428"/>
                    <a:pt x="38222" y="59383"/>
                  </a:cubicBezTo>
                  <a:close/>
                </a:path>
              </a:pathLst>
            </a:custGeom>
            <a:solidFill>
              <a:schemeClr val="bg1"/>
            </a:solidFill>
            <a:ln w="9525" cap="flat">
              <a:noFill/>
              <a:prstDash val="solid"/>
              <a:miter/>
            </a:ln>
          </p:spPr>
          <p:txBody>
            <a:bodyPr rtlCol="0" anchor="ctr"/>
            <a:lstStyle/>
            <a:p>
              <a:endParaRPr lang="fr-FR" sz="1092"/>
            </a:p>
          </p:txBody>
        </p:sp>
        <p:sp>
          <p:nvSpPr>
            <p:cNvPr id="28" name="Forme libre : forme 27">
              <a:extLst>
                <a:ext uri="{FF2B5EF4-FFF2-40B4-BE49-F238E27FC236}">
                  <a16:creationId xmlns:a16="http://schemas.microsoft.com/office/drawing/2014/main" id="{BAF68842-274D-D87A-E852-7A0D4F3E427F}"/>
                </a:ext>
              </a:extLst>
            </p:cNvPr>
            <p:cNvSpPr/>
            <p:nvPr/>
          </p:nvSpPr>
          <p:spPr>
            <a:xfrm>
              <a:off x="17783391" y="12639639"/>
              <a:ext cx="105706" cy="110569"/>
            </a:xfrm>
            <a:custGeom>
              <a:avLst/>
              <a:gdLst>
                <a:gd name="connsiteX0" fmla="*/ 105039 w 105706"/>
                <a:gd name="connsiteY0" fmla="*/ 59669 h 110569"/>
                <a:gd name="connsiteX1" fmla="*/ 22018 w 105706"/>
                <a:gd name="connsiteY1" fmla="*/ 59669 h 110569"/>
                <a:gd name="connsiteX2" fmla="*/ 31169 w 105706"/>
                <a:gd name="connsiteY2" fmla="*/ 84357 h 110569"/>
                <a:gd name="connsiteX3" fmla="*/ 52520 w 105706"/>
                <a:gd name="connsiteY3" fmla="*/ 92363 h 110569"/>
                <a:gd name="connsiteX4" fmla="*/ 71392 w 105706"/>
                <a:gd name="connsiteY4" fmla="*/ 86644 h 110569"/>
                <a:gd name="connsiteX5" fmla="*/ 80924 w 105706"/>
                <a:gd name="connsiteY5" fmla="*/ 71584 h 110569"/>
                <a:gd name="connsiteX6" fmla="*/ 104753 w 105706"/>
                <a:gd name="connsiteY6" fmla="*/ 71584 h 110569"/>
                <a:gd name="connsiteX7" fmla="*/ 95698 w 105706"/>
                <a:gd name="connsiteY7" fmla="*/ 91791 h 110569"/>
                <a:gd name="connsiteX8" fmla="*/ 77874 w 105706"/>
                <a:gd name="connsiteY8" fmla="*/ 105613 h 110569"/>
                <a:gd name="connsiteX9" fmla="*/ 53377 w 105706"/>
                <a:gd name="connsiteY9" fmla="*/ 110569 h 110569"/>
                <a:gd name="connsiteX10" fmla="*/ 25736 w 105706"/>
                <a:gd name="connsiteY10" fmla="*/ 103897 h 110569"/>
                <a:gd name="connsiteX11" fmla="*/ 6863 w 105706"/>
                <a:gd name="connsiteY11" fmla="*/ 84738 h 110569"/>
                <a:gd name="connsiteX12" fmla="*/ 0 w 105706"/>
                <a:gd name="connsiteY12" fmla="*/ 55189 h 110569"/>
                <a:gd name="connsiteX13" fmla="*/ 6863 w 105706"/>
                <a:gd name="connsiteY13" fmla="*/ 25831 h 110569"/>
                <a:gd name="connsiteX14" fmla="*/ 25736 w 105706"/>
                <a:gd name="connsiteY14" fmla="*/ 6672 h 110569"/>
                <a:gd name="connsiteX15" fmla="*/ 53377 w 105706"/>
                <a:gd name="connsiteY15" fmla="*/ 0 h 110569"/>
                <a:gd name="connsiteX16" fmla="*/ 81115 w 105706"/>
                <a:gd name="connsiteY16" fmla="*/ 6577 h 110569"/>
                <a:gd name="connsiteX17" fmla="*/ 99320 w 105706"/>
                <a:gd name="connsiteY17" fmla="*/ 24592 h 110569"/>
                <a:gd name="connsiteX18" fmla="*/ 105706 w 105706"/>
                <a:gd name="connsiteY18" fmla="*/ 50137 h 110569"/>
                <a:gd name="connsiteX19" fmla="*/ 104944 w 105706"/>
                <a:gd name="connsiteY19" fmla="*/ 59765 h 110569"/>
                <a:gd name="connsiteX20" fmla="*/ 79685 w 105706"/>
                <a:gd name="connsiteY20" fmla="*/ 31741 h 110569"/>
                <a:gd name="connsiteX21" fmla="*/ 68724 w 105706"/>
                <a:gd name="connsiteY21" fmla="*/ 21161 h 110569"/>
                <a:gd name="connsiteX22" fmla="*/ 53568 w 105706"/>
                <a:gd name="connsiteY22" fmla="*/ 17729 h 110569"/>
                <a:gd name="connsiteX23" fmla="*/ 31645 w 105706"/>
                <a:gd name="connsiteY23" fmla="*/ 25736 h 110569"/>
                <a:gd name="connsiteX24" fmla="*/ 22018 w 105706"/>
                <a:gd name="connsiteY24" fmla="*/ 49375 h 110569"/>
                <a:gd name="connsiteX25" fmla="*/ 83307 w 105706"/>
                <a:gd name="connsiteY25" fmla="*/ 49375 h 110569"/>
                <a:gd name="connsiteX26" fmla="*/ 79685 w 105706"/>
                <a:gd name="connsiteY26" fmla="*/ 31646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06" h="110569">
                  <a:moveTo>
                    <a:pt x="105039" y="59669"/>
                  </a:moveTo>
                  <a:lnTo>
                    <a:pt x="22018" y="59669"/>
                  </a:lnTo>
                  <a:cubicBezTo>
                    <a:pt x="22400" y="70726"/>
                    <a:pt x="25450" y="79019"/>
                    <a:pt x="31169" y="84357"/>
                  </a:cubicBezTo>
                  <a:cubicBezTo>
                    <a:pt x="36888" y="89694"/>
                    <a:pt x="44036" y="92363"/>
                    <a:pt x="52520" y="92363"/>
                  </a:cubicBezTo>
                  <a:cubicBezTo>
                    <a:pt x="59954" y="92363"/>
                    <a:pt x="66245" y="90457"/>
                    <a:pt x="71392" y="86644"/>
                  </a:cubicBezTo>
                  <a:cubicBezTo>
                    <a:pt x="76539" y="82832"/>
                    <a:pt x="79685" y="77875"/>
                    <a:pt x="80924" y="71584"/>
                  </a:cubicBezTo>
                  <a:lnTo>
                    <a:pt x="104753" y="71584"/>
                  </a:lnTo>
                  <a:cubicBezTo>
                    <a:pt x="103323" y="79114"/>
                    <a:pt x="100273" y="85882"/>
                    <a:pt x="95698" y="91791"/>
                  </a:cubicBezTo>
                  <a:cubicBezTo>
                    <a:pt x="91123" y="97701"/>
                    <a:pt x="85213" y="102276"/>
                    <a:pt x="77874" y="105613"/>
                  </a:cubicBezTo>
                  <a:cubicBezTo>
                    <a:pt x="70535" y="108949"/>
                    <a:pt x="62433" y="110569"/>
                    <a:pt x="53377" y="110569"/>
                  </a:cubicBezTo>
                  <a:cubicBezTo>
                    <a:pt x="42988" y="110569"/>
                    <a:pt x="33742" y="108377"/>
                    <a:pt x="25736" y="103897"/>
                  </a:cubicBezTo>
                  <a:cubicBezTo>
                    <a:pt x="17729" y="99512"/>
                    <a:pt x="11438" y="93031"/>
                    <a:pt x="6863" y="84738"/>
                  </a:cubicBezTo>
                  <a:cubicBezTo>
                    <a:pt x="2288" y="76350"/>
                    <a:pt x="0" y="66532"/>
                    <a:pt x="0" y="55189"/>
                  </a:cubicBezTo>
                  <a:cubicBezTo>
                    <a:pt x="0" y="43846"/>
                    <a:pt x="2288" y="34219"/>
                    <a:pt x="6863" y="25831"/>
                  </a:cubicBezTo>
                  <a:cubicBezTo>
                    <a:pt x="11438" y="17443"/>
                    <a:pt x="17729" y="11057"/>
                    <a:pt x="25736" y="6672"/>
                  </a:cubicBezTo>
                  <a:cubicBezTo>
                    <a:pt x="33742" y="2192"/>
                    <a:pt x="42988" y="0"/>
                    <a:pt x="53377" y="0"/>
                  </a:cubicBezTo>
                  <a:cubicBezTo>
                    <a:pt x="63767" y="0"/>
                    <a:pt x="73203" y="2192"/>
                    <a:pt x="81115" y="6577"/>
                  </a:cubicBezTo>
                  <a:cubicBezTo>
                    <a:pt x="89026" y="10962"/>
                    <a:pt x="95031" y="16967"/>
                    <a:pt x="99320" y="24592"/>
                  </a:cubicBezTo>
                  <a:cubicBezTo>
                    <a:pt x="103609" y="32218"/>
                    <a:pt x="105706" y="40701"/>
                    <a:pt x="105706" y="50137"/>
                  </a:cubicBezTo>
                  <a:cubicBezTo>
                    <a:pt x="105706" y="53760"/>
                    <a:pt x="105420" y="57000"/>
                    <a:pt x="104944" y="59765"/>
                  </a:cubicBezTo>
                  <a:close/>
                  <a:moveTo>
                    <a:pt x="79685" y="31741"/>
                  </a:moveTo>
                  <a:cubicBezTo>
                    <a:pt x="77016" y="26975"/>
                    <a:pt x="73394" y="23448"/>
                    <a:pt x="68724" y="21161"/>
                  </a:cubicBezTo>
                  <a:cubicBezTo>
                    <a:pt x="64053" y="18873"/>
                    <a:pt x="59001" y="17729"/>
                    <a:pt x="53568" y="17729"/>
                  </a:cubicBezTo>
                  <a:cubicBezTo>
                    <a:pt x="44799" y="17729"/>
                    <a:pt x="37555" y="20398"/>
                    <a:pt x="31645" y="25736"/>
                  </a:cubicBezTo>
                  <a:cubicBezTo>
                    <a:pt x="25736" y="31074"/>
                    <a:pt x="22590" y="38985"/>
                    <a:pt x="22018" y="49375"/>
                  </a:cubicBezTo>
                  <a:lnTo>
                    <a:pt x="83307" y="49375"/>
                  </a:lnTo>
                  <a:cubicBezTo>
                    <a:pt x="83593" y="42321"/>
                    <a:pt x="82354" y="36412"/>
                    <a:pt x="79685" y="31646"/>
                  </a:cubicBezTo>
                  <a:close/>
                </a:path>
              </a:pathLst>
            </a:custGeom>
            <a:solidFill>
              <a:schemeClr val="bg1"/>
            </a:solidFill>
            <a:ln w="9525" cap="flat">
              <a:noFill/>
              <a:prstDash val="solid"/>
              <a:miter/>
            </a:ln>
          </p:spPr>
          <p:txBody>
            <a:bodyPr rtlCol="0" anchor="ctr"/>
            <a:lstStyle/>
            <a:p>
              <a:endParaRPr lang="fr-FR" sz="1092"/>
            </a:p>
          </p:txBody>
        </p:sp>
        <p:sp>
          <p:nvSpPr>
            <p:cNvPr id="29" name="Forme libre : forme 28">
              <a:extLst>
                <a:ext uri="{FF2B5EF4-FFF2-40B4-BE49-F238E27FC236}">
                  <a16:creationId xmlns:a16="http://schemas.microsoft.com/office/drawing/2014/main" id="{47595710-286F-21BC-70A2-5CF344C56EC5}"/>
                </a:ext>
              </a:extLst>
            </p:cNvPr>
            <p:cNvSpPr/>
            <p:nvPr/>
          </p:nvSpPr>
          <p:spPr>
            <a:xfrm>
              <a:off x="17888811" y="12640878"/>
              <a:ext cx="112187" cy="159181"/>
            </a:xfrm>
            <a:custGeom>
              <a:avLst/>
              <a:gdLst>
                <a:gd name="connsiteX0" fmla="*/ 25068 w 112187"/>
                <a:gd name="connsiteY0" fmla="*/ 95 h 159181"/>
                <a:gd name="connsiteX1" fmla="*/ 57381 w 112187"/>
                <a:gd name="connsiteY1" fmla="*/ 79400 h 159181"/>
                <a:gd name="connsiteX2" fmla="*/ 87310 w 112187"/>
                <a:gd name="connsiteY2" fmla="*/ 95 h 159181"/>
                <a:gd name="connsiteX3" fmla="*/ 112188 w 112187"/>
                <a:gd name="connsiteY3" fmla="*/ 95 h 159181"/>
                <a:gd name="connsiteX4" fmla="*/ 46991 w 112187"/>
                <a:gd name="connsiteY4" fmla="*/ 159181 h 159181"/>
                <a:gd name="connsiteX5" fmla="*/ 22114 w 112187"/>
                <a:gd name="connsiteY5" fmla="*/ 159181 h 159181"/>
                <a:gd name="connsiteX6" fmla="*/ 45371 w 112187"/>
                <a:gd name="connsiteY6" fmla="*/ 105326 h 159181"/>
                <a:gd name="connsiteX7" fmla="*/ 0 w 112187"/>
                <a:gd name="connsiteY7" fmla="*/ 0 h 159181"/>
                <a:gd name="connsiteX8" fmla="*/ 25068 w 112187"/>
                <a:gd name="connsiteY8" fmla="*/ 0 h 15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187" h="159181">
                  <a:moveTo>
                    <a:pt x="25068" y="95"/>
                  </a:moveTo>
                  <a:lnTo>
                    <a:pt x="57381" y="79400"/>
                  </a:lnTo>
                  <a:lnTo>
                    <a:pt x="87310" y="95"/>
                  </a:lnTo>
                  <a:lnTo>
                    <a:pt x="112188" y="95"/>
                  </a:lnTo>
                  <a:lnTo>
                    <a:pt x="46991" y="159181"/>
                  </a:lnTo>
                  <a:lnTo>
                    <a:pt x="22114" y="159181"/>
                  </a:lnTo>
                  <a:lnTo>
                    <a:pt x="45371" y="105326"/>
                  </a:lnTo>
                  <a:lnTo>
                    <a:pt x="0" y="0"/>
                  </a:lnTo>
                  <a:lnTo>
                    <a:pt x="25068" y="0"/>
                  </a:lnTo>
                  <a:close/>
                </a:path>
              </a:pathLst>
            </a:custGeom>
            <a:solidFill>
              <a:schemeClr val="bg1"/>
            </a:solidFill>
            <a:ln w="9525" cap="flat">
              <a:noFill/>
              <a:prstDash val="solid"/>
              <a:miter/>
            </a:ln>
          </p:spPr>
          <p:txBody>
            <a:bodyPr rtlCol="0" anchor="ctr"/>
            <a:lstStyle/>
            <a:p>
              <a:endParaRPr lang="fr-FR" sz="1092"/>
            </a:p>
          </p:txBody>
        </p:sp>
        <p:sp>
          <p:nvSpPr>
            <p:cNvPr id="30" name="Forme libre : forme 29">
              <a:extLst>
                <a:ext uri="{FF2B5EF4-FFF2-40B4-BE49-F238E27FC236}">
                  <a16:creationId xmlns:a16="http://schemas.microsoft.com/office/drawing/2014/main" id="{8DAC9493-DFB9-D2D6-25C9-EE335AC7174D}"/>
                </a:ext>
              </a:extLst>
            </p:cNvPr>
            <p:cNvSpPr/>
            <p:nvPr/>
          </p:nvSpPr>
          <p:spPr>
            <a:xfrm>
              <a:off x="17999379"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3" y="25927"/>
                    <a:pt x="30311" y="29930"/>
                    <a:pt x="27356" y="35363"/>
                  </a:cubicBezTo>
                  <a:cubicBezTo>
                    <a:pt x="24401" y="40796"/>
                    <a:pt x="22971" y="47373"/>
                    <a:pt x="22971" y="55189"/>
                  </a:cubicBezTo>
                  <a:cubicBezTo>
                    <a:pt x="22971" y="63005"/>
                    <a:pt x="24401" y="69773"/>
                    <a:pt x="27356" y="75111"/>
                  </a:cubicBezTo>
                  <a:cubicBezTo>
                    <a:pt x="30311" y="80449"/>
                    <a:pt x="34123"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31" name="Forme libre : forme 30">
              <a:extLst>
                <a:ext uri="{FF2B5EF4-FFF2-40B4-BE49-F238E27FC236}">
                  <a16:creationId xmlns:a16="http://schemas.microsoft.com/office/drawing/2014/main" id="{5280D506-D6C4-8E8C-8A6B-3053B405553D}"/>
                </a:ext>
              </a:extLst>
            </p:cNvPr>
            <p:cNvSpPr/>
            <p:nvPr/>
          </p:nvSpPr>
          <p:spPr>
            <a:xfrm>
              <a:off x="18125674" y="12639163"/>
              <a:ext cx="101703" cy="109615"/>
            </a:xfrm>
            <a:custGeom>
              <a:avLst/>
              <a:gdLst>
                <a:gd name="connsiteX0" fmla="*/ 90360 w 101703"/>
                <a:gd name="connsiteY0" fmla="*/ 12105 h 109615"/>
                <a:gd name="connsiteX1" fmla="*/ 101703 w 101703"/>
                <a:gd name="connsiteY1" fmla="*/ 46706 h 109615"/>
                <a:gd name="connsiteX2" fmla="*/ 101703 w 101703"/>
                <a:gd name="connsiteY2" fmla="*/ 109520 h 109615"/>
                <a:gd name="connsiteX3" fmla="*/ 79399 w 101703"/>
                <a:gd name="connsiteY3" fmla="*/ 109520 h 109615"/>
                <a:gd name="connsiteX4" fmla="*/ 79399 w 101703"/>
                <a:gd name="connsiteY4" fmla="*/ 49089 h 109615"/>
                <a:gd name="connsiteX5" fmla="*/ 71964 w 101703"/>
                <a:gd name="connsiteY5" fmla="*/ 26689 h 109615"/>
                <a:gd name="connsiteX6" fmla="*/ 51662 w 101703"/>
                <a:gd name="connsiteY6" fmla="*/ 18778 h 109615"/>
                <a:gd name="connsiteX7" fmla="*/ 30311 w 101703"/>
                <a:gd name="connsiteY7" fmla="*/ 27261 h 109615"/>
                <a:gd name="connsiteX8" fmla="*/ 22304 w 101703"/>
                <a:gd name="connsiteY8" fmla="*/ 52234 h 109615"/>
                <a:gd name="connsiteX9" fmla="*/ 22304 w 101703"/>
                <a:gd name="connsiteY9" fmla="*/ 109616 h 109615"/>
                <a:gd name="connsiteX10" fmla="*/ 0 w 101703"/>
                <a:gd name="connsiteY10" fmla="*/ 109616 h 109615"/>
                <a:gd name="connsiteX11" fmla="*/ 0 w 101703"/>
                <a:gd name="connsiteY11" fmla="*/ 1811 h 109615"/>
                <a:gd name="connsiteX12" fmla="*/ 22304 w 101703"/>
                <a:gd name="connsiteY12" fmla="*/ 1811 h 109615"/>
                <a:gd name="connsiteX13" fmla="*/ 22304 w 101703"/>
                <a:gd name="connsiteY13" fmla="*/ 25450 h 109615"/>
                <a:gd name="connsiteX14" fmla="*/ 36792 w 101703"/>
                <a:gd name="connsiteY14" fmla="*/ 6672 h 109615"/>
                <a:gd name="connsiteX15" fmla="*/ 60240 w 101703"/>
                <a:gd name="connsiteY15" fmla="*/ 0 h 109615"/>
                <a:gd name="connsiteX16" fmla="*/ 90360 w 101703"/>
                <a:gd name="connsiteY16" fmla="*/ 12105 h 10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703" h="109615">
                  <a:moveTo>
                    <a:pt x="90360" y="12105"/>
                  </a:moveTo>
                  <a:cubicBezTo>
                    <a:pt x="97890" y="20207"/>
                    <a:pt x="101703" y="31741"/>
                    <a:pt x="101703" y="46706"/>
                  </a:cubicBezTo>
                  <a:lnTo>
                    <a:pt x="101703" y="109520"/>
                  </a:lnTo>
                  <a:lnTo>
                    <a:pt x="79399" y="109520"/>
                  </a:lnTo>
                  <a:lnTo>
                    <a:pt x="79399" y="49089"/>
                  </a:lnTo>
                  <a:cubicBezTo>
                    <a:pt x="79399" y="39462"/>
                    <a:pt x="76921" y="31932"/>
                    <a:pt x="71964" y="26689"/>
                  </a:cubicBezTo>
                  <a:cubicBezTo>
                    <a:pt x="67008" y="21447"/>
                    <a:pt x="60240" y="18778"/>
                    <a:pt x="51662" y="18778"/>
                  </a:cubicBezTo>
                  <a:cubicBezTo>
                    <a:pt x="43083" y="18778"/>
                    <a:pt x="35649" y="21637"/>
                    <a:pt x="30311" y="27261"/>
                  </a:cubicBezTo>
                  <a:cubicBezTo>
                    <a:pt x="24973" y="32885"/>
                    <a:pt x="22304" y="41273"/>
                    <a:pt x="22304" y="52234"/>
                  </a:cubicBezTo>
                  <a:lnTo>
                    <a:pt x="22304" y="109616"/>
                  </a:lnTo>
                  <a:lnTo>
                    <a:pt x="0" y="109616"/>
                  </a:lnTo>
                  <a:lnTo>
                    <a:pt x="0" y="1811"/>
                  </a:lnTo>
                  <a:lnTo>
                    <a:pt x="22304" y="1811"/>
                  </a:lnTo>
                  <a:lnTo>
                    <a:pt x="22304" y="25450"/>
                  </a:lnTo>
                  <a:cubicBezTo>
                    <a:pt x="25164" y="17348"/>
                    <a:pt x="30025" y="11057"/>
                    <a:pt x="36792" y="6672"/>
                  </a:cubicBezTo>
                  <a:cubicBezTo>
                    <a:pt x="43560" y="2192"/>
                    <a:pt x="51376" y="0"/>
                    <a:pt x="60240" y="0"/>
                  </a:cubicBezTo>
                  <a:cubicBezTo>
                    <a:pt x="72727" y="0"/>
                    <a:pt x="82830" y="4003"/>
                    <a:pt x="90360" y="12105"/>
                  </a:cubicBezTo>
                  <a:close/>
                </a:path>
              </a:pathLst>
            </a:custGeom>
            <a:solidFill>
              <a:schemeClr val="bg1"/>
            </a:solidFill>
            <a:ln w="9525" cap="flat">
              <a:noFill/>
              <a:prstDash val="solid"/>
              <a:miter/>
            </a:ln>
          </p:spPr>
          <p:txBody>
            <a:bodyPr rtlCol="0" anchor="ctr"/>
            <a:lstStyle/>
            <a:p>
              <a:endParaRPr lang="fr-FR" sz="1092"/>
            </a:p>
          </p:txBody>
        </p:sp>
        <p:sp>
          <p:nvSpPr>
            <p:cNvPr id="33" name="Forme libre : forme 32">
              <a:extLst>
                <a:ext uri="{FF2B5EF4-FFF2-40B4-BE49-F238E27FC236}">
                  <a16:creationId xmlns:a16="http://schemas.microsoft.com/office/drawing/2014/main" id="{BD23B42B-69F7-FD7B-D8CA-9A3E9E04155F}"/>
                </a:ext>
              </a:extLst>
            </p:cNvPr>
            <p:cNvSpPr/>
            <p:nvPr/>
          </p:nvSpPr>
          <p:spPr>
            <a:xfrm>
              <a:off x="18242913" y="12603895"/>
              <a:ext cx="110853" cy="146122"/>
            </a:xfrm>
            <a:custGeom>
              <a:avLst/>
              <a:gdLst>
                <a:gd name="connsiteX0" fmla="*/ 73871 w 110853"/>
                <a:gd name="connsiteY0" fmla="*/ 42893 h 146122"/>
                <a:gd name="connsiteX1" fmla="*/ 88359 w 110853"/>
                <a:gd name="connsiteY1" fmla="*/ 62052 h 146122"/>
                <a:gd name="connsiteX2" fmla="*/ 88359 w 110853"/>
                <a:gd name="connsiteY2" fmla="*/ 0 h 146122"/>
                <a:gd name="connsiteX3" fmla="*/ 110853 w 110853"/>
                <a:gd name="connsiteY3" fmla="*/ 0 h 146122"/>
                <a:gd name="connsiteX4" fmla="*/ 110853 w 110853"/>
                <a:gd name="connsiteY4" fmla="*/ 144788 h 146122"/>
                <a:gd name="connsiteX5" fmla="*/ 88359 w 110853"/>
                <a:gd name="connsiteY5" fmla="*/ 144788 h 146122"/>
                <a:gd name="connsiteX6" fmla="*/ 88359 w 110853"/>
                <a:gd name="connsiteY6" fmla="*/ 119720 h 146122"/>
                <a:gd name="connsiteX7" fmla="*/ 73871 w 110853"/>
                <a:gd name="connsiteY7" fmla="*/ 138879 h 146122"/>
                <a:gd name="connsiteX8" fmla="*/ 48802 w 110853"/>
                <a:gd name="connsiteY8" fmla="*/ 146123 h 146122"/>
                <a:gd name="connsiteX9" fmla="*/ 23639 w 110853"/>
                <a:gd name="connsiteY9" fmla="*/ 139451 h 146122"/>
                <a:gd name="connsiteX10" fmla="*/ 6291 w 110853"/>
                <a:gd name="connsiteY10" fmla="*/ 120291 h 146122"/>
                <a:gd name="connsiteX11" fmla="*/ 0 w 110853"/>
                <a:gd name="connsiteY11" fmla="*/ 90743 h 146122"/>
                <a:gd name="connsiteX12" fmla="*/ 6291 w 110853"/>
                <a:gd name="connsiteY12" fmla="*/ 61385 h 146122"/>
                <a:gd name="connsiteX13" fmla="*/ 23639 w 110853"/>
                <a:gd name="connsiteY13" fmla="*/ 42226 h 146122"/>
                <a:gd name="connsiteX14" fmla="*/ 48802 w 110853"/>
                <a:gd name="connsiteY14" fmla="*/ 35554 h 146122"/>
                <a:gd name="connsiteX15" fmla="*/ 73871 w 110853"/>
                <a:gd name="connsiteY15" fmla="*/ 42798 h 146122"/>
                <a:gd name="connsiteX16" fmla="*/ 31931 w 110853"/>
                <a:gd name="connsiteY16" fmla="*/ 64721 h 146122"/>
                <a:gd name="connsiteX17" fmla="*/ 23067 w 110853"/>
                <a:gd name="connsiteY17" fmla="*/ 90838 h 146122"/>
                <a:gd name="connsiteX18" fmla="*/ 31931 w 110853"/>
                <a:gd name="connsiteY18" fmla="*/ 116956 h 146122"/>
                <a:gd name="connsiteX19" fmla="*/ 55760 w 110853"/>
                <a:gd name="connsiteY19" fmla="*/ 126487 h 146122"/>
                <a:gd name="connsiteX20" fmla="*/ 72631 w 110853"/>
                <a:gd name="connsiteY20" fmla="*/ 122103 h 146122"/>
                <a:gd name="connsiteX21" fmla="*/ 84355 w 110853"/>
                <a:gd name="connsiteY21" fmla="*/ 109711 h 146122"/>
                <a:gd name="connsiteX22" fmla="*/ 88645 w 110853"/>
                <a:gd name="connsiteY22" fmla="*/ 90934 h 146122"/>
                <a:gd name="connsiteX23" fmla="*/ 84355 w 110853"/>
                <a:gd name="connsiteY23" fmla="*/ 72251 h 146122"/>
                <a:gd name="connsiteX24" fmla="*/ 72631 w 110853"/>
                <a:gd name="connsiteY24" fmla="*/ 59765 h 146122"/>
                <a:gd name="connsiteX25" fmla="*/ 55760 w 110853"/>
                <a:gd name="connsiteY25" fmla="*/ 55380 h 146122"/>
                <a:gd name="connsiteX26" fmla="*/ 31931 w 110853"/>
                <a:gd name="connsiteY26" fmla="*/ 64912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853" h="146122">
                  <a:moveTo>
                    <a:pt x="73871" y="42893"/>
                  </a:moveTo>
                  <a:cubicBezTo>
                    <a:pt x="80829" y="47754"/>
                    <a:pt x="85594" y="54141"/>
                    <a:pt x="88359" y="62052"/>
                  </a:cubicBezTo>
                  <a:lnTo>
                    <a:pt x="88359" y="0"/>
                  </a:lnTo>
                  <a:lnTo>
                    <a:pt x="110853" y="0"/>
                  </a:lnTo>
                  <a:lnTo>
                    <a:pt x="110853" y="144788"/>
                  </a:lnTo>
                  <a:lnTo>
                    <a:pt x="88359" y="144788"/>
                  </a:lnTo>
                  <a:lnTo>
                    <a:pt x="88359" y="119720"/>
                  </a:lnTo>
                  <a:cubicBezTo>
                    <a:pt x="85594" y="127631"/>
                    <a:pt x="80829" y="134113"/>
                    <a:pt x="73871" y="138879"/>
                  </a:cubicBezTo>
                  <a:cubicBezTo>
                    <a:pt x="66912" y="143740"/>
                    <a:pt x="58620" y="146123"/>
                    <a:pt x="48802" y="146123"/>
                  </a:cubicBezTo>
                  <a:cubicBezTo>
                    <a:pt x="38985" y="146123"/>
                    <a:pt x="30978" y="143930"/>
                    <a:pt x="23639" y="139451"/>
                  </a:cubicBezTo>
                  <a:cubicBezTo>
                    <a:pt x="16299" y="135066"/>
                    <a:pt x="10485" y="128584"/>
                    <a:pt x="6291" y="120291"/>
                  </a:cubicBezTo>
                  <a:cubicBezTo>
                    <a:pt x="2097" y="111903"/>
                    <a:pt x="0" y="102086"/>
                    <a:pt x="0" y="90743"/>
                  </a:cubicBezTo>
                  <a:cubicBezTo>
                    <a:pt x="0" y="79400"/>
                    <a:pt x="2097" y="69773"/>
                    <a:pt x="6291" y="61385"/>
                  </a:cubicBezTo>
                  <a:cubicBezTo>
                    <a:pt x="10485" y="52997"/>
                    <a:pt x="16204" y="46611"/>
                    <a:pt x="23639" y="42226"/>
                  </a:cubicBezTo>
                  <a:cubicBezTo>
                    <a:pt x="30978" y="37746"/>
                    <a:pt x="39366" y="35554"/>
                    <a:pt x="48802" y="35554"/>
                  </a:cubicBezTo>
                  <a:cubicBezTo>
                    <a:pt x="58239" y="35554"/>
                    <a:pt x="66912" y="37937"/>
                    <a:pt x="73871" y="42798"/>
                  </a:cubicBezTo>
                  <a:close/>
                  <a:moveTo>
                    <a:pt x="31931" y="64721"/>
                  </a:moveTo>
                  <a:cubicBezTo>
                    <a:pt x="26021" y="71012"/>
                    <a:pt x="23067" y="79781"/>
                    <a:pt x="23067" y="90838"/>
                  </a:cubicBezTo>
                  <a:cubicBezTo>
                    <a:pt x="23067" y="101895"/>
                    <a:pt x="26021" y="110665"/>
                    <a:pt x="31931" y="116956"/>
                  </a:cubicBezTo>
                  <a:cubicBezTo>
                    <a:pt x="37841" y="123246"/>
                    <a:pt x="45752" y="126487"/>
                    <a:pt x="55760" y="126487"/>
                  </a:cubicBezTo>
                  <a:cubicBezTo>
                    <a:pt x="62051" y="126487"/>
                    <a:pt x="67675" y="125057"/>
                    <a:pt x="72631" y="122103"/>
                  </a:cubicBezTo>
                  <a:cubicBezTo>
                    <a:pt x="77588" y="119148"/>
                    <a:pt x="81496" y="115049"/>
                    <a:pt x="84355" y="109711"/>
                  </a:cubicBezTo>
                  <a:cubicBezTo>
                    <a:pt x="87215" y="104373"/>
                    <a:pt x="88645" y="98082"/>
                    <a:pt x="88645" y="90934"/>
                  </a:cubicBezTo>
                  <a:cubicBezTo>
                    <a:pt x="88645" y="83785"/>
                    <a:pt x="87215" y="77684"/>
                    <a:pt x="84355" y="72251"/>
                  </a:cubicBezTo>
                  <a:cubicBezTo>
                    <a:pt x="81496" y="66818"/>
                    <a:pt x="77588" y="62624"/>
                    <a:pt x="72631" y="59765"/>
                  </a:cubicBezTo>
                  <a:cubicBezTo>
                    <a:pt x="67675" y="56810"/>
                    <a:pt x="62051" y="55380"/>
                    <a:pt x="55760" y="55380"/>
                  </a:cubicBezTo>
                  <a:cubicBezTo>
                    <a:pt x="45847" y="55380"/>
                    <a:pt x="37936" y="58525"/>
                    <a:pt x="31931" y="64912"/>
                  </a:cubicBezTo>
                  <a:close/>
                </a:path>
              </a:pathLst>
            </a:custGeom>
            <a:solidFill>
              <a:schemeClr val="bg1"/>
            </a:solidFill>
            <a:ln w="9525" cap="flat">
              <a:noFill/>
              <a:prstDash val="solid"/>
              <a:miter/>
            </a:ln>
          </p:spPr>
          <p:txBody>
            <a:bodyPr rtlCol="0" anchor="ctr"/>
            <a:lstStyle/>
            <a:p>
              <a:endParaRPr lang="fr-FR" sz="1092"/>
            </a:p>
          </p:txBody>
        </p:sp>
        <p:sp>
          <p:nvSpPr>
            <p:cNvPr id="34" name="Forme libre : forme 33">
              <a:extLst>
                <a:ext uri="{FF2B5EF4-FFF2-40B4-BE49-F238E27FC236}">
                  <a16:creationId xmlns:a16="http://schemas.microsoft.com/office/drawing/2014/main" id="{7F7B5840-0293-8C4A-61A9-D468A0F09218}"/>
                </a:ext>
              </a:extLst>
            </p:cNvPr>
            <p:cNvSpPr/>
            <p:nvPr/>
          </p:nvSpPr>
          <p:spPr>
            <a:xfrm>
              <a:off x="18406858" y="12614284"/>
              <a:ext cx="64148" cy="134494"/>
            </a:xfrm>
            <a:custGeom>
              <a:avLst/>
              <a:gdLst>
                <a:gd name="connsiteX0" fmla="*/ 64148 w 64148"/>
                <a:gd name="connsiteY0" fmla="*/ 115144 h 134494"/>
                <a:gd name="connsiteX1" fmla="*/ 64148 w 64148"/>
                <a:gd name="connsiteY1" fmla="*/ 134494 h 134494"/>
                <a:gd name="connsiteX2" fmla="*/ 50423 w 64148"/>
                <a:gd name="connsiteY2" fmla="*/ 134494 h 134494"/>
                <a:gd name="connsiteX3" fmla="*/ 24306 w 64148"/>
                <a:gd name="connsiteY3" fmla="*/ 126201 h 134494"/>
                <a:gd name="connsiteX4" fmla="*/ 15441 w 64148"/>
                <a:gd name="connsiteY4" fmla="*/ 98559 h 134494"/>
                <a:gd name="connsiteX5" fmla="*/ 15441 w 64148"/>
                <a:gd name="connsiteY5" fmla="*/ 45753 h 134494"/>
                <a:gd name="connsiteX6" fmla="*/ 0 w 64148"/>
                <a:gd name="connsiteY6" fmla="*/ 45753 h 134494"/>
                <a:gd name="connsiteX7" fmla="*/ 0 w 64148"/>
                <a:gd name="connsiteY7" fmla="*/ 26784 h 134494"/>
                <a:gd name="connsiteX8" fmla="*/ 15441 w 64148"/>
                <a:gd name="connsiteY8" fmla="*/ 26784 h 134494"/>
                <a:gd name="connsiteX9" fmla="*/ 15441 w 64148"/>
                <a:gd name="connsiteY9" fmla="*/ 0 h 134494"/>
                <a:gd name="connsiteX10" fmla="*/ 37936 w 64148"/>
                <a:gd name="connsiteY10" fmla="*/ 0 h 134494"/>
                <a:gd name="connsiteX11" fmla="*/ 37936 w 64148"/>
                <a:gd name="connsiteY11" fmla="*/ 26784 h 134494"/>
                <a:gd name="connsiteX12" fmla="*/ 63958 w 64148"/>
                <a:gd name="connsiteY12" fmla="*/ 26784 h 134494"/>
                <a:gd name="connsiteX13" fmla="*/ 63958 w 64148"/>
                <a:gd name="connsiteY13" fmla="*/ 45753 h 134494"/>
                <a:gd name="connsiteX14" fmla="*/ 37936 w 64148"/>
                <a:gd name="connsiteY14" fmla="*/ 45753 h 134494"/>
                <a:gd name="connsiteX15" fmla="*/ 37936 w 64148"/>
                <a:gd name="connsiteY15" fmla="*/ 98940 h 134494"/>
                <a:gd name="connsiteX16" fmla="*/ 41367 w 64148"/>
                <a:gd name="connsiteY16" fmla="*/ 111618 h 134494"/>
                <a:gd name="connsiteX17" fmla="*/ 53377 w 64148"/>
                <a:gd name="connsiteY17" fmla="*/ 115144 h 134494"/>
                <a:gd name="connsiteX18" fmla="*/ 64148 w 64148"/>
                <a:gd name="connsiteY18" fmla="*/ 115144 h 13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148" h="134494">
                  <a:moveTo>
                    <a:pt x="64148" y="115144"/>
                  </a:moveTo>
                  <a:lnTo>
                    <a:pt x="64148" y="134494"/>
                  </a:lnTo>
                  <a:lnTo>
                    <a:pt x="50423" y="134494"/>
                  </a:lnTo>
                  <a:cubicBezTo>
                    <a:pt x="38985" y="134494"/>
                    <a:pt x="30215" y="131730"/>
                    <a:pt x="24306" y="126201"/>
                  </a:cubicBezTo>
                  <a:cubicBezTo>
                    <a:pt x="18396" y="120673"/>
                    <a:pt x="15441" y="111427"/>
                    <a:pt x="15441" y="98559"/>
                  </a:cubicBezTo>
                  <a:lnTo>
                    <a:pt x="15441" y="45753"/>
                  </a:lnTo>
                  <a:lnTo>
                    <a:pt x="0" y="45753"/>
                  </a:lnTo>
                  <a:lnTo>
                    <a:pt x="0" y="26784"/>
                  </a:lnTo>
                  <a:lnTo>
                    <a:pt x="15441" y="26784"/>
                  </a:lnTo>
                  <a:lnTo>
                    <a:pt x="15441" y="0"/>
                  </a:lnTo>
                  <a:lnTo>
                    <a:pt x="37936" y="0"/>
                  </a:lnTo>
                  <a:lnTo>
                    <a:pt x="37936" y="26784"/>
                  </a:lnTo>
                  <a:lnTo>
                    <a:pt x="63958" y="26784"/>
                  </a:lnTo>
                  <a:lnTo>
                    <a:pt x="63958" y="45753"/>
                  </a:lnTo>
                  <a:lnTo>
                    <a:pt x="37936" y="45753"/>
                  </a:lnTo>
                  <a:lnTo>
                    <a:pt x="37936" y="98940"/>
                  </a:lnTo>
                  <a:cubicBezTo>
                    <a:pt x="37936" y="105041"/>
                    <a:pt x="39080" y="109330"/>
                    <a:pt x="41367" y="111618"/>
                  </a:cubicBezTo>
                  <a:cubicBezTo>
                    <a:pt x="43655" y="114001"/>
                    <a:pt x="47658" y="115144"/>
                    <a:pt x="53377" y="115144"/>
                  </a:cubicBezTo>
                  <a:lnTo>
                    <a:pt x="64148" y="115144"/>
                  </a:lnTo>
                  <a:close/>
                </a:path>
              </a:pathLst>
            </a:custGeom>
            <a:solidFill>
              <a:schemeClr val="bg1"/>
            </a:solidFill>
            <a:ln w="9525" cap="flat">
              <a:noFill/>
              <a:prstDash val="solid"/>
              <a:miter/>
            </a:ln>
          </p:spPr>
          <p:txBody>
            <a:bodyPr rtlCol="0" anchor="ctr"/>
            <a:lstStyle/>
            <a:p>
              <a:endParaRPr lang="fr-FR" sz="1092"/>
            </a:p>
          </p:txBody>
        </p:sp>
        <p:sp>
          <p:nvSpPr>
            <p:cNvPr id="35" name="Forme libre : forme 34">
              <a:extLst>
                <a:ext uri="{FF2B5EF4-FFF2-40B4-BE49-F238E27FC236}">
                  <a16:creationId xmlns:a16="http://schemas.microsoft.com/office/drawing/2014/main" id="{335F401B-1E64-E03B-B6A6-BB5A7F8DFAFF}"/>
                </a:ext>
              </a:extLst>
            </p:cNvPr>
            <p:cNvSpPr/>
            <p:nvPr/>
          </p:nvSpPr>
          <p:spPr>
            <a:xfrm>
              <a:off x="18487306" y="12603990"/>
              <a:ext cx="101703" cy="144788"/>
            </a:xfrm>
            <a:custGeom>
              <a:avLst/>
              <a:gdLst>
                <a:gd name="connsiteX0" fmla="*/ 90360 w 101703"/>
                <a:gd name="connsiteY0" fmla="*/ 47278 h 144788"/>
                <a:gd name="connsiteX1" fmla="*/ 101703 w 101703"/>
                <a:gd name="connsiteY1" fmla="*/ 81878 h 144788"/>
                <a:gd name="connsiteX2" fmla="*/ 101703 w 101703"/>
                <a:gd name="connsiteY2" fmla="*/ 144693 h 144788"/>
                <a:gd name="connsiteX3" fmla="*/ 79399 w 101703"/>
                <a:gd name="connsiteY3" fmla="*/ 144693 h 144788"/>
                <a:gd name="connsiteX4" fmla="*/ 79399 w 101703"/>
                <a:gd name="connsiteY4" fmla="*/ 84261 h 144788"/>
                <a:gd name="connsiteX5" fmla="*/ 71964 w 101703"/>
                <a:gd name="connsiteY5" fmla="*/ 61861 h 144788"/>
                <a:gd name="connsiteX6" fmla="*/ 51662 w 101703"/>
                <a:gd name="connsiteY6" fmla="*/ 53950 h 144788"/>
                <a:gd name="connsiteX7" fmla="*/ 30311 w 101703"/>
                <a:gd name="connsiteY7" fmla="*/ 62433 h 144788"/>
                <a:gd name="connsiteX8" fmla="*/ 22304 w 101703"/>
                <a:gd name="connsiteY8" fmla="*/ 87407 h 144788"/>
                <a:gd name="connsiteX9" fmla="*/ 22304 w 101703"/>
                <a:gd name="connsiteY9" fmla="*/ 144788 h 144788"/>
                <a:gd name="connsiteX10" fmla="*/ 0 w 101703"/>
                <a:gd name="connsiteY10" fmla="*/ 144788 h 144788"/>
                <a:gd name="connsiteX11" fmla="*/ 0 w 101703"/>
                <a:gd name="connsiteY11" fmla="*/ 0 h 144788"/>
                <a:gd name="connsiteX12" fmla="*/ 22304 w 101703"/>
                <a:gd name="connsiteY12" fmla="*/ 0 h 144788"/>
                <a:gd name="connsiteX13" fmla="*/ 22304 w 101703"/>
                <a:gd name="connsiteY13" fmla="*/ 60622 h 144788"/>
                <a:gd name="connsiteX14" fmla="*/ 36792 w 101703"/>
                <a:gd name="connsiteY14" fmla="*/ 41845 h 144788"/>
                <a:gd name="connsiteX15" fmla="*/ 60240 w 101703"/>
                <a:gd name="connsiteY15" fmla="*/ 35172 h 144788"/>
                <a:gd name="connsiteX16" fmla="*/ 90360 w 101703"/>
                <a:gd name="connsiteY16" fmla="*/ 47278 h 144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703" h="144788">
                  <a:moveTo>
                    <a:pt x="90360" y="47278"/>
                  </a:moveTo>
                  <a:cubicBezTo>
                    <a:pt x="97890" y="55380"/>
                    <a:pt x="101703" y="66913"/>
                    <a:pt x="101703" y="81878"/>
                  </a:cubicBezTo>
                  <a:lnTo>
                    <a:pt x="101703" y="144693"/>
                  </a:lnTo>
                  <a:lnTo>
                    <a:pt x="79399" y="144693"/>
                  </a:lnTo>
                  <a:lnTo>
                    <a:pt x="79399" y="84261"/>
                  </a:lnTo>
                  <a:cubicBezTo>
                    <a:pt x="79399" y="74634"/>
                    <a:pt x="76921" y="67104"/>
                    <a:pt x="71964" y="61861"/>
                  </a:cubicBezTo>
                  <a:cubicBezTo>
                    <a:pt x="67008" y="56619"/>
                    <a:pt x="60240" y="53950"/>
                    <a:pt x="51662" y="53950"/>
                  </a:cubicBezTo>
                  <a:cubicBezTo>
                    <a:pt x="43083" y="53950"/>
                    <a:pt x="35648" y="56810"/>
                    <a:pt x="30311" y="62433"/>
                  </a:cubicBezTo>
                  <a:cubicBezTo>
                    <a:pt x="24973" y="68057"/>
                    <a:pt x="22304" y="76445"/>
                    <a:pt x="22304" y="87407"/>
                  </a:cubicBezTo>
                  <a:lnTo>
                    <a:pt x="22304" y="144788"/>
                  </a:lnTo>
                  <a:lnTo>
                    <a:pt x="0" y="144788"/>
                  </a:lnTo>
                  <a:lnTo>
                    <a:pt x="0" y="0"/>
                  </a:lnTo>
                  <a:lnTo>
                    <a:pt x="22304" y="0"/>
                  </a:lnTo>
                  <a:lnTo>
                    <a:pt x="22304" y="60622"/>
                  </a:lnTo>
                  <a:cubicBezTo>
                    <a:pt x="25164" y="52520"/>
                    <a:pt x="30025" y="46229"/>
                    <a:pt x="36792" y="41845"/>
                  </a:cubicBezTo>
                  <a:cubicBezTo>
                    <a:pt x="43560" y="37365"/>
                    <a:pt x="51376" y="35172"/>
                    <a:pt x="60240" y="35172"/>
                  </a:cubicBezTo>
                  <a:cubicBezTo>
                    <a:pt x="72727" y="35172"/>
                    <a:pt x="82830" y="39176"/>
                    <a:pt x="90360" y="47278"/>
                  </a:cubicBezTo>
                  <a:close/>
                </a:path>
              </a:pathLst>
            </a:custGeom>
            <a:solidFill>
              <a:schemeClr val="bg1"/>
            </a:solidFill>
            <a:ln w="9525" cap="flat">
              <a:noFill/>
              <a:prstDash val="solid"/>
              <a:miter/>
            </a:ln>
          </p:spPr>
          <p:txBody>
            <a:bodyPr rtlCol="0" anchor="ctr"/>
            <a:lstStyle/>
            <a:p>
              <a:endParaRPr lang="fr-FR" sz="1092"/>
            </a:p>
          </p:txBody>
        </p:sp>
        <p:sp>
          <p:nvSpPr>
            <p:cNvPr id="36" name="Forme libre : forme 35">
              <a:extLst>
                <a:ext uri="{FF2B5EF4-FFF2-40B4-BE49-F238E27FC236}">
                  <a16:creationId xmlns:a16="http://schemas.microsoft.com/office/drawing/2014/main" id="{E3759921-BE1F-9260-E3F6-5B704FA3E6F3}"/>
                </a:ext>
              </a:extLst>
            </p:cNvPr>
            <p:cNvSpPr/>
            <p:nvPr/>
          </p:nvSpPr>
          <p:spPr>
            <a:xfrm>
              <a:off x="18604546" y="12639639"/>
              <a:ext cx="105706" cy="110569"/>
            </a:xfrm>
            <a:custGeom>
              <a:avLst/>
              <a:gdLst>
                <a:gd name="connsiteX0" fmla="*/ 105039 w 105706"/>
                <a:gd name="connsiteY0" fmla="*/ 59669 h 110569"/>
                <a:gd name="connsiteX1" fmla="*/ 22018 w 105706"/>
                <a:gd name="connsiteY1" fmla="*/ 59669 h 110569"/>
                <a:gd name="connsiteX2" fmla="*/ 31169 w 105706"/>
                <a:gd name="connsiteY2" fmla="*/ 84357 h 110569"/>
                <a:gd name="connsiteX3" fmla="*/ 52520 w 105706"/>
                <a:gd name="connsiteY3" fmla="*/ 92363 h 110569"/>
                <a:gd name="connsiteX4" fmla="*/ 71392 w 105706"/>
                <a:gd name="connsiteY4" fmla="*/ 86644 h 110569"/>
                <a:gd name="connsiteX5" fmla="*/ 80924 w 105706"/>
                <a:gd name="connsiteY5" fmla="*/ 71584 h 110569"/>
                <a:gd name="connsiteX6" fmla="*/ 104753 w 105706"/>
                <a:gd name="connsiteY6" fmla="*/ 71584 h 110569"/>
                <a:gd name="connsiteX7" fmla="*/ 95698 w 105706"/>
                <a:gd name="connsiteY7" fmla="*/ 91791 h 110569"/>
                <a:gd name="connsiteX8" fmla="*/ 77874 w 105706"/>
                <a:gd name="connsiteY8" fmla="*/ 105613 h 110569"/>
                <a:gd name="connsiteX9" fmla="*/ 53377 w 105706"/>
                <a:gd name="connsiteY9" fmla="*/ 110569 h 110569"/>
                <a:gd name="connsiteX10" fmla="*/ 25736 w 105706"/>
                <a:gd name="connsiteY10" fmla="*/ 103897 h 110569"/>
                <a:gd name="connsiteX11" fmla="*/ 6863 w 105706"/>
                <a:gd name="connsiteY11" fmla="*/ 84738 h 110569"/>
                <a:gd name="connsiteX12" fmla="*/ 0 w 105706"/>
                <a:gd name="connsiteY12" fmla="*/ 55189 h 110569"/>
                <a:gd name="connsiteX13" fmla="*/ 6863 w 105706"/>
                <a:gd name="connsiteY13" fmla="*/ 25831 h 110569"/>
                <a:gd name="connsiteX14" fmla="*/ 25736 w 105706"/>
                <a:gd name="connsiteY14" fmla="*/ 6672 h 110569"/>
                <a:gd name="connsiteX15" fmla="*/ 53377 w 105706"/>
                <a:gd name="connsiteY15" fmla="*/ 0 h 110569"/>
                <a:gd name="connsiteX16" fmla="*/ 81115 w 105706"/>
                <a:gd name="connsiteY16" fmla="*/ 6577 h 110569"/>
                <a:gd name="connsiteX17" fmla="*/ 99320 w 105706"/>
                <a:gd name="connsiteY17" fmla="*/ 24592 h 110569"/>
                <a:gd name="connsiteX18" fmla="*/ 105706 w 105706"/>
                <a:gd name="connsiteY18" fmla="*/ 50137 h 110569"/>
                <a:gd name="connsiteX19" fmla="*/ 104944 w 105706"/>
                <a:gd name="connsiteY19" fmla="*/ 59765 h 110569"/>
                <a:gd name="connsiteX20" fmla="*/ 79685 w 105706"/>
                <a:gd name="connsiteY20" fmla="*/ 31741 h 110569"/>
                <a:gd name="connsiteX21" fmla="*/ 68723 w 105706"/>
                <a:gd name="connsiteY21" fmla="*/ 21161 h 110569"/>
                <a:gd name="connsiteX22" fmla="*/ 53568 w 105706"/>
                <a:gd name="connsiteY22" fmla="*/ 17729 h 110569"/>
                <a:gd name="connsiteX23" fmla="*/ 31645 w 105706"/>
                <a:gd name="connsiteY23" fmla="*/ 25736 h 110569"/>
                <a:gd name="connsiteX24" fmla="*/ 22018 w 105706"/>
                <a:gd name="connsiteY24" fmla="*/ 49375 h 110569"/>
                <a:gd name="connsiteX25" fmla="*/ 83307 w 105706"/>
                <a:gd name="connsiteY25" fmla="*/ 49375 h 110569"/>
                <a:gd name="connsiteX26" fmla="*/ 79685 w 105706"/>
                <a:gd name="connsiteY26" fmla="*/ 31646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06" h="110569">
                  <a:moveTo>
                    <a:pt x="105039" y="59669"/>
                  </a:moveTo>
                  <a:lnTo>
                    <a:pt x="22018" y="59669"/>
                  </a:lnTo>
                  <a:cubicBezTo>
                    <a:pt x="22399" y="70726"/>
                    <a:pt x="25450" y="79019"/>
                    <a:pt x="31169" y="84357"/>
                  </a:cubicBezTo>
                  <a:cubicBezTo>
                    <a:pt x="36888" y="89694"/>
                    <a:pt x="44036" y="92363"/>
                    <a:pt x="52520" y="92363"/>
                  </a:cubicBezTo>
                  <a:cubicBezTo>
                    <a:pt x="59954" y="92363"/>
                    <a:pt x="66245" y="90457"/>
                    <a:pt x="71392" y="86644"/>
                  </a:cubicBezTo>
                  <a:cubicBezTo>
                    <a:pt x="76539" y="82832"/>
                    <a:pt x="79685" y="77875"/>
                    <a:pt x="80924" y="71584"/>
                  </a:cubicBezTo>
                  <a:lnTo>
                    <a:pt x="104753" y="71584"/>
                  </a:lnTo>
                  <a:cubicBezTo>
                    <a:pt x="103323" y="79114"/>
                    <a:pt x="100273" y="85882"/>
                    <a:pt x="95698" y="91791"/>
                  </a:cubicBezTo>
                  <a:cubicBezTo>
                    <a:pt x="91123" y="97701"/>
                    <a:pt x="85213" y="102276"/>
                    <a:pt x="77874" y="105613"/>
                  </a:cubicBezTo>
                  <a:cubicBezTo>
                    <a:pt x="70534" y="108949"/>
                    <a:pt x="62432" y="110569"/>
                    <a:pt x="53377" y="110569"/>
                  </a:cubicBezTo>
                  <a:cubicBezTo>
                    <a:pt x="42988" y="110569"/>
                    <a:pt x="33742" y="108377"/>
                    <a:pt x="25736" y="103897"/>
                  </a:cubicBezTo>
                  <a:cubicBezTo>
                    <a:pt x="17729" y="99512"/>
                    <a:pt x="11438" y="93031"/>
                    <a:pt x="6863" y="84738"/>
                  </a:cubicBezTo>
                  <a:cubicBezTo>
                    <a:pt x="2288" y="76350"/>
                    <a:pt x="0" y="66532"/>
                    <a:pt x="0" y="55189"/>
                  </a:cubicBezTo>
                  <a:cubicBezTo>
                    <a:pt x="0" y="43846"/>
                    <a:pt x="2288" y="34219"/>
                    <a:pt x="6863" y="25831"/>
                  </a:cubicBezTo>
                  <a:cubicBezTo>
                    <a:pt x="11438" y="17443"/>
                    <a:pt x="17729" y="11057"/>
                    <a:pt x="25736" y="6672"/>
                  </a:cubicBezTo>
                  <a:cubicBezTo>
                    <a:pt x="33742" y="2192"/>
                    <a:pt x="42988" y="0"/>
                    <a:pt x="53377" y="0"/>
                  </a:cubicBezTo>
                  <a:cubicBezTo>
                    <a:pt x="63767" y="0"/>
                    <a:pt x="73203" y="2192"/>
                    <a:pt x="81115" y="6577"/>
                  </a:cubicBezTo>
                  <a:cubicBezTo>
                    <a:pt x="89026" y="10962"/>
                    <a:pt x="95031" y="16967"/>
                    <a:pt x="99320" y="24592"/>
                  </a:cubicBezTo>
                  <a:cubicBezTo>
                    <a:pt x="103609" y="32218"/>
                    <a:pt x="105706" y="40701"/>
                    <a:pt x="105706" y="50137"/>
                  </a:cubicBezTo>
                  <a:cubicBezTo>
                    <a:pt x="105706" y="53760"/>
                    <a:pt x="105420" y="57000"/>
                    <a:pt x="104944" y="59765"/>
                  </a:cubicBezTo>
                  <a:close/>
                  <a:moveTo>
                    <a:pt x="79685" y="31741"/>
                  </a:moveTo>
                  <a:cubicBezTo>
                    <a:pt x="77016" y="26975"/>
                    <a:pt x="73394" y="23448"/>
                    <a:pt x="68723" y="21161"/>
                  </a:cubicBezTo>
                  <a:cubicBezTo>
                    <a:pt x="64053" y="18873"/>
                    <a:pt x="59001" y="17729"/>
                    <a:pt x="53568" y="17729"/>
                  </a:cubicBezTo>
                  <a:cubicBezTo>
                    <a:pt x="44799" y="17729"/>
                    <a:pt x="37555" y="20398"/>
                    <a:pt x="31645" y="25736"/>
                  </a:cubicBezTo>
                  <a:cubicBezTo>
                    <a:pt x="25736" y="31074"/>
                    <a:pt x="22590" y="38985"/>
                    <a:pt x="22018" y="49375"/>
                  </a:cubicBezTo>
                  <a:lnTo>
                    <a:pt x="83307" y="49375"/>
                  </a:lnTo>
                  <a:cubicBezTo>
                    <a:pt x="83593" y="42321"/>
                    <a:pt x="82354" y="36412"/>
                    <a:pt x="79685" y="31646"/>
                  </a:cubicBezTo>
                  <a:close/>
                </a:path>
              </a:pathLst>
            </a:custGeom>
            <a:solidFill>
              <a:schemeClr val="bg1"/>
            </a:solidFill>
            <a:ln w="9525" cap="flat">
              <a:noFill/>
              <a:prstDash val="solid"/>
              <a:miter/>
            </a:ln>
          </p:spPr>
          <p:txBody>
            <a:bodyPr rtlCol="0" anchor="ctr"/>
            <a:lstStyle/>
            <a:p>
              <a:endParaRPr lang="fr-FR" sz="1092"/>
            </a:p>
          </p:txBody>
        </p:sp>
        <p:sp>
          <p:nvSpPr>
            <p:cNvPr id="37" name="Forme libre : forme 36">
              <a:extLst>
                <a:ext uri="{FF2B5EF4-FFF2-40B4-BE49-F238E27FC236}">
                  <a16:creationId xmlns:a16="http://schemas.microsoft.com/office/drawing/2014/main" id="{07B9B163-15E2-61D9-DC6B-037EB1D96A77}"/>
                </a:ext>
              </a:extLst>
            </p:cNvPr>
            <p:cNvSpPr/>
            <p:nvPr/>
          </p:nvSpPr>
          <p:spPr>
            <a:xfrm>
              <a:off x="18762771"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3" y="25927"/>
                    <a:pt x="30311" y="29930"/>
                    <a:pt x="27356" y="35363"/>
                  </a:cubicBezTo>
                  <a:cubicBezTo>
                    <a:pt x="24401" y="40796"/>
                    <a:pt x="22971" y="47373"/>
                    <a:pt x="22971" y="55189"/>
                  </a:cubicBezTo>
                  <a:cubicBezTo>
                    <a:pt x="22971" y="63005"/>
                    <a:pt x="24401" y="69773"/>
                    <a:pt x="27356" y="75111"/>
                  </a:cubicBezTo>
                  <a:cubicBezTo>
                    <a:pt x="30311" y="80449"/>
                    <a:pt x="34123"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38" name="Forme libre : forme 37">
              <a:extLst>
                <a:ext uri="{FF2B5EF4-FFF2-40B4-BE49-F238E27FC236}">
                  <a16:creationId xmlns:a16="http://schemas.microsoft.com/office/drawing/2014/main" id="{C6EBB20C-7AA9-4B02-C6B6-CBD97B6923F3}"/>
                </a:ext>
              </a:extLst>
            </p:cNvPr>
            <p:cNvSpPr/>
            <p:nvPr/>
          </p:nvSpPr>
          <p:spPr>
            <a:xfrm>
              <a:off x="18889162" y="12603990"/>
              <a:ext cx="110662" cy="146122"/>
            </a:xfrm>
            <a:custGeom>
              <a:avLst/>
              <a:gdLst>
                <a:gd name="connsiteX0" fmla="*/ 87024 w 110662"/>
                <a:gd name="connsiteY0" fmla="*/ 42226 h 146122"/>
                <a:gd name="connsiteX1" fmla="*/ 104372 w 110662"/>
                <a:gd name="connsiteY1" fmla="*/ 61385 h 146122"/>
                <a:gd name="connsiteX2" fmla="*/ 110663 w 110662"/>
                <a:gd name="connsiteY2" fmla="*/ 90743 h 146122"/>
                <a:gd name="connsiteX3" fmla="*/ 104372 w 110662"/>
                <a:gd name="connsiteY3" fmla="*/ 120291 h 146122"/>
                <a:gd name="connsiteX4" fmla="*/ 87024 w 110662"/>
                <a:gd name="connsiteY4" fmla="*/ 139451 h 146122"/>
                <a:gd name="connsiteX5" fmla="*/ 61861 w 110662"/>
                <a:gd name="connsiteY5" fmla="*/ 146123 h 146122"/>
                <a:gd name="connsiteX6" fmla="*/ 36792 w 110662"/>
                <a:gd name="connsiteY6" fmla="*/ 138879 h 146122"/>
                <a:gd name="connsiteX7" fmla="*/ 22304 w 110662"/>
                <a:gd name="connsiteY7" fmla="*/ 119720 h 146122"/>
                <a:gd name="connsiteX8" fmla="*/ 22304 w 110662"/>
                <a:gd name="connsiteY8" fmla="*/ 144788 h 146122"/>
                <a:gd name="connsiteX9" fmla="*/ 0 w 110662"/>
                <a:gd name="connsiteY9" fmla="*/ 144788 h 146122"/>
                <a:gd name="connsiteX10" fmla="*/ 0 w 110662"/>
                <a:gd name="connsiteY10" fmla="*/ 0 h 146122"/>
                <a:gd name="connsiteX11" fmla="*/ 22304 w 110662"/>
                <a:gd name="connsiteY11" fmla="*/ 0 h 146122"/>
                <a:gd name="connsiteX12" fmla="*/ 22304 w 110662"/>
                <a:gd name="connsiteY12" fmla="*/ 62052 h 146122"/>
                <a:gd name="connsiteX13" fmla="*/ 36792 w 110662"/>
                <a:gd name="connsiteY13" fmla="*/ 42893 h 146122"/>
                <a:gd name="connsiteX14" fmla="*/ 61861 w 110662"/>
                <a:gd name="connsiteY14" fmla="*/ 35649 h 146122"/>
                <a:gd name="connsiteX15" fmla="*/ 87024 w 110662"/>
                <a:gd name="connsiteY15" fmla="*/ 42321 h 146122"/>
                <a:gd name="connsiteX16" fmla="*/ 38222 w 110662"/>
                <a:gd name="connsiteY16" fmla="*/ 59574 h 146122"/>
                <a:gd name="connsiteX17" fmla="*/ 26498 w 110662"/>
                <a:gd name="connsiteY17" fmla="*/ 72061 h 146122"/>
                <a:gd name="connsiteX18" fmla="*/ 22209 w 110662"/>
                <a:gd name="connsiteY18" fmla="*/ 90743 h 146122"/>
                <a:gd name="connsiteX19" fmla="*/ 26498 w 110662"/>
                <a:gd name="connsiteY19" fmla="*/ 109520 h 146122"/>
                <a:gd name="connsiteX20" fmla="*/ 38222 w 110662"/>
                <a:gd name="connsiteY20" fmla="*/ 121912 h 146122"/>
                <a:gd name="connsiteX21" fmla="*/ 55093 w 110662"/>
                <a:gd name="connsiteY21" fmla="*/ 126297 h 146122"/>
                <a:gd name="connsiteX22" fmla="*/ 78922 w 110662"/>
                <a:gd name="connsiteY22" fmla="*/ 116765 h 146122"/>
                <a:gd name="connsiteX23" fmla="*/ 87882 w 110662"/>
                <a:gd name="connsiteY23" fmla="*/ 90648 h 146122"/>
                <a:gd name="connsiteX24" fmla="*/ 78922 w 110662"/>
                <a:gd name="connsiteY24" fmla="*/ 64626 h 146122"/>
                <a:gd name="connsiteX25" fmla="*/ 55093 w 110662"/>
                <a:gd name="connsiteY25" fmla="*/ 54998 h 146122"/>
                <a:gd name="connsiteX26" fmla="*/ 38222 w 110662"/>
                <a:gd name="connsiteY26" fmla="*/ 59383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662" h="146122">
                  <a:moveTo>
                    <a:pt x="87024" y="42226"/>
                  </a:moveTo>
                  <a:cubicBezTo>
                    <a:pt x="94364" y="46610"/>
                    <a:pt x="100178" y="53092"/>
                    <a:pt x="104372" y="61385"/>
                  </a:cubicBezTo>
                  <a:cubicBezTo>
                    <a:pt x="108566" y="69678"/>
                    <a:pt x="110663" y="79495"/>
                    <a:pt x="110663" y="90743"/>
                  </a:cubicBezTo>
                  <a:cubicBezTo>
                    <a:pt x="110663" y="101990"/>
                    <a:pt x="108566" y="111903"/>
                    <a:pt x="104372" y="120291"/>
                  </a:cubicBezTo>
                  <a:cubicBezTo>
                    <a:pt x="100178" y="128680"/>
                    <a:pt x="94459" y="135066"/>
                    <a:pt x="87024" y="139451"/>
                  </a:cubicBezTo>
                  <a:cubicBezTo>
                    <a:pt x="79685" y="143930"/>
                    <a:pt x="71297" y="146123"/>
                    <a:pt x="61861" y="146123"/>
                  </a:cubicBezTo>
                  <a:cubicBezTo>
                    <a:pt x="52424" y="146123"/>
                    <a:pt x="43750" y="143740"/>
                    <a:pt x="36792" y="138879"/>
                  </a:cubicBezTo>
                  <a:cubicBezTo>
                    <a:pt x="29834" y="134017"/>
                    <a:pt x="25068" y="127631"/>
                    <a:pt x="22304" y="119720"/>
                  </a:cubicBezTo>
                  <a:lnTo>
                    <a:pt x="22304" y="144788"/>
                  </a:lnTo>
                  <a:lnTo>
                    <a:pt x="0" y="144788"/>
                  </a:lnTo>
                  <a:lnTo>
                    <a:pt x="0" y="0"/>
                  </a:lnTo>
                  <a:lnTo>
                    <a:pt x="22304" y="0"/>
                  </a:lnTo>
                  <a:lnTo>
                    <a:pt x="22304" y="62052"/>
                  </a:lnTo>
                  <a:cubicBezTo>
                    <a:pt x="25068" y="54141"/>
                    <a:pt x="29834" y="47659"/>
                    <a:pt x="36792" y="42893"/>
                  </a:cubicBezTo>
                  <a:cubicBezTo>
                    <a:pt x="43750" y="38032"/>
                    <a:pt x="52043" y="35649"/>
                    <a:pt x="61861" y="35649"/>
                  </a:cubicBezTo>
                  <a:cubicBezTo>
                    <a:pt x="71678" y="35649"/>
                    <a:pt x="79685" y="37841"/>
                    <a:pt x="87024" y="42321"/>
                  </a:cubicBezTo>
                  <a:close/>
                  <a:moveTo>
                    <a:pt x="38222" y="59574"/>
                  </a:moveTo>
                  <a:cubicBezTo>
                    <a:pt x="33265" y="62529"/>
                    <a:pt x="29357" y="66723"/>
                    <a:pt x="26498" y="72061"/>
                  </a:cubicBezTo>
                  <a:cubicBezTo>
                    <a:pt x="23639" y="77494"/>
                    <a:pt x="22209" y="83689"/>
                    <a:pt x="22209" y="90743"/>
                  </a:cubicBezTo>
                  <a:cubicBezTo>
                    <a:pt x="22209" y="97797"/>
                    <a:pt x="23639" y="104183"/>
                    <a:pt x="26498" y="109520"/>
                  </a:cubicBezTo>
                  <a:cubicBezTo>
                    <a:pt x="29357" y="114858"/>
                    <a:pt x="33265" y="119052"/>
                    <a:pt x="38222" y="121912"/>
                  </a:cubicBezTo>
                  <a:cubicBezTo>
                    <a:pt x="43179" y="124867"/>
                    <a:pt x="48802" y="126297"/>
                    <a:pt x="55093" y="126297"/>
                  </a:cubicBezTo>
                  <a:cubicBezTo>
                    <a:pt x="65006" y="126297"/>
                    <a:pt x="73013" y="123151"/>
                    <a:pt x="78922" y="116765"/>
                  </a:cubicBezTo>
                  <a:cubicBezTo>
                    <a:pt x="84832" y="110378"/>
                    <a:pt x="87882" y="101704"/>
                    <a:pt x="87882" y="90648"/>
                  </a:cubicBezTo>
                  <a:cubicBezTo>
                    <a:pt x="87882" y="79591"/>
                    <a:pt x="84927" y="71012"/>
                    <a:pt x="78922" y="64626"/>
                  </a:cubicBezTo>
                  <a:cubicBezTo>
                    <a:pt x="72917" y="58239"/>
                    <a:pt x="65006" y="54998"/>
                    <a:pt x="55093" y="54998"/>
                  </a:cubicBezTo>
                  <a:cubicBezTo>
                    <a:pt x="48802" y="54998"/>
                    <a:pt x="43179" y="56428"/>
                    <a:pt x="38222" y="59383"/>
                  </a:cubicBezTo>
                  <a:close/>
                </a:path>
              </a:pathLst>
            </a:custGeom>
            <a:solidFill>
              <a:schemeClr val="bg1"/>
            </a:solidFill>
            <a:ln w="9525" cap="flat">
              <a:noFill/>
              <a:prstDash val="solid"/>
              <a:miter/>
            </a:ln>
          </p:spPr>
          <p:txBody>
            <a:bodyPr rtlCol="0" anchor="ctr"/>
            <a:lstStyle/>
            <a:p>
              <a:endParaRPr lang="fr-FR" sz="1092"/>
            </a:p>
          </p:txBody>
        </p:sp>
        <p:sp>
          <p:nvSpPr>
            <p:cNvPr id="39" name="Forme libre : forme 38">
              <a:extLst>
                <a:ext uri="{FF2B5EF4-FFF2-40B4-BE49-F238E27FC236}">
                  <a16:creationId xmlns:a16="http://schemas.microsoft.com/office/drawing/2014/main" id="{BF384D87-BE70-5CFA-29D9-20E75E86CA4E}"/>
                </a:ext>
              </a:extLst>
            </p:cNvPr>
            <p:cNvSpPr/>
            <p:nvPr/>
          </p:nvSpPr>
          <p:spPr>
            <a:xfrm>
              <a:off x="19001159" y="12640974"/>
              <a:ext cx="109137" cy="107804"/>
            </a:xfrm>
            <a:custGeom>
              <a:avLst/>
              <a:gdLst>
                <a:gd name="connsiteX0" fmla="*/ 54807 w 109137"/>
                <a:gd name="connsiteY0" fmla="*/ 84738 h 107804"/>
                <a:gd name="connsiteX1" fmla="*/ 85308 w 109137"/>
                <a:gd name="connsiteY1" fmla="*/ 0 h 107804"/>
                <a:gd name="connsiteX2" fmla="*/ 109138 w 109137"/>
                <a:gd name="connsiteY2" fmla="*/ 0 h 107804"/>
                <a:gd name="connsiteX3" fmla="*/ 68056 w 109137"/>
                <a:gd name="connsiteY3" fmla="*/ 107805 h 107804"/>
                <a:gd name="connsiteX4" fmla="*/ 41082 w 109137"/>
                <a:gd name="connsiteY4" fmla="*/ 107805 h 107804"/>
                <a:gd name="connsiteX5" fmla="*/ 0 w 109137"/>
                <a:gd name="connsiteY5" fmla="*/ 0 h 107804"/>
                <a:gd name="connsiteX6" fmla="*/ 23829 w 109137"/>
                <a:gd name="connsiteY6" fmla="*/ 0 h 107804"/>
                <a:gd name="connsiteX7" fmla="*/ 54712 w 109137"/>
                <a:gd name="connsiteY7" fmla="*/ 84738 h 1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37" h="107804">
                  <a:moveTo>
                    <a:pt x="54807" y="84738"/>
                  </a:moveTo>
                  <a:lnTo>
                    <a:pt x="85308" y="0"/>
                  </a:lnTo>
                  <a:lnTo>
                    <a:pt x="109138" y="0"/>
                  </a:lnTo>
                  <a:lnTo>
                    <a:pt x="68056" y="107805"/>
                  </a:lnTo>
                  <a:lnTo>
                    <a:pt x="41082" y="107805"/>
                  </a:lnTo>
                  <a:lnTo>
                    <a:pt x="0" y="0"/>
                  </a:lnTo>
                  <a:lnTo>
                    <a:pt x="23829" y="0"/>
                  </a:lnTo>
                  <a:lnTo>
                    <a:pt x="54712" y="84738"/>
                  </a:lnTo>
                  <a:close/>
                </a:path>
              </a:pathLst>
            </a:custGeom>
            <a:solidFill>
              <a:schemeClr val="bg1"/>
            </a:solidFill>
            <a:ln w="9525" cap="flat">
              <a:noFill/>
              <a:prstDash val="solid"/>
              <a:miter/>
            </a:ln>
          </p:spPr>
          <p:txBody>
            <a:bodyPr rtlCol="0" anchor="ctr"/>
            <a:lstStyle/>
            <a:p>
              <a:endParaRPr lang="fr-FR" sz="1092"/>
            </a:p>
          </p:txBody>
        </p:sp>
        <p:sp>
          <p:nvSpPr>
            <p:cNvPr id="40" name="Forme libre : forme 39">
              <a:extLst>
                <a:ext uri="{FF2B5EF4-FFF2-40B4-BE49-F238E27FC236}">
                  <a16:creationId xmlns:a16="http://schemas.microsoft.com/office/drawing/2014/main" id="{766C3AF0-2EEC-945D-4256-4A7BB542F8F3}"/>
                </a:ext>
              </a:extLst>
            </p:cNvPr>
            <p:cNvSpPr/>
            <p:nvPr/>
          </p:nvSpPr>
          <p:spPr>
            <a:xfrm>
              <a:off x="19118970" y="12596555"/>
              <a:ext cx="28785" cy="152223"/>
            </a:xfrm>
            <a:custGeom>
              <a:avLst/>
              <a:gdLst>
                <a:gd name="connsiteX0" fmla="*/ 3908 w 28785"/>
                <a:gd name="connsiteY0" fmla="*/ 3717 h 152223"/>
                <a:gd name="connsiteX1" fmla="*/ 14298 w 28785"/>
                <a:gd name="connsiteY1" fmla="*/ 0 h 152223"/>
                <a:gd name="connsiteX2" fmla="*/ 24782 w 28785"/>
                <a:gd name="connsiteY2" fmla="*/ 3717 h 152223"/>
                <a:gd name="connsiteX3" fmla="*/ 28786 w 28785"/>
                <a:gd name="connsiteY3" fmla="*/ 13154 h 152223"/>
                <a:gd name="connsiteX4" fmla="*/ 24782 w 28785"/>
                <a:gd name="connsiteY4" fmla="*/ 22304 h 152223"/>
                <a:gd name="connsiteX5" fmla="*/ 14298 w 28785"/>
                <a:gd name="connsiteY5" fmla="*/ 25831 h 152223"/>
                <a:gd name="connsiteX6" fmla="*/ 3908 w 28785"/>
                <a:gd name="connsiteY6" fmla="*/ 22304 h 152223"/>
                <a:gd name="connsiteX7" fmla="*/ 0 w 28785"/>
                <a:gd name="connsiteY7" fmla="*/ 13154 h 152223"/>
                <a:gd name="connsiteX8" fmla="*/ 3908 w 28785"/>
                <a:gd name="connsiteY8" fmla="*/ 3717 h 152223"/>
                <a:gd name="connsiteX9" fmla="*/ 25450 w 28785"/>
                <a:gd name="connsiteY9" fmla="*/ 44418 h 152223"/>
                <a:gd name="connsiteX10" fmla="*/ 25450 w 28785"/>
                <a:gd name="connsiteY10" fmla="*/ 152223 h 152223"/>
                <a:gd name="connsiteX11" fmla="*/ 3146 w 28785"/>
                <a:gd name="connsiteY11" fmla="*/ 152223 h 152223"/>
                <a:gd name="connsiteX12" fmla="*/ 3146 w 28785"/>
                <a:gd name="connsiteY12" fmla="*/ 44418 h 152223"/>
                <a:gd name="connsiteX13" fmla="*/ 25450 w 28785"/>
                <a:gd name="connsiteY13" fmla="*/ 44418 h 152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785" h="152223">
                  <a:moveTo>
                    <a:pt x="3908" y="3717"/>
                  </a:moveTo>
                  <a:cubicBezTo>
                    <a:pt x="6481" y="1239"/>
                    <a:pt x="10008" y="0"/>
                    <a:pt x="14298" y="0"/>
                  </a:cubicBezTo>
                  <a:cubicBezTo>
                    <a:pt x="18587" y="0"/>
                    <a:pt x="22114" y="1239"/>
                    <a:pt x="24782" y="3717"/>
                  </a:cubicBezTo>
                  <a:cubicBezTo>
                    <a:pt x="27451" y="6196"/>
                    <a:pt x="28786" y="9341"/>
                    <a:pt x="28786" y="13154"/>
                  </a:cubicBezTo>
                  <a:cubicBezTo>
                    <a:pt x="28786" y="16967"/>
                    <a:pt x="27451" y="20017"/>
                    <a:pt x="24782" y="22304"/>
                  </a:cubicBezTo>
                  <a:cubicBezTo>
                    <a:pt x="22114" y="24687"/>
                    <a:pt x="18587" y="25831"/>
                    <a:pt x="14298" y="25831"/>
                  </a:cubicBezTo>
                  <a:cubicBezTo>
                    <a:pt x="10008" y="25831"/>
                    <a:pt x="6577" y="24687"/>
                    <a:pt x="3908" y="22304"/>
                  </a:cubicBezTo>
                  <a:cubicBezTo>
                    <a:pt x="1335" y="19921"/>
                    <a:pt x="0" y="16871"/>
                    <a:pt x="0" y="13154"/>
                  </a:cubicBezTo>
                  <a:cubicBezTo>
                    <a:pt x="0" y="9436"/>
                    <a:pt x="1335" y="6291"/>
                    <a:pt x="3908" y="3717"/>
                  </a:cubicBezTo>
                  <a:close/>
                  <a:moveTo>
                    <a:pt x="25450" y="44418"/>
                  </a:moveTo>
                  <a:lnTo>
                    <a:pt x="25450" y="152223"/>
                  </a:lnTo>
                  <a:lnTo>
                    <a:pt x="3146" y="152223"/>
                  </a:lnTo>
                  <a:lnTo>
                    <a:pt x="3146" y="44418"/>
                  </a:lnTo>
                  <a:lnTo>
                    <a:pt x="25450" y="44418"/>
                  </a:lnTo>
                  <a:close/>
                </a:path>
              </a:pathLst>
            </a:custGeom>
            <a:solidFill>
              <a:schemeClr val="bg1"/>
            </a:solidFill>
            <a:ln w="9525" cap="flat">
              <a:noFill/>
              <a:prstDash val="solid"/>
              <a:miter/>
            </a:ln>
          </p:spPr>
          <p:txBody>
            <a:bodyPr rtlCol="0" anchor="ctr"/>
            <a:lstStyle/>
            <a:p>
              <a:endParaRPr lang="fr-FR" sz="1092"/>
            </a:p>
          </p:txBody>
        </p:sp>
        <p:sp>
          <p:nvSpPr>
            <p:cNvPr id="41" name="Forme libre : forme 40">
              <a:extLst>
                <a:ext uri="{FF2B5EF4-FFF2-40B4-BE49-F238E27FC236}">
                  <a16:creationId xmlns:a16="http://schemas.microsoft.com/office/drawing/2014/main" id="{A2BAA0F3-AD1C-C97C-44B0-489C5E572905}"/>
                </a:ext>
              </a:extLst>
            </p:cNvPr>
            <p:cNvSpPr/>
            <p:nvPr/>
          </p:nvSpPr>
          <p:spPr>
            <a:xfrm>
              <a:off x="19161005"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4" y="25927"/>
                    <a:pt x="30311" y="29930"/>
                    <a:pt x="27356" y="35363"/>
                  </a:cubicBezTo>
                  <a:cubicBezTo>
                    <a:pt x="24401" y="40796"/>
                    <a:pt x="22971" y="47373"/>
                    <a:pt x="22971" y="55189"/>
                  </a:cubicBezTo>
                  <a:cubicBezTo>
                    <a:pt x="22971" y="63005"/>
                    <a:pt x="24401" y="69773"/>
                    <a:pt x="27356" y="75111"/>
                  </a:cubicBezTo>
                  <a:cubicBezTo>
                    <a:pt x="30311" y="80449"/>
                    <a:pt x="34124"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42" name="Forme libre : forme 41">
              <a:extLst>
                <a:ext uri="{FF2B5EF4-FFF2-40B4-BE49-F238E27FC236}">
                  <a16:creationId xmlns:a16="http://schemas.microsoft.com/office/drawing/2014/main" id="{BC9F4CF5-2E61-62E7-70C9-367645C2AEE7}"/>
                </a:ext>
              </a:extLst>
            </p:cNvPr>
            <p:cNvSpPr/>
            <p:nvPr/>
          </p:nvSpPr>
          <p:spPr>
            <a:xfrm>
              <a:off x="19284727" y="12640974"/>
              <a:ext cx="101893" cy="109425"/>
            </a:xfrm>
            <a:custGeom>
              <a:avLst/>
              <a:gdLst>
                <a:gd name="connsiteX0" fmla="*/ 101894 w 101893"/>
                <a:gd name="connsiteY0" fmla="*/ 0 h 109425"/>
                <a:gd name="connsiteX1" fmla="*/ 101894 w 101893"/>
                <a:gd name="connsiteY1" fmla="*/ 107805 h 109425"/>
                <a:gd name="connsiteX2" fmla="*/ 79399 w 101893"/>
                <a:gd name="connsiteY2" fmla="*/ 107805 h 109425"/>
                <a:gd name="connsiteX3" fmla="*/ 79399 w 101893"/>
                <a:gd name="connsiteY3" fmla="*/ 84356 h 109425"/>
                <a:gd name="connsiteX4" fmla="*/ 65101 w 101893"/>
                <a:gd name="connsiteY4" fmla="*/ 102848 h 109425"/>
                <a:gd name="connsiteX5" fmla="*/ 41463 w 101893"/>
                <a:gd name="connsiteY5" fmla="*/ 109425 h 109425"/>
                <a:gd name="connsiteX6" fmla="*/ 11343 w 101893"/>
                <a:gd name="connsiteY6" fmla="*/ 97320 h 109425"/>
                <a:gd name="connsiteX7" fmla="*/ 0 w 101893"/>
                <a:gd name="connsiteY7" fmla="*/ 62719 h 109425"/>
                <a:gd name="connsiteX8" fmla="*/ 0 w 101893"/>
                <a:gd name="connsiteY8" fmla="*/ 95 h 109425"/>
                <a:gd name="connsiteX9" fmla="*/ 22304 w 101893"/>
                <a:gd name="connsiteY9" fmla="*/ 95 h 109425"/>
                <a:gd name="connsiteX10" fmla="*/ 22304 w 101893"/>
                <a:gd name="connsiteY10" fmla="*/ 60336 h 109425"/>
                <a:gd name="connsiteX11" fmla="*/ 29739 w 101893"/>
                <a:gd name="connsiteY11" fmla="*/ 82927 h 109425"/>
                <a:gd name="connsiteX12" fmla="*/ 50041 w 101893"/>
                <a:gd name="connsiteY12" fmla="*/ 90838 h 109425"/>
                <a:gd name="connsiteX13" fmla="*/ 71392 w 101893"/>
                <a:gd name="connsiteY13" fmla="*/ 82260 h 109425"/>
                <a:gd name="connsiteX14" fmla="*/ 79399 w 101893"/>
                <a:gd name="connsiteY14" fmla="*/ 57191 h 109425"/>
                <a:gd name="connsiteX15" fmla="*/ 79399 w 101893"/>
                <a:gd name="connsiteY15" fmla="*/ 0 h 109425"/>
                <a:gd name="connsiteX16" fmla="*/ 101894 w 101893"/>
                <a:gd name="connsiteY16" fmla="*/ 0 h 10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893" h="109425">
                  <a:moveTo>
                    <a:pt x="101894" y="0"/>
                  </a:moveTo>
                  <a:lnTo>
                    <a:pt x="101894" y="107805"/>
                  </a:lnTo>
                  <a:lnTo>
                    <a:pt x="79399" y="107805"/>
                  </a:lnTo>
                  <a:lnTo>
                    <a:pt x="79399" y="84356"/>
                  </a:lnTo>
                  <a:cubicBezTo>
                    <a:pt x="76635" y="92268"/>
                    <a:pt x="71869" y="98464"/>
                    <a:pt x="65101" y="102848"/>
                  </a:cubicBezTo>
                  <a:cubicBezTo>
                    <a:pt x="58334" y="107233"/>
                    <a:pt x="50422" y="109425"/>
                    <a:pt x="41463" y="109425"/>
                  </a:cubicBezTo>
                  <a:cubicBezTo>
                    <a:pt x="28976" y="109425"/>
                    <a:pt x="18873" y="105422"/>
                    <a:pt x="11343" y="97320"/>
                  </a:cubicBezTo>
                  <a:cubicBezTo>
                    <a:pt x="3813" y="89218"/>
                    <a:pt x="0" y="77684"/>
                    <a:pt x="0" y="62719"/>
                  </a:cubicBezTo>
                  <a:lnTo>
                    <a:pt x="0" y="95"/>
                  </a:lnTo>
                  <a:lnTo>
                    <a:pt x="22304" y="95"/>
                  </a:lnTo>
                  <a:lnTo>
                    <a:pt x="22304" y="60336"/>
                  </a:lnTo>
                  <a:cubicBezTo>
                    <a:pt x="22304" y="70154"/>
                    <a:pt x="24782" y="77684"/>
                    <a:pt x="29739" y="82927"/>
                  </a:cubicBezTo>
                  <a:cubicBezTo>
                    <a:pt x="34695" y="88169"/>
                    <a:pt x="41463" y="90838"/>
                    <a:pt x="50041" y="90838"/>
                  </a:cubicBezTo>
                  <a:cubicBezTo>
                    <a:pt x="58620" y="90838"/>
                    <a:pt x="66055" y="87978"/>
                    <a:pt x="71392" y="82260"/>
                  </a:cubicBezTo>
                  <a:cubicBezTo>
                    <a:pt x="76730" y="76540"/>
                    <a:pt x="79399" y="68152"/>
                    <a:pt x="79399" y="57191"/>
                  </a:cubicBezTo>
                  <a:lnTo>
                    <a:pt x="79399" y="0"/>
                  </a:lnTo>
                  <a:lnTo>
                    <a:pt x="101894" y="0"/>
                  </a:lnTo>
                  <a:close/>
                </a:path>
              </a:pathLst>
            </a:custGeom>
            <a:solidFill>
              <a:schemeClr val="bg1"/>
            </a:solidFill>
            <a:ln w="9525" cap="flat">
              <a:noFill/>
              <a:prstDash val="solid"/>
              <a:miter/>
            </a:ln>
          </p:spPr>
          <p:txBody>
            <a:bodyPr rtlCol="0" anchor="ctr"/>
            <a:lstStyle/>
            <a:p>
              <a:endParaRPr lang="fr-FR" sz="1092"/>
            </a:p>
          </p:txBody>
        </p:sp>
        <p:sp>
          <p:nvSpPr>
            <p:cNvPr id="43" name="Forme libre : forme 42">
              <a:extLst>
                <a:ext uri="{FF2B5EF4-FFF2-40B4-BE49-F238E27FC236}">
                  <a16:creationId xmlns:a16="http://schemas.microsoft.com/office/drawing/2014/main" id="{29D70808-B9A9-8E7D-529F-77F489B72297}"/>
                </a:ext>
              </a:extLst>
            </p:cNvPr>
            <p:cNvSpPr/>
            <p:nvPr/>
          </p:nvSpPr>
          <p:spPr>
            <a:xfrm>
              <a:off x="19404063" y="12639735"/>
              <a:ext cx="85594" cy="110378"/>
            </a:xfrm>
            <a:custGeom>
              <a:avLst/>
              <a:gdLst>
                <a:gd name="connsiteX0" fmla="*/ 70534 w 85594"/>
                <a:gd name="connsiteY0" fmla="*/ 9532 h 110378"/>
                <a:gd name="connsiteX1" fmla="*/ 84546 w 85594"/>
                <a:gd name="connsiteY1" fmla="*/ 35458 h 110378"/>
                <a:gd name="connsiteX2" fmla="*/ 63386 w 85594"/>
                <a:gd name="connsiteY2" fmla="*/ 35458 h 110378"/>
                <a:gd name="connsiteX3" fmla="*/ 55856 w 85594"/>
                <a:gd name="connsiteY3" fmla="*/ 21256 h 110378"/>
                <a:gd name="connsiteX4" fmla="*/ 39556 w 85594"/>
                <a:gd name="connsiteY4" fmla="*/ 15918 h 110378"/>
                <a:gd name="connsiteX5" fmla="*/ 26498 w 85594"/>
                <a:gd name="connsiteY5" fmla="*/ 19921 h 110378"/>
                <a:gd name="connsiteX6" fmla="*/ 21923 w 85594"/>
                <a:gd name="connsiteY6" fmla="*/ 30788 h 110378"/>
                <a:gd name="connsiteX7" fmla="*/ 25259 w 85594"/>
                <a:gd name="connsiteY7" fmla="*/ 38985 h 110378"/>
                <a:gd name="connsiteX8" fmla="*/ 33551 w 85594"/>
                <a:gd name="connsiteY8" fmla="*/ 43846 h 110378"/>
                <a:gd name="connsiteX9" fmla="*/ 47754 w 85594"/>
                <a:gd name="connsiteY9" fmla="*/ 47754 h 110378"/>
                <a:gd name="connsiteX10" fmla="*/ 67389 w 85594"/>
                <a:gd name="connsiteY10" fmla="*/ 53378 h 110378"/>
                <a:gd name="connsiteX11" fmla="*/ 80257 w 85594"/>
                <a:gd name="connsiteY11" fmla="*/ 62719 h 110378"/>
                <a:gd name="connsiteX12" fmla="*/ 85595 w 85594"/>
                <a:gd name="connsiteY12" fmla="*/ 80067 h 110378"/>
                <a:gd name="connsiteX13" fmla="*/ 75300 w 85594"/>
                <a:gd name="connsiteY13" fmla="*/ 101990 h 110378"/>
                <a:gd name="connsiteX14" fmla="*/ 47563 w 85594"/>
                <a:gd name="connsiteY14" fmla="*/ 110378 h 110378"/>
                <a:gd name="connsiteX15" fmla="*/ 14965 w 85594"/>
                <a:gd name="connsiteY15" fmla="*/ 100942 h 110378"/>
                <a:gd name="connsiteX16" fmla="*/ 0 w 85594"/>
                <a:gd name="connsiteY16" fmla="*/ 74729 h 110378"/>
                <a:gd name="connsiteX17" fmla="*/ 21732 w 85594"/>
                <a:gd name="connsiteY17" fmla="*/ 74729 h 110378"/>
                <a:gd name="connsiteX18" fmla="*/ 29548 w 85594"/>
                <a:gd name="connsiteY18" fmla="*/ 89027 h 110378"/>
                <a:gd name="connsiteX19" fmla="*/ 47563 w 85594"/>
                <a:gd name="connsiteY19" fmla="*/ 94460 h 110378"/>
                <a:gd name="connsiteX20" fmla="*/ 60145 w 85594"/>
                <a:gd name="connsiteY20" fmla="*/ 90266 h 110378"/>
                <a:gd name="connsiteX21" fmla="*/ 64720 w 85594"/>
                <a:gd name="connsiteY21" fmla="*/ 79591 h 110378"/>
                <a:gd name="connsiteX22" fmla="*/ 61194 w 85594"/>
                <a:gd name="connsiteY22" fmla="*/ 70631 h 110378"/>
                <a:gd name="connsiteX23" fmla="*/ 52424 w 85594"/>
                <a:gd name="connsiteY23" fmla="*/ 65484 h 110378"/>
                <a:gd name="connsiteX24" fmla="*/ 37936 w 85594"/>
                <a:gd name="connsiteY24" fmla="*/ 61671 h 110378"/>
                <a:gd name="connsiteX25" fmla="*/ 18873 w 85594"/>
                <a:gd name="connsiteY25" fmla="*/ 56238 h 110378"/>
                <a:gd name="connsiteX26" fmla="*/ 6386 w 85594"/>
                <a:gd name="connsiteY26" fmla="*/ 47373 h 110378"/>
                <a:gd name="connsiteX27" fmla="*/ 1239 w 85594"/>
                <a:gd name="connsiteY27" fmla="*/ 30692 h 110378"/>
                <a:gd name="connsiteX28" fmla="*/ 11533 w 85594"/>
                <a:gd name="connsiteY28" fmla="*/ 8483 h 110378"/>
                <a:gd name="connsiteX29" fmla="*/ 40033 w 85594"/>
                <a:gd name="connsiteY29" fmla="*/ 0 h 110378"/>
                <a:gd name="connsiteX30" fmla="*/ 70439 w 85594"/>
                <a:gd name="connsiteY30" fmla="*/ 9722 h 110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5594" h="110378">
                  <a:moveTo>
                    <a:pt x="70534" y="9532"/>
                  </a:moveTo>
                  <a:cubicBezTo>
                    <a:pt x="78160" y="16013"/>
                    <a:pt x="82830" y="24592"/>
                    <a:pt x="84546" y="35458"/>
                  </a:cubicBezTo>
                  <a:lnTo>
                    <a:pt x="63386" y="35458"/>
                  </a:lnTo>
                  <a:cubicBezTo>
                    <a:pt x="62433" y="29549"/>
                    <a:pt x="59954" y="24878"/>
                    <a:pt x="55856" y="21256"/>
                  </a:cubicBezTo>
                  <a:cubicBezTo>
                    <a:pt x="51757" y="17634"/>
                    <a:pt x="46324" y="15918"/>
                    <a:pt x="39556" y="15918"/>
                  </a:cubicBezTo>
                  <a:cubicBezTo>
                    <a:pt x="33933" y="15918"/>
                    <a:pt x="29644" y="17253"/>
                    <a:pt x="26498" y="19921"/>
                  </a:cubicBezTo>
                  <a:cubicBezTo>
                    <a:pt x="23448" y="22590"/>
                    <a:pt x="21923" y="26212"/>
                    <a:pt x="21923" y="30788"/>
                  </a:cubicBezTo>
                  <a:cubicBezTo>
                    <a:pt x="21923" y="34219"/>
                    <a:pt x="23067" y="36888"/>
                    <a:pt x="25259" y="38985"/>
                  </a:cubicBezTo>
                  <a:cubicBezTo>
                    <a:pt x="27451" y="41082"/>
                    <a:pt x="30216" y="42702"/>
                    <a:pt x="33551" y="43846"/>
                  </a:cubicBezTo>
                  <a:cubicBezTo>
                    <a:pt x="36888" y="44990"/>
                    <a:pt x="41558" y="46324"/>
                    <a:pt x="47754" y="47754"/>
                  </a:cubicBezTo>
                  <a:cubicBezTo>
                    <a:pt x="55856" y="49565"/>
                    <a:pt x="62433" y="51472"/>
                    <a:pt x="67389" y="53378"/>
                  </a:cubicBezTo>
                  <a:cubicBezTo>
                    <a:pt x="72441" y="55380"/>
                    <a:pt x="76730" y="58430"/>
                    <a:pt x="80257" y="62719"/>
                  </a:cubicBezTo>
                  <a:cubicBezTo>
                    <a:pt x="83879" y="67009"/>
                    <a:pt x="85595" y="72728"/>
                    <a:pt x="85595" y="80067"/>
                  </a:cubicBezTo>
                  <a:cubicBezTo>
                    <a:pt x="85595" y="89027"/>
                    <a:pt x="82163" y="96367"/>
                    <a:pt x="75300" y="101990"/>
                  </a:cubicBezTo>
                  <a:cubicBezTo>
                    <a:pt x="68437" y="107614"/>
                    <a:pt x="59192" y="110378"/>
                    <a:pt x="47563" y="110378"/>
                  </a:cubicBezTo>
                  <a:cubicBezTo>
                    <a:pt x="34124" y="110378"/>
                    <a:pt x="23257" y="107233"/>
                    <a:pt x="14965" y="100942"/>
                  </a:cubicBezTo>
                  <a:cubicBezTo>
                    <a:pt x="6672" y="94651"/>
                    <a:pt x="1716" y="85977"/>
                    <a:pt x="0" y="74729"/>
                  </a:cubicBezTo>
                  <a:lnTo>
                    <a:pt x="21732" y="74729"/>
                  </a:lnTo>
                  <a:cubicBezTo>
                    <a:pt x="22400" y="80639"/>
                    <a:pt x="24973" y="85405"/>
                    <a:pt x="29548" y="89027"/>
                  </a:cubicBezTo>
                  <a:cubicBezTo>
                    <a:pt x="34124" y="92649"/>
                    <a:pt x="40128" y="94460"/>
                    <a:pt x="47563" y="94460"/>
                  </a:cubicBezTo>
                  <a:cubicBezTo>
                    <a:pt x="52901" y="94460"/>
                    <a:pt x="57095" y="93031"/>
                    <a:pt x="60145" y="90266"/>
                  </a:cubicBezTo>
                  <a:cubicBezTo>
                    <a:pt x="63195" y="87502"/>
                    <a:pt x="64720" y="83880"/>
                    <a:pt x="64720" y="79591"/>
                  </a:cubicBezTo>
                  <a:cubicBezTo>
                    <a:pt x="64720" y="75778"/>
                    <a:pt x="63576" y="72823"/>
                    <a:pt x="61194" y="70631"/>
                  </a:cubicBezTo>
                  <a:cubicBezTo>
                    <a:pt x="58811" y="68438"/>
                    <a:pt x="55951" y="66723"/>
                    <a:pt x="52424" y="65484"/>
                  </a:cubicBezTo>
                  <a:cubicBezTo>
                    <a:pt x="48898" y="64244"/>
                    <a:pt x="44036" y="63005"/>
                    <a:pt x="37936" y="61671"/>
                  </a:cubicBezTo>
                  <a:cubicBezTo>
                    <a:pt x="30120" y="59860"/>
                    <a:pt x="23734" y="58049"/>
                    <a:pt x="18873" y="56238"/>
                  </a:cubicBezTo>
                  <a:cubicBezTo>
                    <a:pt x="14012" y="54427"/>
                    <a:pt x="9818" y="51472"/>
                    <a:pt x="6386" y="47373"/>
                  </a:cubicBezTo>
                  <a:cubicBezTo>
                    <a:pt x="2955" y="43275"/>
                    <a:pt x="1239" y="37650"/>
                    <a:pt x="1239" y="30692"/>
                  </a:cubicBezTo>
                  <a:cubicBezTo>
                    <a:pt x="1239" y="21542"/>
                    <a:pt x="4670" y="14107"/>
                    <a:pt x="11533" y="8483"/>
                  </a:cubicBezTo>
                  <a:cubicBezTo>
                    <a:pt x="18396" y="2859"/>
                    <a:pt x="27833" y="0"/>
                    <a:pt x="40033" y="0"/>
                  </a:cubicBezTo>
                  <a:cubicBezTo>
                    <a:pt x="52234" y="0"/>
                    <a:pt x="62814" y="3241"/>
                    <a:pt x="70439" y="9722"/>
                  </a:cubicBezTo>
                  <a:close/>
                </a:path>
              </a:pathLst>
            </a:custGeom>
            <a:solidFill>
              <a:schemeClr val="bg1"/>
            </a:solidFill>
            <a:ln w="9525" cap="flat">
              <a:noFill/>
              <a:prstDash val="solid"/>
              <a:miter/>
            </a:ln>
          </p:spPr>
          <p:txBody>
            <a:bodyPr rtlCol="0" anchor="ctr"/>
            <a:lstStyle/>
            <a:p>
              <a:endParaRPr lang="fr-FR" sz="1092"/>
            </a:p>
          </p:txBody>
        </p:sp>
      </p:grpSp>
      <p:sp>
        <p:nvSpPr>
          <p:cNvPr id="50" name="Titre 49">
            <a:extLst>
              <a:ext uri="{FF2B5EF4-FFF2-40B4-BE49-F238E27FC236}">
                <a16:creationId xmlns:a16="http://schemas.microsoft.com/office/drawing/2014/main" id="{0BB6AC02-DD66-1BBE-0580-D4A5A5A79C46}"/>
              </a:ext>
            </a:extLst>
          </p:cNvPr>
          <p:cNvSpPr>
            <a:spLocks noGrp="1"/>
          </p:cNvSpPr>
          <p:nvPr>
            <p:ph type="title"/>
          </p:nvPr>
        </p:nvSpPr>
        <p:spPr>
          <a:xfrm>
            <a:off x="1124747" y="2743803"/>
            <a:ext cx="6627147" cy="1611210"/>
          </a:xfrm>
        </p:spPr>
        <p:txBody>
          <a:bodyPr wrap="square" anchor="t" anchorCtr="0">
            <a:spAutoFit/>
          </a:bodyPr>
          <a:lstStyle>
            <a:lvl1pPr>
              <a:defRPr sz="5400">
                <a:solidFill>
                  <a:schemeClr val="bg2"/>
                </a:solidFill>
              </a:defRPr>
            </a:lvl1pPr>
          </a:lstStyle>
          <a:p>
            <a:r>
              <a:rPr lang="fr-FR"/>
              <a:t>Modifiez le style du titre</a:t>
            </a:r>
          </a:p>
        </p:txBody>
      </p:sp>
    </p:spTree>
    <p:extLst>
      <p:ext uri="{BB962C8B-B14F-4D97-AF65-F5344CB8AC3E}">
        <p14:creationId xmlns:p14="http://schemas.microsoft.com/office/powerpoint/2010/main" val="1434899094"/>
      </p:ext>
    </p:extLst>
  </p:cSld>
  <p:clrMapOvr>
    <a:masterClrMapping/>
  </p:clrMapOvr>
  <p:hf sldNum="0"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35_Diapositive de titre">
    <p:bg>
      <p:bgPr>
        <a:solidFill>
          <a:schemeClr val="tx1"/>
        </a:solidFill>
        <a:effectLst/>
      </p:bgPr>
    </p:bg>
    <p:spTree>
      <p:nvGrpSpPr>
        <p:cNvPr id="1" name=""/>
        <p:cNvGrpSpPr/>
        <p:nvPr/>
      </p:nvGrpSpPr>
      <p:grpSpPr>
        <a:xfrm>
          <a:off x="0" y="0"/>
          <a:ext cx="0" cy="0"/>
          <a:chOff x="0" y="0"/>
          <a:chExt cx="0" cy="0"/>
        </a:xfrm>
      </p:grpSpPr>
      <p:grpSp>
        <p:nvGrpSpPr>
          <p:cNvPr id="52" name="Groupe 51">
            <a:extLst>
              <a:ext uri="{FF2B5EF4-FFF2-40B4-BE49-F238E27FC236}">
                <a16:creationId xmlns:a16="http://schemas.microsoft.com/office/drawing/2014/main" id="{121F503B-8919-DFB8-A5F9-D85A61811917}"/>
              </a:ext>
            </a:extLst>
          </p:cNvPr>
          <p:cNvGrpSpPr/>
          <p:nvPr/>
        </p:nvGrpSpPr>
        <p:grpSpPr>
          <a:xfrm>
            <a:off x="7075136" y="-4842186"/>
            <a:ext cx="10882746" cy="10872812"/>
            <a:chOff x="23055548" y="10545300"/>
            <a:chExt cx="13659253" cy="13647743"/>
          </a:xfrm>
        </p:grpSpPr>
        <p:sp>
          <p:nvSpPr>
            <p:cNvPr id="53" name="Forme libre : forme 52">
              <a:extLst>
                <a:ext uri="{FF2B5EF4-FFF2-40B4-BE49-F238E27FC236}">
                  <a16:creationId xmlns:a16="http://schemas.microsoft.com/office/drawing/2014/main" id="{1BEBAD6F-CB88-AC7D-BE84-794692A77629}"/>
                </a:ext>
              </a:extLst>
            </p:cNvPr>
            <p:cNvSpPr/>
            <p:nvPr/>
          </p:nvSpPr>
          <p:spPr>
            <a:xfrm rot="20564482">
              <a:off x="24146752" y="10954415"/>
              <a:ext cx="11938207" cy="1276026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tx2"/>
            </a:solidFill>
            <a:ln w="7647" cap="flat">
              <a:noFill/>
              <a:prstDash val="solid"/>
              <a:miter/>
            </a:ln>
          </p:spPr>
          <p:txBody>
            <a:bodyPr rtlCol="0" anchor="ctr"/>
            <a:lstStyle/>
            <a:p>
              <a:endParaRPr lang="fr-FR" sz="1092"/>
            </a:p>
          </p:txBody>
        </p:sp>
        <p:sp>
          <p:nvSpPr>
            <p:cNvPr id="54" name="Rectangle 53">
              <a:extLst>
                <a:ext uri="{FF2B5EF4-FFF2-40B4-BE49-F238E27FC236}">
                  <a16:creationId xmlns:a16="http://schemas.microsoft.com/office/drawing/2014/main" id="{712FAD45-0F81-287F-C189-4183DA83DAF5}"/>
                </a:ext>
              </a:extLst>
            </p:cNvPr>
            <p:cNvSpPr/>
            <p:nvPr/>
          </p:nvSpPr>
          <p:spPr>
            <a:xfrm>
              <a:off x="23055548" y="10545300"/>
              <a:ext cx="13155249" cy="6077997"/>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55" name="Rectangle 54">
              <a:extLst>
                <a:ext uri="{FF2B5EF4-FFF2-40B4-BE49-F238E27FC236}">
                  <a16:creationId xmlns:a16="http://schemas.microsoft.com/office/drawing/2014/main" id="{CCDCC818-D700-F88E-F310-64819924269B}"/>
                </a:ext>
              </a:extLst>
            </p:cNvPr>
            <p:cNvSpPr/>
            <p:nvPr/>
          </p:nvSpPr>
          <p:spPr>
            <a:xfrm>
              <a:off x="29477875" y="14647133"/>
              <a:ext cx="7236926" cy="9545910"/>
            </a:xfrm>
            <a:prstGeom prst="rect">
              <a:avLst/>
            </a:prstGeom>
            <a:solidFill>
              <a:srgbClr val="E5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grpSp>
      <p:cxnSp>
        <p:nvCxnSpPr>
          <p:cNvPr id="11" name="Connecteur droit 10">
            <a:extLst>
              <a:ext uri="{FF2B5EF4-FFF2-40B4-BE49-F238E27FC236}">
                <a16:creationId xmlns:a16="http://schemas.microsoft.com/office/drawing/2014/main" id="{20EA1658-DE5A-681F-FB7B-F44009AE368D}"/>
              </a:ext>
            </a:extLst>
          </p:cNvPr>
          <p:cNvCxnSpPr/>
          <p:nvPr/>
        </p:nvCxnSpPr>
        <p:spPr>
          <a:xfrm>
            <a:off x="793287" y="0"/>
            <a:ext cx="0" cy="6854631"/>
          </a:xfrm>
          <a:prstGeom prst="line">
            <a:avLst/>
          </a:prstGeom>
          <a:ln>
            <a:solidFill>
              <a:srgbClr val="53565B"/>
            </a:solidFill>
          </a:ln>
        </p:spPr>
        <p:style>
          <a:lnRef idx="1">
            <a:schemeClr val="accent1"/>
          </a:lnRef>
          <a:fillRef idx="0">
            <a:schemeClr val="accent1"/>
          </a:fillRef>
          <a:effectRef idx="0">
            <a:schemeClr val="accent1"/>
          </a:effectRef>
          <a:fontRef idx="minor">
            <a:schemeClr val="tx1"/>
          </a:fontRef>
        </p:style>
      </p:cxnSp>
      <p:grpSp>
        <p:nvGrpSpPr>
          <p:cNvPr id="12" name="Groupe 11">
            <a:extLst>
              <a:ext uri="{FF2B5EF4-FFF2-40B4-BE49-F238E27FC236}">
                <a16:creationId xmlns:a16="http://schemas.microsoft.com/office/drawing/2014/main" id="{25152FA6-2A55-C861-67EC-483F2BD818F5}"/>
              </a:ext>
            </a:extLst>
          </p:cNvPr>
          <p:cNvGrpSpPr/>
          <p:nvPr/>
        </p:nvGrpSpPr>
        <p:grpSpPr>
          <a:xfrm>
            <a:off x="10154033" y="6030625"/>
            <a:ext cx="1666786" cy="429172"/>
            <a:chOff x="16741197" y="12092322"/>
            <a:chExt cx="2748460" cy="707737"/>
          </a:xfrm>
        </p:grpSpPr>
        <p:sp>
          <p:nvSpPr>
            <p:cNvPr id="13" name="Forme libre : forme 12">
              <a:extLst>
                <a:ext uri="{FF2B5EF4-FFF2-40B4-BE49-F238E27FC236}">
                  <a16:creationId xmlns:a16="http://schemas.microsoft.com/office/drawing/2014/main" id="{7D7B5A96-DB43-E651-E691-409F8843FAB2}"/>
                </a:ext>
              </a:extLst>
            </p:cNvPr>
            <p:cNvSpPr/>
            <p:nvPr/>
          </p:nvSpPr>
          <p:spPr>
            <a:xfrm>
              <a:off x="16741197" y="12156471"/>
              <a:ext cx="306824" cy="290434"/>
            </a:xfrm>
            <a:custGeom>
              <a:avLst/>
              <a:gdLst>
                <a:gd name="connsiteX0" fmla="*/ 153937 w 306824"/>
                <a:gd name="connsiteY0" fmla="*/ 0 h 290434"/>
                <a:gd name="connsiteX1" fmla="*/ 0 w 306824"/>
                <a:gd name="connsiteY1" fmla="*/ 145742 h 290434"/>
                <a:gd name="connsiteX2" fmla="*/ 152888 w 306824"/>
                <a:gd name="connsiteY2" fmla="*/ 290434 h 290434"/>
                <a:gd name="connsiteX3" fmla="*/ 306825 w 306824"/>
                <a:gd name="connsiteY3" fmla="*/ 144693 h 290434"/>
                <a:gd name="connsiteX4" fmla="*/ 153937 w 306824"/>
                <a:gd name="connsiteY4" fmla="*/ 0 h 290434"/>
                <a:gd name="connsiteX5" fmla="*/ 153937 w 306824"/>
                <a:gd name="connsiteY5" fmla="*/ 207794 h 290434"/>
                <a:gd name="connsiteX6" fmla="*/ 94936 w 306824"/>
                <a:gd name="connsiteY6" fmla="*/ 144693 h 290434"/>
                <a:gd name="connsiteX7" fmla="*/ 152888 w 306824"/>
                <a:gd name="connsiteY7" fmla="*/ 82641 h 290434"/>
                <a:gd name="connsiteX8" fmla="*/ 211889 w 306824"/>
                <a:gd name="connsiteY8" fmla="*/ 145742 h 290434"/>
                <a:gd name="connsiteX9" fmla="*/ 153937 w 306824"/>
                <a:gd name="connsiteY9" fmla="*/ 207794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24" h="290434">
                  <a:moveTo>
                    <a:pt x="153937" y="0"/>
                  </a:moveTo>
                  <a:cubicBezTo>
                    <a:pt x="64625" y="0"/>
                    <a:pt x="0" y="66723"/>
                    <a:pt x="0" y="145742"/>
                  </a:cubicBezTo>
                  <a:cubicBezTo>
                    <a:pt x="0" y="224760"/>
                    <a:pt x="64148" y="290434"/>
                    <a:pt x="152888" y="290434"/>
                  </a:cubicBezTo>
                  <a:cubicBezTo>
                    <a:pt x="241628" y="290434"/>
                    <a:pt x="306825" y="223712"/>
                    <a:pt x="306825" y="144693"/>
                  </a:cubicBezTo>
                  <a:cubicBezTo>
                    <a:pt x="306825" y="65674"/>
                    <a:pt x="242677" y="0"/>
                    <a:pt x="153937" y="0"/>
                  </a:cubicBezTo>
                  <a:moveTo>
                    <a:pt x="153937" y="207794"/>
                  </a:moveTo>
                  <a:cubicBezTo>
                    <a:pt x="119527" y="207794"/>
                    <a:pt x="94936" y="178531"/>
                    <a:pt x="94936" y="144693"/>
                  </a:cubicBezTo>
                  <a:cubicBezTo>
                    <a:pt x="94936" y="110855"/>
                    <a:pt x="117526" y="82641"/>
                    <a:pt x="152888" y="82641"/>
                  </a:cubicBezTo>
                  <a:cubicBezTo>
                    <a:pt x="188251" y="82641"/>
                    <a:pt x="211889" y="111904"/>
                    <a:pt x="211889" y="145742"/>
                  </a:cubicBezTo>
                  <a:cubicBezTo>
                    <a:pt x="211889" y="179579"/>
                    <a:pt x="189299" y="207794"/>
                    <a:pt x="153937" y="207794"/>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5" name="Forme libre : forme 14">
              <a:extLst>
                <a:ext uri="{FF2B5EF4-FFF2-40B4-BE49-F238E27FC236}">
                  <a16:creationId xmlns:a16="http://schemas.microsoft.com/office/drawing/2014/main" id="{366F80CD-98AC-828E-04AD-E9BEF234FABF}"/>
                </a:ext>
              </a:extLst>
            </p:cNvPr>
            <p:cNvSpPr/>
            <p:nvPr/>
          </p:nvSpPr>
          <p:spPr>
            <a:xfrm>
              <a:off x="17978314" y="12156471"/>
              <a:ext cx="306824" cy="290434"/>
            </a:xfrm>
            <a:custGeom>
              <a:avLst/>
              <a:gdLst>
                <a:gd name="connsiteX0" fmla="*/ 153937 w 306824"/>
                <a:gd name="connsiteY0" fmla="*/ 0 h 290434"/>
                <a:gd name="connsiteX1" fmla="*/ 0 w 306824"/>
                <a:gd name="connsiteY1" fmla="*/ 145742 h 290434"/>
                <a:gd name="connsiteX2" fmla="*/ 152888 w 306824"/>
                <a:gd name="connsiteY2" fmla="*/ 290434 h 290434"/>
                <a:gd name="connsiteX3" fmla="*/ 306825 w 306824"/>
                <a:gd name="connsiteY3" fmla="*/ 144693 h 290434"/>
                <a:gd name="connsiteX4" fmla="*/ 153937 w 306824"/>
                <a:gd name="connsiteY4" fmla="*/ 0 h 290434"/>
                <a:gd name="connsiteX5" fmla="*/ 153937 w 306824"/>
                <a:gd name="connsiteY5" fmla="*/ 207794 h 290434"/>
                <a:gd name="connsiteX6" fmla="*/ 94936 w 306824"/>
                <a:gd name="connsiteY6" fmla="*/ 144693 h 290434"/>
                <a:gd name="connsiteX7" fmla="*/ 152888 w 306824"/>
                <a:gd name="connsiteY7" fmla="*/ 82641 h 290434"/>
                <a:gd name="connsiteX8" fmla="*/ 211889 w 306824"/>
                <a:gd name="connsiteY8" fmla="*/ 145742 h 290434"/>
                <a:gd name="connsiteX9" fmla="*/ 153937 w 306824"/>
                <a:gd name="connsiteY9" fmla="*/ 207794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24" h="290434">
                  <a:moveTo>
                    <a:pt x="153937" y="0"/>
                  </a:moveTo>
                  <a:cubicBezTo>
                    <a:pt x="64625" y="0"/>
                    <a:pt x="0" y="66723"/>
                    <a:pt x="0" y="145742"/>
                  </a:cubicBezTo>
                  <a:cubicBezTo>
                    <a:pt x="0" y="224760"/>
                    <a:pt x="64148" y="290434"/>
                    <a:pt x="152888" y="290434"/>
                  </a:cubicBezTo>
                  <a:cubicBezTo>
                    <a:pt x="241628" y="290434"/>
                    <a:pt x="306825" y="223712"/>
                    <a:pt x="306825" y="144693"/>
                  </a:cubicBezTo>
                  <a:cubicBezTo>
                    <a:pt x="306825" y="65674"/>
                    <a:pt x="242677" y="0"/>
                    <a:pt x="153937" y="0"/>
                  </a:cubicBezTo>
                  <a:moveTo>
                    <a:pt x="153937" y="207794"/>
                  </a:moveTo>
                  <a:cubicBezTo>
                    <a:pt x="119527" y="207794"/>
                    <a:pt x="94936" y="178531"/>
                    <a:pt x="94936" y="144693"/>
                  </a:cubicBezTo>
                  <a:cubicBezTo>
                    <a:pt x="94936" y="110855"/>
                    <a:pt x="117526" y="82641"/>
                    <a:pt x="152888" y="82641"/>
                  </a:cubicBezTo>
                  <a:cubicBezTo>
                    <a:pt x="188251" y="82641"/>
                    <a:pt x="211889" y="111904"/>
                    <a:pt x="211889" y="145742"/>
                  </a:cubicBezTo>
                  <a:cubicBezTo>
                    <a:pt x="211889" y="179579"/>
                    <a:pt x="189299" y="207794"/>
                    <a:pt x="153937" y="207794"/>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6" name="Forme libre : forme 15">
              <a:extLst>
                <a:ext uri="{FF2B5EF4-FFF2-40B4-BE49-F238E27FC236}">
                  <a16:creationId xmlns:a16="http://schemas.microsoft.com/office/drawing/2014/main" id="{A2BD2CE6-AB43-4240-9CAE-AF0A829D5343}"/>
                </a:ext>
              </a:extLst>
            </p:cNvPr>
            <p:cNvSpPr/>
            <p:nvPr/>
          </p:nvSpPr>
          <p:spPr>
            <a:xfrm>
              <a:off x="17068610" y="12156471"/>
              <a:ext cx="275084" cy="283762"/>
            </a:xfrm>
            <a:custGeom>
              <a:avLst/>
              <a:gdLst>
                <a:gd name="connsiteX0" fmla="*/ 0 w 275084"/>
                <a:gd name="connsiteY0" fmla="*/ 6196 h 283762"/>
                <a:gd name="connsiteX1" fmla="*/ 97509 w 275084"/>
                <a:gd name="connsiteY1" fmla="*/ 6196 h 283762"/>
                <a:gd name="connsiteX2" fmla="*/ 97509 w 275084"/>
                <a:gd name="connsiteY2" fmla="*/ 45181 h 283762"/>
                <a:gd name="connsiteX3" fmla="*/ 180625 w 275084"/>
                <a:gd name="connsiteY3" fmla="*/ 0 h 283762"/>
                <a:gd name="connsiteX4" fmla="*/ 275084 w 275084"/>
                <a:gd name="connsiteY4" fmla="*/ 102086 h 283762"/>
                <a:gd name="connsiteX5" fmla="*/ 275084 w 275084"/>
                <a:gd name="connsiteY5" fmla="*/ 283762 h 283762"/>
                <a:gd name="connsiteX6" fmla="*/ 177575 w 275084"/>
                <a:gd name="connsiteY6" fmla="*/ 283762 h 283762"/>
                <a:gd name="connsiteX7" fmla="*/ 177575 w 275084"/>
                <a:gd name="connsiteY7" fmla="*/ 133445 h 283762"/>
                <a:gd name="connsiteX8" fmla="*/ 138591 w 275084"/>
                <a:gd name="connsiteY8" fmla="*/ 86740 h 283762"/>
                <a:gd name="connsiteX9" fmla="*/ 97509 w 275084"/>
                <a:gd name="connsiteY9" fmla="*/ 133445 h 283762"/>
                <a:gd name="connsiteX10" fmla="*/ 97509 w 275084"/>
                <a:gd name="connsiteY10" fmla="*/ 283762 h 283762"/>
                <a:gd name="connsiteX11" fmla="*/ 0 w 275084"/>
                <a:gd name="connsiteY11" fmla="*/ 283762 h 283762"/>
                <a:gd name="connsiteX12" fmla="*/ 0 w 275084"/>
                <a:gd name="connsiteY12" fmla="*/ 6196 h 28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084" h="283762">
                  <a:moveTo>
                    <a:pt x="0" y="6196"/>
                  </a:moveTo>
                  <a:lnTo>
                    <a:pt x="97509" y="6196"/>
                  </a:lnTo>
                  <a:lnTo>
                    <a:pt x="97509" y="45181"/>
                  </a:lnTo>
                  <a:cubicBezTo>
                    <a:pt x="115429" y="22114"/>
                    <a:pt x="141164" y="0"/>
                    <a:pt x="180625" y="0"/>
                  </a:cubicBezTo>
                  <a:cubicBezTo>
                    <a:pt x="239627" y="0"/>
                    <a:pt x="275084" y="38985"/>
                    <a:pt x="275084" y="102086"/>
                  </a:cubicBezTo>
                  <a:lnTo>
                    <a:pt x="275084" y="283762"/>
                  </a:lnTo>
                  <a:lnTo>
                    <a:pt x="177575" y="283762"/>
                  </a:lnTo>
                  <a:lnTo>
                    <a:pt x="177575" y="133445"/>
                  </a:lnTo>
                  <a:cubicBezTo>
                    <a:pt x="177575" y="103134"/>
                    <a:pt x="161657" y="86740"/>
                    <a:pt x="138591" y="86740"/>
                  </a:cubicBezTo>
                  <a:cubicBezTo>
                    <a:pt x="115524" y="86740"/>
                    <a:pt x="97509" y="103134"/>
                    <a:pt x="97509" y="133445"/>
                  </a:cubicBezTo>
                  <a:lnTo>
                    <a:pt x="97509" y="283762"/>
                  </a:lnTo>
                  <a:lnTo>
                    <a:pt x="0" y="283762"/>
                  </a:lnTo>
                  <a:lnTo>
                    <a:pt x="0" y="6196"/>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8" name="Forme libre : forme 17">
              <a:extLst>
                <a:ext uri="{FF2B5EF4-FFF2-40B4-BE49-F238E27FC236}">
                  <a16:creationId xmlns:a16="http://schemas.microsoft.com/office/drawing/2014/main" id="{AFCEB5EE-F2F9-A38A-0F15-0DFFDC6E3A0B}"/>
                </a:ext>
              </a:extLst>
            </p:cNvPr>
            <p:cNvSpPr/>
            <p:nvPr/>
          </p:nvSpPr>
          <p:spPr>
            <a:xfrm>
              <a:off x="17362090" y="12156567"/>
              <a:ext cx="280136" cy="290434"/>
            </a:xfrm>
            <a:custGeom>
              <a:avLst/>
              <a:gdLst>
                <a:gd name="connsiteX0" fmla="*/ 280136 w 280136"/>
                <a:gd name="connsiteY0" fmla="*/ 151842 h 290434"/>
                <a:gd name="connsiteX1" fmla="*/ 140116 w 280136"/>
                <a:gd name="connsiteY1" fmla="*/ 0 h 290434"/>
                <a:gd name="connsiteX2" fmla="*/ 0 w 280136"/>
                <a:gd name="connsiteY2" fmla="*/ 145742 h 290434"/>
                <a:gd name="connsiteX3" fmla="*/ 148790 w 280136"/>
                <a:gd name="connsiteY3" fmla="*/ 290434 h 290434"/>
                <a:gd name="connsiteX4" fmla="*/ 269365 w 280136"/>
                <a:gd name="connsiteY4" fmla="*/ 234006 h 290434"/>
                <a:gd name="connsiteX5" fmla="*/ 215511 w 280136"/>
                <a:gd name="connsiteY5" fmla="*/ 189302 h 290434"/>
                <a:gd name="connsiteX6" fmla="*/ 153937 w 280136"/>
                <a:gd name="connsiteY6" fmla="*/ 217516 h 290434"/>
                <a:gd name="connsiteX7" fmla="*/ 93887 w 280136"/>
                <a:gd name="connsiteY7" fmla="*/ 171859 h 290434"/>
                <a:gd name="connsiteX8" fmla="*/ 279660 w 280136"/>
                <a:gd name="connsiteY8" fmla="*/ 171859 h 290434"/>
                <a:gd name="connsiteX9" fmla="*/ 280136 w 280136"/>
                <a:gd name="connsiteY9" fmla="*/ 151842 h 290434"/>
                <a:gd name="connsiteX10" fmla="*/ 92362 w 280136"/>
                <a:gd name="connsiteY10" fmla="*/ 122103 h 290434"/>
                <a:gd name="connsiteX11" fmla="*/ 140592 w 280136"/>
                <a:gd name="connsiteY11" fmla="*/ 71870 h 290434"/>
                <a:gd name="connsiteX12" fmla="*/ 188823 w 280136"/>
                <a:gd name="connsiteY12" fmla="*/ 122103 h 290434"/>
                <a:gd name="connsiteX13" fmla="*/ 92362 w 280136"/>
                <a:gd name="connsiteY13" fmla="*/ 122103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0136" h="290434">
                  <a:moveTo>
                    <a:pt x="280136" y="151842"/>
                  </a:moveTo>
                  <a:cubicBezTo>
                    <a:pt x="280136" y="70249"/>
                    <a:pt x="236005" y="0"/>
                    <a:pt x="140116" y="0"/>
                  </a:cubicBezTo>
                  <a:cubicBezTo>
                    <a:pt x="58048" y="0"/>
                    <a:pt x="0" y="64626"/>
                    <a:pt x="0" y="145742"/>
                  </a:cubicBezTo>
                  <a:cubicBezTo>
                    <a:pt x="0" y="231909"/>
                    <a:pt x="61575" y="290434"/>
                    <a:pt x="148790" y="290434"/>
                  </a:cubicBezTo>
                  <a:cubicBezTo>
                    <a:pt x="204169" y="290434"/>
                    <a:pt x="242677" y="267844"/>
                    <a:pt x="269365" y="234006"/>
                  </a:cubicBezTo>
                  <a:lnTo>
                    <a:pt x="215511" y="189302"/>
                  </a:lnTo>
                  <a:cubicBezTo>
                    <a:pt x="195495" y="208842"/>
                    <a:pt x="177003" y="217516"/>
                    <a:pt x="153937" y="217516"/>
                  </a:cubicBezTo>
                  <a:cubicBezTo>
                    <a:pt x="123626" y="217516"/>
                    <a:pt x="101608" y="202170"/>
                    <a:pt x="93887" y="171859"/>
                  </a:cubicBezTo>
                  <a:lnTo>
                    <a:pt x="279660" y="171859"/>
                  </a:lnTo>
                  <a:cubicBezTo>
                    <a:pt x="280136" y="165186"/>
                    <a:pt x="280136" y="158037"/>
                    <a:pt x="280136" y="151842"/>
                  </a:cubicBezTo>
                  <a:moveTo>
                    <a:pt x="92362" y="122103"/>
                  </a:moveTo>
                  <a:cubicBezTo>
                    <a:pt x="97509" y="91791"/>
                    <a:pt x="114952" y="71870"/>
                    <a:pt x="140592" y="71870"/>
                  </a:cubicBezTo>
                  <a:cubicBezTo>
                    <a:pt x="166233" y="71870"/>
                    <a:pt x="185201" y="91315"/>
                    <a:pt x="188823" y="122103"/>
                  </a:cubicBezTo>
                  <a:lnTo>
                    <a:pt x="92362" y="122103"/>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9" name="Forme libre : forme 18">
              <a:extLst>
                <a:ext uri="{FF2B5EF4-FFF2-40B4-BE49-F238E27FC236}">
                  <a16:creationId xmlns:a16="http://schemas.microsoft.com/office/drawing/2014/main" id="{112D8CF8-B5A0-E638-2E42-DB4D9DE726CD}"/>
                </a:ext>
              </a:extLst>
            </p:cNvPr>
            <p:cNvSpPr/>
            <p:nvPr/>
          </p:nvSpPr>
          <p:spPr>
            <a:xfrm>
              <a:off x="17663196" y="12156376"/>
              <a:ext cx="304727" cy="365926"/>
            </a:xfrm>
            <a:custGeom>
              <a:avLst/>
              <a:gdLst>
                <a:gd name="connsiteX0" fmla="*/ 181674 w 304727"/>
                <a:gd name="connsiteY0" fmla="*/ 95 h 365926"/>
                <a:gd name="connsiteX1" fmla="*/ 97509 w 304727"/>
                <a:gd name="connsiteY1" fmla="*/ 43179 h 365926"/>
                <a:gd name="connsiteX2" fmla="*/ 97509 w 304727"/>
                <a:gd name="connsiteY2" fmla="*/ 6196 h 365926"/>
                <a:gd name="connsiteX3" fmla="*/ 0 w 304727"/>
                <a:gd name="connsiteY3" fmla="*/ 6196 h 365926"/>
                <a:gd name="connsiteX4" fmla="*/ 0 w 304727"/>
                <a:gd name="connsiteY4" fmla="*/ 365926 h 365926"/>
                <a:gd name="connsiteX5" fmla="*/ 97509 w 304727"/>
                <a:gd name="connsiteY5" fmla="*/ 365926 h 365926"/>
                <a:gd name="connsiteX6" fmla="*/ 97509 w 304727"/>
                <a:gd name="connsiteY6" fmla="*/ 249924 h 365926"/>
                <a:gd name="connsiteX7" fmla="*/ 182150 w 304727"/>
                <a:gd name="connsiteY7" fmla="*/ 289958 h 365926"/>
                <a:gd name="connsiteX8" fmla="*/ 304728 w 304727"/>
                <a:gd name="connsiteY8" fmla="*/ 144216 h 365926"/>
                <a:gd name="connsiteX9" fmla="*/ 181579 w 304727"/>
                <a:gd name="connsiteY9" fmla="*/ 0 h 365926"/>
                <a:gd name="connsiteX10" fmla="*/ 151840 w 304727"/>
                <a:gd name="connsiteY10" fmla="*/ 208365 h 365926"/>
                <a:gd name="connsiteX11" fmla="*/ 95412 w 304727"/>
                <a:gd name="connsiteY11" fmla="*/ 144693 h 365926"/>
                <a:gd name="connsiteX12" fmla="*/ 151840 w 304727"/>
                <a:gd name="connsiteY12" fmla="*/ 81592 h 365926"/>
                <a:gd name="connsiteX13" fmla="*/ 208839 w 304727"/>
                <a:gd name="connsiteY13" fmla="*/ 144693 h 365926"/>
                <a:gd name="connsiteX14" fmla="*/ 151840 w 304727"/>
                <a:gd name="connsiteY14" fmla="*/ 208365 h 36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4727" h="365926">
                  <a:moveTo>
                    <a:pt x="181674" y="95"/>
                  </a:moveTo>
                  <a:cubicBezTo>
                    <a:pt x="140116" y="95"/>
                    <a:pt x="116477" y="20112"/>
                    <a:pt x="97509" y="43179"/>
                  </a:cubicBezTo>
                  <a:lnTo>
                    <a:pt x="97509" y="6196"/>
                  </a:lnTo>
                  <a:lnTo>
                    <a:pt x="0" y="6196"/>
                  </a:lnTo>
                  <a:lnTo>
                    <a:pt x="0" y="365926"/>
                  </a:lnTo>
                  <a:lnTo>
                    <a:pt x="97509" y="365926"/>
                  </a:lnTo>
                  <a:lnTo>
                    <a:pt x="97509" y="249924"/>
                  </a:lnTo>
                  <a:cubicBezTo>
                    <a:pt x="115429" y="270990"/>
                    <a:pt x="140116" y="289958"/>
                    <a:pt x="182150" y="289958"/>
                  </a:cubicBezTo>
                  <a:cubicBezTo>
                    <a:pt x="247824" y="289958"/>
                    <a:pt x="304728" y="234578"/>
                    <a:pt x="304728" y="144216"/>
                  </a:cubicBezTo>
                  <a:cubicBezTo>
                    <a:pt x="304728" y="53855"/>
                    <a:pt x="247729" y="0"/>
                    <a:pt x="181579" y="0"/>
                  </a:cubicBezTo>
                  <a:moveTo>
                    <a:pt x="151840" y="208365"/>
                  </a:moveTo>
                  <a:cubicBezTo>
                    <a:pt x="120576" y="208365"/>
                    <a:pt x="95412" y="181677"/>
                    <a:pt x="95412" y="144693"/>
                  </a:cubicBezTo>
                  <a:cubicBezTo>
                    <a:pt x="95412" y="107710"/>
                    <a:pt x="120576" y="81592"/>
                    <a:pt x="151840" y="81592"/>
                  </a:cubicBezTo>
                  <a:cubicBezTo>
                    <a:pt x="183104" y="81592"/>
                    <a:pt x="208839" y="108281"/>
                    <a:pt x="208839" y="144693"/>
                  </a:cubicBezTo>
                  <a:cubicBezTo>
                    <a:pt x="208839" y="181105"/>
                    <a:pt x="183676" y="208365"/>
                    <a:pt x="151840" y="208365"/>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20" name="Forme libre : forme 19">
              <a:extLst>
                <a:ext uri="{FF2B5EF4-FFF2-40B4-BE49-F238E27FC236}">
                  <a16:creationId xmlns:a16="http://schemas.microsoft.com/office/drawing/2014/main" id="{F134DBA4-1E94-2917-9D7C-E3B87769B48B}"/>
                </a:ext>
              </a:extLst>
            </p:cNvPr>
            <p:cNvSpPr/>
            <p:nvPr/>
          </p:nvSpPr>
          <p:spPr>
            <a:xfrm>
              <a:off x="18307729" y="12162667"/>
              <a:ext cx="97509" cy="277566"/>
            </a:xfrm>
            <a:custGeom>
              <a:avLst/>
              <a:gdLst>
                <a:gd name="connsiteX0" fmla="*/ 0 w 97509"/>
                <a:gd name="connsiteY0" fmla="*/ 0 h 277566"/>
                <a:gd name="connsiteX1" fmla="*/ 97509 w 97509"/>
                <a:gd name="connsiteY1" fmla="*/ 0 h 277566"/>
                <a:gd name="connsiteX2" fmla="*/ 97509 w 97509"/>
                <a:gd name="connsiteY2" fmla="*/ 277567 h 277566"/>
                <a:gd name="connsiteX3" fmla="*/ 0 w 97509"/>
                <a:gd name="connsiteY3" fmla="*/ 277567 h 277566"/>
              </a:gdLst>
              <a:ahLst/>
              <a:cxnLst>
                <a:cxn ang="0">
                  <a:pos x="connsiteX0" y="connsiteY0"/>
                </a:cxn>
                <a:cxn ang="0">
                  <a:pos x="connsiteX1" y="connsiteY1"/>
                </a:cxn>
                <a:cxn ang="0">
                  <a:pos x="connsiteX2" y="connsiteY2"/>
                </a:cxn>
                <a:cxn ang="0">
                  <a:pos x="connsiteX3" y="connsiteY3"/>
                </a:cxn>
              </a:cxnLst>
              <a:rect l="l" t="t" r="r" b="b"/>
              <a:pathLst>
                <a:path w="97509" h="277566">
                  <a:moveTo>
                    <a:pt x="0" y="0"/>
                  </a:moveTo>
                  <a:lnTo>
                    <a:pt x="97509" y="0"/>
                  </a:lnTo>
                  <a:lnTo>
                    <a:pt x="97509" y="277567"/>
                  </a:lnTo>
                  <a:lnTo>
                    <a:pt x="0" y="277567"/>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21" name="Forme libre : forme 20">
              <a:extLst>
                <a:ext uri="{FF2B5EF4-FFF2-40B4-BE49-F238E27FC236}">
                  <a16:creationId xmlns:a16="http://schemas.microsoft.com/office/drawing/2014/main" id="{AB6B16D0-E9BC-5358-DAAB-13115773DC82}"/>
                </a:ext>
              </a:extLst>
            </p:cNvPr>
            <p:cNvSpPr/>
            <p:nvPr/>
          </p:nvSpPr>
          <p:spPr>
            <a:xfrm>
              <a:off x="18439075" y="12156471"/>
              <a:ext cx="275084" cy="283762"/>
            </a:xfrm>
            <a:custGeom>
              <a:avLst/>
              <a:gdLst>
                <a:gd name="connsiteX0" fmla="*/ 0 w 275084"/>
                <a:gd name="connsiteY0" fmla="*/ 6196 h 283762"/>
                <a:gd name="connsiteX1" fmla="*/ 97509 w 275084"/>
                <a:gd name="connsiteY1" fmla="*/ 6196 h 283762"/>
                <a:gd name="connsiteX2" fmla="*/ 97509 w 275084"/>
                <a:gd name="connsiteY2" fmla="*/ 45181 h 283762"/>
                <a:gd name="connsiteX3" fmla="*/ 180625 w 275084"/>
                <a:gd name="connsiteY3" fmla="*/ 0 h 283762"/>
                <a:gd name="connsiteX4" fmla="*/ 275084 w 275084"/>
                <a:gd name="connsiteY4" fmla="*/ 102086 h 283762"/>
                <a:gd name="connsiteX5" fmla="*/ 275084 w 275084"/>
                <a:gd name="connsiteY5" fmla="*/ 283762 h 283762"/>
                <a:gd name="connsiteX6" fmla="*/ 177575 w 275084"/>
                <a:gd name="connsiteY6" fmla="*/ 283762 h 283762"/>
                <a:gd name="connsiteX7" fmla="*/ 177575 w 275084"/>
                <a:gd name="connsiteY7" fmla="*/ 133445 h 283762"/>
                <a:gd name="connsiteX8" fmla="*/ 138591 w 275084"/>
                <a:gd name="connsiteY8" fmla="*/ 86740 h 283762"/>
                <a:gd name="connsiteX9" fmla="*/ 97509 w 275084"/>
                <a:gd name="connsiteY9" fmla="*/ 133445 h 283762"/>
                <a:gd name="connsiteX10" fmla="*/ 97509 w 275084"/>
                <a:gd name="connsiteY10" fmla="*/ 283762 h 283762"/>
                <a:gd name="connsiteX11" fmla="*/ 0 w 275084"/>
                <a:gd name="connsiteY11" fmla="*/ 283762 h 283762"/>
                <a:gd name="connsiteX12" fmla="*/ 0 w 275084"/>
                <a:gd name="connsiteY12" fmla="*/ 6196 h 28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084" h="283762">
                  <a:moveTo>
                    <a:pt x="0" y="6196"/>
                  </a:moveTo>
                  <a:lnTo>
                    <a:pt x="97509" y="6196"/>
                  </a:lnTo>
                  <a:lnTo>
                    <a:pt x="97509" y="45181"/>
                  </a:lnTo>
                  <a:cubicBezTo>
                    <a:pt x="115429" y="22114"/>
                    <a:pt x="141164" y="0"/>
                    <a:pt x="180625" y="0"/>
                  </a:cubicBezTo>
                  <a:cubicBezTo>
                    <a:pt x="239627" y="0"/>
                    <a:pt x="275084" y="38985"/>
                    <a:pt x="275084" y="102086"/>
                  </a:cubicBezTo>
                  <a:lnTo>
                    <a:pt x="275084" y="283762"/>
                  </a:lnTo>
                  <a:lnTo>
                    <a:pt x="177575" y="283762"/>
                  </a:lnTo>
                  <a:lnTo>
                    <a:pt x="177575" y="133445"/>
                  </a:lnTo>
                  <a:cubicBezTo>
                    <a:pt x="177575" y="103134"/>
                    <a:pt x="161657" y="86740"/>
                    <a:pt x="138591" y="86740"/>
                  </a:cubicBezTo>
                  <a:cubicBezTo>
                    <a:pt x="115524" y="86740"/>
                    <a:pt x="97509" y="103134"/>
                    <a:pt x="97509" y="133445"/>
                  </a:cubicBezTo>
                  <a:lnTo>
                    <a:pt x="97509" y="283762"/>
                  </a:lnTo>
                  <a:lnTo>
                    <a:pt x="0" y="283762"/>
                  </a:lnTo>
                  <a:lnTo>
                    <a:pt x="0" y="6196"/>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23" name="Forme libre : forme 22">
              <a:extLst>
                <a:ext uri="{FF2B5EF4-FFF2-40B4-BE49-F238E27FC236}">
                  <a16:creationId xmlns:a16="http://schemas.microsoft.com/office/drawing/2014/main" id="{E76ACDBD-9431-1E36-FBFD-2A4DB7F1C3E2}"/>
                </a:ext>
              </a:extLst>
            </p:cNvPr>
            <p:cNvSpPr/>
            <p:nvPr/>
          </p:nvSpPr>
          <p:spPr>
            <a:xfrm>
              <a:off x="18730268" y="12092322"/>
              <a:ext cx="194923" cy="347911"/>
            </a:xfrm>
            <a:custGeom>
              <a:avLst/>
              <a:gdLst>
                <a:gd name="connsiteX0" fmla="*/ 32789 w 194923"/>
                <a:gd name="connsiteY0" fmla="*/ 347911 h 347911"/>
                <a:gd name="connsiteX1" fmla="*/ 32789 w 194923"/>
                <a:gd name="connsiteY1" fmla="*/ 148887 h 347911"/>
                <a:gd name="connsiteX2" fmla="*/ 0 w 194923"/>
                <a:gd name="connsiteY2" fmla="*/ 148887 h 347911"/>
                <a:gd name="connsiteX3" fmla="*/ 0 w 194923"/>
                <a:gd name="connsiteY3" fmla="*/ 70345 h 347911"/>
                <a:gd name="connsiteX4" fmla="*/ 32789 w 194923"/>
                <a:gd name="connsiteY4" fmla="*/ 70345 h 347911"/>
                <a:gd name="connsiteX5" fmla="*/ 32789 w 194923"/>
                <a:gd name="connsiteY5" fmla="*/ 0 h 347911"/>
                <a:gd name="connsiteX6" fmla="*/ 130298 w 194923"/>
                <a:gd name="connsiteY6" fmla="*/ 0 h 347911"/>
                <a:gd name="connsiteX7" fmla="*/ 130298 w 194923"/>
                <a:gd name="connsiteY7" fmla="*/ 70345 h 347911"/>
                <a:gd name="connsiteX8" fmla="*/ 194923 w 194923"/>
                <a:gd name="connsiteY8" fmla="*/ 70345 h 347911"/>
                <a:gd name="connsiteX9" fmla="*/ 194923 w 194923"/>
                <a:gd name="connsiteY9" fmla="*/ 148887 h 347911"/>
                <a:gd name="connsiteX10" fmla="*/ 130298 w 194923"/>
                <a:gd name="connsiteY10" fmla="*/ 148887 h 347911"/>
                <a:gd name="connsiteX11" fmla="*/ 130298 w 194923"/>
                <a:gd name="connsiteY11" fmla="*/ 347911 h 347911"/>
                <a:gd name="connsiteX12" fmla="*/ 32789 w 194923"/>
                <a:gd name="connsiteY12" fmla="*/ 347911 h 34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923" h="347911">
                  <a:moveTo>
                    <a:pt x="32789" y="347911"/>
                  </a:moveTo>
                  <a:lnTo>
                    <a:pt x="32789" y="148887"/>
                  </a:lnTo>
                  <a:lnTo>
                    <a:pt x="0" y="148887"/>
                  </a:lnTo>
                  <a:lnTo>
                    <a:pt x="0" y="70345"/>
                  </a:lnTo>
                  <a:lnTo>
                    <a:pt x="32789" y="70345"/>
                  </a:lnTo>
                  <a:lnTo>
                    <a:pt x="32789" y="0"/>
                  </a:lnTo>
                  <a:lnTo>
                    <a:pt x="130298" y="0"/>
                  </a:lnTo>
                  <a:lnTo>
                    <a:pt x="130298" y="70345"/>
                  </a:lnTo>
                  <a:lnTo>
                    <a:pt x="194923" y="70345"/>
                  </a:lnTo>
                  <a:lnTo>
                    <a:pt x="194923" y="148887"/>
                  </a:lnTo>
                  <a:lnTo>
                    <a:pt x="130298" y="148887"/>
                  </a:lnTo>
                  <a:lnTo>
                    <a:pt x="130298" y="347911"/>
                  </a:lnTo>
                  <a:lnTo>
                    <a:pt x="32789" y="347911"/>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24" name="Forme libre : forme 23">
              <a:extLst>
                <a:ext uri="{FF2B5EF4-FFF2-40B4-BE49-F238E27FC236}">
                  <a16:creationId xmlns:a16="http://schemas.microsoft.com/office/drawing/2014/main" id="{1032B615-7303-3156-2973-87DBE79F6E52}"/>
                </a:ext>
              </a:extLst>
            </p:cNvPr>
            <p:cNvSpPr/>
            <p:nvPr/>
          </p:nvSpPr>
          <p:spPr>
            <a:xfrm>
              <a:off x="18903173" y="12327758"/>
              <a:ext cx="119146" cy="119147"/>
            </a:xfrm>
            <a:custGeom>
              <a:avLst/>
              <a:gdLst>
                <a:gd name="connsiteX0" fmla="*/ 119146 w 119146"/>
                <a:gd name="connsiteY0" fmla="*/ 59574 h 119147"/>
                <a:gd name="connsiteX1" fmla="*/ 59573 w 119146"/>
                <a:gd name="connsiteY1" fmla="*/ 119148 h 119147"/>
                <a:gd name="connsiteX2" fmla="*/ 0 w 119146"/>
                <a:gd name="connsiteY2" fmla="*/ 59574 h 119147"/>
                <a:gd name="connsiteX3" fmla="*/ 59573 w 119146"/>
                <a:gd name="connsiteY3" fmla="*/ 0 h 119147"/>
                <a:gd name="connsiteX4" fmla="*/ 119146 w 119146"/>
                <a:gd name="connsiteY4" fmla="*/ 59574 h 11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46" h="119147">
                  <a:moveTo>
                    <a:pt x="119146" y="59574"/>
                  </a:moveTo>
                  <a:cubicBezTo>
                    <a:pt x="119146" y="92459"/>
                    <a:pt x="92457" y="119148"/>
                    <a:pt x="59573" y="119148"/>
                  </a:cubicBezTo>
                  <a:cubicBezTo>
                    <a:pt x="26689" y="119148"/>
                    <a:pt x="0" y="92459"/>
                    <a:pt x="0" y="59574"/>
                  </a:cubicBezTo>
                  <a:cubicBezTo>
                    <a:pt x="0" y="26689"/>
                    <a:pt x="26689" y="0"/>
                    <a:pt x="59573" y="0"/>
                  </a:cubicBezTo>
                  <a:cubicBezTo>
                    <a:pt x="92457" y="0"/>
                    <a:pt x="119146" y="26689"/>
                    <a:pt x="119146" y="59574"/>
                  </a:cubicBezTo>
                </a:path>
              </a:pathLst>
            </a:custGeom>
            <a:solidFill>
              <a:srgbClr val="00A2DF"/>
            </a:solidFill>
            <a:ln w="9525" cap="flat">
              <a:noFill/>
              <a:prstDash val="solid"/>
              <a:miter/>
            </a:ln>
          </p:spPr>
          <p:txBody>
            <a:bodyPr rtlCol="0" anchor="ctr"/>
            <a:lstStyle/>
            <a:p>
              <a:endParaRPr lang="fr-FR" sz="1092"/>
            </a:p>
          </p:txBody>
        </p:sp>
        <p:sp>
          <p:nvSpPr>
            <p:cNvPr id="27" name="Forme libre : forme 26">
              <a:extLst>
                <a:ext uri="{FF2B5EF4-FFF2-40B4-BE49-F238E27FC236}">
                  <a16:creationId xmlns:a16="http://schemas.microsoft.com/office/drawing/2014/main" id="{D0AD15AE-49DB-9725-DE25-C6492EE9E98F}"/>
                </a:ext>
              </a:extLst>
            </p:cNvPr>
            <p:cNvSpPr/>
            <p:nvPr/>
          </p:nvSpPr>
          <p:spPr>
            <a:xfrm>
              <a:off x="17661767" y="12603990"/>
              <a:ext cx="110662" cy="146122"/>
            </a:xfrm>
            <a:custGeom>
              <a:avLst/>
              <a:gdLst>
                <a:gd name="connsiteX0" fmla="*/ 87024 w 110662"/>
                <a:gd name="connsiteY0" fmla="*/ 42226 h 146122"/>
                <a:gd name="connsiteX1" fmla="*/ 104372 w 110662"/>
                <a:gd name="connsiteY1" fmla="*/ 61385 h 146122"/>
                <a:gd name="connsiteX2" fmla="*/ 110663 w 110662"/>
                <a:gd name="connsiteY2" fmla="*/ 90743 h 146122"/>
                <a:gd name="connsiteX3" fmla="*/ 104372 w 110662"/>
                <a:gd name="connsiteY3" fmla="*/ 120291 h 146122"/>
                <a:gd name="connsiteX4" fmla="*/ 87024 w 110662"/>
                <a:gd name="connsiteY4" fmla="*/ 139451 h 146122"/>
                <a:gd name="connsiteX5" fmla="*/ 61861 w 110662"/>
                <a:gd name="connsiteY5" fmla="*/ 146123 h 146122"/>
                <a:gd name="connsiteX6" fmla="*/ 36792 w 110662"/>
                <a:gd name="connsiteY6" fmla="*/ 138879 h 146122"/>
                <a:gd name="connsiteX7" fmla="*/ 22304 w 110662"/>
                <a:gd name="connsiteY7" fmla="*/ 119720 h 146122"/>
                <a:gd name="connsiteX8" fmla="*/ 22304 w 110662"/>
                <a:gd name="connsiteY8" fmla="*/ 144788 h 146122"/>
                <a:gd name="connsiteX9" fmla="*/ 0 w 110662"/>
                <a:gd name="connsiteY9" fmla="*/ 144788 h 146122"/>
                <a:gd name="connsiteX10" fmla="*/ 0 w 110662"/>
                <a:gd name="connsiteY10" fmla="*/ 0 h 146122"/>
                <a:gd name="connsiteX11" fmla="*/ 22304 w 110662"/>
                <a:gd name="connsiteY11" fmla="*/ 0 h 146122"/>
                <a:gd name="connsiteX12" fmla="*/ 22304 w 110662"/>
                <a:gd name="connsiteY12" fmla="*/ 62052 h 146122"/>
                <a:gd name="connsiteX13" fmla="*/ 36792 w 110662"/>
                <a:gd name="connsiteY13" fmla="*/ 42893 h 146122"/>
                <a:gd name="connsiteX14" fmla="*/ 61861 w 110662"/>
                <a:gd name="connsiteY14" fmla="*/ 35649 h 146122"/>
                <a:gd name="connsiteX15" fmla="*/ 87024 w 110662"/>
                <a:gd name="connsiteY15" fmla="*/ 42321 h 146122"/>
                <a:gd name="connsiteX16" fmla="*/ 38222 w 110662"/>
                <a:gd name="connsiteY16" fmla="*/ 59574 h 146122"/>
                <a:gd name="connsiteX17" fmla="*/ 26498 w 110662"/>
                <a:gd name="connsiteY17" fmla="*/ 72061 h 146122"/>
                <a:gd name="connsiteX18" fmla="*/ 22209 w 110662"/>
                <a:gd name="connsiteY18" fmla="*/ 90743 h 146122"/>
                <a:gd name="connsiteX19" fmla="*/ 26498 w 110662"/>
                <a:gd name="connsiteY19" fmla="*/ 109520 h 146122"/>
                <a:gd name="connsiteX20" fmla="*/ 38222 w 110662"/>
                <a:gd name="connsiteY20" fmla="*/ 121912 h 146122"/>
                <a:gd name="connsiteX21" fmla="*/ 55093 w 110662"/>
                <a:gd name="connsiteY21" fmla="*/ 126297 h 146122"/>
                <a:gd name="connsiteX22" fmla="*/ 78922 w 110662"/>
                <a:gd name="connsiteY22" fmla="*/ 116765 h 146122"/>
                <a:gd name="connsiteX23" fmla="*/ 87882 w 110662"/>
                <a:gd name="connsiteY23" fmla="*/ 90648 h 146122"/>
                <a:gd name="connsiteX24" fmla="*/ 78922 w 110662"/>
                <a:gd name="connsiteY24" fmla="*/ 64626 h 146122"/>
                <a:gd name="connsiteX25" fmla="*/ 55093 w 110662"/>
                <a:gd name="connsiteY25" fmla="*/ 54998 h 146122"/>
                <a:gd name="connsiteX26" fmla="*/ 38222 w 110662"/>
                <a:gd name="connsiteY26" fmla="*/ 59383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662" h="146122">
                  <a:moveTo>
                    <a:pt x="87024" y="42226"/>
                  </a:moveTo>
                  <a:cubicBezTo>
                    <a:pt x="94364" y="46610"/>
                    <a:pt x="100178" y="53092"/>
                    <a:pt x="104372" y="61385"/>
                  </a:cubicBezTo>
                  <a:cubicBezTo>
                    <a:pt x="108566" y="69678"/>
                    <a:pt x="110663" y="79495"/>
                    <a:pt x="110663" y="90743"/>
                  </a:cubicBezTo>
                  <a:cubicBezTo>
                    <a:pt x="110663" y="101990"/>
                    <a:pt x="108566" y="111903"/>
                    <a:pt x="104372" y="120291"/>
                  </a:cubicBezTo>
                  <a:cubicBezTo>
                    <a:pt x="100178" y="128680"/>
                    <a:pt x="94459" y="135066"/>
                    <a:pt x="87024" y="139451"/>
                  </a:cubicBezTo>
                  <a:cubicBezTo>
                    <a:pt x="79685" y="143930"/>
                    <a:pt x="71297" y="146123"/>
                    <a:pt x="61861" y="146123"/>
                  </a:cubicBezTo>
                  <a:cubicBezTo>
                    <a:pt x="52424" y="146123"/>
                    <a:pt x="43750" y="143740"/>
                    <a:pt x="36792" y="138879"/>
                  </a:cubicBezTo>
                  <a:cubicBezTo>
                    <a:pt x="29834" y="134017"/>
                    <a:pt x="25068" y="127631"/>
                    <a:pt x="22304" y="119720"/>
                  </a:cubicBezTo>
                  <a:lnTo>
                    <a:pt x="22304" y="144788"/>
                  </a:lnTo>
                  <a:lnTo>
                    <a:pt x="0" y="144788"/>
                  </a:lnTo>
                  <a:lnTo>
                    <a:pt x="0" y="0"/>
                  </a:lnTo>
                  <a:lnTo>
                    <a:pt x="22304" y="0"/>
                  </a:lnTo>
                  <a:lnTo>
                    <a:pt x="22304" y="62052"/>
                  </a:lnTo>
                  <a:cubicBezTo>
                    <a:pt x="25068" y="54141"/>
                    <a:pt x="29834" y="47659"/>
                    <a:pt x="36792" y="42893"/>
                  </a:cubicBezTo>
                  <a:cubicBezTo>
                    <a:pt x="43750" y="38032"/>
                    <a:pt x="52043" y="35649"/>
                    <a:pt x="61861" y="35649"/>
                  </a:cubicBezTo>
                  <a:cubicBezTo>
                    <a:pt x="71678" y="35649"/>
                    <a:pt x="79685" y="37841"/>
                    <a:pt x="87024" y="42321"/>
                  </a:cubicBezTo>
                  <a:close/>
                  <a:moveTo>
                    <a:pt x="38222" y="59574"/>
                  </a:moveTo>
                  <a:cubicBezTo>
                    <a:pt x="33266" y="62529"/>
                    <a:pt x="29358" y="66723"/>
                    <a:pt x="26498" y="72061"/>
                  </a:cubicBezTo>
                  <a:cubicBezTo>
                    <a:pt x="23639" y="77494"/>
                    <a:pt x="22209" y="83689"/>
                    <a:pt x="22209" y="90743"/>
                  </a:cubicBezTo>
                  <a:cubicBezTo>
                    <a:pt x="22209" y="97797"/>
                    <a:pt x="23639" y="104183"/>
                    <a:pt x="26498" y="109520"/>
                  </a:cubicBezTo>
                  <a:cubicBezTo>
                    <a:pt x="29358" y="114858"/>
                    <a:pt x="33266" y="119052"/>
                    <a:pt x="38222" y="121912"/>
                  </a:cubicBezTo>
                  <a:cubicBezTo>
                    <a:pt x="43179" y="124867"/>
                    <a:pt x="48802" y="126297"/>
                    <a:pt x="55093" y="126297"/>
                  </a:cubicBezTo>
                  <a:cubicBezTo>
                    <a:pt x="65006" y="126297"/>
                    <a:pt x="73013" y="123151"/>
                    <a:pt x="78922" y="116765"/>
                  </a:cubicBezTo>
                  <a:cubicBezTo>
                    <a:pt x="84832" y="110378"/>
                    <a:pt x="87882" y="101704"/>
                    <a:pt x="87882" y="90648"/>
                  </a:cubicBezTo>
                  <a:cubicBezTo>
                    <a:pt x="87882" y="79591"/>
                    <a:pt x="84927" y="71012"/>
                    <a:pt x="78922" y="64626"/>
                  </a:cubicBezTo>
                  <a:cubicBezTo>
                    <a:pt x="72917" y="58239"/>
                    <a:pt x="65006" y="54998"/>
                    <a:pt x="55093" y="54998"/>
                  </a:cubicBezTo>
                  <a:cubicBezTo>
                    <a:pt x="48802" y="54998"/>
                    <a:pt x="43179" y="56428"/>
                    <a:pt x="38222" y="59383"/>
                  </a:cubicBezTo>
                  <a:close/>
                </a:path>
              </a:pathLst>
            </a:custGeom>
            <a:solidFill>
              <a:schemeClr val="bg1"/>
            </a:solidFill>
            <a:ln w="9525" cap="flat">
              <a:noFill/>
              <a:prstDash val="solid"/>
              <a:miter/>
            </a:ln>
          </p:spPr>
          <p:txBody>
            <a:bodyPr rtlCol="0" anchor="ctr"/>
            <a:lstStyle/>
            <a:p>
              <a:endParaRPr lang="fr-FR" sz="1092"/>
            </a:p>
          </p:txBody>
        </p:sp>
        <p:sp>
          <p:nvSpPr>
            <p:cNvPr id="28" name="Forme libre : forme 27">
              <a:extLst>
                <a:ext uri="{FF2B5EF4-FFF2-40B4-BE49-F238E27FC236}">
                  <a16:creationId xmlns:a16="http://schemas.microsoft.com/office/drawing/2014/main" id="{BAF68842-274D-D87A-E852-7A0D4F3E427F}"/>
                </a:ext>
              </a:extLst>
            </p:cNvPr>
            <p:cNvSpPr/>
            <p:nvPr/>
          </p:nvSpPr>
          <p:spPr>
            <a:xfrm>
              <a:off x="17783391" y="12639639"/>
              <a:ext cx="105706" cy="110569"/>
            </a:xfrm>
            <a:custGeom>
              <a:avLst/>
              <a:gdLst>
                <a:gd name="connsiteX0" fmla="*/ 105039 w 105706"/>
                <a:gd name="connsiteY0" fmla="*/ 59669 h 110569"/>
                <a:gd name="connsiteX1" fmla="*/ 22018 w 105706"/>
                <a:gd name="connsiteY1" fmla="*/ 59669 h 110569"/>
                <a:gd name="connsiteX2" fmla="*/ 31169 w 105706"/>
                <a:gd name="connsiteY2" fmla="*/ 84357 h 110569"/>
                <a:gd name="connsiteX3" fmla="*/ 52520 w 105706"/>
                <a:gd name="connsiteY3" fmla="*/ 92363 h 110569"/>
                <a:gd name="connsiteX4" fmla="*/ 71392 w 105706"/>
                <a:gd name="connsiteY4" fmla="*/ 86644 h 110569"/>
                <a:gd name="connsiteX5" fmla="*/ 80924 w 105706"/>
                <a:gd name="connsiteY5" fmla="*/ 71584 h 110569"/>
                <a:gd name="connsiteX6" fmla="*/ 104753 w 105706"/>
                <a:gd name="connsiteY6" fmla="*/ 71584 h 110569"/>
                <a:gd name="connsiteX7" fmla="*/ 95698 w 105706"/>
                <a:gd name="connsiteY7" fmla="*/ 91791 h 110569"/>
                <a:gd name="connsiteX8" fmla="*/ 77874 w 105706"/>
                <a:gd name="connsiteY8" fmla="*/ 105613 h 110569"/>
                <a:gd name="connsiteX9" fmla="*/ 53377 w 105706"/>
                <a:gd name="connsiteY9" fmla="*/ 110569 h 110569"/>
                <a:gd name="connsiteX10" fmla="*/ 25736 w 105706"/>
                <a:gd name="connsiteY10" fmla="*/ 103897 h 110569"/>
                <a:gd name="connsiteX11" fmla="*/ 6863 w 105706"/>
                <a:gd name="connsiteY11" fmla="*/ 84738 h 110569"/>
                <a:gd name="connsiteX12" fmla="*/ 0 w 105706"/>
                <a:gd name="connsiteY12" fmla="*/ 55189 h 110569"/>
                <a:gd name="connsiteX13" fmla="*/ 6863 w 105706"/>
                <a:gd name="connsiteY13" fmla="*/ 25831 h 110569"/>
                <a:gd name="connsiteX14" fmla="*/ 25736 w 105706"/>
                <a:gd name="connsiteY14" fmla="*/ 6672 h 110569"/>
                <a:gd name="connsiteX15" fmla="*/ 53377 w 105706"/>
                <a:gd name="connsiteY15" fmla="*/ 0 h 110569"/>
                <a:gd name="connsiteX16" fmla="*/ 81115 w 105706"/>
                <a:gd name="connsiteY16" fmla="*/ 6577 h 110569"/>
                <a:gd name="connsiteX17" fmla="*/ 99320 w 105706"/>
                <a:gd name="connsiteY17" fmla="*/ 24592 h 110569"/>
                <a:gd name="connsiteX18" fmla="*/ 105706 w 105706"/>
                <a:gd name="connsiteY18" fmla="*/ 50137 h 110569"/>
                <a:gd name="connsiteX19" fmla="*/ 104944 w 105706"/>
                <a:gd name="connsiteY19" fmla="*/ 59765 h 110569"/>
                <a:gd name="connsiteX20" fmla="*/ 79685 w 105706"/>
                <a:gd name="connsiteY20" fmla="*/ 31741 h 110569"/>
                <a:gd name="connsiteX21" fmla="*/ 68724 w 105706"/>
                <a:gd name="connsiteY21" fmla="*/ 21161 h 110569"/>
                <a:gd name="connsiteX22" fmla="*/ 53568 w 105706"/>
                <a:gd name="connsiteY22" fmla="*/ 17729 h 110569"/>
                <a:gd name="connsiteX23" fmla="*/ 31645 w 105706"/>
                <a:gd name="connsiteY23" fmla="*/ 25736 h 110569"/>
                <a:gd name="connsiteX24" fmla="*/ 22018 w 105706"/>
                <a:gd name="connsiteY24" fmla="*/ 49375 h 110569"/>
                <a:gd name="connsiteX25" fmla="*/ 83307 w 105706"/>
                <a:gd name="connsiteY25" fmla="*/ 49375 h 110569"/>
                <a:gd name="connsiteX26" fmla="*/ 79685 w 105706"/>
                <a:gd name="connsiteY26" fmla="*/ 31646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06" h="110569">
                  <a:moveTo>
                    <a:pt x="105039" y="59669"/>
                  </a:moveTo>
                  <a:lnTo>
                    <a:pt x="22018" y="59669"/>
                  </a:lnTo>
                  <a:cubicBezTo>
                    <a:pt x="22400" y="70726"/>
                    <a:pt x="25450" y="79019"/>
                    <a:pt x="31169" y="84357"/>
                  </a:cubicBezTo>
                  <a:cubicBezTo>
                    <a:pt x="36888" y="89694"/>
                    <a:pt x="44036" y="92363"/>
                    <a:pt x="52520" y="92363"/>
                  </a:cubicBezTo>
                  <a:cubicBezTo>
                    <a:pt x="59954" y="92363"/>
                    <a:pt x="66245" y="90457"/>
                    <a:pt x="71392" y="86644"/>
                  </a:cubicBezTo>
                  <a:cubicBezTo>
                    <a:pt x="76539" y="82832"/>
                    <a:pt x="79685" y="77875"/>
                    <a:pt x="80924" y="71584"/>
                  </a:cubicBezTo>
                  <a:lnTo>
                    <a:pt x="104753" y="71584"/>
                  </a:lnTo>
                  <a:cubicBezTo>
                    <a:pt x="103323" y="79114"/>
                    <a:pt x="100273" y="85882"/>
                    <a:pt x="95698" y="91791"/>
                  </a:cubicBezTo>
                  <a:cubicBezTo>
                    <a:pt x="91123" y="97701"/>
                    <a:pt x="85213" y="102276"/>
                    <a:pt x="77874" y="105613"/>
                  </a:cubicBezTo>
                  <a:cubicBezTo>
                    <a:pt x="70535" y="108949"/>
                    <a:pt x="62433" y="110569"/>
                    <a:pt x="53377" y="110569"/>
                  </a:cubicBezTo>
                  <a:cubicBezTo>
                    <a:pt x="42988" y="110569"/>
                    <a:pt x="33742" y="108377"/>
                    <a:pt x="25736" y="103897"/>
                  </a:cubicBezTo>
                  <a:cubicBezTo>
                    <a:pt x="17729" y="99512"/>
                    <a:pt x="11438" y="93031"/>
                    <a:pt x="6863" y="84738"/>
                  </a:cubicBezTo>
                  <a:cubicBezTo>
                    <a:pt x="2288" y="76350"/>
                    <a:pt x="0" y="66532"/>
                    <a:pt x="0" y="55189"/>
                  </a:cubicBezTo>
                  <a:cubicBezTo>
                    <a:pt x="0" y="43846"/>
                    <a:pt x="2288" y="34219"/>
                    <a:pt x="6863" y="25831"/>
                  </a:cubicBezTo>
                  <a:cubicBezTo>
                    <a:pt x="11438" y="17443"/>
                    <a:pt x="17729" y="11057"/>
                    <a:pt x="25736" y="6672"/>
                  </a:cubicBezTo>
                  <a:cubicBezTo>
                    <a:pt x="33742" y="2192"/>
                    <a:pt x="42988" y="0"/>
                    <a:pt x="53377" y="0"/>
                  </a:cubicBezTo>
                  <a:cubicBezTo>
                    <a:pt x="63767" y="0"/>
                    <a:pt x="73203" y="2192"/>
                    <a:pt x="81115" y="6577"/>
                  </a:cubicBezTo>
                  <a:cubicBezTo>
                    <a:pt x="89026" y="10962"/>
                    <a:pt x="95031" y="16967"/>
                    <a:pt x="99320" y="24592"/>
                  </a:cubicBezTo>
                  <a:cubicBezTo>
                    <a:pt x="103609" y="32218"/>
                    <a:pt x="105706" y="40701"/>
                    <a:pt x="105706" y="50137"/>
                  </a:cubicBezTo>
                  <a:cubicBezTo>
                    <a:pt x="105706" y="53760"/>
                    <a:pt x="105420" y="57000"/>
                    <a:pt x="104944" y="59765"/>
                  </a:cubicBezTo>
                  <a:close/>
                  <a:moveTo>
                    <a:pt x="79685" y="31741"/>
                  </a:moveTo>
                  <a:cubicBezTo>
                    <a:pt x="77016" y="26975"/>
                    <a:pt x="73394" y="23448"/>
                    <a:pt x="68724" y="21161"/>
                  </a:cubicBezTo>
                  <a:cubicBezTo>
                    <a:pt x="64053" y="18873"/>
                    <a:pt x="59001" y="17729"/>
                    <a:pt x="53568" y="17729"/>
                  </a:cubicBezTo>
                  <a:cubicBezTo>
                    <a:pt x="44799" y="17729"/>
                    <a:pt x="37555" y="20398"/>
                    <a:pt x="31645" y="25736"/>
                  </a:cubicBezTo>
                  <a:cubicBezTo>
                    <a:pt x="25736" y="31074"/>
                    <a:pt x="22590" y="38985"/>
                    <a:pt x="22018" y="49375"/>
                  </a:cubicBezTo>
                  <a:lnTo>
                    <a:pt x="83307" y="49375"/>
                  </a:lnTo>
                  <a:cubicBezTo>
                    <a:pt x="83593" y="42321"/>
                    <a:pt x="82354" y="36412"/>
                    <a:pt x="79685" y="31646"/>
                  </a:cubicBezTo>
                  <a:close/>
                </a:path>
              </a:pathLst>
            </a:custGeom>
            <a:solidFill>
              <a:schemeClr val="bg1"/>
            </a:solidFill>
            <a:ln w="9525" cap="flat">
              <a:noFill/>
              <a:prstDash val="solid"/>
              <a:miter/>
            </a:ln>
          </p:spPr>
          <p:txBody>
            <a:bodyPr rtlCol="0" anchor="ctr"/>
            <a:lstStyle/>
            <a:p>
              <a:endParaRPr lang="fr-FR" sz="1092"/>
            </a:p>
          </p:txBody>
        </p:sp>
        <p:sp>
          <p:nvSpPr>
            <p:cNvPr id="29" name="Forme libre : forme 28">
              <a:extLst>
                <a:ext uri="{FF2B5EF4-FFF2-40B4-BE49-F238E27FC236}">
                  <a16:creationId xmlns:a16="http://schemas.microsoft.com/office/drawing/2014/main" id="{47595710-286F-21BC-70A2-5CF344C56EC5}"/>
                </a:ext>
              </a:extLst>
            </p:cNvPr>
            <p:cNvSpPr/>
            <p:nvPr/>
          </p:nvSpPr>
          <p:spPr>
            <a:xfrm>
              <a:off x="17888811" y="12640878"/>
              <a:ext cx="112187" cy="159181"/>
            </a:xfrm>
            <a:custGeom>
              <a:avLst/>
              <a:gdLst>
                <a:gd name="connsiteX0" fmla="*/ 25068 w 112187"/>
                <a:gd name="connsiteY0" fmla="*/ 95 h 159181"/>
                <a:gd name="connsiteX1" fmla="*/ 57381 w 112187"/>
                <a:gd name="connsiteY1" fmla="*/ 79400 h 159181"/>
                <a:gd name="connsiteX2" fmla="*/ 87310 w 112187"/>
                <a:gd name="connsiteY2" fmla="*/ 95 h 159181"/>
                <a:gd name="connsiteX3" fmla="*/ 112188 w 112187"/>
                <a:gd name="connsiteY3" fmla="*/ 95 h 159181"/>
                <a:gd name="connsiteX4" fmla="*/ 46991 w 112187"/>
                <a:gd name="connsiteY4" fmla="*/ 159181 h 159181"/>
                <a:gd name="connsiteX5" fmla="*/ 22114 w 112187"/>
                <a:gd name="connsiteY5" fmla="*/ 159181 h 159181"/>
                <a:gd name="connsiteX6" fmla="*/ 45371 w 112187"/>
                <a:gd name="connsiteY6" fmla="*/ 105326 h 159181"/>
                <a:gd name="connsiteX7" fmla="*/ 0 w 112187"/>
                <a:gd name="connsiteY7" fmla="*/ 0 h 159181"/>
                <a:gd name="connsiteX8" fmla="*/ 25068 w 112187"/>
                <a:gd name="connsiteY8" fmla="*/ 0 h 15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187" h="159181">
                  <a:moveTo>
                    <a:pt x="25068" y="95"/>
                  </a:moveTo>
                  <a:lnTo>
                    <a:pt x="57381" y="79400"/>
                  </a:lnTo>
                  <a:lnTo>
                    <a:pt x="87310" y="95"/>
                  </a:lnTo>
                  <a:lnTo>
                    <a:pt x="112188" y="95"/>
                  </a:lnTo>
                  <a:lnTo>
                    <a:pt x="46991" y="159181"/>
                  </a:lnTo>
                  <a:lnTo>
                    <a:pt x="22114" y="159181"/>
                  </a:lnTo>
                  <a:lnTo>
                    <a:pt x="45371" y="105326"/>
                  </a:lnTo>
                  <a:lnTo>
                    <a:pt x="0" y="0"/>
                  </a:lnTo>
                  <a:lnTo>
                    <a:pt x="25068" y="0"/>
                  </a:lnTo>
                  <a:close/>
                </a:path>
              </a:pathLst>
            </a:custGeom>
            <a:solidFill>
              <a:schemeClr val="bg1"/>
            </a:solidFill>
            <a:ln w="9525" cap="flat">
              <a:noFill/>
              <a:prstDash val="solid"/>
              <a:miter/>
            </a:ln>
          </p:spPr>
          <p:txBody>
            <a:bodyPr rtlCol="0" anchor="ctr"/>
            <a:lstStyle/>
            <a:p>
              <a:endParaRPr lang="fr-FR" sz="1092"/>
            </a:p>
          </p:txBody>
        </p:sp>
        <p:sp>
          <p:nvSpPr>
            <p:cNvPr id="30" name="Forme libre : forme 29">
              <a:extLst>
                <a:ext uri="{FF2B5EF4-FFF2-40B4-BE49-F238E27FC236}">
                  <a16:creationId xmlns:a16="http://schemas.microsoft.com/office/drawing/2014/main" id="{8DAC9493-DFB9-D2D6-25C9-EE335AC7174D}"/>
                </a:ext>
              </a:extLst>
            </p:cNvPr>
            <p:cNvSpPr/>
            <p:nvPr/>
          </p:nvSpPr>
          <p:spPr>
            <a:xfrm>
              <a:off x="17999379"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3" y="25927"/>
                    <a:pt x="30311" y="29930"/>
                    <a:pt x="27356" y="35363"/>
                  </a:cubicBezTo>
                  <a:cubicBezTo>
                    <a:pt x="24401" y="40796"/>
                    <a:pt x="22971" y="47373"/>
                    <a:pt x="22971" y="55189"/>
                  </a:cubicBezTo>
                  <a:cubicBezTo>
                    <a:pt x="22971" y="63005"/>
                    <a:pt x="24401" y="69773"/>
                    <a:pt x="27356" y="75111"/>
                  </a:cubicBezTo>
                  <a:cubicBezTo>
                    <a:pt x="30311" y="80449"/>
                    <a:pt x="34123"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31" name="Forme libre : forme 30">
              <a:extLst>
                <a:ext uri="{FF2B5EF4-FFF2-40B4-BE49-F238E27FC236}">
                  <a16:creationId xmlns:a16="http://schemas.microsoft.com/office/drawing/2014/main" id="{5280D506-D6C4-8E8C-8A6B-3053B405553D}"/>
                </a:ext>
              </a:extLst>
            </p:cNvPr>
            <p:cNvSpPr/>
            <p:nvPr/>
          </p:nvSpPr>
          <p:spPr>
            <a:xfrm>
              <a:off x="18125674" y="12639163"/>
              <a:ext cx="101703" cy="109615"/>
            </a:xfrm>
            <a:custGeom>
              <a:avLst/>
              <a:gdLst>
                <a:gd name="connsiteX0" fmla="*/ 90360 w 101703"/>
                <a:gd name="connsiteY0" fmla="*/ 12105 h 109615"/>
                <a:gd name="connsiteX1" fmla="*/ 101703 w 101703"/>
                <a:gd name="connsiteY1" fmla="*/ 46706 h 109615"/>
                <a:gd name="connsiteX2" fmla="*/ 101703 w 101703"/>
                <a:gd name="connsiteY2" fmla="*/ 109520 h 109615"/>
                <a:gd name="connsiteX3" fmla="*/ 79399 w 101703"/>
                <a:gd name="connsiteY3" fmla="*/ 109520 h 109615"/>
                <a:gd name="connsiteX4" fmla="*/ 79399 w 101703"/>
                <a:gd name="connsiteY4" fmla="*/ 49089 h 109615"/>
                <a:gd name="connsiteX5" fmla="*/ 71964 w 101703"/>
                <a:gd name="connsiteY5" fmla="*/ 26689 h 109615"/>
                <a:gd name="connsiteX6" fmla="*/ 51662 w 101703"/>
                <a:gd name="connsiteY6" fmla="*/ 18778 h 109615"/>
                <a:gd name="connsiteX7" fmla="*/ 30311 w 101703"/>
                <a:gd name="connsiteY7" fmla="*/ 27261 h 109615"/>
                <a:gd name="connsiteX8" fmla="*/ 22304 w 101703"/>
                <a:gd name="connsiteY8" fmla="*/ 52234 h 109615"/>
                <a:gd name="connsiteX9" fmla="*/ 22304 w 101703"/>
                <a:gd name="connsiteY9" fmla="*/ 109616 h 109615"/>
                <a:gd name="connsiteX10" fmla="*/ 0 w 101703"/>
                <a:gd name="connsiteY10" fmla="*/ 109616 h 109615"/>
                <a:gd name="connsiteX11" fmla="*/ 0 w 101703"/>
                <a:gd name="connsiteY11" fmla="*/ 1811 h 109615"/>
                <a:gd name="connsiteX12" fmla="*/ 22304 w 101703"/>
                <a:gd name="connsiteY12" fmla="*/ 1811 h 109615"/>
                <a:gd name="connsiteX13" fmla="*/ 22304 w 101703"/>
                <a:gd name="connsiteY13" fmla="*/ 25450 h 109615"/>
                <a:gd name="connsiteX14" fmla="*/ 36792 w 101703"/>
                <a:gd name="connsiteY14" fmla="*/ 6672 h 109615"/>
                <a:gd name="connsiteX15" fmla="*/ 60240 w 101703"/>
                <a:gd name="connsiteY15" fmla="*/ 0 h 109615"/>
                <a:gd name="connsiteX16" fmla="*/ 90360 w 101703"/>
                <a:gd name="connsiteY16" fmla="*/ 12105 h 10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703" h="109615">
                  <a:moveTo>
                    <a:pt x="90360" y="12105"/>
                  </a:moveTo>
                  <a:cubicBezTo>
                    <a:pt x="97890" y="20207"/>
                    <a:pt x="101703" y="31741"/>
                    <a:pt x="101703" y="46706"/>
                  </a:cubicBezTo>
                  <a:lnTo>
                    <a:pt x="101703" y="109520"/>
                  </a:lnTo>
                  <a:lnTo>
                    <a:pt x="79399" y="109520"/>
                  </a:lnTo>
                  <a:lnTo>
                    <a:pt x="79399" y="49089"/>
                  </a:lnTo>
                  <a:cubicBezTo>
                    <a:pt x="79399" y="39462"/>
                    <a:pt x="76921" y="31932"/>
                    <a:pt x="71964" y="26689"/>
                  </a:cubicBezTo>
                  <a:cubicBezTo>
                    <a:pt x="67008" y="21447"/>
                    <a:pt x="60240" y="18778"/>
                    <a:pt x="51662" y="18778"/>
                  </a:cubicBezTo>
                  <a:cubicBezTo>
                    <a:pt x="43083" y="18778"/>
                    <a:pt x="35649" y="21637"/>
                    <a:pt x="30311" y="27261"/>
                  </a:cubicBezTo>
                  <a:cubicBezTo>
                    <a:pt x="24973" y="32885"/>
                    <a:pt x="22304" y="41273"/>
                    <a:pt x="22304" y="52234"/>
                  </a:cubicBezTo>
                  <a:lnTo>
                    <a:pt x="22304" y="109616"/>
                  </a:lnTo>
                  <a:lnTo>
                    <a:pt x="0" y="109616"/>
                  </a:lnTo>
                  <a:lnTo>
                    <a:pt x="0" y="1811"/>
                  </a:lnTo>
                  <a:lnTo>
                    <a:pt x="22304" y="1811"/>
                  </a:lnTo>
                  <a:lnTo>
                    <a:pt x="22304" y="25450"/>
                  </a:lnTo>
                  <a:cubicBezTo>
                    <a:pt x="25164" y="17348"/>
                    <a:pt x="30025" y="11057"/>
                    <a:pt x="36792" y="6672"/>
                  </a:cubicBezTo>
                  <a:cubicBezTo>
                    <a:pt x="43560" y="2192"/>
                    <a:pt x="51376" y="0"/>
                    <a:pt x="60240" y="0"/>
                  </a:cubicBezTo>
                  <a:cubicBezTo>
                    <a:pt x="72727" y="0"/>
                    <a:pt x="82830" y="4003"/>
                    <a:pt x="90360" y="12105"/>
                  </a:cubicBezTo>
                  <a:close/>
                </a:path>
              </a:pathLst>
            </a:custGeom>
            <a:solidFill>
              <a:schemeClr val="bg1"/>
            </a:solidFill>
            <a:ln w="9525" cap="flat">
              <a:noFill/>
              <a:prstDash val="solid"/>
              <a:miter/>
            </a:ln>
          </p:spPr>
          <p:txBody>
            <a:bodyPr rtlCol="0" anchor="ctr"/>
            <a:lstStyle/>
            <a:p>
              <a:endParaRPr lang="fr-FR" sz="1092"/>
            </a:p>
          </p:txBody>
        </p:sp>
        <p:sp>
          <p:nvSpPr>
            <p:cNvPr id="33" name="Forme libre : forme 32">
              <a:extLst>
                <a:ext uri="{FF2B5EF4-FFF2-40B4-BE49-F238E27FC236}">
                  <a16:creationId xmlns:a16="http://schemas.microsoft.com/office/drawing/2014/main" id="{BD23B42B-69F7-FD7B-D8CA-9A3E9E04155F}"/>
                </a:ext>
              </a:extLst>
            </p:cNvPr>
            <p:cNvSpPr/>
            <p:nvPr/>
          </p:nvSpPr>
          <p:spPr>
            <a:xfrm>
              <a:off x="18242913" y="12603895"/>
              <a:ext cx="110853" cy="146122"/>
            </a:xfrm>
            <a:custGeom>
              <a:avLst/>
              <a:gdLst>
                <a:gd name="connsiteX0" fmla="*/ 73871 w 110853"/>
                <a:gd name="connsiteY0" fmla="*/ 42893 h 146122"/>
                <a:gd name="connsiteX1" fmla="*/ 88359 w 110853"/>
                <a:gd name="connsiteY1" fmla="*/ 62052 h 146122"/>
                <a:gd name="connsiteX2" fmla="*/ 88359 w 110853"/>
                <a:gd name="connsiteY2" fmla="*/ 0 h 146122"/>
                <a:gd name="connsiteX3" fmla="*/ 110853 w 110853"/>
                <a:gd name="connsiteY3" fmla="*/ 0 h 146122"/>
                <a:gd name="connsiteX4" fmla="*/ 110853 w 110853"/>
                <a:gd name="connsiteY4" fmla="*/ 144788 h 146122"/>
                <a:gd name="connsiteX5" fmla="*/ 88359 w 110853"/>
                <a:gd name="connsiteY5" fmla="*/ 144788 h 146122"/>
                <a:gd name="connsiteX6" fmla="*/ 88359 w 110853"/>
                <a:gd name="connsiteY6" fmla="*/ 119720 h 146122"/>
                <a:gd name="connsiteX7" fmla="*/ 73871 w 110853"/>
                <a:gd name="connsiteY7" fmla="*/ 138879 h 146122"/>
                <a:gd name="connsiteX8" fmla="*/ 48802 w 110853"/>
                <a:gd name="connsiteY8" fmla="*/ 146123 h 146122"/>
                <a:gd name="connsiteX9" fmla="*/ 23639 w 110853"/>
                <a:gd name="connsiteY9" fmla="*/ 139451 h 146122"/>
                <a:gd name="connsiteX10" fmla="*/ 6291 w 110853"/>
                <a:gd name="connsiteY10" fmla="*/ 120291 h 146122"/>
                <a:gd name="connsiteX11" fmla="*/ 0 w 110853"/>
                <a:gd name="connsiteY11" fmla="*/ 90743 h 146122"/>
                <a:gd name="connsiteX12" fmla="*/ 6291 w 110853"/>
                <a:gd name="connsiteY12" fmla="*/ 61385 h 146122"/>
                <a:gd name="connsiteX13" fmla="*/ 23639 w 110853"/>
                <a:gd name="connsiteY13" fmla="*/ 42226 h 146122"/>
                <a:gd name="connsiteX14" fmla="*/ 48802 w 110853"/>
                <a:gd name="connsiteY14" fmla="*/ 35554 h 146122"/>
                <a:gd name="connsiteX15" fmla="*/ 73871 w 110853"/>
                <a:gd name="connsiteY15" fmla="*/ 42798 h 146122"/>
                <a:gd name="connsiteX16" fmla="*/ 31931 w 110853"/>
                <a:gd name="connsiteY16" fmla="*/ 64721 h 146122"/>
                <a:gd name="connsiteX17" fmla="*/ 23067 w 110853"/>
                <a:gd name="connsiteY17" fmla="*/ 90838 h 146122"/>
                <a:gd name="connsiteX18" fmla="*/ 31931 w 110853"/>
                <a:gd name="connsiteY18" fmla="*/ 116956 h 146122"/>
                <a:gd name="connsiteX19" fmla="*/ 55760 w 110853"/>
                <a:gd name="connsiteY19" fmla="*/ 126487 h 146122"/>
                <a:gd name="connsiteX20" fmla="*/ 72631 w 110853"/>
                <a:gd name="connsiteY20" fmla="*/ 122103 h 146122"/>
                <a:gd name="connsiteX21" fmla="*/ 84355 w 110853"/>
                <a:gd name="connsiteY21" fmla="*/ 109711 h 146122"/>
                <a:gd name="connsiteX22" fmla="*/ 88645 w 110853"/>
                <a:gd name="connsiteY22" fmla="*/ 90934 h 146122"/>
                <a:gd name="connsiteX23" fmla="*/ 84355 w 110853"/>
                <a:gd name="connsiteY23" fmla="*/ 72251 h 146122"/>
                <a:gd name="connsiteX24" fmla="*/ 72631 w 110853"/>
                <a:gd name="connsiteY24" fmla="*/ 59765 h 146122"/>
                <a:gd name="connsiteX25" fmla="*/ 55760 w 110853"/>
                <a:gd name="connsiteY25" fmla="*/ 55380 h 146122"/>
                <a:gd name="connsiteX26" fmla="*/ 31931 w 110853"/>
                <a:gd name="connsiteY26" fmla="*/ 64912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853" h="146122">
                  <a:moveTo>
                    <a:pt x="73871" y="42893"/>
                  </a:moveTo>
                  <a:cubicBezTo>
                    <a:pt x="80829" y="47754"/>
                    <a:pt x="85594" y="54141"/>
                    <a:pt x="88359" y="62052"/>
                  </a:cubicBezTo>
                  <a:lnTo>
                    <a:pt x="88359" y="0"/>
                  </a:lnTo>
                  <a:lnTo>
                    <a:pt x="110853" y="0"/>
                  </a:lnTo>
                  <a:lnTo>
                    <a:pt x="110853" y="144788"/>
                  </a:lnTo>
                  <a:lnTo>
                    <a:pt x="88359" y="144788"/>
                  </a:lnTo>
                  <a:lnTo>
                    <a:pt x="88359" y="119720"/>
                  </a:lnTo>
                  <a:cubicBezTo>
                    <a:pt x="85594" y="127631"/>
                    <a:pt x="80829" y="134113"/>
                    <a:pt x="73871" y="138879"/>
                  </a:cubicBezTo>
                  <a:cubicBezTo>
                    <a:pt x="66912" y="143740"/>
                    <a:pt x="58620" y="146123"/>
                    <a:pt x="48802" y="146123"/>
                  </a:cubicBezTo>
                  <a:cubicBezTo>
                    <a:pt x="38985" y="146123"/>
                    <a:pt x="30978" y="143930"/>
                    <a:pt x="23639" y="139451"/>
                  </a:cubicBezTo>
                  <a:cubicBezTo>
                    <a:pt x="16299" y="135066"/>
                    <a:pt x="10485" y="128584"/>
                    <a:pt x="6291" y="120291"/>
                  </a:cubicBezTo>
                  <a:cubicBezTo>
                    <a:pt x="2097" y="111903"/>
                    <a:pt x="0" y="102086"/>
                    <a:pt x="0" y="90743"/>
                  </a:cubicBezTo>
                  <a:cubicBezTo>
                    <a:pt x="0" y="79400"/>
                    <a:pt x="2097" y="69773"/>
                    <a:pt x="6291" y="61385"/>
                  </a:cubicBezTo>
                  <a:cubicBezTo>
                    <a:pt x="10485" y="52997"/>
                    <a:pt x="16204" y="46611"/>
                    <a:pt x="23639" y="42226"/>
                  </a:cubicBezTo>
                  <a:cubicBezTo>
                    <a:pt x="30978" y="37746"/>
                    <a:pt x="39366" y="35554"/>
                    <a:pt x="48802" y="35554"/>
                  </a:cubicBezTo>
                  <a:cubicBezTo>
                    <a:pt x="58239" y="35554"/>
                    <a:pt x="66912" y="37937"/>
                    <a:pt x="73871" y="42798"/>
                  </a:cubicBezTo>
                  <a:close/>
                  <a:moveTo>
                    <a:pt x="31931" y="64721"/>
                  </a:moveTo>
                  <a:cubicBezTo>
                    <a:pt x="26021" y="71012"/>
                    <a:pt x="23067" y="79781"/>
                    <a:pt x="23067" y="90838"/>
                  </a:cubicBezTo>
                  <a:cubicBezTo>
                    <a:pt x="23067" y="101895"/>
                    <a:pt x="26021" y="110665"/>
                    <a:pt x="31931" y="116956"/>
                  </a:cubicBezTo>
                  <a:cubicBezTo>
                    <a:pt x="37841" y="123246"/>
                    <a:pt x="45752" y="126487"/>
                    <a:pt x="55760" y="126487"/>
                  </a:cubicBezTo>
                  <a:cubicBezTo>
                    <a:pt x="62051" y="126487"/>
                    <a:pt x="67675" y="125057"/>
                    <a:pt x="72631" y="122103"/>
                  </a:cubicBezTo>
                  <a:cubicBezTo>
                    <a:pt x="77588" y="119148"/>
                    <a:pt x="81496" y="115049"/>
                    <a:pt x="84355" y="109711"/>
                  </a:cubicBezTo>
                  <a:cubicBezTo>
                    <a:pt x="87215" y="104373"/>
                    <a:pt x="88645" y="98082"/>
                    <a:pt x="88645" y="90934"/>
                  </a:cubicBezTo>
                  <a:cubicBezTo>
                    <a:pt x="88645" y="83785"/>
                    <a:pt x="87215" y="77684"/>
                    <a:pt x="84355" y="72251"/>
                  </a:cubicBezTo>
                  <a:cubicBezTo>
                    <a:pt x="81496" y="66818"/>
                    <a:pt x="77588" y="62624"/>
                    <a:pt x="72631" y="59765"/>
                  </a:cubicBezTo>
                  <a:cubicBezTo>
                    <a:pt x="67675" y="56810"/>
                    <a:pt x="62051" y="55380"/>
                    <a:pt x="55760" y="55380"/>
                  </a:cubicBezTo>
                  <a:cubicBezTo>
                    <a:pt x="45847" y="55380"/>
                    <a:pt x="37936" y="58525"/>
                    <a:pt x="31931" y="64912"/>
                  </a:cubicBezTo>
                  <a:close/>
                </a:path>
              </a:pathLst>
            </a:custGeom>
            <a:solidFill>
              <a:schemeClr val="bg1"/>
            </a:solidFill>
            <a:ln w="9525" cap="flat">
              <a:noFill/>
              <a:prstDash val="solid"/>
              <a:miter/>
            </a:ln>
          </p:spPr>
          <p:txBody>
            <a:bodyPr rtlCol="0" anchor="ctr"/>
            <a:lstStyle/>
            <a:p>
              <a:endParaRPr lang="fr-FR" sz="1092"/>
            </a:p>
          </p:txBody>
        </p:sp>
        <p:sp>
          <p:nvSpPr>
            <p:cNvPr id="34" name="Forme libre : forme 33">
              <a:extLst>
                <a:ext uri="{FF2B5EF4-FFF2-40B4-BE49-F238E27FC236}">
                  <a16:creationId xmlns:a16="http://schemas.microsoft.com/office/drawing/2014/main" id="{7F7B5840-0293-8C4A-61A9-D468A0F09218}"/>
                </a:ext>
              </a:extLst>
            </p:cNvPr>
            <p:cNvSpPr/>
            <p:nvPr/>
          </p:nvSpPr>
          <p:spPr>
            <a:xfrm>
              <a:off x="18406858" y="12614284"/>
              <a:ext cx="64148" cy="134494"/>
            </a:xfrm>
            <a:custGeom>
              <a:avLst/>
              <a:gdLst>
                <a:gd name="connsiteX0" fmla="*/ 64148 w 64148"/>
                <a:gd name="connsiteY0" fmla="*/ 115144 h 134494"/>
                <a:gd name="connsiteX1" fmla="*/ 64148 w 64148"/>
                <a:gd name="connsiteY1" fmla="*/ 134494 h 134494"/>
                <a:gd name="connsiteX2" fmla="*/ 50423 w 64148"/>
                <a:gd name="connsiteY2" fmla="*/ 134494 h 134494"/>
                <a:gd name="connsiteX3" fmla="*/ 24306 w 64148"/>
                <a:gd name="connsiteY3" fmla="*/ 126201 h 134494"/>
                <a:gd name="connsiteX4" fmla="*/ 15441 w 64148"/>
                <a:gd name="connsiteY4" fmla="*/ 98559 h 134494"/>
                <a:gd name="connsiteX5" fmla="*/ 15441 w 64148"/>
                <a:gd name="connsiteY5" fmla="*/ 45753 h 134494"/>
                <a:gd name="connsiteX6" fmla="*/ 0 w 64148"/>
                <a:gd name="connsiteY6" fmla="*/ 45753 h 134494"/>
                <a:gd name="connsiteX7" fmla="*/ 0 w 64148"/>
                <a:gd name="connsiteY7" fmla="*/ 26784 h 134494"/>
                <a:gd name="connsiteX8" fmla="*/ 15441 w 64148"/>
                <a:gd name="connsiteY8" fmla="*/ 26784 h 134494"/>
                <a:gd name="connsiteX9" fmla="*/ 15441 w 64148"/>
                <a:gd name="connsiteY9" fmla="*/ 0 h 134494"/>
                <a:gd name="connsiteX10" fmla="*/ 37936 w 64148"/>
                <a:gd name="connsiteY10" fmla="*/ 0 h 134494"/>
                <a:gd name="connsiteX11" fmla="*/ 37936 w 64148"/>
                <a:gd name="connsiteY11" fmla="*/ 26784 h 134494"/>
                <a:gd name="connsiteX12" fmla="*/ 63958 w 64148"/>
                <a:gd name="connsiteY12" fmla="*/ 26784 h 134494"/>
                <a:gd name="connsiteX13" fmla="*/ 63958 w 64148"/>
                <a:gd name="connsiteY13" fmla="*/ 45753 h 134494"/>
                <a:gd name="connsiteX14" fmla="*/ 37936 w 64148"/>
                <a:gd name="connsiteY14" fmla="*/ 45753 h 134494"/>
                <a:gd name="connsiteX15" fmla="*/ 37936 w 64148"/>
                <a:gd name="connsiteY15" fmla="*/ 98940 h 134494"/>
                <a:gd name="connsiteX16" fmla="*/ 41367 w 64148"/>
                <a:gd name="connsiteY16" fmla="*/ 111618 h 134494"/>
                <a:gd name="connsiteX17" fmla="*/ 53377 w 64148"/>
                <a:gd name="connsiteY17" fmla="*/ 115144 h 134494"/>
                <a:gd name="connsiteX18" fmla="*/ 64148 w 64148"/>
                <a:gd name="connsiteY18" fmla="*/ 115144 h 13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148" h="134494">
                  <a:moveTo>
                    <a:pt x="64148" y="115144"/>
                  </a:moveTo>
                  <a:lnTo>
                    <a:pt x="64148" y="134494"/>
                  </a:lnTo>
                  <a:lnTo>
                    <a:pt x="50423" y="134494"/>
                  </a:lnTo>
                  <a:cubicBezTo>
                    <a:pt x="38985" y="134494"/>
                    <a:pt x="30215" y="131730"/>
                    <a:pt x="24306" y="126201"/>
                  </a:cubicBezTo>
                  <a:cubicBezTo>
                    <a:pt x="18396" y="120673"/>
                    <a:pt x="15441" y="111427"/>
                    <a:pt x="15441" y="98559"/>
                  </a:cubicBezTo>
                  <a:lnTo>
                    <a:pt x="15441" y="45753"/>
                  </a:lnTo>
                  <a:lnTo>
                    <a:pt x="0" y="45753"/>
                  </a:lnTo>
                  <a:lnTo>
                    <a:pt x="0" y="26784"/>
                  </a:lnTo>
                  <a:lnTo>
                    <a:pt x="15441" y="26784"/>
                  </a:lnTo>
                  <a:lnTo>
                    <a:pt x="15441" y="0"/>
                  </a:lnTo>
                  <a:lnTo>
                    <a:pt x="37936" y="0"/>
                  </a:lnTo>
                  <a:lnTo>
                    <a:pt x="37936" y="26784"/>
                  </a:lnTo>
                  <a:lnTo>
                    <a:pt x="63958" y="26784"/>
                  </a:lnTo>
                  <a:lnTo>
                    <a:pt x="63958" y="45753"/>
                  </a:lnTo>
                  <a:lnTo>
                    <a:pt x="37936" y="45753"/>
                  </a:lnTo>
                  <a:lnTo>
                    <a:pt x="37936" y="98940"/>
                  </a:lnTo>
                  <a:cubicBezTo>
                    <a:pt x="37936" y="105041"/>
                    <a:pt x="39080" y="109330"/>
                    <a:pt x="41367" y="111618"/>
                  </a:cubicBezTo>
                  <a:cubicBezTo>
                    <a:pt x="43655" y="114001"/>
                    <a:pt x="47658" y="115144"/>
                    <a:pt x="53377" y="115144"/>
                  </a:cubicBezTo>
                  <a:lnTo>
                    <a:pt x="64148" y="115144"/>
                  </a:lnTo>
                  <a:close/>
                </a:path>
              </a:pathLst>
            </a:custGeom>
            <a:solidFill>
              <a:schemeClr val="bg1"/>
            </a:solidFill>
            <a:ln w="9525" cap="flat">
              <a:noFill/>
              <a:prstDash val="solid"/>
              <a:miter/>
            </a:ln>
          </p:spPr>
          <p:txBody>
            <a:bodyPr rtlCol="0" anchor="ctr"/>
            <a:lstStyle/>
            <a:p>
              <a:endParaRPr lang="fr-FR" sz="1092"/>
            </a:p>
          </p:txBody>
        </p:sp>
        <p:sp>
          <p:nvSpPr>
            <p:cNvPr id="35" name="Forme libre : forme 34">
              <a:extLst>
                <a:ext uri="{FF2B5EF4-FFF2-40B4-BE49-F238E27FC236}">
                  <a16:creationId xmlns:a16="http://schemas.microsoft.com/office/drawing/2014/main" id="{335F401B-1E64-E03B-B6A6-BB5A7F8DFAFF}"/>
                </a:ext>
              </a:extLst>
            </p:cNvPr>
            <p:cNvSpPr/>
            <p:nvPr/>
          </p:nvSpPr>
          <p:spPr>
            <a:xfrm>
              <a:off x="18487306" y="12603990"/>
              <a:ext cx="101703" cy="144788"/>
            </a:xfrm>
            <a:custGeom>
              <a:avLst/>
              <a:gdLst>
                <a:gd name="connsiteX0" fmla="*/ 90360 w 101703"/>
                <a:gd name="connsiteY0" fmla="*/ 47278 h 144788"/>
                <a:gd name="connsiteX1" fmla="*/ 101703 w 101703"/>
                <a:gd name="connsiteY1" fmla="*/ 81878 h 144788"/>
                <a:gd name="connsiteX2" fmla="*/ 101703 w 101703"/>
                <a:gd name="connsiteY2" fmla="*/ 144693 h 144788"/>
                <a:gd name="connsiteX3" fmla="*/ 79399 w 101703"/>
                <a:gd name="connsiteY3" fmla="*/ 144693 h 144788"/>
                <a:gd name="connsiteX4" fmla="*/ 79399 w 101703"/>
                <a:gd name="connsiteY4" fmla="*/ 84261 h 144788"/>
                <a:gd name="connsiteX5" fmla="*/ 71964 w 101703"/>
                <a:gd name="connsiteY5" fmla="*/ 61861 h 144788"/>
                <a:gd name="connsiteX6" fmla="*/ 51662 w 101703"/>
                <a:gd name="connsiteY6" fmla="*/ 53950 h 144788"/>
                <a:gd name="connsiteX7" fmla="*/ 30311 w 101703"/>
                <a:gd name="connsiteY7" fmla="*/ 62433 h 144788"/>
                <a:gd name="connsiteX8" fmla="*/ 22304 w 101703"/>
                <a:gd name="connsiteY8" fmla="*/ 87407 h 144788"/>
                <a:gd name="connsiteX9" fmla="*/ 22304 w 101703"/>
                <a:gd name="connsiteY9" fmla="*/ 144788 h 144788"/>
                <a:gd name="connsiteX10" fmla="*/ 0 w 101703"/>
                <a:gd name="connsiteY10" fmla="*/ 144788 h 144788"/>
                <a:gd name="connsiteX11" fmla="*/ 0 w 101703"/>
                <a:gd name="connsiteY11" fmla="*/ 0 h 144788"/>
                <a:gd name="connsiteX12" fmla="*/ 22304 w 101703"/>
                <a:gd name="connsiteY12" fmla="*/ 0 h 144788"/>
                <a:gd name="connsiteX13" fmla="*/ 22304 w 101703"/>
                <a:gd name="connsiteY13" fmla="*/ 60622 h 144788"/>
                <a:gd name="connsiteX14" fmla="*/ 36792 w 101703"/>
                <a:gd name="connsiteY14" fmla="*/ 41845 h 144788"/>
                <a:gd name="connsiteX15" fmla="*/ 60240 w 101703"/>
                <a:gd name="connsiteY15" fmla="*/ 35172 h 144788"/>
                <a:gd name="connsiteX16" fmla="*/ 90360 w 101703"/>
                <a:gd name="connsiteY16" fmla="*/ 47278 h 144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703" h="144788">
                  <a:moveTo>
                    <a:pt x="90360" y="47278"/>
                  </a:moveTo>
                  <a:cubicBezTo>
                    <a:pt x="97890" y="55380"/>
                    <a:pt x="101703" y="66913"/>
                    <a:pt x="101703" y="81878"/>
                  </a:cubicBezTo>
                  <a:lnTo>
                    <a:pt x="101703" y="144693"/>
                  </a:lnTo>
                  <a:lnTo>
                    <a:pt x="79399" y="144693"/>
                  </a:lnTo>
                  <a:lnTo>
                    <a:pt x="79399" y="84261"/>
                  </a:lnTo>
                  <a:cubicBezTo>
                    <a:pt x="79399" y="74634"/>
                    <a:pt x="76921" y="67104"/>
                    <a:pt x="71964" y="61861"/>
                  </a:cubicBezTo>
                  <a:cubicBezTo>
                    <a:pt x="67008" y="56619"/>
                    <a:pt x="60240" y="53950"/>
                    <a:pt x="51662" y="53950"/>
                  </a:cubicBezTo>
                  <a:cubicBezTo>
                    <a:pt x="43083" y="53950"/>
                    <a:pt x="35648" y="56810"/>
                    <a:pt x="30311" y="62433"/>
                  </a:cubicBezTo>
                  <a:cubicBezTo>
                    <a:pt x="24973" y="68057"/>
                    <a:pt x="22304" y="76445"/>
                    <a:pt x="22304" y="87407"/>
                  </a:cubicBezTo>
                  <a:lnTo>
                    <a:pt x="22304" y="144788"/>
                  </a:lnTo>
                  <a:lnTo>
                    <a:pt x="0" y="144788"/>
                  </a:lnTo>
                  <a:lnTo>
                    <a:pt x="0" y="0"/>
                  </a:lnTo>
                  <a:lnTo>
                    <a:pt x="22304" y="0"/>
                  </a:lnTo>
                  <a:lnTo>
                    <a:pt x="22304" y="60622"/>
                  </a:lnTo>
                  <a:cubicBezTo>
                    <a:pt x="25164" y="52520"/>
                    <a:pt x="30025" y="46229"/>
                    <a:pt x="36792" y="41845"/>
                  </a:cubicBezTo>
                  <a:cubicBezTo>
                    <a:pt x="43560" y="37365"/>
                    <a:pt x="51376" y="35172"/>
                    <a:pt x="60240" y="35172"/>
                  </a:cubicBezTo>
                  <a:cubicBezTo>
                    <a:pt x="72727" y="35172"/>
                    <a:pt x="82830" y="39176"/>
                    <a:pt x="90360" y="47278"/>
                  </a:cubicBezTo>
                  <a:close/>
                </a:path>
              </a:pathLst>
            </a:custGeom>
            <a:solidFill>
              <a:schemeClr val="bg1"/>
            </a:solidFill>
            <a:ln w="9525" cap="flat">
              <a:noFill/>
              <a:prstDash val="solid"/>
              <a:miter/>
            </a:ln>
          </p:spPr>
          <p:txBody>
            <a:bodyPr rtlCol="0" anchor="ctr"/>
            <a:lstStyle/>
            <a:p>
              <a:endParaRPr lang="fr-FR" sz="1092"/>
            </a:p>
          </p:txBody>
        </p:sp>
        <p:sp>
          <p:nvSpPr>
            <p:cNvPr id="36" name="Forme libre : forme 35">
              <a:extLst>
                <a:ext uri="{FF2B5EF4-FFF2-40B4-BE49-F238E27FC236}">
                  <a16:creationId xmlns:a16="http://schemas.microsoft.com/office/drawing/2014/main" id="{E3759921-BE1F-9260-E3F6-5B704FA3E6F3}"/>
                </a:ext>
              </a:extLst>
            </p:cNvPr>
            <p:cNvSpPr/>
            <p:nvPr/>
          </p:nvSpPr>
          <p:spPr>
            <a:xfrm>
              <a:off x="18604546" y="12639639"/>
              <a:ext cx="105706" cy="110569"/>
            </a:xfrm>
            <a:custGeom>
              <a:avLst/>
              <a:gdLst>
                <a:gd name="connsiteX0" fmla="*/ 105039 w 105706"/>
                <a:gd name="connsiteY0" fmla="*/ 59669 h 110569"/>
                <a:gd name="connsiteX1" fmla="*/ 22018 w 105706"/>
                <a:gd name="connsiteY1" fmla="*/ 59669 h 110569"/>
                <a:gd name="connsiteX2" fmla="*/ 31169 w 105706"/>
                <a:gd name="connsiteY2" fmla="*/ 84357 h 110569"/>
                <a:gd name="connsiteX3" fmla="*/ 52520 w 105706"/>
                <a:gd name="connsiteY3" fmla="*/ 92363 h 110569"/>
                <a:gd name="connsiteX4" fmla="*/ 71392 w 105706"/>
                <a:gd name="connsiteY4" fmla="*/ 86644 h 110569"/>
                <a:gd name="connsiteX5" fmla="*/ 80924 w 105706"/>
                <a:gd name="connsiteY5" fmla="*/ 71584 h 110569"/>
                <a:gd name="connsiteX6" fmla="*/ 104753 w 105706"/>
                <a:gd name="connsiteY6" fmla="*/ 71584 h 110569"/>
                <a:gd name="connsiteX7" fmla="*/ 95698 w 105706"/>
                <a:gd name="connsiteY7" fmla="*/ 91791 h 110569"/>
                <a:gd name="connsiteX8" fmla="*/ 77874 w 105706"/>
                <a:gd name="connsiteY8" fmla="*/ 105613 h 110569"/>
                <a:gd name="connsiteX9" fmla="*/ 53377 w 105706"/>
                <a:gd name="connsiteY9" fmla="*/ 110569 h 110569"/>
                <a:gd name="connsiteX10" fmla="*/ 25736 w 105706"/>
                <a:gd name="connsiteY10" fmla="*/ 103897 h 110569"/>
                <a:gd name="connsiteX11" fmla="*/ 6863 w 105706"/>
                <a:gd name="connsiteY11" fmla="*/ 84738 h 110569"/>
                <a:gd name="connsiteX12" fmla="*/ 0 w 105706"/>
                <a:gd name="connsiteY12" fmla="*/ 55189 h 110569"/>
                <a:gd name="connsiteX13" fmla="*/ 6863 w 105706"/>
                <a:gd name="connsiteY13" fmla="*/ 25831 h 110569"/>
                <a:gd name="connsiteX14" fmla="*/ 25736 w 105706"/>
                <a:gd name="connsiteY14" fmla="*/ 6672 h 110569"/>
                <a:gd name="connsiteX15" fmla="*/ 53377 w 105706"/>
                <a:gd name="connsiteY15" fmla="*/ 0 h 110569"/>
                <a:gd name="connsiteX16" fmla="*/ 81115 w 105706"/>
                <a:gd name="connsiteY16" fmla="*/ 6577 h 110569"/>
                <a:gd name="connsiteX17" fmla="*/ 99320 w 105706"/>
                <a:gd name="connsiteY17" fmla="*/ 24592 h 110569"/>
                <a:gd name="connsiteX18" fmla="*/ 105706 w 105706"/>
                <a:gd name="connsiteY18" fmla="*/ 50137 h 110569"/>
                <a:gd name="connsiteX19" fmla="*/ 104944 w 105706"/>
                <a:gd name="connsiteY19" fmla="*/ 59765 h 110569"/>
                <a:gd name="connsiteX20" fmla="*/ 79685 w 105706"/>
                <a:gd name="connsiteY20" fmla="*/ 31741 h 110569"/>
                <a:gd name="connsiteX21" fmla="*/ 68723 w 105706"/>
                <a:gd name="connsiteY21" fmla="*/ 21161 h 110569"/>
                <a:gd name="connsiteX22" fmla="*/ 53568 w 105706"/>
                <a:gd name="connsiteY22" fmla="*/ 17729 h 110569"/>
                <a:gd name="connsiteX23" fmla="*/ 31645 w 105706"/>
                <a:gd name="connsiteY23" fmla="*/ 25736 h 110569"/>
                <a:gd name="connsiteX24" fmla="*/ 22018 w 105706"/>
                <a:gd name="connsiteY24" fmla="*/ 49375 h 110569"/>
                <a:gd name="connsiteX25" fmla="*/ 83307 w 105706"/>
                <a:gd name="connsiteY25" fmla="*/ 49375 h 110569"/>
                <a:gd name="connsiteX26" fmla="*/ 79685 w 105706"/>
                <a:gd name="connsiteY26" fmla="*/ 31646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06" h="110569">
                  <a:moveTo>
                    <a:pt x="105039" y="59669"/>
                  </a:moveTo>
                  <a:lnTo>
                    <a:pt x="22018" y="59669"/>
                  </a:lnTo>
                  <a:cubicBezTo>
                    <a:pt x="22399" y="70726"/>
                    <a:pt x="25450" y="79019"/>
                    <a:pt x="31169" y="84357"/>
                  </a:cubicBezTo>
                  <a:cubicBezTo>
                    <a:pt x="36888" y="89694"/>
                    <a:pt x="44036" y="92363"/>
                    <a:pt x="52520" y="92363"/>
                  </a:cubicBezTo>
                  <a:cubicBezTo>
                    <a:pt x="59954" y="92363"/>
                    <a:pt x="66245" y="90457"/>
                    <a:pt x="71392" y="86644"/>
                  </a:cubicBezTo>
                  <a:cubicBezTo>
                    <a:pt x="76539" y="82832"/>
                    <a:pt x="79685" y="77875"/>
                    <a:pt x="80924" y="71584"/>
                  </a:cubicBezTo>
                  <a:lnTo>
                    <a:pt x="104753" y="71584"/>
                  </a:lnTo>
                  <a:cubicBezTo>
                    <a:pt x="103323" y="79114"/>
                    <a:pt x="100273" y="85882"/>
                    <a:pt x="95698" y="91791"/>
                  </a:cubicBezTo>
                  <a:cubicBezTo>
                    <a:pt x="91123" y="97701"/>
                    <a:pt x="85213" y="102276"/>
                    <a:pt x="77874" y="105613"/>
                  </a:cubicBezTo>
                  <a:cubicBezTo>
                    <a:pt x="70534" y="108949"/>
                    <a:pt x="62432" y="110569"/>
                    <a:pt x="53377" y="110569"/>
                  </a:cubicBezTo>
                  <a:cubicBezTo>
                    <a:pt x="42988" y="110569"/>
                    <a:pt x="33742" y="108377"/>
                    <a:pt x="25736" y="103897"/>
                  </a:cubicBezTo>
                  <a:cubicBezTo>
                    <a:pt x="17729" y="99512"/>
                    <a:pt x="11438" y="93031"/>
                    <a:pt x="6863" y="84738"/>
                  </a:cubicBezTo>
                  <a:cubicBezTo>
                    <a:pt x="2288" y="76350"/>
                    <a:pt x="0" y="66532"/>
                    <a:pt x="0" y="55189"/>
                  </a:cubicBezTo>
                  <a:cubicBezTo>
                    <a:pt x="0" y="43846"/>
                    <a:pt x="2288" y="34219"/>
                    <a:pt x="6863" y="25831"/>
                  </a:cubicBezTo>
                  <a:cubicBezTo>
                    <a:pt x="11438" y="17443"/>
                    <a:pt x="17729" y="11057"/>
                    <a:pt x="25736" y="6672"/>
                  </a:cubicBezTo>
                  <a:cubicBezTo>
                    <a:pt x="33742" y="2192"/>
                    <a:pt x="42988" y="0"/>
                    <a:pt x="53377" y="0"/>
                  </a:cubicBezTo>
                  <a:cubicBezTo>
                    <a:pt x="63767" y="0"/>
                    <a:pt x="73203" y="2192"/>
                    <a:pt x="81115" y="6577"/>
                  </a:cubicBezTo>
                  <a:cubicBezTo>
                    <a:pt x="89026" y="10962"/>
                    <a:pt x="95031" y="16967"/>
                    <a:pt x="99320" y="24592"/>
                  </a:cubicBezTo>
                  <a:cubicBezTo>
                    <a:pt x="103609" y="32218"/>
                    <a:pt x="105706" y="40701"/>
                    <a:pt x="105706" y="50137"/>
                  </a:cubicBezTo>
                  <a:cubicBezTo>
                    <a:pt x="105706" y="53760"/>
                    <a:pt x="105420" y="57000"/>
                    <a:pt x="104944" y="59765"/>
                  </a:cubicBezTo>
                  <a:close/>
                  <a:moveTo>
                    <a:pt x="79685" y="31741"/>
                  </a:moveTo>
                  <a:cubicBezTo>
                    <a:pt x="77016" y="26975"/>
                    <a:pt x="73394" y="23448"/>
                    <a:pt x="68723" y="21161"/>
                  </a:cubicBezTo>
                  <a:cubicBezTo>
                    <a:pt x="64053" y="18873"/>
                    <a:pt x="59001" y="17729"/>
                    <a:pt x="53568" y="17729"/>
                  </a:cubicBezTo>
                  <a:cubicBezTo>
                    <a:pt x="44799" y="17729"/>
                    <a:pt x="37555" y="20398"/>
                    <a:pt x="31645" y="25736"/>
                  </a:cubicBezTo>
                  <a:cubicBezTo>
                    <a:pt x="25736" y="31074"/>
                    <a:pt x="22590" y="38985"/>
                    <a:pt x="22018" y="49375"/>
                  </a:cubicBezTo>
                  <a:lnTo>
                    <a:pt x="83307" y="49375"/>
                  </a:lnTo>
                  <a:cubicBezTo>
                    <a:pt x="83593" y="42321"/>
                    <a:pt x="82354" y="36412"/>
                    <a:pt x="79685" y="31646"/>
                  </a:cubicBezTo>
                  <a:close/>
                </a:path>
              </a:pathLst>
            </a:custGeom>
            <a:solidFill>
              <a:schemeClr val="bg1"/>
            </a:solidFill>
            <a:ln w="9525" cap="flat">
              <a:noFill/>
              <a:prstDash val="solid"/>
              <a:miter/>
            </a:ln>
          </p:spPr>
          <p:txBody>
            <a:bodyPr rtlCol="0" anchor="ctr"/>
            <a:lstStyle/>
            <a:p>
              <a:endParaRPr lang="fr-FR" sz="1092"/>
            </a:p>
          </p:txBody>
        </p:sp>
        <p:sp>
          <p:nvSpPr>
            <p:cNvPr id="37" name="Forme libre : forme 36">
              <a:extLst>
                <a:ext uri="{FF2B5EF4-FFF2-40B4-BE49-F238E27FC236}">
                  <a16:creationId xmlns:a16="http://schemas.microsoft.com/office/drawing/2014/main" id="{07B9B163-15E2-61D9-DC6B-037EB1D96A77}"/>
                </a:ext>
              </a:extLst>
            </p:cNvPr>
            <p:cNvSpPr/>
            <p:nvPr/>
          </p:nvSpPr>
          <p:spPr>
            <a:xfrm>
              <a:off x="18762771"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3" y="25927"/>
                    <a:pt x="30311" y="29930"/>
                    <a:pt x="27356" y="35363"/>
                  </a:cubicBezTo>
                  <a:cubicBezTo>
                    <a:pt x="24401" y="40796"/>
                    <a:pt x="22971" y="47373"/>
                    <a:pt x="22971" y="55189"/>
                  </a:cubicBezTo>
                  <a:cubicBezTo>
                    <a:pt x="22971" y="63005"/>
                    <a:pt x="24401" y="69773"/>
                    <a:pt x="27356" y="75111"/>
                  </a:cubicBezTo>
                  <a:cubicBezTo>
                    <a:pt x="30311" y="80449"/>
                    <a:pt x="34123"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38" name="Forme libre : forme 37">
              <a:extLst>
                <a:ext uri="{FF2B5EF4-FFF2-40B4-BE49-F238E27FC236}">
                  <a16:creationId xmlns:a16="http://schemas.microsoft.com/office/drawing/2014/main" id="{C6EBB20C-7AA9-4B02-C6B6-CBD97B6923F3}"/>
                </a:ext>
              </a:extLst>
            </p:cNvPr>
            <p:cNvSpPr/>
            <p:nvPr/>
          </p:nvSpPr>
          <p:spPr>
            <a:xfrm>
              <a:off x="18889162" y="12603990"/>
              <a:ext cx="110662" cy="146122"/>
            </a:xfrm>
            <a:custGeom>
              <a:avLst/>
              <a:gdLst>
                <a:gd name="connsiteX0" fmla="*/ 87024 w 110662"/>
                <a:gd name="connsiteY0" fmla="*/ 42226 h 146122"/>
                <a:gd name="connsiteX1" fmla="*/ 104372 w 110662"/>
                <a:gd name="connsiteY1" fmla="*/ 61385 h 146122"/>
                <a:gd name="connsiteX2" fmla="*/ 110663 w 110662"/>
                <a:gd name="connsiteY2" fmla="*/ 90743 h 146122"/>
                <a:gd name="connsiteX3" fmla="*/ 104372 w 110662"/>
                <a:gd name="connsiteY3" fmla="*/ 120291 h 146122"/>
                <a:gd name="connsiteX4" fmla="*/ 87024 w 110662"/>
                <a:gd name="connsiteY4" fmla="*/ 139451 h 146122"/>
                <a:gd name="connsiteX5" fmla="*/ 61861 w 110662"/>
                <a:gd name="connsiteY5" fmla="*/ 146123 h 146122"/>
                <a:gd name="connsiteX6" fmla="*/ 36792 w 110662"/>
                <a:gd name="connsiteY6" fmla="*/ 138879 h 146122"/>
                <a:gd name="connsiteX7" fmla="*/ 22304 w 110662"/>
                <a:gd name="connsiteY7" fmla="*/ 119720 h 146122"/>
                <a:gd name="connsiteX8" fmla="*/ 22304 w 110662"/>
                <a:gd name="connsiteY8" fmla="*/ 144788 h 146122"/>
                <a:gd name="connsiteX9" fmla="*/ 0 w 110662"/>
                <a:gd name="connsiteY9" fmla="*/ 144788 h 146122"/>
                <a:gd name="connsiteX10" fmla="*/ 0 w 110662"/>
                <a:gd name="connsiteY10" fmla="*/ 0 h 146122"/>
                <a:gd name="connsiteX11" fmla="*/ 22304 w 110662"/>
                <a:gd name="connsiteY11" fmla="*/ 0 h 146122"/>
                <a:gd name="connsiteX12" fmla="*/ 22304 w 110662"/>
                <a:gd name="connsiteY12" fmla="*/ 62052 h 146122"/>
                <a:gd name="connsiteX13" fmla="*/ 36792 w 110662"/>
                <a:gd name="connsiteY13" fmla="*/ 42893 h 146122"/>
                <a:gd name="connsiteX14" fmla="*/ 61861 w 110662"/>
                <a:gd name="connsiteY14" fmla="*/ 35649 h 146122"/>
                <a:gd name="connsiteX15" fmla="*/ 87024 w 110662"/>
                <a:gd name="connsiteY15" fmla="*/ 42321 h 146122"/>
                <a:gd name="connsiteX16" fmla="*/ 38222 w 110662"/>
                <a:gd name="connsiteY16" fmla="*/ 59574 h 146122"/>
                <a:gd name="connsiteX17" fmla="*/ 26498 w 110662"/>
                <a:gd name="connsiteY17" fmla="*/ 72061 h 146122"/>
                <a:gd name="connsiteX18" fmla="*/ 22209 w 110662"/>
                <a:gd name="connsiteY18" fmla="*/ 90743 h 146122"/>
                <a:gd name="connsiteX19" fmla="*/ 26498 w 110662"/>
                <a:gd name="connsiteY19" fmla="*/ 109520 h 146122"/>
                <a:gd name="connsiteX20" fmla="*/ 38222 w 110662"/>
                <a:gd name="connsiteY20" fmla="*/ 121912 h 146122"/>
                <a:gd name="connsiteX21" fmla="*/ 55093 w 110662"/>
                <a:gd name="connsiteY21" fmla="*/ 126297 h 146122"/>
                <a:gd name="connsiteX22" fmla="*/ 78922 w 110662"/>
                <a:gd name="connsiteY22" fmla="*/ 116765 h 146122"/>
                <a:gd name="connsiteX23" fmla="*/ 87882 w 110662"/>
                <a:gd name="connsiteY23" fmla="*/ 90648 h 146122"/>
                <a:gd name="connsiteX24" fmla="*/ 78922 w 110662"/>
                <a:gd name="connsiteY24" fmla="*/ 64626 h 146122"/>
                <a:gd name="connsiteX25" fmla="*/ 55093 w 110662"/>
                <a:gd name="connsiteY25" fmla="*/ 54998 h 146122"/>
                <a:gd name="connsiteX26" fmla="*/ 38222 w 110662"/>
                <a:gd name="connsiteY26" fmla="*/ 59383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662" h="146122">
                  <a:moveTo>
                    <a:pt x="87024" y="42226"/>
                  </a:moveTo>
                  <a:cubicBezTo>
                    <a:pt x="94364" y="46610"/>
                    <a:pt x="100178" y="53092"/>
                    <a:pt x="104372" y="61385"/>
                  </a:cubicBezTo>
                  <a:cubicBezTo>
                    <a:pt x="108566" y="69678"/>
                    <a:pt x="110663" y="79495"/>
                    <a:pt x="110663" y="90743"/>
                  </a:cubicBezTo>
                  <a:cubicBezTo>
                    <a:pt x="110663" y="101990"/>
                    <a:pt x="108566" y="111903"/>
                    <a:pt x="104372" y="120291"/>
                  </a:cubicBezTo>
                  <a:cubicBezTo>
                    <a:pt x="100178" y="128680"/>
                    <a:pt x="94459" y="135066"/>
                    <a:pt x="87024" y="139451"/>
                  </a:cubicBezTo>
                  <a:cubicBezTo>
                    <a:pt x="79685" y="143930"/>
                    <a:pt x="71297" y="146123"/>
                    <a:pt x="61861" y="146123"/>
                  </a:cubicBezTo>
                  <a:cubicBezTo>
                    <a:pt x="52424" y="146123"/>
                    <a:pt x="43750" y="143740"/>
                    <a:pt x="36792" y="138879"/>
                  </a:cubicBezTo>
                  <a:cubicBezTo>
                    <a:pt x="29834" y="134017"/>
                    <a:pt x="25068" y="127631"/>
                    <a:pt x="22304" y="119720"/>
                  </a:cubicBezTo>
                  <a:lnTo>
                    <a:pt x="22304" y="144788"/>
                  </a:lnTo>
                  <a:lnTo>
                    <a:pt x="0" y="144788"/>
                  </a:lnTo>
                  <a:lnTo>
                    <a:pt x="0" y="0"/>
                  </a:lnTo>
                  <a:lnTo>
                    <a:pt x="22304" y="0"/>
                  </a:lnTo>
                  <a:lnTo>
                    <a:pt x="22304" y="62052"/>
                  </a:lnTo>
                  <a:cubicBezTo>
                    <a:pt x="25068" y="54141"/>
                    <a:pt x="29834" y="47659"/>
                    <a:pt x="36792" y="42893"/>
                  </a:cubicBezTo>
                  <a:cubicBezTo>
                    <a:pt x="43750" y="38032"/>
                    <a:pt x="52043" y="35649"/>
                    <a:pt x="61861" y="35649"/>
                  </a:cubicBezTo>
                  <a:cubicBezTo>
                    <a:pt x="71678" y="35649"/>
                    <a:pt x="79685" y="37841"/>
                    <a:pt x="87024" y="42321"/>
                  </a:cubicBezTo>
                  <a:close/>
                  <a:moveTo>
                    <a:pt x="38222" y="59574"/>
                  </a:moveTo>
                  <a:cubicBezTo>
                    <a:pt x="33265" y="62529"/>
                    <a:pt x="29357" y="66723"/>
                    <a:pt x="26498" y="72061"/>
                  </a:cubicBezTo>
                  <a:cubicBezTo>
                    <a:pt x="23639" y="77494"/>
                    <a:pt x="22209" y="83689"/>
                    <a:pt x="22209" y="90743"/>
                  </a:cubicBezTo>
                  <a:cubicBezTo>
                    <a:pt x="22209" y="97797"/>
                    <a:pt x="23639" y="104183"/>
                    <a:pt x="26498" y="109520"/>
                  </a:cubicBezTo>
                  <a:cubicBezTo>
                    <a:pt x="29357" y="114858"/>
                    <a:pt x="33265" y="119052"/>
                    <a:pt x="38222" y="121912"/>
                  </a:cubicBezTo>
                  <a:cubicBezTo>
                    <a:pt x="43179" y="124867"/>
                    <a:pt x="48802" y="126297"/>
                    <a:pt x="55093" y="126297"/>
                  </a:cubicBezTo>
                  <a:cubicBezTo>
                    <a:pt x="65006" y="126297"/>
                    <a:pt x="73013" y="123151"/>
                    <a:pt x="78922" y="116765"/>
                  </a:cubicBezTo>
                  <a:cubicBezTo>
                    <a:pt x="84832" y="110378"/>
                    <a:pt x="87882" y="101704"/>
                    <a:pt x="87882" y="90648"/>
                  </a:cubicBezTo>
                  <a:cubicBezTo>
                    <a:pt x="87882" y="79591"/>
                    <a:pt x="84927" y="71012"/>
                    <a:pt x="78922" y="64626"/>
                  </a:cubicBezTo>
                  <a:cubicBezTo>
                    <a:pt x="72917" y="58239"/>
                    <a:pt x="65006" y="54998"/>
                    <a:pt x="55093" y="54998"/>
                  </a:cubicBezTo>
                  <a:cubicBezTo>
                    <a:pt x="48802" y="54998"/>
                    <a:pt x="43179" y="56428"/>
                    <a:pt x="38222" y="59383"/>
                  </a:cubicBezTo>
                  <a:close/>
                </a:path>
              </a:pathLst>
            </a:custGeom>
            <a:solidFill>
              <a:schemeClr val="bg1"/>
            </a:solidFill>
            <a:ln w="9525" cap="flat">
              <a:noFill/>
              <a:prstDash val="solid"/>
              <a:miter/>
            </a:ln>
          </p:spPr>
          <p:txBody>
            <a:bodyPr rtlCol="0" anchor="ctr"/>
            <a:lstStyle/>
            <a:p>
              <a:endParaRPr lang="fr-FR" sz="1092"/>
            </a:p>
          </p:txBody>
        </p:sp>
        <p:sp>
          <p:nvSpPr>
            <p:cNvPr id="39" name="Forme libre : forme 38">
              <a:extLst>
                <a:ext uri="{FF2B5EF4-FFF2-40B4-BE49-F238E27FC236}">
                  <a16:creationId xmlns:a16="http://schemas.microsoft.com/office/drawing/2014/main" id="{BF384D87-BE70-5CFA-29D9-20E75E86CA4E}"/>
                </a:ext>
              </a:extLst>
            </p:cNvPr>
            <p:cNvSpPr/>
            <p:nvPr/>
          </p:nvSpPr>
          <p:spPr>
            <a:xfrm>
              <a:off x="19001159" y="12640974"/>
              <a:ext cx="109137" cy="107804"/>
            </a:xfrm>
            <a:custGeom>
              <a:avLst/>
              <a:gdLst>
                <a:gd name="connsiteX0" fmla="*/ 54807 w 109137"/>
                <a:gd name="connsiteY0" fmla="*/ 84738 h 107804"/>
                <a:gd name="connsiteX1" fmla="*/ 85308 w 109137"/>
                <a:gd name="connsiteY1" fmla="*/ 0 h 107804"/>
                <a:gd name="connsiteX2" fmla="*/ 109138 w 109137"/>
                <a:gd name="connsiteY2" fmla="*/ 0 h 107804"/>
                <a:gd name="connsiteX3" fmla="*/ 68056 w 109137"/>
                <a:gd name="connsiteY3" fmla="*/ 107805 h 107804"/>
                <a:gd name="connsiteX4" fmla="*/ 41082 w 109137"/>
                <a:gd name="connsiteY4" fmla="*/ 107805 h 107804"/>
                <a:gd name="connsiteX5" fmla="*/ 0 w 109137"/>
                <a:gd name="connsiteY5" fmla="*/ 0 h 107804"/>
                <a:gd name="connsiteX6" fmla="*/ 23829 w 109137"/>
                <a:gd name="connsiteY6" fmla="*/ 0 h 107804"/>
                <a:gd name="connsiteX7" fmla="*/ 54712 w 109137"/>
                <a:gd name="connsiteY7" fmla="*/ 84738 h 1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37" h="107804">
                  <a:moveTo>
                    <a:pt x="54807" y="84738"/>
                  </a:moveTo>
                  <a:lnTo>
                    <a:pt x="85308" y="0"/>
                  </a:lnTo>
                  <a:lnTo>
                    <a:pt x="109138" y="0"/>
                  </a:lnTo>
                  <a:lnTo>
                    <a:pt x="68056" y="107805"/>
                  </a:lnTo>
                  <a:lnTo>
                    <a:pt x="41082" y="107805"/>
                  </a:lnTo>
                  <a:lnTo>
                    <a:pt x="0" y="0"/>
                  </a:lnTo>
                  <a:lnTo>
                    <a:pt x="23829" y="0"/>
                  </a:lnTo>
                  <a:lnTo>
                    <a:pt x="54712" y="84738"/>
                  </a:lnTo>
                  <a:close/>
                </a:path>
              </a:pathLst>
            </a:custGeom>
            <a:solidFill>
              <a:schemeClr val="bg1"/>
            </a:solidFill>
            <a:ln w="9525" cap="flat">
              <a:noFill/>
              <a:prstDash val="solid"/>
              <a:miter/>
            </a:ln>
          </p:spPr>
          <p:txBody>
            <a:bodyPr rtlCol="0" anchor="ctr"/>
            <a:lstStyle/>
            <a:p>
              <a:endParaRPr lang="fr-FR" sz="1092"/>
            </a:p>
          </p:txBody>
        </p:sp>
        <p:sp>
          <p:nvSpPr>
            <p:cNvPr id="40" name="Forme libre : forme 39">
              <a:extLst>
                <a:ext uri="{FF2B5EF4-FFF2-40B4-BE49-F238E27FC236}">
                  <a16:creationId xmlns:a16="http://schemas.microsoft.com/office/drawing/2014/main" id="{766C3AF0-2EEC-945D-4256-4A7BB542F8F3}"/>
                </a:ext>
              </a:extLst>
            </p:cNvPr>
            <p:cNvSpPr/>
            <p:nvPr/>
          </p:nvSpPr>
          <p:spPr>
            <a:xfrm>
              <a:off x="19118970" y="12596555"/>
              <a:ext cx="28785" cy="152223"/>
            </a:xfrm>
            <a:custGeom>
              <a:avLst/>
              <a:gdLst>
                <a:gd name="connsiteX0" fmla="*/ 3908 w 28785"/>
                <a:gd name="connsiteY0" fmla="*/ 3717 h 152223"/>
                <a:gd name="connsiteX1" fmla="*/ 14298 w 28785"/>
                <a:gd name="connsiteY1" fmla="*/ 0 h 152223"/>
                <a:gd name="connsiteX2" fmla="*/ 24782 w 28785"/>
                <a:gd name="connsiteY2" fmla="*/ 3717 h 152223"/>
                <a:gd name="connsiteX3" fmla="*/ 28786 w 28785"/>
                <a:gd name="connsiteY3" fmla="*/ 13154 h 152223"/>
                <a:gd name="connsiteX4" fmla="*/ 24782 w 28785"/>
                <a:gd name="connsiteY4" fmla="*/ 22304 h 152223"/>
                <a:gd name="connsiteX5" fmla="*/ 14298 w 28785"/>
                <a:gd name="connsiteY5" fmla="*/ 25831 h 152223"/>
                <a:gd name="connsiteX6" fmla="*/ 3908 w 28785"/>
                <a:gd name="connsiteY6" fmla="*/ 22304 h 152223"/>
                <a:gd name="connsiteX7" fmla="*/ 0 w 28785"/>
                <a:gd name="connsiteY7" fmla="*/ 13154 h 152223"/>
                <a:gd name="connsiteX8" fmla="*/ 3908 w 28785"/>
                <a:gd name="connsiteY8" fmla="*/ 3717 h 152223"/>
                <a:gd name="connsiteX9" fmla="*/ 25450 w 28785"/>
                <a:gd name="connsiteY9" fmla="*/ 44418 h 152223"/>
                <a:gd name="connsiteX10" fmla="*/ 25450 w 28785"/>
                <a:gd name="connsiteY10" fmla="*/ 152223 h 152223"/>
                <a:gd name="connsiteX11" fmla="*/ 3146 w 28785"/>
                <a:gd name="connsiteY11" fmla="*/ 152223 h 152223"/>
                <a:gd name="connsiteX12" fmla="*/ 3146 w 28785"/>
                <a:gd name="connsiteY12" fmla="*/ 44418 h 152223"/>
                <a:gd name="connsiteX13" fmla="*/ 25450 w 28785"/>
                <a:gd name="connsiteY13" fmla="*/ 44418 h 152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785" h="152223">
                  <a:moveTo>
                    <a:pt x="3908" y="3717"/>
                  </a:moveTo>
                  <a:cubicBezTo>
                    <a:pt x="6481" y="1239"/>
                    <a:pt x="10008" y="0"/>
                    <a:pt x="14298" y="0"/>
                  </a:cubicBezTo>
                  <a:cubicBezTo>
                    <a:pt x="18587" y="0"/>
                    <a:pt x="22114" y="1239"/>
                    <a:pt x="24782" y="3717"/>
                  </a:cubicBezTo>
                  <a:cubicBezTo>
                    <a:pt x="27451" y="6196"/>
                    <a:pt x="28786" y="9341"/>
                    <a:pt x="28786" y="13154"/>
                  </a:cubicBezTo>
                  <a:cubicBezTo>
                    <a:pt x="28786" y="16967"/>
                    <a:pt x="27451" y="20017"/>
                    <a:pt x="24782" y="22304"/>
                  </a:cubicBezTo>
                  <a:cubicBezTo>
                    <a:pt x="22114" y="24687"/>
                    <a:pt x="18587" y="25831"/>
                    <a:pt x="14298" y="25831"/>
                  </a:cubicBezTo>
                  <a:cubicBezTo>
                    <a:pt x="10008" y="25831"/>
                    <a:pt x="6577" y="24687"/>
                    <a:pt x="3908" y="22304"/>
                  </a:cubicBezTo>
                  <a:cubicBezTo>
                    <a:pt x="1335" y="19921"/>
                    <a:pt x="0" y="16871"/>
                    <a:pt x="0" y="13154"/>
                  </a:cubicBezTo>
                  <a:cubicBezTo>
                    <a:pt x="0" y="9436"/>
                    <a:pt x="1335" y="6291"/>
                    <a:pt x="3908" y="3717"/>
                  </a:cubicBezTo>
                  <a:close/>
                  <a:moveTo>
                    <a:pt x="25450" y="44418"/>
                  </a:moveTo>
                  <a:lnTo>
                    <a:pt x="25450" y="152223"/>
                  </a:lnTo>
                  <a:lnTo>
                    <a:pt x="3146" y="152223"/>
                  </a:lnTo>
                  <a:lnTo>
                    <a:pt x="3146" y="44418"/>
                  </a:lnTo>
                  <a:lnTo>
                    <a:pt x="25450" y="44418"/>
                  </a:lnTo>
                  <a:close/>
                </a:path>
              </a:pathLst>
            </a:custGeom>
            <a:solidFill>
              <a:schemeClr val="bg1"/>
            </a:solidFill>
            <a:ln w="9525" cap="flat">
              <a:noFill/>
              <a:prstDash val="solid"/>
              <a:miter/>
            </a:ln>
          </p:spPr>
          <p:txBody>
            <a:bodyPr rtlCol="0" anchor="ctr"/>
            <a:lstStyle/>
            <a:p>
              <a:endParaRPr lang="fr-FR" sz="1092"/>
            </a:p>
          </p:txBody>
        </p:sp>
        <p:sp>
          <p:nvSpPr>
            <p:cNvPr id="41" name="Forme libre : forme 40">
              <a:extLst>
                <a:ext uri="{FF2B5EF4-FFF2-40B4-BE49-F238E27FC236}">
                  <a16:creationId xmlns:a16="http://schemas.microsoft.com/office/drawing/2014/main" id="{A2BAA0F3-AD1C-C97C-44B0-489C5E572905}"/>
                </a:ext>
              </a:extLst>
            </p:cNvPr>
            <p:cNvSpPr/>
            <p:nvPr/>
          </p:nvSpPr>
          <p:spPr>
            <a:xfrm>
              <a:off x="19161005"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4" y="25927"/>
                    <a:pt x="30311" y="29930"/>
                    <a:pt x="27356" y="35363"/>
                  </a:cubicBezTo>
                  <a:cubicBezTo>
                    <a:pt x="24401" y="40796"/>
                    <a:pt x="22971" y="47373"/>
                    <a:pt x="22971" y="55189"/>
                  </a:cubicBezTo>
                  <a:cubicBezTo>
                    <a:pt x="22971" y="63005"/>
                    <a:pt x="24401" y="69773"/>
                    <a:pt x="27356" y="75111"/>
                  </a:cubicBezTo>
                  <a:cubicBezTo>
                    <a:pt x="30311" y="80449"/>
                    <a:pt x="34124"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42" name="Forme libre : forme 41">
              <a:extLst>
                <a:ext uri="{FF2B5EF4-FFF2-40B4-BE49-F238E27FC236}">
                  <a16:creationId xmlns:a16="http://schemas.microsoft.com/office/drawing/2014/main" id="{BC9F4CF5-2E61-62E7-70C9-367645C2AEE7}"/>
                </a:ext>
              </a:extLst>
            </p:cNvPr>
            <p:cNvSpPr/>
            <p:nvPr/>
          </p:nvSpPr>
          <p:spPr>
            <a:xfrm>
              <a:off x="19284727" y="12640974"/>
              <a:ext cx="101893" cy="109425"/>
            </a:xfrm>
            <a:custGeom>
              <a:avLst/>
              <a:gdLst>
                <a:gd name="connsiteX0" fmla="*/ 101894 w 101893"/>
                <a:gd name="connsiteY0" fmla="*/ 0 h 109425"/>
                <a:gd name="connsiteX1" fmla="*/ 101894 w 101893"/>
                <a:gd name="connsiteY1" fmla="*/ 107805 h 109425"/>
                <a:gd name="connsiteX2" fmla="*/ 79399 w 101893"/>
                <a:gd name="connsiteY2" fmla="*/ 107805 h 109425"/>
                <a:gd name="connsiteX3" fmla="*/ 79399 w 101893"/>
                <a:gd name="connsiteY3" fmla="*/ 84356 h 109425"/>
                <a:gd name="connsiteX4" fmla="*/ 65101 w 101893"/>
                <a:gd name="connsiteY4" fmla="*/ 102848 h 109425"/>
                <a:gd name="connsiteX5" fmla="*/ 41463 w 101893"/>
                <a:gd name="connsiteY5" fmla="*/ 109425 h 109425"/>
                <a:gd name="connsiteX6" fmla="*/ 11343 w 101893"/>
                <a:gd name="connsiteY6" fmla="*/ 97320 h 109425"/>
                <a:gd name="connsiteX7" fmla="*/ 0 w 101893"/>
                <a:gd name="connsiteY7" fmla="*/ 62719 h 109425"/>
                <a:gd name="connsiteX8" fmla="*/ 0 w 101893"/>
                <a:gd name="connsiteY8" fmla="*/ 95 h 109425"/>
                <a:gd name="connsiteX9" fmla="*/ 22304 w 101893"/>
                <a:gd name="connsiteY9" fmla="*/ 95 h 109425"/>
                <a:gd name="connsiteX10" fmla="*/ 22304 w 101893"/>
                <a:gd name="connsiteY10" fmla="*/ 60336 h 109425"/>
                <a:gd name="connsiteX11" fmla="*/ 29739 w 101893"/>
                <a:gd name="connsiteY11" fmla="*/ 82927 h 109425"/>
                <a:gd name="connsiteX12" fmla="*/ 50041 w 101893"/>
                <a:gd name="connsiteY12" fmla="*/ 90838 h 109425"/>
                <a:gd name="connsiteX13" fmla="*/ 71392 w 101893"/>
                <a:gd name="connsiteY13" fmla="*/ 82260 h 109425"/>
                <a:gd name="connsiteX14" fmla="*/ 79399 w 101893"/>
                <a:gd name="connsiteY14" fmla="*/ 57191 h 109425"/>
                <a:gd name="connsiteX15" fmla="*/ 79399 w 101893"/>
                <a:gd name="connsiteY15" fmla="*/ 0 h 109425"/>
                <a:gd name="connsiteX16" fmla="*/ 101894 w 101893"/>
                <a:gd name="connsiteY16" fmla="*/ 0 h 10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893" h="109425">
                  <a:moveTo>
                    <a:pt x="101894" y="0"/>
                  </a:moveTo>
                  <a:lnTo>
                    <a:pt x="101894" y="107805"/>
                  </a:lnTo>
                  <a:lnTo>
                    <a:pt x="79399" y="107805"/>
                  </a:lnTo>
                  <a:lnTo>
                    <a:pt x="79399" y="84356"/>
                  </a:lnTo>
                  <a:cubicBezTo>
                    <a:pt x="76635" y="92268"/>
                    <a:pt x="71869" y="98464"/>
                    <a:pt x="65101" y="102848"/>
                  </a:cubicBezTo>
                  <a:cubicBezTo>
                    <a:pt x="58334" y="107233"/>
                    <a:pt x="50422" y="109425"/>
                    <a:pt x="41463" y="109425"/>
                  </a:cubicBezTo>
                  <a:cubicBezTo>
                    <a:pt x="28976" y="109425"/>
                    <a:pt x="18873" y="105422"/>
                    <a:pt x="11343" y="97320"/>
                  </a:cubicBezTo>
                  <a:cubicBezTo>
                    <a:pt x="3813" y="89218"/>
                    <a:pt x="0" y="77684"/>
                    <a:pt x="0" y="62719"/>
                  </a:cubicBezTo>
                  <a:lnTo>
                    <a:pt x="0" y="95"/>
                  </a:lnTo>
                  <a:lnTo>
                    <a:pt x="22304" y="95"/>
                  </a:lnTo>
                  <a:lnTo>
                    <a:pt x="22304" y="60336"/>
                  </a:lnTo>
                  <a:cubicBezTo>
                    <a:pt x="22304" y="70154"/>
                    <a:pt x="24782" y="77684"/>
                    <a:pt x="29739" y="82927"/>
                  </a:cubicBezTo>
                  <a:cubicBezTo>
                    <a:pt x="34695" y="88169"/>
                    <a:pt x="41463" y="90838"/>
                    <a:pt x="50041" y="90838"/>
                  </a:cubicBezTo>
                  <a:cubicBezTo>
                    <a:pt x="58620" y="90838"/>
                    <a:pt x="66055" y="87978"/>
                    <a:pt x="71392" y="82260"/>
                  </a:cubicBezTo>
                  <a:cubicBezTo>
                    <a:pt x="76730" y="76540"/>
                    <a:pt x="79399" y="68152"/>
                    <a:pt x="79399" y="57191"/>
                  </a:cubicBezTo>
                  <a:lnTo>
                    <a:pt x="79399" y="0"/>
                  </a:lnTo>
                  <a:lnTo>
                    <a:pt x="101894" y="0"/>
                  </a:lnTo>
                  <a:close/>
                </a:path>
              </a:pathLst>
            </a:custGeom>
            <a:solidFill>
              <a:schemeClr val="bg1"/>
            </a:solidFill>
            <a:ln w="9525" cap="flat">
              <a:noFill/>
              <a:prstDash val="solid"/>
              <a:miter/>
            </a:ln>
          </p:spPr>
          <p:txBody>
            <a:bodyPr rtlCol="0" anchor="ctr"/>
            <a:lstStyle/>
            <a:p>
              <a:endParaRPr lang="fr-FR" sz="1092"/>
            </a:p>
          </p:txBody>
        </p:sp>
        <p:sp>
          <p:nvSpPr>
            <p:cNvPr id="43" name="Forme libre : forme 42">
              <a:extLst>
                <a:ext uri="{FF2B5EF4-FFF2-40B4-BE49-F238E27FC236}">
                  <a16:creationId xmlns:a16="http://schemas.microsoft.com/office/drawing/2014/main" id="{29D70808-B9A9-8E7D-529F-77F489B72297}"/>
                </a:ext>
              </a:extLst>
            </p:cNvPr>
            <p:cNvSpPr/>
            <p:nvPr/>
          </p:nvSpPr>
          <p:spPr>
            <a:xfrm>
              <a:off x="19404063" y="12639735"/>
              <a:ext cx="85594" cy="110378"/>
            </a:xfrm>
            <a:custGeom>
              <a:avLst/>
              <a:gdLst>
                <a:gd name="connsiteX0" fmla="*/ 70534 w 85594"/>
                <a:gd name="connsiteY0" fmla="*/ 9532 h 110378"/>
                <a:gd name="connsiteX1" fmla="*/ 84546 w 85594"/>
                <a:gd name="connsiteY1" fmla="*/ 35458 h 110378"/>
                <a:gd name="connsiteX2" fmla="*/ 63386 w 85594"/>
                <a:gd name="connsiteY2" fmla="*/ 35458 h 110378"/>
                <a:gd name="connsiteX3" fmla="*/ 55856 w 85594"/>
                <a:gd name="connsiteY3" fmla="*/ 21256 h 110378"/>
                <a:gd name="connsiteX4" fmla="*/ 39556 w 85594"/>
                <a:gd name="connsiteY4" fmla="*/ 15918 h 110378"/>
                <a:gd name="connsiteX5" fmla="*/ 26498 w 85594"/>
                <a:gd name="connsiteY5" fmla="*/ 19921 h 110378"/>
                <a:gd name="connsiteX6" fmla="*/ 21923 w 85594"/>
                <a:gd name="connsiteY6" fmla="*/ 30788 h 110378"/>
                <a:gd name="connsiteX7" fmla="*/ 25259 w 85594"/>
                <a:gd name="connsiteY7" fmla="*/ 38985 h 110378"/>
                <a:gd name="connsiteX8" fmla="*/ 33551 w 85594"/>
                <a:gd name="connsiteY8" fmla="*/ 43846 h 110378"/>
                <a:gd name="connsiteX9" fmla="*/ 47754 w 85594"/>
                <a:gd name="connsiteY9" fmla="*/ 47754 h 110378"/>
                <a:gd name="connsiteX10" fmla="*/ 67389 w 85594"/>
                <a:gd name="connsiteY10" fmla="*/ 53378 h 110378"/>
                <a:gd name="connsiteX11" fmla="*/ 80257 w 85594"/>
                <a:gd name="connsiteY11" fmla="*/ 62719 h 110378"/>
                <a:gd name="connsiteX12" fmla="*/ 85595 w 85594"/>
                <a:gd name="connsiteY12" fmla="*/ 80067 h 110378"/>
                <a:gd name="connsiteX13" fmla="*/ 75300 w 85594"/>
                <a:gd name="connsiteY13" fmla="*/ 101990 h 110378"/>
                <a:gd name="connsiteX14" fmla="*/ 47563 w 85594"/>
                <a:gd name="connsiteY14" fmla="*/ 110378 h 110378"/>
                <a:gd name="connsiteX15" fmla="*/ 14965 w 85594"/>
                <a:gd name="connsiteY15" fmla="*/ 100942 h 110378"/>
                <a:gd name="connsiteX16" fmla="*/ 0 w 85594"/>
                <a:gd name="connsiteY16" fmla="*/ 74729 h 110378"/>
                <a:gd name="connsiteX17" fmla="*/ 21732 w 85594"/>
                <a:gd name="connsiteY17" fmla="*/ 74729 h 110378"/>
                <a:gd name="connsiteX18" fmla="*/ 29548 w 85594"/>
                <a:gd name="connsiteY18" fmla="*/ 89027 h 110378"/>
                <a:gd name="connsiteX19" fmla="*/ 47563 w 85594"/>
                <a:gd name="connsiteY19" fmla="*/ 94460 h 110378"/>
                <a:gd name="connsiteX20" fmla="*/ 60145 w 85594"/>
                <a:gd name="connsiteY20" fmla="*/ 90266 h 110378"/>
                <a:gd name="connsiteX21" fmla="*/ 64720 w 85594"/>
                <a:gd name="connsiteY21" fmla="*/ 79591 h 110378"/>
                <a:gd name="connsiteX22" fmla="*/ 61194 w 85594"/>
                <a:gd name="connsiteY22" fmla="*/ 70631 h 110378"/>
                <a:gd name="connsiteX23" fmla="*/ 52424 w 85594"/>
                <a:gd name="connsiteY23" fmla="*/ 65484 h 110378"/>
                <a:gd name="connsiteX24" fmla="*/ 37936 w 85594"/>
                <a:gd name="connsiteY24" fmla="*/ 61671 h 110378"/>
                <a:gd name="connsiteX25" fmla="*/ 18873 w 85594"/>
                <a:gd name="connsiteY25" fmla="*/ 56238 h 110378"/>
                <a:gd name="connsiteX26" fmla="*/ 6386 w 85594"/>
                <a:gd name="connsiteY26" fmla="*/ 47373 h 110378"/>
                <a:gd name="connsiteX27" fmla="*/ 1239 w 85594"/>
                <a:gd name="connsiteY27" fmla="*/ 30692 h 110378"/>
                <a:gd name="connsiteX28" fmla="*/ 11533 w 85594"/>
                <a:gd name="connsiteY28" fmla="*/ 8483 h 110378"/>
                <a:gd name="connsiteX29" fmla="*/ 40033 w 85594"/>
                <a:gd name="connsiteY29" fmla="*/ 0 h 110378"/>
                <a:gd name="connsiteX30" fmla="*/ 70439 w 85594"/>
                <a:gd name="connsiteY30" fmla="*/ 9722 h 110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5594" h="110378">
                  <a:moveTo>
                    <a:pt x="70534" y="9532"/>
                  </a:moveTo>
                  <a:cubicBezTo>
                    <a:pt x="78160" y="16013"/>
                    <a:pt x="82830" y="24592"/>
                    <a:pt x="84546" y="35458"/>
                  </a:cubicBezTo>
                  <a:lnTo>
                    <a:pt x="63386" y="35458"/>
                  </a:lnTo>
                  <a:cubicBezTo>
                    <a:pt x="62433" y="29549"/>
                    <a:pt x="59954" y="24878"/>
                    <a:pt x="55856" y="21256"/>
                  </a:cubicBezTo>
                  <a:cubicBezTo>
                    <a:pt x="51757" y="17634"/>
                    <a:pt x="46324" y="15918"/>
                    <a:pt x="39556" y="15918"/>
                  </a:cubicBezTo>
                  <a:cubicBezTo>
                    <a:pt x="33933" y="15918"/>
                    <a:pt x="29644" y="17253"/>
                    <a:pt x="26498" y="19921"/>
                  </a:cubicBezTo>
                  <a:cubicBezTo>
                    <a:pt x="23448" y="22590"/>
                    <a:pt x="21923" y="26212"/>
                    <a:pt x="21923" y="30788"/>
                  </a:cubicBezTo>
                  <a:cubicBezTo>
                    <a:pt x="21923" y="34219"/>
                    <a:pt x="23067" y="36888"/>
                    <a:pt x="25259" y="38985"/>
                  </a:cubicBezTo>
                  <a:cubicBezTo>
                    <a:pt x="27451" y="41082"/>
                    <a:pt x="30216" y="42702"/>
                    <a:pt x="33551" y="43846"/>
                  </a:cubicBezTo>
                  <a:cubicBezTo>
                    <a:pt x="36888" y="44990"/>
                    <a:pt x="41558" y="46324"/>
                    <a:pt x="47754" y="47754"/>
                  </a:cubicBezTo>
                  <a:cubicBezTo>
                    <a:pt x="55856" y="49565"/>
                    <a:pt x="62433" y="51472"/>
                    <a:pt x="67389" y="53378"/>
                  </a:cubicBezTo>
                  <a:cubicBezTo>
                    <a:pt x="72441" y="55380"/>
                    <a:pt x="76730" y="58430"/>
                    <a:pt x="80257" y="62719"/>
                  </a:cubicBezTo>
                  <a:cubicBezTo>
                    <a:pt x="83879" y="67009"/>
                    <a:pt x="85595" y="72728"/>
                    <a:pt x="85595" y="80067"/>
                  </a:cubicBezTo>
                  <a:cubicBezTo>
                    <a:pt x="85595" y="89027"/>
                    <a:pt x="82163" y="96367"/>
                    <a:pt x="75300" y="101990"/>
                  </a:cubicBezTo>
                  <a:cubicBezTo>
                    <a:pt x="68437" y="107614"/>
                    <a:pt x="59192" y="110378"/>
                    <a:pt x="47563" y="110378"/>
                  </a:cubicBezTo>
                  <a:cubicBezTo>
                    <a:pt x="34124" y="110378"/>
                    <a:pt x="23257" y="107233"/>
                    <a:pt x="14965" y="100942"/>
                  </a:cubicBezTo>
                  <a:cubicBezTo>
                    <a:pt x="6672" y="94651"/>
                    <a:pt x="1716" y="85977"/>
                    <a:pt x="0" y="74729"/>
                  </a:cubicBezTo>
                  <a:lnTo>
                    <a:pt x="21732" y="74729"/>
                  </a:lnTo>
                  <a:cubicBezTo>
                    <a:pt x="22400" y="80639"/>
                    <a:pt x="24973" y="85405"/>
                    <a:pt x="29548" y="89027"/>
                  </a:cubicBezTo>
                  <a:cubicBezTo>
                    <a:pt x="34124" y="92649"/>
                    <a:pt x="40128" y="94460"/>
                    <a:pt x="47563" y="94460"/>
                  </a:cubicBezTo>
                  <a:cubicBezTo>
                    <a:pt x="52901" y="94460"/>
                    <a:pt x="57095" y="93031"/>
                    <a:pt x="60145" y="90266"/>
                  </a:cubicBezTo>
                  <a:cubicBezTo>
                    <a:pt x="63195" y="87502"/>
                    <a:pt x="64720" y="83880"/>
                    <a:pt x="64720" y="79591"/>
                  </a:cubicBezTo>
                  <a:cubicBezTo>
                    <a:pt x="64720" y="75778"/>
                    <a:pt x="63576" y="72823"/>
                    <a:pt x="61194" y="70631"/>
                  </a:cubicBezTo>
                  <a:cubicBezTo>
                    <a:pt x="58811" y="68438"/>
                    <a:pt x="55951" y="66723"/>
                    <a:pt x="52424" y="65484"/>
                  </a:cubicBezTo>
                  <a:cubicBezTo>
                    <a:pt x="48898" y="64244"/>
                    <a:pt x="44036" y="63005"/>
                    <a:pt x="37936" y="61671"/>
                  </a:cubicBezTo>
                  <a:cubicBezTo>
                    <a:pt x="30120" y="59860"/>
                    <a:pt x="23734" y="58049"/>
                    <a:pt x="18873" y="56238"/>
                  </a:cubicBezTo>
                  <a:cubicBezTo>
                    <a:pt x="14012" y="54427"/>
                    <a:pt x="9818" y="51472"/>
                    <a:pt x="6386" y="47373"/>
                  </a:cubicBezTo>
                  <a:cubicBezTo>
                    <a:pt x="2955" y="43275"/>
                    <a:pt x="1239" y="37650"/>
                    <a:pt x="1239" y="30692"/>
                  </a:cubicBezTo>
                  <a:cubicBezTo>
                    <a:pt x="1239" y="21542"/>
                    <a:pt x="4670" y="14107"/>
                    <a:pt x="11533" y="8483"/>
                  </a:cubicBezTo>
                  <a:cubicBezTo>
                    <a:pt x="18396" y="2859"/>
                    <a:pt x="27833" y="0"/>
                    <a:pt x="40033" y="0"/>
                  </a:cubicBezTo>
                  <a:cubicBezTo>
                    <a:pt x="52234" y="0"/>
                    <a:pt x="62814" y="3241"/>
                    <a:pt x="70439" y="9722"/>
                  </a:cubicBezTo>
                  <a:close/>
                </a:path>
              </a:pathLst>
            </a:custGeom>
            <a:solidFill>
              <a:schemeClr val="bg1"/>
            </a:solidFill>
            <a:ln w="9525" cap="flat">
              <a:noFill/>
              <a:prstDash val="solid"/>
              <a:miter/>
            </a:ln>
          </p:spPr>
          <p:txBody>
            <a:bodyPr rtlCol="0" anchor="ctr"/>
            <a:lstStyle/>
            <a:p>
              <a:endParaRPr lang="fr-FR" sz="1092"/>
            </a:p>
          </p:txBody>
        </p:sp>
      </p:grpSp>
      <p:sp>
        <p:nvSpPr>
          <p:cNvPr id="50" name="Titre 49">
            <a:extLst>
              <a:ext uri="{FF2B5EF4-FFF2-40B4-BE49-F238E27FC236}">
                <a16:creationId xmlns:a16="http://schemas.microsoft.com/office/drawing/2014/main" id="{0BB6AC02-DD66-1BBE-0580-D4A5A5A79C46}"/>
              </a:ext>
            </a:extLst>
          </p:cNvPr>
          <p:cNvSpPr>
            <a:spLocks noGrp="1"/>
          </p:cNvSpPr>
          <p:nvPr>
            <p:ph type="title"/>
          </p:nvPr>
        </p:nvSpPr>
        <p:spPr>
          <a:xfrm>
            <a:off x="1124747" y="3473338"/>
            <a:ext cx="8689222" cy="2986459"/>
          </a:xfrm>
        </p:spPr>
        <p:txBody>
          <a:bodyPr wrap="square" anchor="b" anchorCtr="0">
            <a:spAutoFit/>
          </a:bodyPr>
          <a:lstStyle>
            <a:lvl1pPr>
              <a:defRPr sz="10400">
                <a:solidFill>
                  <a:schemeClr val="bg2"/>
                </a:solidFill>
              </a:defRPr>
            </a:lvl1pPr>
          </a:lstStyle>
          <a:p>
            <a:r>
              <a:rPr lang="fr-FR"/>
              <a:t>Modifiez le style du titre</a:t>
            </a:r>
          </a:p>
        </p:txBody>
      </p:sp>
    </p:spTree>
    <p:extLst>
      <p:ext uri="{BB962C8B-B14F-4D97-AF65-F5344CB8AC3E}">
        <p14:creationId xmlns:p14="http://schemas.microsoft.com/office/powerpoint/2010/main" val="3243228948"/>
      </p:ext>
    </p:extLst>
  </p:cSld>
  <p:clrMapOvr>
    <a:masterClrMapping/>
  </p:clrMapOvr>
  <p:hf sldNum="0" hd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36802296"/>
      </p:ext>
    </p:extLst>
  </p:cSld>
  <p:clrMapOvr>
    <a:masterClrMapping/>
  </p:clrMapOvr>
  <p:hf sldNum="0" hd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7F4DA7-7D08-8ACE-BEA0-255C1507E0C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FC85102-7B0B-D76A-83DE-28A2EEF34EF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D98E4D1-5917-BDAA-046A-4E4DF48E702F}"/>
              </a:ext>
            </a:extLst>
          </p:cNvPr>
          <p:cNvSpPr>
            <a:spLocks noGrp="1"/>
          </p:cNvSpPr>
          <p:nvPr>
            <p:ph type="dt" sz="half" idx="10"/>
          </p:nvPr>
        </p:nvSpPr>
        <p:spPr/>
        <p:txBody>
          <a:bodyPr/>
          <a:lstStyle/>
          <a:p>
            <a:fld id="{AB7EE7EC-38C8-4673-AB03-5DDA17E30BA1}" type="datetime4">
              <a:rPr lang="fr-FR" smtClean="0"/>
              <a:t>3 novembre 2024</a:t>
            </a:fld>
            <a:endParaRPr lang="fr-FR"/>
          </a:p>
        </p:txBody>
      </p:sp>
      <p:sp>
        <p:nvSpPr>
          <p:cNvPr id="5" name="Espace réservé du pied de page 4">
            <a:extLst>
              <a:ext uri="{FF2B5EF4-FFF2-40B4-BE49-F238E27FC236}">
                <a16:creationId xmlns:a16="http://schemas.microsoft.com/office/drawing/2014/main" id="{1A537C9A-46D9-8032-0441-90F2B7F78CA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2B5606D-6875-6244-F3CF-E5D4C2E35F62}"/>
              </a:ext>
            </a:extLst>
          </p:cNvPr>
          <p:cNvSpPr>
            <a:spLocks noGrp="1"/>
          </p:cNvSpPr>
          <p:nvPr>
            <p:ph type="sldNum" sz="quarter" idx="12"/>
          </p:nvPr>
        </p:nvSpPr>
        <p:spPr/>
        <p:txBody>
          <a:bodyPr/>
          <a:lstStyle/>
          <a:p>
            <a:fld id="{362060BF-C460-4FB3-AB63-4430F31C2F52}" type="slidenum">
              <a:rPr lang="fr-FR" smtClean="0"/>
              <a:t>‹N°›</a:t>
            </a:fld>
            <a:endParaRPr lang="fr-FR"/>
          </a:p>
        </p:txBody>
      </p:sp>
    </p:spTree>
    <p:extLst>
      <p:ext uri="{BB962C8B-B14F-4D97-AF65-F5344CB8AC3E}">
        <p14:creationId xmlns:p14="http://schemas.microsoft.com/office/powerpoint/2010/main" val="4087022067"/>
      </p:ext>
    </p:extLst>
  </p:cSld>
  <p:clrMapOvr>
    <a:masterClrMapping/>
  </p:clrMapOvr>
  <p:hf sldNum="0" hdr="0" dt="0"/>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0_HOME PAGE 5">
    <p:spTree>
      <p:nvGrpSpPr>
        <p:cNvPr id="1" name=""/>
        <p:cNvGrpSpPr/>
        <p:nvPr/>
      </p:nvGrpSpPr>
      <p:grpSpPr>
        <a:xfrm>
          <a:off x="0" y="0"/>
          <a:ext cx="0" cy="0"/>
          <a:chOff x="0" y="0"/>
          <a:chExt cx="0" cy="0"/>
        </a:xfrm>
      </p:grpSpPr>
      <p:pic>
        <p:nvPicPr>
          <p:cNvPr id="5" name="Imag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890"/>
            <a:ext cx="12192000" cy="6856220"/>
          </a:xfrm>
          <a:prstGeom prst="rect">
            <a:avLst/>
          </a:prstGeom>
        </p:spPr>
      </p:pic>
    </p:spTree>
    <p:extLst>
      <p:ext uri="{BB962C8B-B14F-4D97-AF65-F5344CB8AC3E}">
        <p14:creationId xmlns:p14="http://schemas.microsoft.com/office/powerpoint/2010/main" val="26742783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04- Titre sans contenu">
    <p:spTree>
      <p:nvGrpSpPr>
        <p:cNvPr id="1" name=""/>
        <p:cNvGrpSpPr/>
        <p:nvPr/>
      </p:nvGrpSpPr>
      <p:grpSpPr>
        <a:xfrm>
          <a:off x="0" y="0"/>
          <a:ext cx="0" cy="0"/>
          <a:chOff x="0" y="0"/>
          <a:chExt cx="0" cy="0"/>
        </a:xfrm>
      </p:grpSpPr>
      <p:sp>
        <p:nvSpPr>
          <p:cNvPr id="5" name="Espace réservé du pied de page 1">
            <a:extLst>
              <a:ext uri="{FF2B5EF4-FFF2-40B4-BE49-F238E27FC236}">
                <a16:creationId xmlns:a16="http://schemas.microsoft.com/office/drawing/2014/main" id="{7CB1C8AD-2C0D-FD40-AC72-04498C77C22D}"/>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8" name="Espace réservé du texte 6">
            <a:extLst>
              <a:ext uri="{FF2B5EF4-FFF2-40B4-BE49-F238E27FC236}">
                <a16:creationId xmlns:a16="http://schemas.microsoft.com/office/drawing/2014/main" id="{9D3FA305-28FB-2044-A036-CD928E823341}"/>
              </a:ext>
            </a:extLst>
          </p:cNvPr>
          <p:cNvSpPr>
            <a:spLocks noGrp="1"/>
          </p:cNvSpPr>
          <p:nvPr>
            <p:ph type="body" sz="quarter" idx="10" hasCustomPrompt="1"/>
          </p:nvPr>
        </p:nvSpPr>
        <p:spPr>
          <a:xfrm>
            <a:off x="337932" y="564022"/>
            <a:ext cx="11414125"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28716036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CHAPTER 2">
    <p:spTree>
      <p:nvGrpSpPr>
        <p:cNvPr id="1" name=""/>
        <p:cNvGrpSpPr/>
        <p:nvPr/>
      </p:nvGrpSpPr>
      <p:grpSpPr>
        <a:xfrm>
          <a:off x="0" y="0"/>
          <a:ext cx="0" cy="0"/>
          <a:chOff x="0" y="0"/>
          <a:chExt cx="0" cy="0"/>
        </a:xfrm>
      </p:grpSpPr>
      <p:sp>
        <p:nvSpPr>
          <p:cNvPr id="4" name="Espace réservé du texte 3"/>
          <p:cNvSpPr>
            <a:spLocks noGrp="1"/>
          </p:cNvSpPr>
          <p:nvPr>
            <p:ph type="body" sz="quarter" idx="10" hasCustomPrompt="1"/>
          </p:nvPr>
        </p:nvSpPr>
        <p:spPr>
          <a:xfrm>
            <a:off x="4333341" y="2435383"/>
            <a:ext cx="2444750" cy="1503158"/>
          </a:xfrm>
          <a:prstGeom prst="rect">
            <a:avLst/>
          </a:prstGeom>
        </p:spPr>
        <p:txBody>
          <a:bodyPr anchor="ctr"/>
          <a:lstStyle>
            <a:lvl1pPr marL="0" indent="0" algn="r">
              <a:buNone/>
              <a:defRPr sz="12000">
                <a:latin typeface="+mj-lt"/>
              </a:defRPr>
            </a:lvl1pPr>
            <a:lvl2pPr>
              <a:defRPr sz="3000">
                <a:latin typeface="+mj-lt"/>
              </a:defRPr>
            </a:lvl2pPr>
            <a:lvl3pPr>
              <a:defRPr sz="3000">
                <a:latin typeface="+mj-lt"/>
              </a:defRPr>
            </a:lvl3pPr>
            <a:lvl4pPr>
              <a:defRPr sz="3000">
                <a:latin typeface="+mj-lt"/>
              </a:defRPr>
            </a:lvl4pPr>
            <a:lvl5pPr>
              <a:defRPr sz="3000">
                <a:latin typeface="+mj-lt"/>
              </a:defRPr>
            </a:lvl5pPr>
          </a:lstStyle>
          <a:p>
            <a:pPr lvl="0"/>
            <a:r>
              <a:rPr lang="fr-FR"/>
              <a:t>00</a:t>
            </a:r>
          </a:p>
        </p:txBody>
      </p:sp>
      <p:sp>
        <p:nvSpPr>
          <p:cNvPr id="5" name="Espace réservé du texte 11"/>
          <p:cNvSpPr>
            <a:spLocks noGrp="1"/>
          </p:cNvSpPr>
          <p:nvPr>
            <p:ph type="body" sz="quarter" idx="38" hasCustomPrompt="1"/>
          </p:nvPr>
        </p:nvSpPr>
        <p:spPr>
          <a:xfrm>
            <a:off x="1997704" y="4010969"/>
            <a:ext cx="4780387" cy="533871"/>
          </a:xfrm>
          <a:prstGeom prst="rect">
            <a:avLst/>
          </a:prstGeom>
        </p:spPr>
        <p:txBody>
          <a:bodyPr/>
          <a:lstStyle>
            <a:lvl1pPr marL="0" indent="0" algn="r">
              <a:buNone/>
              <a:defRPr sz="1800" baseline="0">
                <a:solidFill>
                  <a:schemeClr val="tx1"/>
                </a:solidFill>
                <a:latin typeface="+mn-lt"/>
              </a:defRPr>
            </a:lvl1pPr>
          </a:lstStyle>
          <a:p>
            <a:pPr lvl="0"/>
            <a:r>
              <a:rPr lang="fr-FR"/>
              <a:t>Cliquez pour ajouter un titre </a:t>
            </a:r>
          </a:p>
        </p:txBody>
      </p:sp>
      <p:sp>
        <p:nvSpPr>
          <p:cNvPr id="7" name="Espace réservé pour une image  6"/>
          <p:cNvSpPr>
            <a:spLocks noGrp="1"/>
          </p:cNvSpPr>
          <p:nvPr>
            <p:ph type="pic" sz="quarter" idx="39"/>
          </p:nvPr>
        </p:nvSpPr>
        <p:spPr>
          <a:xfrm>
            <a:off x="7315200" y="0"/>
            <a:ext cx="4876800" cy="6858000"/>
          </a:xfrm>
          <a:prstGeom prst="rect">
            <a:avLst/>
          </a:prstGeom>
        </p:spPr>
        <p:txBody>
          <a:bodyPr/>
          <a:lstStyle/>
          <a:p>
            <a:endParaRPr lang="fr-FR"/>
          </a:p>
        </p:txBody>
      </p:sp>
      <p:sp>
        <p:nvSpPr>
          <p:cNvPr id="8" name="Espace réservé du pied de page 1">
            <a:extLst>
              <a:ext uri="{FF2B5EF4-FFF2-40B4-BE49-F238E27FC236}">
                <a16:creationId xmlns:a16="http://schemas.microsoft.com/office/drawing/2014/main" id="{7658AEEE-32DF-B149-A5C9-A72EC0343F48}"/>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091054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02- Titre, ss-titre, sans contenu">
    <p:spTree>
      <p:nvGrpSpPr>
        <p:cNvPr id="1" name=""/>
        <p:cNvGrpSpPr/>
        <p:nvPr/>
      </p:nvGrpSpPr>
      <p:grpSpPr>
        <a:xfrm>
          <a:off x="0" y="0"/>
          <a:ext cx="0" cy="0"/>
          <a:chOff x="0" y="0"/>
          <a:chExt cx="0" cy="0"/>
        </a:xfrm>
      </p:grpSpPr>
      <p:sp>
        <p:nvSpPr>
          <p:cNvPr id="6" name="Espace réservé du pied de page 1">
            <a:extLst>
              <a:ext uri="{FF2B5EF4-FFF2-40B4-BE49-F238E27FC236}">
                <a16:creationId xmlns:a16="http://schemas.microsoft.com/office/drawing/2014/main" id="{6FC99BD5-6DA7-A047-B06E-9C4793317FE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9" name="Espace réservé du texte 4">
            <a:extLst>
              <a:ext uri="{FF2B5EF4-FFF2-40B4-BE49-F238E27FC236}">
                <a16:creationId xmlns:a16="http://schemas.microsoft.com/office/drawing/2014/main" id="{F023E6D2-3D22-9B48-8C21-FB41C7354235}"/>
              </a:ext>
            </a:extLst>
          </p:cNvPr>
          <p:cNvSpPr>
            <a:spLocks noGrp="1"/>
          </p:cNvSpPr>
          <p:nvPr>
            <p:ph type="body" sz="quarter" idx="35" hasCustomPrompt="1"/>
          </p:nvPr>
        </p:nvSpPr>
        <p:spPr>
          <a:xfrm>
            <a:off x="337931" y="922713"/>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2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1" name="Espace réservé du texte 6">
            <a:extLst>
              <a:ext uri="{FF2B5EF4-FFF2-40B4-BE49-F238E27FC236}">
                <a16:creationId xmlns:a16="http://schemas.microsoft.com/office/drawing/2014/main" id="{F3B92F5A-69A7-1745-A726-2A3838084F5D}"/>
              </a:ext>
            </a:extLst>
          </p:cNvPr>
          <p:cNvSpPr>
            <a:spLocks noGrp="1"/>
          </p:cNvSpPr>
          <p:nvPr>
            <p:ph type="body" sz="quarter" idx="10" hasCustomPrompt="1"/>
          </p:nvPr>
        </p:nvSpPr>
        <p:spPr>
          <a:xfrm>
            <a:off x="337933" y="564022"/>
            <a:ext cx="11433652"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12906837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02_Home Full Image">
    <p:spTree>
      <p:nvGrpSpPr>
        <p:cNvPr id="1" name=""/>
        <p:cNvGrpSpPr/>
        <p:nvPr/>
      </p:nvGrpSpPr>
      <p:grpSpPr>
        <a:xfrm>
          <a:off x="0" y="0"/>
          <a:ext cx="0" cy="0"/>
          <a:chOff x="0" y="0"/>
          <a:chExt cx="0" cy="0"/>
        </a:xfrm>
      </p:grpSpPr>
      <p:sp>
        <p:nvSpPr>
          <p:cNvPr id="9" name="Espace réservé pour une image  10"/>
          <p:cNvSpPr>
            <a:spLocks noGrp="1" noChangeAspect="1"/>
          </p:cNvSpPr>
          <p:nvPr>
            <p:ph type="pic" sz="quarter" idx="36"/>
          </p:nvPr>
        </p:nvSpPr>
        <p:spPr>
          <a:xfrm>
            <a:off x="0" y="0"/>
            <a:ext cx="12192000" cy="6858000"/>
          </a:xfrm>
          <a:prstGeom prst="rect">
            <a:avLst/>
          </a:prstGeom>
        </p:spPr>
        <p:txBody>
          <a:bodyPr/>
          <a:lstStyle>
            <a:lvl1pPr>
              <a:defRPr sz="1100"/>
            </a:lvl1pPr>
          </a:lstStyle>
          <a:p>
            <a:r>
              <a:rPr lang="fr-FR"/>
              <a:t>Cliquez sur l'icône pour ajouter une image</a:t>
            </a:r>
          </a:p>
        </p:txBody>
      </p:sp>
    </p:spTree>
    <p:extLst>
      <p:ext uri="{BB962C8B-B14F-4D97-AF65-F5344CB8AC3E}">
        <p14:creationId xmlns:p14="http://schemas.microsoft.com/office/powerpoint/2010/main" val="2566184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D67240-C7C7-4080-8086-7665B1DCB0D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93A70071-30A1-4364-A996-B1E82F6AFF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5381D5B7-4C95-4D44-8FB6-82A40AA2DFCA}"/>
              </a:ext>
            </a:extLst>
          </p:cNvPr>
          <p:cNvSpPr>
            <a:spLocks noGrp="1"/>
          </p:cNvSpPr>
          <p:nvPr>
            <p:ph type="dt" sz="half" idx="10"/>
          </p:nvPr>
        </p:nvSpPr>
        <p:spPr/>
        <p:txBody>
          <a:bodyPr/>
          <a:lstStyle/>
          <a:p>
            <a:fld id="{BBEE38D5-F935-42DC-9FC0-CEA1D5FF634E}" type="datetimeFigureOut">
              <a:rPr lang="en-US" smtClean="0"/>
              <a:t>11/3/2024</a:t>
            </a:fld>
            <a:endParaRPr lang="en-US"/>
          </a:p>
        </p:txBody>
      </p:sp>
      <p:sp>
        <p:nvSpPr>
          <p:cNvPr id="5" name="Espace réservé du pied de page 4">
            <a:extLst>
              <a:ext uri="{FF2B5EF4-FFF2-40B4-BE49-F238E27FC236}">
                <a16:creationId xmlns:a16="http://schemas.microsoft.com/office/drawing/2014/main" id="{13F76D00-EBAD-4624-8858-D159F5EAC7D1}"/>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F5B44E96-5122-4D72-8982-4664B31F9700}"/>
              </a:ext>
            </a:extLst>
          </p:cNvPr>
          <p:cNvSpPr>
            <a:spLocks noGrp="1"/>
          </p:cNvSpPr>
          <p:nvPr>
            <p:ph type="sldNum" sz="quarter" idx="12"/>
          </p:nvPr>
        </p:nvSpPr>
        <p:spPr/>
        <p:txBody>
          <a:bodyPr/>
          <a:lstStyle/>
          <a:p>
            <a:fld id="{A7F1CEE3-8337-44AD-A06F-DA9CDA9450DB}" type="slidenum">
              <a:rPr lang="en-US" smtClean="0"/>
              <a:t>‹N°›</a:t>
            </a:fld>
            <a:endParaRPr lang="en-US"/>
          </a:p>
        </p:txBody>
      </p:sp>
    </p:spTree>
    <p:extLst>
      <p:ext uri="{BB962C8B-B14F-4D97-AF65-F5344CB8AC3E}">
        <p14:creationId xmlns:p14="http://schemas.microsoft.com/office/powerpoint/2010/main" val="3595822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0_HOME PAGE 3">
    <p:spTree>
      <p:nvGrpSpPr>
        <p:cNvPr id="1" name=""/>
        <p:cNvGrpSpPr/>
        <p:nvPr/>
      </p:nvGrpSpPr>
      <p:grpSpPr>
        <a:xfrm>
          <a:off x="0" y="0"/>
          <a:ext cx="0" cy="0"/>
          <a:chOff x="0" y="0"/>
          <a:chExt cx="0" cy="0"/>
        </a:xfrm>
      </p:grpSpPr>
      <p:pic>
        <p:nvPicPr>
          <p:cNvPr id="6" name="Imag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207521" cy="6858000"/>
          </a:xfrm>
          <a:prstGeom prst="rect">
            <a:avLst/>
          </a:prstGeom>
        </p:spPr>
      </p:pic>
      <p:cxnSp>
        <p:nvCxnSpPr>
          <p:cNvPr id="8" name="Connecteur droit 7">
            <a:extLst>
              <a:ext uri="{FF2B5EF4-FFF2-40B4-BE49-F238E27FC236}">
                <a16:creationId xmlns:a16="http://schemas.microsoft.com/office/drawing/2014/main" id="{D18096D3-4EE7-7148-92DD-3D93D40E2C0C}"/>
              </a:ext>
            </a:extLst>
          </p:cNvPr>
          <p:cNvCxnSpPr>
            <a:cxnSpLocks/>
          </p:cNvCxnSpPr>
          <p:nvPr userDrawn="1"/>
        </p:nvCxnSpPr>
        <p:spPr>
          <a:xfrm>
            <a:off x="4075289" y="5000977"/>
            <a:ext cx="0" cy="13784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Image 4">
            <a:extLst>
              <a:ext uri="{FF2B5EF4-FFF2-40B4-BE49-F238E27FC236}">
                <a16:creationId xmlns:a16="http://schemas.microsoft.com/office/drawing/2014/main" id="{D8C38D21-5CDA-6144-A136-0E05364770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28790" y="5031666"/>
            <a:ext cx="2715921" cy="1317058"/>
          </a:xfrm>
          <a:prstGeom prst="rect">
            <a:avLst/>
          </a:prstGeom>
        </p:spPr>
      </p:pic>
    </p:spTree>
    <p:extLst>
      <p:ext uri="{BB962C8B-B14F-4D97-AF65-F5344CB8AC3E}">
        <p14:creationId xmlns:p14="http://schemas.microsoft.com/office/powerpoint/2010/main" val="77637997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0_HOME PAGE 4">
    <p:spTree>
      <p:nvGrpSpPr>
        <p:cNvPr id="1" name=""/>
        <p:cNvGrpSpPr/>
        <p:nvPr/>
      </p:nvGrpSpPr>
      <p:grpSpPr>
        <a:xfrm>
          <a:off x="0" y="0"/>
          <a:ext cx="0" cy="0"/>
          <a:chOff x="0" y="0"/>
          <a:chExt cx="0" cy="0"/>
        </a:xfrm>
      </p:grpSpPr>
      <p:pic>
        <p:nvPicPr>
          <p:cNvPr id="5" name="Imag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1191"/>
            <a:ext cx="12192000" cy="6860383"/>
          </a:xfrm>
          <a:prstGeom prst="rect">
            <a:avLst/>
          </a:prstGeom>
        </p:spPr>
      </p:pic>
      <p:cxnSp>
        <p:nvCxnSpPr>
          <p:cNvPr id="7" name="Connecteur droit 6">
            <a:extLst>
              <a:ext uri="{FF2B5EF4-FFF2-40B4-BE49-F238E27FC236}">
                <a16:creationId xmlns:a16="http://schemas.microsoft.com/office/drawing/2014/main" id="{43C9136D-26D1-DE41-8634-897562118362}"/>
              </a:ext>
            </a:extLst>
          </p:cNvPr>
          <p:cNvCxnSpPr>
            <a:cxnSpLocks/>
          </p:cNvCxnSpPr>
          <p:nvPr userDrawn="1"/>
        </p:nvCxnSpPr>
        <p:spPr>
          <a:xfrm>
            <a:off x="4075289" y="5000977"/>
            <a:ext cx="0" cy="13784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Image 5">
            <a:extLst>
              <a:ext uri="{FF2B5EF4-FFF2-40B4-BE49-F238E27FC236}">
                <a16:creationId xmlns:a16="http://schemas.microsoft.com/office/drawing/2014/main" id="{35DD0BF3-31DF-E347-9368-34CB9886A91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28790" y="5031666"/>
            <a:ext cx="2715921" cy="1317058"/>
          </a:xfrm>
          <a:prstGeom prst="rect">
            <a:avLst/>
          </a:prstGeom>
        </p:spPr>
      </p:pic>
    </p:spTree>
    <p:extLst>
      <p:ext uri="{BB962C8B-B14F-4D97-AF65-F5344CB8AC3E}">
        <p14:creationId xmlns:p14="http://schemas.microsoft.com/office/powerpoint/2010/main" val="1798722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0_HOME PAGE 6">
    <p:spTree>
      <p:nvGrpSpPr>
        <p:cNvPr id="1" name=""/>
        <p:cNvGrpSpPr/>
        <p:nvPr/>
      </p:nvGrpSpPr>
      <p:grpSpPr>
        <a:xfrm>
          <a:off x="0" y="0"/>
          <a:ext cx="0" cy="0"/>
          <a:chOff x="0" y="0"/>
          <a:chExt cx="0" cy="0"/>
        </a:xfrm>
      </p:grpSpPr>
      <p:sp>
        <p:nvSpPr>
          <p:cNvPr id="2" name="Espace réservé du numéro de diapositive 5">
            <a:extLst>
              <a:ext uri="{FF2B5EF4-FFF2-40B4-BE49-F238E27FC236}">
                <a16:creationId xmlns:a16="http://schemas.microsoft.com/office/drawing/2014/main" id="{26792D0C-5971-8047-9E6B-786E6DA14C87}"/>
              </a:ext>
            </a:extLst>
          </p:cNvPr>
          <p:cNvSpPr>
            <a:spLocks noGrp="1"/>
          </p:cNvSpPr>
          <p:nvPr>
            <p:ph type="sldNum" sz="quarter" idx="4"/>
          </p:nvPr>
        </p:nvSpPr>
        <p:spPr>
          <a:xfrm>
            <a:off x="8950817" y="6431192"/>
            <a:ext cx="2743200" cy="215443"/>
          </a:xfrm>
          <a:prstGeom prst="rect">
            <a:avLst/>
          </a:prstGeom>
        </p:spPr>
        <p:txBody>
          <a:bodyPr vert="horz" lIns="91440" tIns="45720" rIns="91440" bIns="45720" rtlCol="0" anchor="ctr"/>
          <a:lstStyle>
            <a:lvl1pPr algn="r">
              <a:defRPr sz="900">
                <a:solidFill>
                  <a:schemeClr val="tx1">
                    <a:tint val="75000"/>
                  </a:schemeClr>
                </a:solidFill>
                <a:latin typeface="Poppins" pitchFamily="2" charset="77"/>
                <a:cs typeface="Poppins" pitchFamily="2" charset="77"/>
              </a:defRPr>
            </a:lvl1pPr>
          </a:lstStyle>
          <a:p>
            <a:fld id="{23FA129F-C477-6E48-9474-F45843DB3857}" type="slidenum">
              <a:rPr lang="fr-FR" smtClean="0"/>
              <a:pPr/>
              <a:t>‹N°›</a:t>
            </a:fld>
            <a:endParaRPr lang="fr-FR"/>
          </a:p>
        </p:txBody>
      </p:sp>
      <p:pic>
        <p:nvPicPr>
          <p:cNvPr id="8" name="Image 7">
            <a:extLst>
              <a:ext uri="{FF2B5EF4-FFF2-40B4-BE49-F238E27FC236}">
                <a16:creationId xmlns:a16="http://schemas.microsoft.com/office/drawing/2014/main" id="{7902B7BB-A8F7-BF4F-89F8-67F7C103BECA}"/>
              </a:ext>
            </a:extLst>
          </p:cNvPr>
          <p:cNvPicPr>
            <a:picLocks noChangeAspect="1"/>
          </p:cNvPicPr>
          <p:nvPr userDrawn="1"/>
        </p:nvPicPr>
        <p:blipFill>
          <a:blip r:embed="rId2"/>
          <a:stretch>
            <a:fillRect/>
          </a:stretch>
        </p:blipFill>
        <p:spPr>
          <a:xfrm>
            <a:off x="-37070" y="-33286"/>
            <a:ext cx="12229070" cy="6878851"/>
          </a:xfrm>
          <a:prstGeom prst="rect">
            <a:avLst/>
          </a:prstGeom>
        </p:spPr>
      </p:pic>
      <p:sp>
        <p:nvSpPr>
          <p:cNvPr id="9" name="Rectangle 8">
            <a:extLst>
              <a:ext uri="{FF2B5EF4-FFF2-40B4-BE49-F238E27FC236}">
                <a16:creationId xmlns:a16="http://schemas.microsoft.com/office/drawing/2014/main" id="{0779E735-C848-5F47-9B7E-4FD2E2486E74}"/>
              </a:ext>
            </a:extLst>
          </p:cNvPr>
          <p:cNvSpPr/>
          <p:nvPr userDrawn="1"/>
        </p:nvSpPr>
        <p:spPr>
          <a:xfrm>
            <a:off x="167641" y="144575"/>
            <a:ext cx="11841480" cy="65153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6" name="Image 5">
            <a:extLst>
              <a:ext uri="{FF2B5EF4-FFF2-40B4-BE49-F238E27FC236}">
                <a16:creationId xmlns:a16="http://schemas.microsoft.com/office/drawing/2014/main" id="{CC9342BD-242D-AD4A-9949-0BE18C98640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168897" y="5778680"/>
            <a:ext cx="1817136" cy="881201"/>
          </a:xfrm>
          <a:prstGeom prst="rect">
            <a:avLst/>
          </a:prstGeom>
        </p:spPr>
      </p:pic>
    </p:spTree>
    <p:extLst>
      <p:ext uri="{BB962C8B-B14F-4D97-AF65-F5344CB8AC3E}">
        <p14:creationId xmlns:p14="http://schemas.microsoft.com/office/powerpoint/2010/main" val="37495134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HOME PAGE 2">
    <p:spTree>
      <p:nvGrpSpPr>
        <p:cNvPr id="1" name=""/>
        <p:cNvGrpSpPr/>
        <p:nvPr/>
      </p:nvGrpSpPr>
      <p:grpSpPr>
        <a:xfrm>
          <a:off x="0" y="0"/>
          <a:ext cx="0" cy="0"/>
          <a:chOff x="0" y="0"/>
          <a:chExt cx="0" cy="0"/>
        </a:xfrm>
      </p:grpSpPr>
      <p:pic>
        <p:nvPicPr>
          <p:cNvPr id="7" name="Imag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0800000">
            <a:off x="0" y="-1"/>
            <a:ext cx="12192000" cy="6858000"/>
          </a:xfrm>
          <a:prstGeom prst="rect">
            <a:avLst/>
          </a:prstGeom>
        </p:spPr>
      </p:pic>
    </p:spTree>
    <p:extLst>
      <p:ext uri="{BB962C8B-B14F-4D97-AF65-F5344CB8AC3E}">
        <p14:creationId xmlns:p14="http://schemas.microsoft.com/office/powerpoint/2010/main" val="26657572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_HOME PAGE 3">
    <p:spTree>
      <p:nvGrpSpPr>
        <p:cNvPr id="1" name=""/>
        <p:cNvGrpSpPr/>
        <p:nvPr/>
      </p:nvGrpSpPr>
      <p:grpSpPr>
        <a:xfrm>
          <a:off x="0" y="0"/>
          <a:ext cx="0" cy="0"/>
          <a:chOff x="0" y="0"/>
          <a:chExt cx="0" cy="0"/>
        </a:xfrm>
      </p:grpSpPr>
      <p:pic>
        <p:nvPicPr>
          <p:cNvPr id="6" name="Imag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207521" cy="6858000"/>
          </a:xfrm>
          <a:prstGeom prst="rect">
            <a:avLst/>
          </a:prstGeom>
        </p:spPr>
      </p:pic>
    </p:spTree>
    <p:extLst>
      <p:ext uri="{BB962C8B-B14F-4D97-AF65-F5344CB8AC3E}">
        <p14:creationId xmlns:p14="http://schemas.microsoft.com/office/powerpoint/2010/main" val="29992152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1_HOME PAGE 4">
    <p:spTree>
      <p:nvGrpSpPr>
        <p:cNvPr id="1" name=""/>
        <p:cNvGrpSpPr/>
        <p:nvPr/>
      </p:nvGrpSpPr>
      <p:grpSpPr>
        <a:xfrm>
          <a:off x="0" y="0"/>
          <a:ext cx="0" cy="0"/>
          <a:chOff x="0" y="0"/>
          <a:chExt cx="0" cy="0"/>
        </a:xfrm>
      </p:grpSpPr>
      <p:pic>
        <p:nvPicPr>
          <p:cNvPr id="5" name="Imag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1191"/>
            <a:ext cx="12192000" cy="6860383"/>
          </a:xfrm>
          <a:prstGeom prst="rect">
            <a:avLst/>
          </a:prstGeom>
        </p:spPr>
      </p:pic>
    </p:spTree>
    <p:extLst>
      <p:ext uri="{BB962C8B-B14F-4D97-AF65-F5344CB8AC3E}">
        <p14:creationId xmlns:p14="http://schemas.microsoft.com/office/powerpoint/2010/main" val="162460413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1_HOME PAGE 6">
    <p:spTree>
      <p:nvGrpSpPr>
        <p:cNvPr id="1" name=""/>
        <p:cNvGrpSpPr/>
        <p:nvPr/>
      </p:nvGrpSpPr>
      <p:grpSpPr>
        <a:xfrm>
          <a:off x="0" y="0"/>
          <a:ext cx="0" cy="0"/>
          <a:chOff x="0" y="0"/>
          <a:chExt cx="0" cy="0"/>
        </a:xfrm>
      </p:grpSpPr>
      <p:sp>
        <p:nvSpPr>
          <p:cNvPr id="2" name="Espace réservé du numéro de diapositive 5">
            <a:extLst>
              <a:ext uri="{FF2B5EF4-FFF2-40B4-BE49-F238E27FC236}">
                <a16:creationId xmlns:a16="http://schemas.microsoft.com/office/drawing/2014/main" id="{26792D0C-5971-8047-9E6B-786E6DA14C87}"/>
              </a:ext>
            </a:extLst>
          </p:cNvPr>
          <p:cNvSpPr>
            <a:spLocks noGrp="1"/>
          </p:cNvSpPr>
          <p:nvPr>
            <p:ph type="sldNum" sz="quarter" idx="4"/>
          </p:nvPr>
        </p:nvSpPr>
        <p:spPr>
          <a:xfrm>
            <a:off x="8950817" y="6431192"/>
            <a:ext cx="2743200" cy="215443"/>
          </a:xfrm>
          <a:prstGeom prst="rect">
            <a:avLst/>
          </a:prstGeom>
        </p:spPr>
        <p:txBody>
          <a:bodyPr vert="horz" lIns="91440" tIns="45720" rIns="91440" bIns="45720" rtlCol="0" anchor="ctr"/>
          <a:lstStyle>
            <a:lvl1pPr algn="r">
              <a:defRPr sz="900">
                <a:solidFill>
                  <a:schemeClr val="tx1">
                    <a:tint val="75000"/>
                  </a:schemeClr>
                </a:solidFill>
                <a:latin typeface="Poppins" pitchFamily="2" charset="77"/>
                <a:cs typeface="Poppins" pitchFamily="2" charset="77"/>
              </a:defRPr>
            </a:lvl1pPr>
          </a:lstStyle>
          <a:p>
            <a:fld id="{23FA129F-C477-6E48-9474-F45843DB3857}" type="slidenum">
              <a:rPr lang="fr-FR" smtClean="0"/>
              <a:pPr/>
              <a:t>‹N°›</a:t>
            </a:fld>
            <a:endParaRPr lang="fr-FR"/>
          </a:p>
        </p:txBody>
      </p:sp>
      <p:pic>
        <p:nvPicPr>
          <p:cNvPr id="8" name="Image 7">
            <a:extLst>
              <a:ext uri="{FF2B5EF4-FFF2-40B4-BE49-F238E27FC236}">
                <a16:creationId xmlns:a16="http://schemas.microsoft.com/office/drawing/2014/main" id="{7902B7BB-A8F7-BF4F-89F8-67F7C103BECA}"/>
              </a:ext>
            </a:extLst>
          </p:cNvPr>
          <p:cNvPicPr>
            <a:picLocks noChangeAspect="1"/>
          </p:cNvPicPr>
          <p:nvPr userDrawn="1"/>
        </p:nvPicPr>
        <p:blipFill>
          <a:blip r:embed="rId2"/>
          <a:stretch>
            <a:fillRect/>
          </a:stretch>
        </p:blipFill>
        <p:spPr>
          <a:xfrm>
            <a:off x="-37070" y="-33286"/>
            <a:ext cx="12229070" cy="6878851"/>
          </a:xfrm>
          <a:prstGeom prst="rect">
            <a:avLst/>
          </a:prstGeom>
        </p:spPr>
      </p:pic>
      <p:sp>
        <p:nvSpPr>
          <p:cNvPr id="9" name="Rectangle 8">
            <a:extLst>
              <a:ext uri="{FF2B5EF4-FFF2-40B4-BE49-F238E27FC236}">
                <a16:creationId xmlns:a16="http://schemas.microsoft.com/office/drawing/2014/main" id="{0779E735-C848-5F47-9B7E-4FD2E2486E74}"/>
              </a:ext>
            </a:extLst>
          </p:cNvPr>
          <p:cNvSpPr/>
          <p:nvPr userDrawn="1"/>
        </p:nvSpPr>
        <p:spPr>
          <a:xfrm>
            <a:off x="167641" y="144575"/>
            <a:ext cx="11841480" cy="65153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6" name="Image 5">
            <a:extLst>
              <a:ext uri="{FF2B5EF4-FFF2-40B4-BE49-F238E27FC236}">
                <a16:creationId xmlns:a16="http://schemas.microsoft.com/office/drawing/2014/main" id="{6949556B-8E3B-FC42-8ECC-3A7A0750728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168897" y="5778680"/>
            <a:ext cx="1817136" cy="881201"/>
          </a:xfrm>
          <a:prstGeom prst="rect">
            <a:avLst/>
          </a:prstGeom>
        </p:spPr>
      </p:pic>
    </p:spTree>
    <p:extLst>
      <p:ext uri="{BB962C8B-B14F-4D97-AF65-F5344CB8AC3E}">
        <p14:creationId xmlns:p14="http://schemas.microsoft.com/office/powerpoint/2010/main" val="337352363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0_HOME PAGE 7">
    <p:spTree>
      <p:nvGrpSpPr>
        <p:cNvPr id="1" name=""/>
        <p:cNvGrpSpPr/>
        <p:nvPr/>
      </p:nvGrpSpPr>
      <p:grpSpPr>
        <a:xfrm>
          <a:off x="0" y="0"/>
          <a:ext cx="0" cy="0"/>
          <a:chOff x="0" y="0"/>
          <a:chExt cx="0" cy="0"/>
        </a:xfrm>
      </p:grpSpPr>
      <p:sp>
        <p:nvSpPr>
          <p:cNvPr id="2" name="Espace réservé du numéro de diapositive 5">
            <a:extLst>
              <a:ext uri="{FF2B5EF4-FFF2-40B4-BE49-F238E27FC236}">
                <a16:creationId xmlns:a16="http://schemas.microsoft.com/office/drawing/2014/main" id="{26792D0C-5971-8047-9E6B-786E6DA14C87}"/>
              </a:ext>
            </a:extLst>
          </p:cNvPr>
          <p:cNvSpPr>
            <a:spLocks noGrp="1"/>
          </p:cNvSpPr>
          <p:nvPr>
            <p:ph type="sldNum" sz="quarter" idx="4"/>
          </p:nvPr>
        </p:nvSpPr>
        <p:spPr>
          <a:xfrm>
            <a:off x="8950817" y="6431192"/>
            <a:ext cx="2743200" cy="215443"/>
          </a:xfrm>
          <a:prstGeom prst="rect">
            <a:avLst/>
          </a:prstGeom>
        </p:spPr>
        <p:txBody>
          <a:bodyPr vert="horz" lIns="91440" tIns="45720" rIns="91440" bIns="45720" rtlCol="0" anchor="ctr"/>
          <a:lstStyle>
            <a:lvl1pPr algn="r">
              <a:defRPr sz="900">
                <a:solidFill>
                  <a:schemeClr val="tx1">
                    <a:tint val="75000"/>
                  </a:schemeClr>
                </a:solidFill>
                <a:latin typeface="Poppins" pitchFamily="2" charset="77"/>
                <a:cs typeface="Poppins" pitchFamily="2" charset="77"/>
              </a:defRPr>
            </a:lvl1pPr>
          </a:lstStyle>
          <a:p>
            <a:fld id="{23FA129F-C477-6E48-9474-F45843DB3857}" type="slidenum">
              <a:rPr lang="fr-FR" smtClean="0"/>
              <a:pPr/>
              <a:t>‹N°›</a:t>
            </a:fld>
            <a:endParaRPr lang="fr-FR"/>
          </a:p>
        </p:txBody>
      </p:sp>
      <p:pic>
        <p:nvPicPr>
          <p:cNvPr id="7" name="Imag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0779E735-C848-5F47-9B7E-4FD2E2486E74}"/>
              </a:ext>
            </a:extLst>
          </p:cNvPr>
          <p:cNvSpPr/>
          <p:nvPr userDrawn="1"/>
        </p:nvSpPr>
        <p:spPr>
          <a:xfrm>
            <a:off x="167641" y="144575"/>
            <a:ext cx="11841480" cy="65153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9" name="Image 8">
            <a:extLst>
              <a:ext uri="{FF2B5EF4-FFF2-40B4-BE49-F238E27FC236}">
                <a16:creationId xmlns:a16="http://schemas.microsoft.com/office/drawing/2014/main" id="{5372A877-47E3-D449-853F-90123589896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04009" y="5910402"/>
            <a:ext cx="1583980" cy="768135"/>
          </a:xfrm>
          <a:prstGeom prst="rect">
            <a:avLst/>
          </a:prstGeom>
        </p:spPr>
      </p:pic>
    </p:spTree>
    <p:extLst>
      <p:ext uri="{BB962C8B-B14F-4D97-AF65-F5344CB8AC3E}">
        <p14:creationId xmlns:p14="http://schemas.microsoft.com/office/powerpoint/2010/main" val="355786966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01- Titre, ss-titre, et contenu">
    <p:spTree>
      <p:nvGrpSpPr>
        <p:cNvPr id="1" name=""/>
        <p:cNvGrpSpPr/>
        <p:nvPr/>
      </p:nvGrpSpPr>
      <p:grpSpPr>
        <a:xfrm>
          <a:off x="0" y="0"/>
          <a:ext cx="0" cy="0"/>
          <a:chOff x="0" y="0"/>
          <a:chExt cx="0" cy="0"/>
        </a:xfrm>
      </p:grpSpPr>
      <p:sp>
        <p:nvSpPr>
          <p:cNvPr id="5" name="Espace réservé du contenu 4"/>
          <p:cNvSpPr>
            <a:spLocks noGrp="1"/>
          </p:cNvSpPr>
          <p:nvPr>
            <p:ph sz="quarter" idx="16" hasCustomPrompt="1"/>
          </p:nvPr>
        </p:nvSpPr>
        <p:spPr>
          <a:xfrm>
            <a:off x="342900" y="1518558"/>
            <a:ext cx="11428686" cy="4649789"/>
          </a:xfrm>
          <a:prstGeom prst="rect">
            <a:avLst/>
          </a:prstGeom>
        </p:spPr>
        <p:txBody>
          <a:bodyPr/>
          <a:lstStyle>
            <a:lvl1pPr marL="0" indent="0">
              <a:buNone/>
              <a:defRPr sz="11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1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1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6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10"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37931" y="922713"/>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2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7"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337932" y="564022"/>
            <a:ext cx="11433654"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
        <p:nvSpPr>
          <p:cNvPr id="8" name="Espace réservé du pied de page 1">
            <a:extLst>
              <a:ext uri="{FF2B5EF4-FFF2-40B4-BE49-F238E27FC236}">
                <a16:creationId xmlns:a16="http://schemas.microsoft.com/office/drawing/2014/main" id="{0D5616C1-334D-49F8-AE31-292BDF57B69F}"/>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43377485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03- Titre et contenu">
    <p:spTree>
      <p:nvGrpSpPr>
        <p:cNvPr id="1" name=""/>
        <p:cNvGrpSpPr/>
        <p:nvPr/>
      </p:nvGrpSpPr>
      <p:grpSpPr>
        <a:xfrm>
          <a:off x="0" y="0"/>
          <a:ext cx="0" cy="0"/>
          <a:chOff x="0" y="0"/>
          <a:chExt cx="0" cy="0"/>
        </a:xfrm>
      </p:grpSpPr>
      <p:sp>
        <p:nvSpPr>
          <p:cNvPr id="14" name="Espace réservé du contenu 4">
            <a:extLst>
              <a:ext uri="{FF2B5EF4-FFF2-40B4-BE49-F238E27FC236}">
                <a16:creationId xmlns:a16="http://schemas.microsoft.com/office/drawing/2014/main" id="{A7C77CF3-659B-45A2-B05C-892056073484}"/>
              </a:ext>
            </a:extLst>
          </p:cNvPr>
          <p:cNvSpPr>
            <a:spLocks noGrp="1"/>
          </p:cNvSpPr>
          <p:nvPr>
            <p:ph sz="quarter" idx="16" hasCustomPrompt="1"/>
          </p:nvPr>
        </p:nvSpPr>
        <p:spPr>
          <a:xfrm>
            <a:off x="342900" y="1435713"/>
            <a:ext cx="11428686" cy="4649505"/>
          </a:xfrm>
          <a:prstGeom prst="rect">
            <a:avLst/>
          </a:prstGeom>
        </p:spPr>
        <p:txBody>
          <a:bodyPr/>
          <a:lstStyle>
            <a:lvl1pPr marL="0" indent="0">
              <a:buNone/>
              <a:defRPr sz="11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1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1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4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4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5" name="Espace réservé du pied de page 1">
            <a:extLst>
              <a:ext uri="{FF2B5EF4-FFF2-40B4-BE49-F238E27FC236}">
                <a16:creationId xmlns:a16="http://schemas.microsoft.com/office/drawing/2014/main" id="{EC5ECFF2-9AE6-9545-A3E0-941A7A5ADCCD}"/>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0" name="Espace réservé du texte 6">
            <a:extLst>
              <a:ext uri="{FF2B5EF4-FFF2-40B4-BE49-F238E27FC236}">
                <a16:creationId xmlns:a16="http://schemas.microsoft.com/office/drawing/2014/main" id="{11FA3CD6-E3F0-CF4B-A6FA-8168C505BBAF}"/>
              </a:ext>
            </a:extLst>
          </p:cNvPr>
          <p:cNvSpPr>
            <a:spLocks noGrp="1"/>
          </p:cNvSpPr>
          <p:nvPr>
            <p:ph type="body" sz="quarter" idx="10" hasCustomPrompt="1"/>
          </p:nvPr>
        </p:nvSpPr>
        <p:spPr>
          <a:xfrm>
            <a:off x="337932" y="564022"/>
            <a:ext cx="11414125"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8290163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05- Titre, deux ss-titre, et contenu">
    <p:spTree>
      <p:nvGrpSpPr>
        <p:cNvPr id="1" name=""/>
        <p:cNvGrpSpPr/>
        <p:nvPr/>
      </p:nvGrpSpPr>
      <p:grpSpPr>
        <a:xfrm>
          <a:off x="0" y="0"/>
          <a:ext cx="0" cy="0"/>
          <a:chOff x="0" y="0"/>
          <a:chExt cx="0" cy="0"/>
        </a:xfrm>
      </p:grpSpPr>
      <p:sp>
        <p:nvSpPr>
          <p:cNvPr id="5" name="Espace réservé du contenu 4"/>
          <p:cNvSpPr>
            <a:spLocks noGrp="1"/>
          </p:cNvSpPr>
          <p:nvPr>
            <p:ph sz="quarter" idx="16"/>
          </p:nvPr>
        </p:nvSpPr>
        <p:spPr>
          <a:xfrm>
            <a:off x="342900" y="2371725"/>
            <a:ext cx="11408951" cy="3497263"/>
          </a:xfrm>
          <a:prstGeom prst="rect">
            <a:avLst/>
          </a:prstGeom>
        </p:spPr>
        <p:txBody>
          <a:bodyPr/>
          <a:lstStyle>
            <a:lvl1pPr marL="0" indent="0">
              <a:buNone/>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p:txBody>
      </p:sp>
      <p:sp>
        <p:nvSpPr>
          <p:cNvPr id="3" name="Espace réservé du texte 2"/>
          <p:cNvSpPr>
            <a:spLocks noGrp="1"/>
          </p:cNvSpPr>
          <p:nvPr>
            <p:ph type="body" sz="quarter" idx="31"/>
          </p:nvPr>
        </p:nvSpPr>
        <p:spPr>
          <a:xfrm>
            <a:off x="338138" y="1392732"/>
            <a:ext cx="11413919" cy="46672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8" name="Espace réservé du pied de page 1">
            <a:extLst>
              <a:ext uri="{FF2B5EF4-FFF2-40B4-BE49-F238E27FC236}">
                <a16:creationId xmlns:a16="http://schemas.microsoft.com/office/drawing/2014/main" id="{4C464621-0F8E-AA4B-B305-0B0912ACD203}"/>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5" name="Espace réservé du texte 4">
            <a:extLst>
              <a:ext uri="{FF2B5EF4-FFF2-40B4-BE49-F238E27FC236}">
                <a16:creationId xmlns:a16="http://schemas.microsoft.com/office/drawing/2014/main" id="{5EC23F5B-360B-0445-8FD1-24409BDEEBF4}"/>
              </a:ext>
            </a:extLst>
          </p:cNvPr>
          <p:cNvSpPr>
            <a:spLocks noGrp="1"/>
          </p:cNvSpPr>
          <p:nvPr>
            <p:ph type="body" sz="quarter" idx="35" hasCustomPrompt="1"/>
          </p:nvPr>
        </p:nvSpPr>
        <p:spPr>
          <a:xfrm>
            <a:off x="337931" y="922713"/>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2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6" name="Espace réservé du texte 6">
            <a:extLst>
              <a:ext uri="{FF2B5EF4-FFF2-40B4-BE49-F238E27FC236}">
                <a16:creationId xmlns:a16="http://schemas.microsoft.com/office/drawing/2014/main" id="{37CA94CC-E063-FD4B-9E73-7ADA95F5A08D}"/>
              </a:ext>
            </a:extLst>
          </p:cNvPr>
          <p:cNvSpPr>
            <a:spLocks noGrp="1"/>
          </p:cNvSpPr>
          <p:nvPr>
            <p:ph type="body" sz="quarter" idx="10" hasCustomPrompt="1"/>
          </p:nvPr>
        </p:nvSpPr>
        <p:spPr>
          <a:xfrm>
            <a:off x="337932" y="564022"/>
            <a:ext cx="11414125"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373267813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ASIC_4_Titre et contenu">
    <p:spTree>
      <p:nvGrpSpPr>
        <p:cNvPr id="1" name=""/>
        <p:cNvGrpSpPr/>
        <p:nvPr/>
      </p:nvGrpSpPr>
      <p:grpSpPr>
        <a:xfrm>
          <a:off x="0" y="0"/>
          <a:ext cx="0" cy="0"/>
          <a:chOff x="0" y="0"/>
          <a:chExt cx="0" cy="0"/>
        </a:xfrm>
      </p:grpSpPr>
      <p:sp>
        <p:nvSpPr>
          <p:cNvPr id="5" name="Espace réservé du contenu 4"/>
          <p:cNvSpPr>
            <a:spLocks noGrp="1"/>
          </p:cNvSpPr>
          <p:nvPr>
            <p:ph sz="quarter" idx="16" hasCustomPrompt="1"/>
          </p:nvPr>
        </p:nvSpPr>
        <p:spPr>
          <a:xfrm>
            <a:off x="342900" y="1271016"/>
            <a:ext cx="11382375" cy="4874197"/>
          </a:xfrm>
          <a:prstGeom prst="rect">
            <a:avLst/>
          </a:prstGeom>
        </p:spPr>
        <p:txBody>
          <a:bodyPr/>
          <a:lstStyle>
            <a:lvl1pPr marL="0" indent="0">
              <a:buNone/>
              <a:defRPr sz="1400"/>
            </a:lvl1pPr>
            <a:lvl2pPr marL="685800" indent="-228600">
              <a:buFont typeface="Arial" panose="020B0604020202020204" pitchFamily="34" charset="0"/>
              <a:buChar char="•"/>
              <a:defRPr sz="1400"/>
            </a:lvl2pPr>
            <a:lvl3pPr marL="1143000" indent="-228600">
              <a:buFont typeface="Arial" panose="020B0604020202020204" pitchFamily="34" charset="0"/>
              <a:buChar char="–"/>
              <a:defRPr sz="14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Premier niveau</a:t>
            </a:r>
          </a:p>
          <a:p>
            <a:pPr lvl="1"/>
            <a:r>
              <a:rPr lang="fr-FR"/>
              <a:t>Deuxième niveau</a:t>
            </a:r>
          </a:p>
          <a:p>
            <a:pPr lvl="2"/>
            <a:r>
              <a:rPr lang="fr-FR"/>
              <a:t>Troisième niveau</a:t>
            </a:r>
          </a:p>
        </p:txBody>
      </p:sp>
      <p:sp>
        <p:nvSpPr>
          <p:cNvPr id="4" name="Espace réservé du pied de page 1">
            <a:extLst>
              <a:ext uri="{FF2B5EF4-FFF2-40B4-BE49-F238E27FC236}">
                <a16:creationId xmlns:a16="http://schemas.microsoft.com/office/drawing/2014/main" id="{AE302D85-9014-374A-87F5-F3519E3E0C56}"/>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02626918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ASIC_Texte à doite image à gauche">
    <p:spTree>
      <p:nvGrpSpPr>
        <p:cNvPr id="1" name=""/>
        <p:cNvGrpSpPr/>
        <p:nvPr/>
      </p:nvGrpSpPr>
      <p:grpSpPr>
        <a:xfrm>
          <a:off x="0" y="0"/>
          <a:ext cx="0" cy="0"/>
          <a:chOff x="0" y="0"/>
          <a:chExt cx="0" cy="0"/>
        </a:xfrm>
      </p:grpSpPr>
      <p:sp>
        <p:nvSpPr>
          <p:cNvPr id="8" name="Espace réservé pour une image  9"/>
          <p:cNvSpPr>
            <a:spLocks noGrp="1"/>
          </p:cNvSpPr>
          <p:nvPr>
            <p:ph type="pic" sz="quarter" idx="14"/>
          </p:nvPr>
        </p:nvSpPr>
        <p:spPr>
          <a:xfrm>
            <a:off x="0" y="1"/>
            <a:ext cx="4254500" cy="6857999"/>
          </a:xfrm>
          <a:prstGeom prst="rect">
            <a:avLst/>
          </a:prstGeom>
        </p:spPr>
        <p:txBody>
          <a:bodyPr>
            <a:normAutofit/>
          </a:bodyPr>
          <a:lstStyle>
            <a:lvl1pPr marL="0" indent="0">
              <a:buNone/>
              <a:defRPr sz="1200" baseline="0"/>
            </a:lvl1pPr>
          </a:lstStyle>
          <a:p>
            <a:r>
              <a:rPr lang="fr-FR"/>
              <a:t>Cliquez sur l'icône pour ajouter une image</a:t>
            </a:r>
          </a:p>
        </p:txBody>
      </p:sp>
      <p:sp>
        <p:nvSpPr>
          <p:cNvPr id="11" name="Espace réservé du contenu 4"/>
          <p:cNvSpPr>
            <a:spLocks noGrp="1"/>
          </p:cNvSpPr>
          <p:nvPr>
            <p:ph sz="quarter" idx="16"/>
          </p:nvPr>
        </p:nvSpPr>
        <p:spPr>
          <a:xfrm>
            <a:off x="4669124" y="1600201"/>
            <a:ext cx="7095064" cy="4249738"/>
          </a:xfrm>
          <a:prstGeom prst="rect">
            <a:avLst/>
          </a:prstGeom>
        </p:spPr>
        <p:txBody>
          <a:bodyPr/>
          <a:lstStyle>
            <a:lvl1pPr>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6" name="Espace réservé du texte 6"/>
          <p:cNvSpPr>
            <a:spLocks noGrp="1"/>
          </p:cNvSpPr>
          <p:nvPr>
            <p:ph type="body" sz="quarter" idx="10" hasCustomPrompt="1"/>
          </p:nvPr>
        </p:nvSpPr>
        <p:spPr>
          <a:xfrm>
            <a:off x="4661726" y="590550"/>
            <a:ext cx="7109860" cy="645000"/>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cap="all" spc="-150"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a:t>
            </a:r>
          </a:p>
        </p:txBody>
      </p:sp>
    </p:spTree>
    <p:extLst>
      <p:ext uri="{BB962C8B-B14F-4D97-AF65-F5344CB8AC3E}">
        <p14:creationId xmlns:p14="http://schemas.microsoft.com/office/powerpoint/2010/main" val="54109114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ASIC_Texte à gauche image à droite">
    <p:spTree>
      <p:nvGrpSpPr>
        <p:cNvPr id="1" name=""/>
        <p:cNvGrpSpPr/>
        <p:nvPr/>
      </p:nvGrpSpPr>
      <p:grpSpPr>
        <a:xfrm>
          <a:off x="0" y="0"/>
          <a:ext cx="0" cy="0"/>
          <a:chOff x="0" y="0"/>
          <a:chExt cx="0" cy="0"/>
        </a:xfrm>
      </p:grpSpPr>
      <p:sp>
        <p:nvSpPr>
          <p:cNvPr id="8" name="Espace réservé pour une image  9"/>
          <p:cNvSpPr>
            <a:spLocks noGrp="1"/>
          </p:cNvSpPr>
          <p:nvPr>
            <p:ph type="pic" sz="quarter" idx="14"/>
          </p:nvPr>
        </p:nvSpPr>
        <p:spPr>
          <a:xfrm>
            <a:off x="7937500" y="0"/>
            <a:ext cx="4254500" cy="6857999"/>
          </a:xfrm>
          <a:prstGeom prst="rect">
            <a:avLst/>
          </a:prstGeom>
        </p:spPr>
        <p:txBody>
          <a:bodyPr>
            <a:normAutofit/>
          </a:bodyPr>
          <a:lstStyle>
            <a:lvl1pPr marL="0" indent="0">
              <a:buNone/>
              <a:defRPr sz="1200" baseline="0"/>
            </a:lvl1pPr>
          </a:lstStyle>
          <a:p>
            <a:r>
              <a:rPr lang="fr-FR"/>
              <a:t>Cliquez sur l'icône pour ajouter une image</a:t>
            </a:r>
          </a:p>
        </p:txBody>
      </p:sp>
      <p:sp>
        <p:nvSpPr>
          <p:cNvPr id="13" name="Espace réservé du contenu 4">
            <a:extLst>
              <a:ext uri="{FF2B5EF4-FFF2-40B4-BE49-F238E27FC236}">
                <a16:creationId xmlns:a16="http://schemas.microsoft.com/office/drawing/2014/main" id="{DC07E09A-0AF2-44A0-9642-C5355482FB30}"/>
              </a:ext>
            </a:extLst>
          </p:cNvPr>
          <p:cNvSpPr>
            <a:spLocks noGrp="1"/>
          </p:cNvSpPr>
          <p:nvPr>
            <p:ph sz="quarter" idx="30"/>
          </p:nvPr>
        </p:nvSpPr>
        <p:spPr>
          <a:xfrm>
            <a:off x="356426" y="2027301"/>
            <a:ext cx="7102462" cy="3822637"/>
          </a:xfrm>
          <a:prstGeom prst="rect">
            <a:avLst/>
          </a:prstGeom>
        </p:spPr>
        <p:txBody>
          <a:bodyPr/>
          <a:lstStyle>
            <a:lvl1pPr>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u pied de page 1">
            <a:extLst>
              <a:ext uri="{FF2B5EF4-FFF2-40B4-BE49-F238E27FC236}">
                <a16:creationId xmlns:a16="http://schemas.microsoft.com/office/drawing/2014/main" id="{2759849E-2A68-4344-9624-DE1E0F595EB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5" name="Espace réservé du texte 4">
            <a:extLst>
              <a:ext uri="{FF2B5EF4-FFF2-40B4-BE49-F238E27FC236}">
                <a16:creationId xmlns:a16="http://schemas.microsoft.com/office/drawing/2014/main" id="{075BC0B9-4FA8-FB44-B8BC-A09342AA6161}"/>
              </a:ext>
            </a:extLst>
          </p:cNvPr>
          <p:cNvSpPr>
            <a:spLocks noGrp="1"/>
          </p:cNvSpPr>
          <p:nvPr>
            <p:ph type="body" sz="quarter" idx="35" hasCustomPrompt="1"/>
          </p:nvPr>
        </p:nvSpPr>
        <p:spPr>
          <a:xfrm>
            <a:off x="337931" y="922713"/>
            <a:ext cx="7133140"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2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6" name="Espace réservé du texte 6">
            <a:extLst>
              <a:ext uri="{FF2B5EF4-FFF2-40B4-BE49-F238E27FC236}">
                <a16:creationId xmlns:a16="http://schemas.microsoft.com/office/drawing/2014/main" id="{8CCB9942-0E9E-4244-B66E-EDAFF6665972}"/>
              </a:ext>
            </a:extLst>
          </p:cNvPr>
          <p:cNvSpPr>
            <a:spLocks noGrp="1"/>
          </p:cNvSpPr>
          <p:nvPr>
            <p:ph type="body" sz="quarter" idx="10" hasCustomPrompt="1"/>
          </p:nvPr>
        </p:nvSpPr>
        <p:spPr>
          <a:xfrm>
            <a:off x="337933" y="564022"/>
            <a:ext cx="7133138"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343418101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ASIC_Deux contenus">
    <p:spTree>
      <p:nvGrpSpPr>
        <p:cNvPr id="1" name=""/>
        <p:cNvGrpSpPr/>
        <p:nvPr/>
      </p:nvGrpSpPr>
      <p:grpSpPr>
        <a:xfrm>
          <a:off x="0" y="0"/>
          <a:ext cx="0" cy="0"/>
          <a:chOff x="0" y="0"/>
          <a:chExt cx="0" cy="0"/>
        </a:xfrm>
      </p:grpSpPr>
      <p:sp>
        <p:nvSpPr>
          <p:cNvPr id="5" name="Espace réservé du contenu 4"/>
          <p:cNvSpPr>
            <a:spLocks noGrp="1"/>
          </p:cNvSpPr>
          <p:nvPr>
            <p:ph sz="quarter" idx="16"/>
          </p:nvPr>
        </p:nvSpPr>
        <p:spPr>
          <a:xfrm>
            <a:off x="337931" y="2082546"/>
            <a:ext cx="5397851" cy="3743666"/>
          </a:xfrm>
          <a:prstGeom prst="rect">
            <a:avLst/>
          </a:prstGeom>
        </p:spPr>
        <p:txBody>
          <a:bodyPr/>
          <a:lstStyle>
            <a:lvl1pPr>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contenu 4"/>
          <p:cNvSpPr>
            <a:spLocks noGrp="1"/>
          </p:cNvSpPr>
          <p:nvPr>
            <p:ph sz="quarter" idx="32"/>
          </p:nvPr>
        </p:nvSpPr>
        <p:spPr>
          <a:xfrm>
            <a:off x="6450676" y="2073021"/>
            <a:ext cx="5301176" cy="3743666"/>
          </a:xfrm>
          <a:prstGeom prst="rect">
            <a:avLst/>
          </a:prstGeom>
        </p:spPr>
        <p:txBody>
          <a:bodyPr/>
          <a:lstStyle>
            <a:lvl1pPr>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pied de page 1">
            <a:extLst>
              <a:ext uri="{FF2B5EF4-FFF2-40B4-BE49-F238E27FC236}">
                <a16:creationId xmlns:a16="http://schemas.microsoft.com/office/drawing/2014/main" id="{B44B20E5-2211-1848-8A7E-24B47BDD275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4" name="Espace réservé du texte 4">
            <a:extLst>
              <a:ext uri="{FF2B5EF4-FFF2-40B4-BE49-F238E27FC236}">
                <a16:creationId xmlns:a16="http://schemas.microsoft.com/office/drawing/2014/main" id="{8EE73BBD-C21A-6042-B3F6-F5C3CF7A471F}"/>
              </a:ext>
            </a:extLst>
          </p:cNvPr>
          <p:cNvSpPr>
            <a:spLocks noGrp="1"/>
          </p:cNvSpPr>
          <p:nvPr>
            <p:ph type="body" sz="quarter" idx="35" hasCustomPrompt="1"/>
          </p:nvPr>
        </p:nvSpPr>
        <p:spPr>
          <a:xfrm>
            <a:off x="337930" y="922713"/>
            <a:ext cx="11433450"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2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5" name="Espace réservé du texte 6">
            <a:extLst>
              <a:ext uri="{FF2B5EF4-FFF2-40B4-BE49-F238E27FC236}">
                <a16:creationId xmlns:a16="http://schemas.microsoft.com/office/drawing/2014/main" id="{5DF880D7-4DB7-3340-B57C-5B9B064C4558}"/>
              </a:ext>
            </a:extLst>
          </p:cNvPr>
          <p:cNvSpPr>
            <a:spLocks noGrp="1"/>
          </p:cNvSpPr>
          <p:nvPr>
            <p:ph type="body" sz="quarter" idx="10" hasCustomPrompt="1"/>
          </p:nvPr>
        </p:nvSpPr>
        <p:spPr>
          <a:xfrm>
            <a:off x="337932" y="564022"/>
            <a:ext cx="11413920"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375478080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ASIC_1_Deux contenus">
    <p:spTree>
      <p:nvGrpSpPr>
        <p:cNvPr id="1" name=""/>
        <p:cNvGrpSpPr/>
        <p:nvPr/>
      </p:nvGrpSpPr>
      <p:grpSpPr>
        <a:xfrm>
          <a:off x="0" y="0"/>
          <a:ext cx="0" cy="0"/>
          <a:chOff x="0" y="0"/>
          <a:chExt cx="0" cy="0"/>
        </a:xfrm>
      </p:grpSpPr>
      <p:sp>
        <p:nvSpPr>
          <p:cNvPr id="5" name="Espace réservé du contenu 4"/>
          <p:cNvSpPr>
            <a:spLocks noGrp="1"/>
          </p:cNvSpPr>
          <p:nvPr>
            <p:ph sz="quarter" idx="16"/>
          </p:nvPr>
        </p:nvSpPr>
        <p:spPr>
          <a:xfrm>
            <a:off x="357102" y="2087118"/>
            <a:ext cx="5359630" cy="3624794"/>
          </a:xfrm>
          <a:prstGeom prst="rect">
            <a:avLst/>
          </a:prstGeom>
        </p:spPr>
        <p:txBody>
          <a:bodyPr/>
          <a:lstStyle>
            <a:lvl1pPr>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Espace réservé du texte 4"/>
          <p:cNvSpPr>
            <a:spLocks noGrp="1"/>
          </p:cNvSpPr>
          <p:nvPr>
            <p:ph type="body" sz="quarter" idx="27" hasCustomPrompt="1"/>
          </p:nvPr>
        </p:nvSpPr>
        <p:spPr>
          <a:xfrm>
            <a:off x="357102" y="1832822"/>
            <a:ext cx="5359630" cy="25209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9" name="Espace réservé du contenu 4">
            <a:extLst>
              <a:ext uri="{FF2B5EF4-FFF2-40B4-BE49-F238E27FC236}">
                <a16:creationId xmlns:a16="http://schemas.microsoft.com/office/drawing/2014/main" id="{14DE9AAF-FA11-4AEB-AAB9-B68962F49AE8}"/>
              </a:ext>
            </a:extLst>
          </p:cNvPr>
          <p:cNvSpPr>
            <a:spLocks noGrp="1"/>
          </p:cNvSpPr>
          <p:nvPr>
            <p:ph sz="quarter" idx="35"/>
          </p:nvPr>
        </p:nvSpPr>
        <p:spPr>
          <a:xfrm>
            <a:off x="6392427" y="2087118"/>
            <a:ext cx="5359630" cy="3624794"/>
          </a:xfrm>
          <a:prstGeom prst="rect">
            <a:avLst/>
          </a:prstGeom>
        </p:spPr>
        <p:txBody>
          <a:bodyPr/>
          <a:lstStyle>
            <a:lvl1pPr>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4">
            <a:extLst>
              <a:ext uri="{FF2B5EF4-FFF2-40B4-BE49-F238E27FC236}">
                <a16:creationId xmlns:a16="http://schemas.microsoft.com/office/drawing/2014/main" id="{8B0D2CB7-D933-460B-AF3F-4EBBB27B1404}"/>
              </a:ext>
            </a:extLst>
          </p:cNvPr>
          <p:cNvSpPr>
            <a:spLocks noGrp="1"/>
          </p:cNvSpPr>
          <p:nvPr>
            <p:ph type="body" sz="quarter" idx="36" hasCustomPrompt="1"/>
          </p:nvPr>
        </p:nvSpPr>
        <p:spPr>
          <a:xfrm>
            <a:off x="6392427" y="1832822"/>
            <a:ext cx="5359630" cy="25209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8" name="Espace réservé du pied de page 1">
            <a:extLst>
              <a:ext uri="{FF2B5EF4-FFF2-40B4-BE49-F238E27FC236}">
                <a16:creationId xmlns:a16="http://schemas.microsoft.com/office/drawing/2014/main" id="{DCFCFCF4-DEC3-9146-AA24-B52DB2D0E11F}"/>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2" name="Espace réservé du texte 6">
            <a:extLst>
              <a:ext uri="{FF2B5EF4-FFF2-40B4-BE49-F238E27FC236}">
                <a16:creationId xmlns:a16="http://schemas.microsoft.com/office/drawing/2014/main" id="{E4289EF2-4C63-A641-B1C1-0B2DD03488E9}"/>
              </a:ext>
            </a:extLst>
          </p:cNvPr>
          <p:cNvSpPr>
            <a:spLocks noGrp="1"/>
          </p:cNvSpPr>
          <p:nvPr>
            <p:ph type="body" sz="quarter" idx="10" hasCustomPrompt="1"/>
          </p:nvPr>
        </p:nvSpPr>
        <p:spPr>
          <a:xfrm>
            <a:off x="337932" y="564022"/>
            <a:ext cx="11413920"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21878197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ASIC_Contenu et légende">
    <p:spTree>
      <p:nvGrpSpPr>
        <p:cNvPr id="1" name=""/>
        <p:cNvGrpSpPr/>
        <p:nvPr/>
      </p:nvGrpSpPr>
      <p:grpSpPr>
        <a:xfrm>
          <a:off x="0" y="0"/>
          <a:ext cx="0" cy="0"/>
          <a:chOff x="0" y="0"/>
          <a:chExt cx="0" cy="0"/>
        </a:xfrm>
      </p:grpSpPr>
      <p:sp>
        <p:nvSpPr>
          <p:cNvPr id="10" name="Espace réservé du contenu 4"/>
          <p:cNvSpPr>
            <a:spLocks noGrp="1"/>
          </p:cNvSpPr>
          <p:nvPr>
            <p:ph sz="quarter" idx="32"/>
          </p:nvPr>
        </p:nvSpPr>
        <p:spPr>
          <a:xfrm>
            <a:off x="7847215" y="1529542"/>
            <a:ext cx="4023329" cy="4582420"/>
          </a:xfrm>
          <a:prstGeom prst="rect">
            <a:avLst/>
          </a:prstGeom>
        </p:spPr>
        <p:txBody>
          <a:bodyPr/>
          <a:lstStyle>
            <a:lvl1pPr>
              <a:defRPr sz="1100"/>
            </a:lvl1pPr>
            <a:lvl2pPr>
              <a:defRPr sz="1100"/>
            </a:lvl2pPr>
            <a:lvl3pPr>
              <a:defRPr sz="1100"/>
            </a:lvl3pPr>
            <a:lvl4pPr>
              <a:defRPr sz="1100"/>
            </a:lvl4pPr>
            <a:lvl5pPr>
              <a:defRPr sz="1100"/>
            </a:lvl5pPr>
          </a:lstStyle>
          <a:p>
            <a:pPr lvl="0"/>
            <a:r>
              <a:rPr lang="fr-FR"/>
              <a:t>Modifier les styles du texte du masque</a:t>
            </a:r>
          </a:p>
        </p:txBody>
      </p:sp>
      <p:sp>
        <p:nvSpPr>
          <p:cNvPr id="3" name="Espace réservé du texte 2"/>
          <p:cNvSpPr>
            <a:spLocks noGrp="1"/>
          </p:cNvSpPr>
          <p:nvPr>
            <p:ph type="body" sz="quarter" idx="33"/>
          </p:nvPr>
        </p:nvSpPr>
        <p:spPr>
          <a:xfrm>
            <a:off x="338139" y="1888617"/>
            <a:ext cx="6864350" cy="3977639"/>
          </a:xfrm>
          <a:prstGeom prst="rect">
            <a:avLst/>
          </a:prstGeom>
        </p:spPr>
        <p:txBody>
          <a:bodyPr/>
          <a:lstStyle>
            <a:lvl1pPr marL="0" indent="0">
              <a:buNone/>
              <a:defRPr sz="1100"/>
            </a:lvl1pPr>
            <a:lvl2pPr>
              <a:defRPr sz="1100"/>
            </a:lvl2pPr>
            <a:lvl3pPr>
              <a:defRPr sz="1100"/>
            </a:lvl3pPr>
            <a:lvl4pPr>
              <a:defRPr sz="1100"/>
            </a:lvl4pPr>
            <a:lvl5pPr>
              <a:defRPr sz="1100"/>
            </a:lvl5pPr>
          </a:lstStyle>
          <a:p>
            <a:pPr lvl="0"/>
            <a:r>
              <a:rPr lang="fr-FR"/>
              <a:t>Modifier les styles du texte du masque</a:t>
            </a:r>
          </a:p>
        </p:txBody>
      </p:sp>
      <p:sp>
        <p:nvSpPr>
          <p:cNvPr id="6" name="Espace réservé du pied de page 1">
            <a:extLst>
              <a:ext uri="{FF2B5EF4-FFF2-40B4-BE49-F238E27FC236}">
                <a16:creationId xmlns:a16="http://schemas.microsoft.com/office/drawing/2014/main" id="{1F0AC395-BD05-CE4C-841F-06DC6D174DDB}"/>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1" name="Espace réservé du texte 6">
            <a:extLst>
              <a:ext uri="{FF2B5EF4-FFF2-40B4-BE49-F238E27FC236}">
                <a16:creationId xmlns:a16="http://schemas.microsoft.com/office/drawing/2014/main" id="{55ACE077-12E1-A648-B296-A84F07E7E9BA}"/>
              </a:ext>
            </a:extLst>
          </p:cNvPr>
          <p:cNvSpPr>
            <a:spLocks noGrp="1"/>
          </p:cNvSpPr>
          <p:nvPr>
            <p:ph type="body" sz="quarter" idx="10" hasCustomPrompt="1"/>
          </p:nvPr>
        </p:nvSpPr>
        <p:spPr>
          <a:xfrm>
            <a:off x="337932" y="564022"/>
            <a:ext cx="11413920"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291991670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ASIC_Vide charté">
    <p:spTree>
      <p:nvGrpSpPr>
        <p:cNvPr id="1" name=""/>
        <p:cNvGrpSpPr/>
        <p:nvPr/>
      </p:nvGrpSpPr>
      <p:grpSpPr>
        <a:xfrm>
          <a:off x="0" y="0"/>
          <a:ext cx="0" cy="0"/>
          <a:chOff x="0" y="0"/>
          <a:chExt cx="0" cy="0"/>
        </a:xfrm>
      </p:grpSpPr>
      <p:sp>
        <p:nvSpPr>
          <p:cNvPr id="4" name="Espace réservé du pied de page 1">
            <a:extLst>
              <a:ext uri="{FF2B5EF4-FFF2-40B4-BE49-F238E27FC236}">
                <a16:creationId xmlns:a16="http://schemas.microsoft.com/office/drawing/2014/main" id="{8376E364-0882-8740-9AE3-9B375975E0FB}"/>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427140530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BASIC_Vide charté sans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03582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Full Empt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989213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3" name="Espace réservé du texte 6"/>
          <p:cNvSpPr>
            <a:spLocks noGrp="1"/>
          </p:cNvSpPr>
          <p:nvPr>
            <p:ph type="body" sz="quarter" idx="10" hasCustomPrompt="1"/>
          </p:nvPr>
        </p:nvSpPr>
        <p:spPr>
          <a:xfrm>
            <a:off x="2647759" y="1245349"/>
            <a:ext cx="3552969" cy="677044"/>
          </a:xfrm>
          <a:prstGeom prst="rect">
            <a:avLst/>
          </a:prstGeom>
        </p:spPr>
        <p:txBody>
          <a:bodyPr/>
          <a:lstStyle>
            <a:lvl1pPr marL="0" indent="0">
              <a:buNone/>
              <a:defRPr sz="2400" b="1" spc="-150" baseline="0">
                <a:latin typeface="+mj-lt"/>
              </a:defRPr>
            </a:lvl1pPr>
          </a:lstStyle>
          <a:p>
            <a:pPr lvl="0"/>
            <a:r>
              <a:rPr lang="fr-FR"/>
              <a:t>Sommaire</a:t>
            </a:r>
          </a:p>
        </p:txBody>
      </p:sp>
      <p:sp>
        <p:nvSpPr>
          <p:cNvPr id="6" name="Espace réservé pour une image  5"/>
          <p:cNvSpPr>
            <a:spLocks noGrp="1"/>
          </p:cNvSpPr>
          <p:nvPr>
            <p:ph type="pic" sz="quarter" idx="33"/>
          </p:nvPr>
        </p:nvSpPr>
        <p:spPr>
          <a:xfrm>
            <a:off x="0" y="0"/>
            <a:ext cx="2533557" cy="6858000"/>
          </a:xfrm>
          <a:prstGeom prst="rect">
            <a:avLst/>
          </a:prstGeom>
        </p:spPr>
        <p:txBody>
          <a:bodyPr/>
          <a:lstStyle>
            <a:lvl1pPr>
              <a:defRPr sz="1100"/>
            </a:lvl1pPr>
          </a:lstStyle>
          <a:p>
            <a:r>
              <a:rPr lang="fr-FR"/>
              <a:t>Cliquez sur l'icône pour ajouter une image</a:t>
            </a:r>
          </a:p>
        </p:txBody>
      </p:sp>
      <p:sp>
        <p:nvSpPr>
          <p:cNvPr id="7" name="Rectangle 6"/>
          <p:cNvSpPr/>
          <p:nvPr userDrawn="1"/>
        </p:nvSpPr>
        <p:spPr>
          <a:xfrm>
            <a:off x="2771631" y="970107"/>
            <a:ext cx="1133475" cy="776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 name="Espace réservé du texte 8"/>
          <p:cNvSpPr>
            <a:spLocks noGrp="1"/>
          </p:cNvSpPr>
          <p:nvPr>
            <p:ph type="body" sz="quarter" idx="34" hasCustomPrompt="1"/>
          </p:nvPr>
        </p:nvSpPr>
        <p:spPr>
          <a:xfrm>
            <a:off x="3781425" y="2190750"/>
            <a:ext cx="5238750" cy="3810000"/>
          </a:xfrm>
          <a:prstGeom prst="rect">
            <a:avLst/>
          </a:prstGeom>
        </p:spPr>
        <p:txBody>
          <a:bodyPr/>
          <a:lstStyle>
            <a:lvl1pPr marL="0" indent="0">
              <a:lnSpc>
                <a:spcPts val="2000"/>
              </a:lnSpc>
              <a:buNone/>
              <a:defRPr sz="1200" baseline="0"/>
            </a:lvl1pPr>
          </a:lstStyle>
          <a:p>
            <a:pPr lvl="0"/>
            <a:r>
              <a:rPr lang="fr-FR"/>
              <a:t>PARTIE 1 : nom de la partie                                                                        </a:t>
            </a:r>
            <a:r>
              <a:rPr lang="fr-FR" err="1"/>
              <a:t>PARTIE</a:t>
            </a:r>
            <a:r>
              <a:rPr lang="fr-FR"/>
              <a:t> 2 : nom de la partie</a:t>
            </a:r>
          </a:p>
        </p:txBody>
      </p:sp>
      <p:sp>
        <p:nvSpPr>
          <p:cNvPr id="11" name="Espace réservé du texte 10"/>
          <p:cNvSpPr>
            <a:spLocks noGrp="1"/>
          </p:cNvSpPr>
          <p:nvPr>
            <p:ph type="body" sz="quarter" idx="35" hasCustomPrompt="1"/>
          </p:nvPr>
        </p:nvSpPr>
        <p:spPr>
          <a:xfrm>
            <a:off x="9867900" y="2181225"/>
            <a:ext cx="695325" cy="3819525"/>
          </a:xfrm>
          <a:prstGeom prst="rect">
            <a:avLst/>
          </a:prstGeom>
        </p:spPr>
        <p:txBody>
          <a:bodyPr/>
          <a:lstStyle>
            <a:lvl1pPr marL="0" indent="0" algn="l">
              <a:lnSpc>
                <a:spcPts val="2000"/>
              </a:lnSpc>
              <a:buNone/>
              <a:defRPr sz="1200" baseline="0"/>
            </a:lvl1pPr>
          </a:lstStyle>
          <a:p>
            <a:pPr lvl="0"/>
            <a:r>
              <a:rPr lang="fr-FR"/>
              <a:t>P1            P2          </a:t>
            </a:r>
          </a:p>
        </p:txBody>
      </p:sp>
    </p:spTree>
    <p:extLst>
      <p:ext uri="{BB962C8B-B14F-4D97-AF65-F5344CB8AC3E}">
        <p14:creationId xmlns:p14="http://schemas.microsoft.com/office/powerpoint/2010/main" val="429278138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UMMARY_1">
    <p:spTree>
      <p:nvGrpSpPr>
        <p:cNvPr id="1" name=""/>
        <p:cNvGrpSpPr/>
        <p:nvPr/>
      </p:nvGrpSpPr>
      <p:grpSpPr>
        <a:xfrm>
          <a:off x="0" y="0"/>
          <a:ext cx="0" cy="0"/>
          <a:chOff x="0" y="0"/>
          <a:chExt cx="0" cy="0"/>
        </a:xfrm>
      </p:grpSpPr>
      <p:sp>
        <p:nvSpPr>
          <p:cNvPr id="26" name="Espace réservé pour une image  25"/>
          <p:cNvSpPr>
            <a:spLocks noGrp="1"/>
          </p:cNvSpPr>
          <p:nvPr>
            <p:ph type="pic" sz="quarter" idx="15"/>
          </p:nvPr>
        </p:nvSpPr>
        <p:spPr>
          <a:xfrm>
            <a:off x="-9525" y="0"/>
            <a:ext cx="6930189" cy="6858000"/>
          </a:xfrm>
          <a:prstGeom prst="rect">
            <a:avLst/>
          </a:prstGeom>
        </p:spPr>
        <p:txBody>
          <a:bodyPr/>
          <a:lstStyle>
            <a:lvl1pPr marL="0" indent="0">
              <a:buNone/>
              <a:defRPr sz="1200"/>
            </a:lvl1pPr>
          </a:lstStyle>
          <a:p>
            <a:r>
              <a:rPr lang="fr-FR"/>
              <a:t>Cliquez sur l'icône pour ajouter une image</a:t>
            </a:r>
          </a:p>
        </p:txBody>
      </p:sp>
      <p:sp>
        <p:nvSpPr>
          <p:cNvPr id="22" name="Espace réservé du texte 21"/>
          <p:cNvSpPr>
            <a:spLocks noGrp="1"/>
          </p:cNvSpPr>
          <p:nvPr>
            <p:ph type="body" sz="quarter" idx="14" hasCustomPrompt="1"/>
          </p:nvPr>
        </p:nvSpPr>
        <p:spPr>
          <a:xfrm>
            <a:off x="529473" y="785813"/>
            <a:ext cx="4924425" cy="744537"/>
          </a:xfrm>
          <a:prstGeom prst="rect">
            <a:avLst/>
          </a:prstGeom>
        </p:spPr>
        <p:txBody>
          <a:bodyPr/>
          <a:lstStyle>
            <a:lvl1pPr marL="0" indent="0">
              <a:buNone/>
              <a:defRPr sz="2400" b="1">
                <a:solidFill>
                  <a:schemeClr val="bg1"/>
                </a:solidFill>
                <a:latin typeface="+mj-lt"/>
              </a:defRPr>
            </a:lvl1pPr>
          </a:lstStyle>
          <a:p>
            <a:pPr lvl="0"/>
            <a:r>
              <a:rPr lang="fr-FR" err="1"/>
              <a:t>Context</a:t>
            </a:r>
            <a:endParaRPr lang="fr-FR"/>
          </a:p>
        </p:txBody>
      </p:sp>
      <p:sp>
        <p:nvSpPr>
          <p:cNvPr id="28" name="Espace réservé du texte 27"/>
          <p:cNvSpPr>
            <a:spLocks noGrp="1"/>
          </p:cNvSpPr>
          <p:nvPr>
            <p:ph type="body" sz="quarter" idx="16" hasCustomPrompt="1"/>
          </p:nvPr>
        </p:nvSpPr>
        <p:spPr>
          <a:xfrm>
            <a:off x="529473" y="4427954"/>
            <a:ext cx="2156577" cy="2004929"/>
          </a:xfrm>
          <a:prstGeom prst="rect">
            <a:avLst/>
          </a:prstGeom>
        </p:spPr>
        <p:txBody>
          <a:bodyPr/>
          <a:lstStyle>
            <a:lvl1pPr marL="0" indent="0">
              <a:buNone/>
              <a:defRPr sz="2000" b="1" baseline="0">
                <a:solidFill>
                  <a:schemeClr val="bg1"/>
                </a:solidFill>
                <a:latin typeface="+mj-lt"/>
              </a:defRPr>
            </a:lvl1pPr>
          </a:lstStyle>
          <a:p>
            <a:pPr lvl="0"/>
            <a:r>
              <a:rPr lang="fr-FR"/>
              <a:t>Key message</a:t>
            </a:r>
          </a:p>
        </p:txBody>
      </p:sp>
      <p:sp>
        <p:nvSpPr>
          <p:cNvPr id="13" name="Espace réservé du texte 9"/>
          <p:cNvSpPr>
            <a:spLocks noGrp="1"/>
          </p:cNvSpPr>
          <p:nvPr>
            <p:ph type="body" sz="quarter" idx="20"/>
          </p:nvPr>
        </p:nvSpPr>
        <p:spPr>
          <a:xfrm>
            <a:off x="7385948" y="1746464"/>
            <a:ext cx="4528684" cy="633477"/>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a:latin typeface="+mj-lt"/>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6" name="Espace réservé du texte 9"/>
          <p:cNvSpPr>
            <a:spLocks noGrp="1"/>
          </p:cNvSpPr>
          <p:nvPr>
            <p:ph type="body" sz="quarter" idx="29"/>
          </p:nvPr>
        </p:nvSpPr>
        <p:spPr>
          <a:xfrm>
            <a:off x="7385948" y="2551391"/>
            <a:ext cx="4525127" cy="1725333"/>
          </a:xfrm>
          <a:prstGeom prst="rect">
            <a:avLst/>
          </a:prstGeom>
        </p:spPr>
        <p:txBody>
          <a:bodyPr/>
          <a:lstStyle>
            <a:lvl1pPr marL="0" marR="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pic>
        <p:nvPicPr>
          <p:cNvPr id="3" name="Image 2">
            <a:extLst>
              <a:ext uri="{FF2B5EF4-FFF2-40B4-BE49-F238E27FC236}">
                <a16:creationId xmlns:a16="http://schemas.microsoft.com/office/drawing/2014/main" id="{42A6B040-3A98-417B-AE17-ACB8CF240B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85948" y="1040671"/>
            <a:ext cx="2373446" cy="526775"/>
          </a:xfrm>
          <a:prstGeom prst="rect">
            <a:avLst/>
          </a:prstGeom>
        </p:spPr>
      </p:pic>
    </p:spTree>
    <p:extLst>
      <p:ext uri="{BB962C8B-B14F-4D97-AF65-F5344CB8AC3E}">
        <p14:creationId xmlns:p14="http://schemas.microsoft.com/office/powerpoint/2010/main" val="112090324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UMMARY_2">
    <p:spTree>
      <p:nvGrpSpPr>
        <p:cNvPr id="1" name=""/>
        <p:cNvGrpSpPr/>
        <p:nvPr/>
      </p:nvGrpSpPr>
      <p:grpSpPr>
        <a:xfrm>
          <a:off x="0" y="0"/>
          <a:ext cx="0" cy="0"/>
          <a:chOff x="0" y="0"/>
          <a:chExt cx="0" cy="0"/>
        </a:xfrm>
      </p:grpSpPr>
      <p:sp>
        <p:nvSpPr>
          <p:cNvPr id="7" name="Espace réservé du texte 21"/>
          <p:cNvSpPr>
            <a:spLocks noGrp="1"/>
          </p:cNvSpPr>
          <p:nvPr>
            <p:ph type="body" sz="quarter" idx="14" hasCustomPrompt="1"/>
          </p:nvPr>
        </p:nvSpPr>
        <p:spPr>
          <a:xfrm>
            <a:off x="578458" y="2679807"/>
            <a:ext cx="4924425" cy="744537"/>
          </a:xfrm>
          <a:prstGeom prst="rect">
            <a:avLst/>
          </a:prstGeom>
        </p:spPr>
        <p:txBody>
          <a:bodyPr/>
          <a:lstStyle>
            <a:lvl1pPr marL="0" indent="0">
              <a:buNone/>
              <a:defRPr sz="2400" b="1">
                <a:solidFill>
                  <a:schemeClr val="tx1"/>
                </a:solidFill>
                <a:latin typeface="+mj-lt"/>
              </a:defRPr>
            </a:lvl1pPr>
          </a:lstStyle>
          <a:p>
            <a:pPr lvl="0"/>
            <a:r>
              <a:rPr lang="fr-FR" err="1"/>
              <a:t>Summary</a:t>
            </a:r>
            <a:endParaRPr lang="fr-FR"/>
          </a:p>
        </p:txBody>
      </p:sp>
      <p:sp>
        <p:nvSpPr>
          <p:cNvPr id="8" name="object 21"/>
          <p:cNvSpPr/>
          <p:nvPr userDrawn="1"/>
        </p:nvSpPr>
        <p:spPr>
          <a:xfrm>
            <a:off x="643773" y="2519681"/>
            <a:ext cx="1244600" cy="0"/>
          </a:xfrm>
          <a:custGeom>
            <a:avLst/>
            <a:gdLst/>
            <a:ahLst/>
            <a:cxnLst/>
            <a:rect l="l" t="t" r="r" b="b"/>
            <a:pathLst>
              <a:path w="1244600">
                <a:moveTo>
                  <a:pt x="0" y="0"/>
                </a:moveTo>
                <a:lnTo>
                  <a:pt x="1244600" y="0"/>
                </a:lnTo>
              </a:path>
            </a:pathLst>
          </a:custGeom>
          <a:ln w="88900">
            <a:solidFill>
              <a:srgbClr val="000000"/>
            </a:solidFill>
          </a:ln>
        </p:spPr>
        <p:txBody>
          <a:bodyPr wrap="square" lIns="0" tIns="0" rIns="0" bIns="0" rtlCol="0"/>
          <a:lstStyle/>
          <a:p>
            <a:endParaRPr/>
          </a:p>
        </p:txBody>
      </p:sp>
      <p:sp>
        <p:nvSpPr>
          <p:cNvPr id="10" name="Espace réservé du texte 9"/>
          <p:cNvSpPr>
            <a:spLocks noGrp="1"/>
          </p:cNvSpPr>
          <p:nvPr>
            <p:ph type="body" sz="quarter" idx="15"/>
          </p:nvPr>
        </p:nvSpPr>
        <p:spPr>
          <a:xfrm>
            <a:off x="643773" y="3911281"/>
            <a:ext cx="3572627" cy="977900"/>
          </a:xfrm>
          <a:prstGeom prst="rect">
            <a:avLst/>
          </a:prstGeom>
        </p:spPr>
        <p:txBody>
          <a:bodyPr/>
          <a:lstStyle>
            <a:lvl1pPr marL="0" indent="0">
              <a:lnSpc>
                <a:spcPts val="1500"/>
              </a:lnSpc>
              <a:buNone/>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2" name="Espace réservé du texte 11"/>
          <p:cNvSpPr>
            <a:spLocks noGrp="1"/>
          </p:cNvSpPr>
          <p:nvPr>
            <p:ph type="body" sz="quarter" idx="16" hasCustomPrompt="1"/>
          </p:nvPr>
        </p:nvSpPr>
        <p:spPr>
          <a:xfrm>
            <a:off x="6096000" y="878476"/>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1</a:t>
            </a:r>
          </a:p>
        </p:txBody>
      </p:sp>
      <p:sp>
        <p:nvSpPr>
          <p:cNvPr id="19" name="Espace réservé du texte 11"/>
          <p:cNvSpPr>
            <a:spLocks noGrp="1"/>
          </p:cNvSpPr>
          <p:nvPr>
            <p:ph type="body" sz="quarter" idx="17" hasCustomPrompt="1"/>
          </p:nvPr>
        </p:nvSpPr>
        <p:spPr>
          <a:xfrm>
            <a:off x="6096000" y="2233113"/>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2</a:t>
            </a:r>
          </a:p>
        </p:txBody>
      </p:sp>
      <p:sp>
        <p:nvSpPr>
          <p:cNvPr id="20" name="Espace réservé du texte 11"/>
          <p:cNvSpPr>
            <a:spLocks noGrp="1"/>
          </p:cNvSpPr>
          <p:nvPr>
            <p:ph type="body" sz="quarter" idx="18" hasCustomPrompt="1"/>
          </p:nvPr>
        </p:nvSpPr>
        <p:spPr>
          <a:xfrm>
            <a:off x="6096000" y="3587750"/>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3</a:t>
            </a:r>
          </a:p>
        </p:txBody>
      </p:sp>
      <p:sp>
        <p:nvSpPr>
          <p:cNvPr id="21" name="Espace réservé du texte 11"/>
          <p:cNvSpPr>
            <a:spLocks noGrp="1"/>
          </p:cNvSpPr>
          <p:nvPr>
            <p:ph type="body" sz="quarter" idx="19" hasCustomPrompt="1"/>
          </p:nvPr>
        </p:nvSpPr>
        <p:spPr>
          <a:xfrm>
            <a:off x="6096000" y="4942387"/>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4</a:t>
            </a:r>
          </a:p>
        </p:txBody>
      </p:sp>
      <p:sp>
        <p:nvSpPr>
          <p:cNvPr id="23" name="Espace réservé du texte 9"/>
          <p:cNvSpPr>
            <a:spLocks noGrp="1"/>
          </p:cNvSpPr>
          <p:nvPr>
            <p:ph type="body" sz="quarter" idx="21" hasCustomPrompt="1"/>
          </p:nvPr>
        </p:nvSpPr>
        <p:spPr>
          <a:xfrm>
            <a:off x="7349372" y="878476"/>
            <a:ext cx="4525127"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b="1"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Idée 1</a:t>
            </a:r>
          </a:p>
          <a:p>
            <a:pPr lvl="0"/>
            <a:endParaRPr lang="fr-FR"/>
          </a:p>
        </p:txBody>
      </p:sp>
      <p:sp>
        <p:nvSpPr>
          <p:cNvPr id="24" name="Espace réservé du texte 9"/>
          <p:cNvSpPr>
            <a:spLocks noGrp="1"/>
          </p:cNvSpPr>
          <p:nvPr>
            <p:ph type="body" sz="quarter" idx="22"/>
          </p:nvPr>
        </p:nvSpPr>
        <p:spPr>
          <a:xfrm>
            <a:off x="7349373" y="2439398"/>
            <a:ext cx="4525127" cy="8737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5" name="Espace réservé du texte 9"/>
          <p:cNvSpPr>
            <a:spLocks noGrp="1"/>
          </p:cNvSpPr>
          <p:nvPr>
            <p:ph type="body" sz="quarter" idx="23" hasCustomPrompt="1"/>
          </p:nvPr>
        </p:nvSpPr>
        <p:spPr>
          <a:xfrm>
            <a:off x="7349372" y="2233113"/>
            <a:ext cx="4525127"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b="1"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Idée 2</a:t>
            </a:r>
          </a:p>
          <a:p>
            <a:pPr lvl="0"/>
            <a:endParaRPr lang="fr-FR"/>
          </a:p>
        </p:txBody>
      </p:sp>
      <p:sp>
        <p:nvSpPr>
          <p:cNvPr id="26" name="Espace réservé du texte 9"/>
          <p:cNvSpPr>
            <a:spLocks noGrp="1"/>
          </p:cNvSpPr>
          <p:nvPr>
            <p:ph type="body" sz="quarter" idx="24"/>
          </p:nvPr>
        </p:nvSpPr>
        <p:spPr>
          <a:xfrm>
            <a:off x="7349373" y="3794035"/>
            <a:ext cx="4525127" cy="8737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7" name="Espace réservé du texte 9"/>
          <p:cNvSpPr>
            <a:spLocks noGrp="1"/>
          </p:cNvSpPr>
          <p:nvPr>
            <p:ph type="body" sz="quarter" idx="25" hasCustomPrompt="1"/>
          </p:nvPr>
        </p:nvSpPr>
        <p:spPr>
          <a:xfrm>
            <a:off x="7349372" y="3587750"/>
            <a:ext cx="4525127"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b="1"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Idée 3</a:t>
            </a:r>
          </a:p>
          <a:p>
            <a:pPr lvl="0"/>
            <a:endParaRPr lang="fr-FR"/>
          </a:p>
        </p:txBody>
      </p:sp>
      <p:sp>
        <p:nvSpPr>
          <p:cNvPr id="28" name="Espace réservé du texte 9"/>
          <p:cNvSpPr>
            <a:spLocks noGrp="1"/>
          </p:cNvSpPr>
          <p:nvPr>
            <p:ph type="body" sz="quarter" idx="26"/>
          </p:nvPr>
        </p:nvSpPr>
        <p:spPr>
          <a:xfrm>
            <a:off x="7349373" y="5148672"/>
            <a:ext cx="4525127" cy="8737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9" name="Espace réservé du texte 9"/>
          <p:cNvSpPr>
            <a:spLocks noGrp="1"/>
          </p:cNvSpPr>
          <p:nvPr>
            <p:ph type="body" sz="quarter" idx="27" hasCustomPrompt="1"/>
          </p:nvPr>
        </p:nvSpPr>
        <p:spPr>
          <a:xfrm>
            <a:off x="7349372" y="4942387"/>
            <a:ext cx="4525127"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b="1"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Idée 4</a:t>
            </a:r>
          </a:p>
          <a:p>
            <a:pPr lvl="0"/>
            <a:endParaRPr lang="fr-FR"/>
          </a:p>
        </p:txBody>
      </p:sp>
      <p:sp>
        <p:nvSpPr>
          <p:cNvPr id="18" name="Espace réservé du texte 9"/>
          <p:cNvSpPr>
            <a:spLocks noGrp="1"/>
          </p:cNvSpPr>
          <p:nvPr>
            <p:ph type="body" sz="quarter" idx="29"/>
          </p:nvPr>
        </p:nvSpPr>
        <p:spPr>
          <a:xfrm>
            <a:off x="7349371" y="1084761"/>
            <a:ext cx="4525127" cy="8737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2" name="Espace réservé du pied de page 1">
            <a:extLst>
              <a:ext uri="{FF2B5EF4-FFF2-40B4-BE49-F238E27FC236}">
                <a16:creationId xmlns:a16="http://schemas.microsoft.com/office/drawing/2014/main" id="{75DFA9B3-03FF-4A49-878E-50BFE41182BB}"/>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5085577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UMMARY_3">
    <p:spTree>
      <p:nvGrpSpPr>
        <p:cNvPr id="1" name=""/>
        <p:cNvGrpSpPr/>
        <p:nvPr/>
      </p:nvGrpSpPr>
      <p:grpSpPr>
        <a:xfrm>
          <a:off x="0" y="0"/>
          <a:ext cx="0" cy="0"/>
          <a:chOff x="0" y="0"/>
          <a:chExt cx="0" cy="0"/>
        </a:xfrm>
      </p:grpSpPr>
      <p:sp>
        <p:nvSpPr>
          <p:cNvPr id="23" name="Espace réservé pour une image  22"/>
          <p:cNvSpPr>
            <a:spLocks noGrp="1"/>
          </p:cNvSpPr>
          <p:nvPr>
            <p:ph type="pic" sz="quarter" idx="28"/>
          </p:nvPr>
        </p:nvSpPr>
        <p:spPr>
          <a:xfrm>
            <a:off x="8507109" y="0"/>
            <a:ext cx="3675797" cy="6858000"/>
          </a:xfrm>
          <a:prstGeom prst="rect">
            <a:avLst/>
          </a:prstGeom>
          <a:ln w="57150">
            <a:noFill/>
          </a:ln>
        </p:spPr>
        <p:txBody>
          <a:bodyPr/>
          <a:lstStyle>
            <a:lvl1pPr>
              <a:defRPr sz="1100"/>
            </a:lvl1pPr>
          </a:lstStyle>
          <a:p>
            <a:r>
              <a:rPr lang="fr-FR"/>
              <a:t>Cliquez sur l'icône pour ajouter une image</a:t>
            </a:r>
          </a:p>
        </p:txBody>
      </p:sp>
      <p:sp>
        <p:nvSpPr>
          <p:cNvPr id="8" name="Espace réservé du texte 11"/>
          <p:cNvSpPr>
            <a:spLocks noGrp="1"/>
          </p:cNvSpPr>
          <p:nvPr>
            <p:ph type="body" sz="quarter" idx="16" hasCustomPrompt="1"/>
          </p:nvPr>
        </p:nvSpPr>
        <p:spPr>
          <a:xfrm>
            <a:off x="341747" y="953475"/>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1</a:t>
            </a:r>
          </a:p>
        </p:txBody>
      </p:sp>
      <p:sp>
        <p:nvSpPr>
          <p:cNvPr id="9" name="Espace réservé du texte 11"/>
          <p:cNvSpPr>
            <a:spLocks noGrp="1"/>
          </p:cNvSpPr>
          <p:nvPr>
            <p:ph type="body" sz="quarter" idx="17" hasCustomPrompt="1"/>
          </p:nvPr>
        </p:nvSpPr>
        <p:spPr>
          <a:xfrm>
            <a:off x="341747" y="2308112"/>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2</a:t>
            </a:r>
          </a:p>
        </p:txBody>
      </p:sp>
      <p:sp>
        <p:nvSpPr>
          <p:cNvPr id="10" name="Espace réservé du texte 11"/>
          <p:cNvSpPr>
            <a:spLocks noGrp="1"/>
          </p:cNvSpPr>
          <p:nvPr>
            <p:ph type="body" sz="quarter" idx="18" hasCustomPrompt="1"/>
          </p:nvPr>
        </p:nvSpPr>
        <p:spPr>
          <a:xfrm>
            <a:off x="341747" y="3662749"/>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3</a:t>
            </a:r>
          </a:p>
        </p:txBody>
      </p:sp>
      <p:sp>
        <p:nvSpPr>
          <p:cNvPr id="11" name="Espace réservé du texte 11"/>
          <p:cNvSpPr>
            <a:spLocks noGrp="1"/>
          </p:cNvSpPr>
          <p:nvPr>
            <p:ph type="body" sz="quarter" idx="19" hasCustomPrompt="1"/>
          </p:nvPr>
        </p:nvSpPr>
        <p:spPr>
          <a:xfrm>
            <a:off x="341747" y="5017386"/>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4</a:t>
            </a:r>
          </a:p>
        </p:txBody>
      </p:sp>
      <p:sp>
        <p:nvSpPr>
          <p:cNvPr id="12" name="Espace réservé du texte 9"/>
          <p:cNvSpPr>
            <a:spLocks noGrp="1"/>
          </p:cNvSpPr>
          <p:nvPr>
            <p:ph type="body" sz="quarter" idx="20"/>
          </p:nvPr>
        </p:nvSpPr>
        <p:spPr>
          <a:xfrm>
            <a:off x="1557038" y="1170392"/>
            <a:ext cx="5989071" cy="863083"/>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3" name="Espace réservé du texte 9"/>
          <p:cNvSpPr>
            <a:spLocks noGrp="1"/>
          </p:cNvSpPr>
          <p:nvPr>
            <p:ph type="body" sz="quarter" idx="21"/>
          </p:nvPr>
        </p:nvSpPr>
        <p:spPr>
          <a:xfrm>
            <a:off x="1557037" y="953475"/>
            <a:ext cx="5989072"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4" name="Espace réservé du texte 9"/>
          <p:cNvSpPr>
            <a:spLocks noGrp="1"/>
          </p:cNvSpPr>
          <p:nvPr>
            <p:ph type="body" sz="quarter" idx="22"/>
          </p:nvPr>
        </p:nvSpPr>
        <p:spPr>
          <a:xfrm>
            <a:off x="1557038" y="2525029"/>
            <a:ext cx="5989071" cy="863083"/>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5" name="Espace réservé du texte 9"/>
          <p:cNvSpPr>
            <a:spLocks noGrp="1"/>
          </p:cNvSpPr>
          <p:nvPr>
            <p:ph type="body" sz="quarter" idx="23"/>
          </p:nvPr>
        </p:nvSpPr>
        <p:spPr>
          <a:xfrm>
            <a:off x="1557037" y="2308112"/>
            <a:ext cx="5989072"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6" name="Espace réservé du texte 9"/>
          <p:cNvSpPr>
            <a:spLocks noGrp="1"/>
          </p:cNvSpPr>
          <p:nvPr>
            <p:ph type="body" sz="quarter" idx="24"/>
          </p:nvPr>
        </p:nvSpPr>
        <p:spPr>
          <a:xfrm>
            <a:off x="1557038" y="3926981"/>
            <a:ext cx="5989071" cy="815768"/>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7" name="Espace réservé du texte 9"/>
          <p:cNvSpPr>
            <a:spLocks noGrp="1"/>
          </p:cNvSpPr>
          <p:nvPr>
            <p:ph type="body" sz="quarter" idx="25"/>
          </p:nvPr>
        </p:nvSpPr>
        <p:spPr>
          <a:xfrm>
            <a:off x="1557037" y="3662749"/>
            <a:ext cx="5989072" cy="24629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8" name="Espace réservé du texte 9"/>
          <p:cNvSpPr>
            <a:spLocks noGrp="1"/>
          </p:cNvSpPr>
          <p:nvPr>
            <p:ph type="body" sz="quarter" idx="26"/>
          </p:nvPr>
        </p:nvSpPr>
        <p:spPr>
          <a:xfrm>
            <a:off x="1557038" y="5228987"/>
            <a:ext cx="5989072" cy="868399"/>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9" name="Espace réservé du texte 9"/>
          <p:cNvSpPr>
            <a:spLocks noGrp="1"/>
          </p:cNvSpPr>
          <p:nvPr>
            <p:ph type="body" sz="quarter" idx="27"/>
          </p:nvPr>
        </p:nvSpPr>
        <p:spPr>
          <a:xfrm>
            <a:off x="1557037" y="5017386"/>
            <a:ext cx="5989072"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24" name="Espace réservé du texte 21"/>
          <p:cNvSpPr>
            <a:spLocks noGrp="1"/>
          </p:cNvSpPr>
          <p:nvPr>
            <p:ph type="body" sz="quarter" idx="14" hasCustomPrompt="1"/>
          </p:nvPr>
        </p:nvSpPr>
        <p:spPr>
          <a:xfrm>
            <a:off x="8895551" y="2427246"/>
            <a:ext cx="2862339" cy="720126"/>
          </a:xfrm>
          <a:prstGeom prst="rect">
            <a:avLst/>
          </a:prstGeom>
        </p:spPr>
        <p:txBody>
          <a:bodyPr/>
          <a:lstStyle>
            <a:lvl1pPr marL="0" indent="0">
              <a:buNone/>
              <a:defRPr sz="2400" b="1" spc="0">
                <a:solidFill>
                  <a:schemeClr val="bg1"/>
                </a:solidFill>
                <a:latin typeface="+mj-lt"/>
              </a:defRPr>
            </a:lvl1pPr>
          </a:lstStyle>
          <a:p>
            <a:pPr lvl="0"/>
            <a:r>
              <a:rPr lang="fr-FR"/>
              <a:t>Partie 1</a:t>
            </a:r>
          </a:p>
        </p:txBody>
      </p:sp>
      <p:sp>
        <p:nvSpPr>
          <p:cNvPr id="29" name="Espace réservé du texte 9"/>
          <p:cNvSpPr>
            <a:spLocks noGrp="1"/>
          </p:cNvSpPr>
          <p:nvPr>
            <p:ph type="body" sz="quarter" idx="31" hasCustomPrompt="1"/>
          </p:nvPr>
        </p:nvSpPr>
        <p:spPr>
          <a:xfrm>
            <a:off x="8895552" y="3677236"/>
            <a:ext cx="1838981" cy="23180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Vos enjeux</a:t>
            </a:r>
          </a:p>
          <a:p>
            <a:pPr lvl="0"/>
            <a:endParaRPr lang="fr-FR"/>
          </a:p>
        </p:txBody>
      </p:sp>
      <p:sp>
        <p:nvSpPr>
          <p:cNvPr id="27" name="Espace réservé du texte 9"/>
          <p:cNvSpPr>
            <a:spLocks noGrp="1"/>
          </p:cNvSpPr>
          <p:nvPr>
            <p:ph type="body" sz="quarter" idx="30" hasCustomPrompt="1"/>
          </p:nvPr>
        </p:nvSpPr>
        <p:spPr>
          <a:xfrm>
            <a:off x="8895551" y="3926981"/>
            <a:ext cx="2748509" cy="7742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solidFill>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err="1"/>
              <a:t>Lorem</a:t>
            </a:r>
            <a:r>
              <a:rPr lang="fr-FR"/>
              <a:t> </a:t>
            </a:r>
            <a:r>
              <a:rPr lang="fr-FR" err="1"/>
              <a:t>ipsum</a:t>
            </a:r>
            <a:r>
              <a:rPr lang="fr-FR"/>
              <a:t> </a:t>
            </a:r>
            <a:r>
              <a:rPr lang="fr-FR" err="1"/>
              <a:t>dolor</a:t>
            </a:r>
            <a:r>
              <a:rPr lang="fr-FR"/>
              <a:t> </a:t>
            </a:r>
            <a:r>
              <a:rPr lang="fr-FR" err="1"/>
              <a:t>sit</a:t>
            </a:r>
            <a:r>
              <a:rPr lang="fr-FR"/>
              <a:t> </a:t>
            </a:r>
            <a:r>
              <a:rPr lang="fr-FR" err="1"/>
              <a:t>amet</a:t>
            </a:r>
            <a:r>
              <a:rPr lang="fr-FR"/>
              <a:t>, </a:t>
            </a:r>
            <a:r>
              <a:rPr lang="fr-FR" err="1"/>
              <a:t>consectetur</a:t>
            </a:r>
            <a:r>
              <a:rPr lang="fr-FR"/>
              <a:t> </a:t>
            </a:r>
            <a:r>
              <a:rPr lang="fr-FR" err="1"/>
              <a:t>adipiscing</a:t>
            </a:r>
            <a:r>
              <a:rPr lang="fr-FR"/>
              <a:t>  </a:t>
            </a:r>
            <a:r>
              <a:rPr lang="fr-FR" err="1"/>
              <a:t>elit</a:t>
            </a:r>
            <a:r>
              <a:rPr lang="fr-FR"/>
              <a:t>. </a:t>
            </a:r>
            <a:r>
              <a:rPr lang="fr-FR" err="1"/>
              <a:t>Etiam</a:t>
            </a:r>
            <a:r>
              <a:rPr lang="fr-FR"/>
              <a:t> </a:t>
            </a:r>
            <a:r>
              <a:rPr lang="fr-FR" err="1"/>
              <a:t>sed</a:t>
            </a:r>
            <a:r>
              <a:rPr lang="fr-FR"/>
              <a:t> </a:t>
            </a:r>
            <a:r>
              <a:rPr lang="fr-FR" err="1"/>
              <a:t>turpis</a:t>
            </a:r>
            <a:r>
              <a:rPr lang="fr-FR"/>
              <a:t> a </a:t>
            </a:r>
            <a:r>
              <a:rPr lang="fr-FR" err="1"/>
              <a:t>metus</a:t>
            </a:r>
            <a:r>
              <a:rPr lang="fr-FR"/>
              <a:t> </a:t>
            </a:r>
            <a:r>
              <a:rPr lang="fr-FR" err="1"/>
              <a:t>placerat</a:t>
            </a:r>
            <a:r>
              <a:rPr lang="fr-FR"/>
              <a:t> </a:t>
            </a:r>
            <a:r>
              <a:rPr lang="fr-FR" err="1"/>
              <a:t>varius</a:t>
            </a:r>
            <a:r>
              <a:rPr lang="fr-FR"/>
              <a:t>  </a:t>
            </a:r>
            <a:r>
              <a:rPr lang="fr-FR" err="1"/>
              <a:t>quis</a:t>
            </a:r>
            <a:r>
              <a:rPr lang="fr-FR"/>
              <a:t> vitae </a:t>
            </a:r>
            <a:r>
              <a:rPr lang="fr-FR" err="1"/>
              <a:t>nibh</a:t>
            </a:r>
            <a:r>
              <a:rPr lang="fr-FR"/>
              <a:t>. </a:t>
            </a:r>
          </a:p>
        </p:txBody>
      </p:sp>
      <p:sp>
        <p:nvSpPr>
          <p:cNvPr id="20" name="Espace réservé du pied de page 1">
            <a:extLst>
              <a:ext uri="{FF2B5EF4-FFF2-40B4-BE49-F238E27FC236}">
                <a16:creationId xmlns:a16="http://schemas.microsoft.com/office/drawing/2014/main" id="{05DB3B8D-9370-1D4A-94E6-25821EDF8EFF}"/>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78150360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UMMARY_4">
    <p:spTree>
      <p:nvGrpSpPr>
        <p:cNvPr id="1" name=""/>
        <p:cNvGrpSpPr/>
        <p:nvPr/>
      </p:nvGrpSpPr>
      <p:grpSpPr>
        <a:xfrm>
          <a:off x="0" y="0"/>
          <a:ext cx="0" cy="0"/>
          <a:chOff x="0" y="0"/>
          <a:chExt cx="0" cy="0"/>
        </a:xfrm>
      </p:grpSpPr>
      <p:sp>
        <p:nvSpPr>
          <p:cNvPr id="2" name="Espace réservé du pied de page 1"/>
          <p:cNvSpPr>
            <a:spLocks noGrp="1"/>
          </p:cNvSpPr>
          <p:nvPr>
            <p:ph type="ftr" sz="quarter" idx="76"/>
          </p:nvPr>
        </p:nvSpPr>
        <p:spPr>
          <a:xfrm>
            <a:off x="337932" y="283655"/>
            <a:ext cx="1646316" cy="271549"/>
          </a:xfrm>
          <a:prstGeom prst="rect">
            <a:avLst/>
          </a:prstGeom>
        </p:spPr>
        <p:txBody>
          <a:bodyPr/>
          <a:lstStyle/>
          <a:p>
            <a:r>
              <a:rPr lang="fr-FR"/>
              <a:t>Document Header</a:t>
            </a:r>
          </a:p>
        </p:txBody>
      </p:sp>
      <p:sp>
        <p:nvSpPr>
          <p:cNvPr id="4" name="Rectangle 3"/>
          <p:cNvSpPr/>
          <p:nvPr userDrawn="1"/>
        </p:nvSpPr>
        <p:spPr>
          <a:xfrm>
            <a:off x="-529" y="0"/>
            <a:ext cx="6891867"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3" name="Espace réservé du texte 4"/>
          <p:cNvSpPr>
            <a:spLocks noGrp="1"/>
          </p:cNvSpPr>
          <p:nvPr>
            <p:ph type="body" sz="quarter" idx="27" hasCustomPrompt="1"/>
          </p:nvPr>
        </p:nvSpPr>
        <p:spPr>
          <a:xfrm>
            <a:off x="642771" y="871261"/>
            <a:ext cx="5606323" cy="38443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baseline="0">
                <a:solidFill>
                  <a:schemeClr val="bg1"/>
                </a:solidFill>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err="1"/>
              <a:t>Summary</a:t>
            </a:r>
            <a:endParaRPr lang="fr-FR"/>
          </a:p>
        </p:txBody>
      </p:sp>
      <p:sp>
        <p:nvSpPr>
          <p:cNvPr id="6" name="Espace réservé pour une image  5"/>
          <p:cNvSpPr>
            <a:spLocks noGrp="1"/>
          </p:cNvSpPr>
          <p:nvPr>
            <p:ph type="pic" sz="quarter" idx="28"/>
          </p:nvPr>
        </p:nvSpPr>
        <p:spPr>
          <a:xfrm>
            <a:off x="642938" y="1771650"/>
            <a:ext cx="6248400" cy="5086350"/>
          </a:xfrm>
          <a:prstGeom prst="rect">
            <a:avLst/>
          </a:prstGeom>
        </p:spPr>
        <p:txBody>
          <a:bodyPr/>
          <a:lstStyle/>
          <a:p>
            <a:r>
              <a:rPr lang="fr-FR"/>
              <a:t>Cliquez sur l'icône pour ajouter une image</a:t>
            </a:r>
          </a:p>
        </p:txBody>
      </p:sp>
      <p:sp>
        <p:nvSpPr>
          <p:cNvPr id="7" name="object 12"/>
          <p:cNvSpPr/>
          <p:nvPr userDrawn="1"/>
        </p:nvSpPr>
        <p:spPr>
          <a:xfrm>
            <a:off x="4605414" y="1465872"/>
            <a:ext cx="4283037" cy="4461135"/>
          </a:xfrm>
          <a:prstGeom prst="rect">
            <a:avLst/>
          </a:prstGeom>
          <a:blipFill>
            <a:blip r:embed="rId2" cstate="email">
              <a:extLst>
                <a:ext uri="{28A0092B-C50C-407E-A947-70E740481C1C}">
                  <a14:useLocalDpi xmlns:a14="http://schemas.microsoft.com/office/drawing/2010/main"/>
                </a:ext>
              </a:extLst>
            </a:blip>
            <a:stretch>
              <a:fillRect/>
            </a:stretch>
          </a:blipFill>
        </p:spPr>
        <p:txBody>
          <a:bodyPr wrap="square" lIns="0" tIns="0" rIns="0" bIns="0" rtlCol="0"/>
          <a:lstStyle/>
          <a:p>
            <a:endParaRPr/>
          </a:p>
        </p:txBody>
      </p:sp>
      <p:sp>
        <p:nvSpPr>
          <p:cNvPr id="14" name="Espace réservé du texte 9"/>
          <p:cNvSpPr>
            <a:spLocks noGrp="1"/>
          </p:cNvSpPr>
          <p:nvPr>
            <p:ph type="body" sz="quarter" idx="43"/>
          </p:nvPr>
        </p:nvSpPr>
        <p:spPr>
          <a:xfrm>
            <a:off x="8888981" y="1496598"/>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5" name="Espace réservé du texte 9"/>
          <p:cNvSpPr>
            <a:spLocks noGrp="1"/>
          </p:cNvSpPr>
          <p:nvPr>
            <p:ph type="body" sz="quarter" idx="72"/>
          </p:nvPr>
        </p:nvSpPr>
        <p:spPr>
          <a:xfrm>
            <a:off x="9325682" y="2533631"/>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6" name="Espace réservé du texte 9"/>
          <p:cNvSpPr>
            <a:spLocks noGrp="1"/>
          </p:cNvSpPr>
          <p:nvPr>
            <p:ph type="body" sz="quarter" idx="73"/>
          </p:nvPr>
        </p:nvSpPr>
        <p:spPr>
          <a:xfrm>
            <a:off x="9341657" y="3570664"/>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7" name="Espace réservé du texte 9"/>
          <p:cNvSpPr>
            <a:spLocks noGrp="1"/>
          </p:cNvSpPr>
          <p:nvPr>
            <p:ph type="body" sz="quarter" idx="74"/>
          </p:nvPr>
        </p:nvSpPr>
        <p:spPr>
          <a:xfrm>
            <a:off x="9325681" y="4608524"/>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8" name="Espace réservé du texte 9"/>
          <p:cNvSpPr>
            <a:spLocks noGrp="1"/>
          </p:cNvSpPr>
          <p:nvPr>
            <p:ph type="body" sz="quarter" idx="75"/>
          </p:nvPr>
        </p:nvSpPr>
        <p:spPr>
          <a:xfrm>
            <a:off x="8888980" y="5657105"/>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4" name="Espace réservé du texte 23"/>
          <p:cNvSpPr>
            <a:spLocks noGrp="1"/>
          </p:cNvSpPr>
          <p:nvPr>
            <p:ph type="body" sz="quarter" idx="77" hasCustomPrompt="1"/>
          </p:nvPr>
        </p:nvSpPr>
        <p:spPr>
          <a:xfrm>
            <a:off x="8888413" y="1255713"/>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#1</a:t>
            </a:r>
          </a:p>
        </p:txBody>
      </p:sp>
      <p:sp>
        <p:nvSpPr>
          <p:cNvPr id="25" name="Espace réservé du texte 23"/>
          <p:cNvSpPr>
            <a:spLocks noGrp="1"/>
          </p:cNvSpPr>
          <p:nvPr>
            <p:ph type="body" sz="quarter" idx="78" hasCustomPrompt="1"/>
          </p:nvPr>
        </p:nvSpPr>
        <p:spPr>
          <a:xfrm>
            <a:off x="9325769" y="2292036"/>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#2</a:t>
            </a:r>
          </a:p>
        </p:txBody>
      </p:sp>
      <p:sp>
        <p:nvSpPr>
          <p:cNvPr id="26" name="Espace réservé du texte 23"/>
          <p:cNvSpPr>
            <a:spLocks noGrp="1"/>
          </p:cNvSpPr>
          <p:nvPr>
            <p:ph type="body" sz="quarter" idx="79" hasCustomPrompt="1"/>
          </p:nvPr>
        </p:nvSpPr>
        <p:spPr>
          <a:xfrm>
            <a:off x="9341657" y="3350097"/>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#3</a:t>
            </a:r>
          </a:p>
        </p:txBody>
      </p:sp>
      <p:sp>
        <p:nvSpPr>
          <p:cNvPr id="27" name="Espace réservé du texte 23"/>
          <p:cNvSpPr>
            <a:spLocks noGrp="1"/>
          </p:cNvSpPr>
          <p:nvPr>
            <p:ph type="body" sz="quarter" idx="80" hasCustomPrompt="1"/>
          </p:nvPr>
        </p:nvSpPr>
        <p:spPr>
          <a:xfrm>
            <a:off x="9325769" y="4387130"/>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#4</a:t>
            </a:r>
          </a:p>
        </p:txBody>
      </p:sp>
      <p:sp>
        <p:nvSpPr>
          <p:cNvPr id="28" name="Espace réservé du texte 23"/>
          <p:cNvSpPr>
            <a:spLocks noGrp="1"/>
          </p:cNvSpPr>
          <p:nvPr>
            <p:ph type="body" sz="quarter" idx="81" hasCustomPrompt="1"/>
          </p:nvPr>
        </p:nvSpPr>
        <p:spPr>
          <a:xfrm>
            <a:off x="8888325" y="5435180"/>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#5</a:t>
            </a:r>
          </a:p>
        </p:txBody>
      </p:sp>
    </p:spTree>
    <p:extLst>
      <p:ext uri="{BB962C8B-B14F-4D97-AF65-F5344CB8AC3E}">
        <p14:creationId xmlns:p14="http://schemas.microsoft.com/office/powerpoint/2010/main" val="213082317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10" name="bk object 16"/>
          <p:cNvSpPr/>
          <p:nvPr userDrawn="1"/>
        </p:nvSpPr>
        <p:spPr>
          <a:xfrm>
            <a:off x="0" y="0"/>
            <a:ext cx="12192000" cy="6858000"/>
          </a:xfrm>
          <a:prstGeom prst="rect">
            <a:avLst/>
          </a:prstGeom>
          <a:blipFill>
            <a:blip r:embed="rId2" cstate="print"/>
            <a:stretch>
              <a:fillRect/>
            </a:stretch>
          </a:blipFill>
        </p:spPr>
        <p:txBody>
          <a:bodyPr wrap="square" lIns="0" tIns="0" rIns="0" bIns="0" rtlCol="0"/>
          <a:lstStyle/>
          <a:p>
            <a:endParaRPr/>
          </a:p>
        </p:txBody>
      </p:sp>
      <p:sp>
        <p:nvSpPr>
          <p:cNvPr id="11" name="bk object 17"/>
          <p:cNvSpPr/>
          <p:nvPr userDrawn="1"/>
        </p:nvSpPr>
        <p:spPr>
          <a:xfrm>
            <a:off x="260350" y="260350"/>
            <a:ext cx="11758083" cy="6424083"/>
          </a:xfrm>
          <a:custGeom>
            <a:avLst/>
            <a:gdLst/>
            <a:ahLst/>
            <a:cxnLst/>
            <a:rect l="l" t="t" r="r" b="b"/>
            <a:pathLst>
              <a:path w="14109700" h="7708900">
                <a:moveTo>
                  <a:pt x="0" y="7708900"/>
                </a:moveTo>
                <a:lnTo>
                  <a:pt x="14109700" y="7708900"/>
                </a:lnTo>
                <a:lnTo>
                  <a:pt x="14109700" y="0"/>
                </a:lnTo>
                <a:lnTo>
                  <a:pt x="0" y="0"/>
                </a:lnTo>
                <a:lnTo>
                  <a:pt x="0" y="7708900"/>
                </a:lnTo>
                <a:close/>
              </a:path>
            </a:pathLst>
          </a:custGeom>
          <a:solidFill>
            <a:schemeClr val="bg1">
              <a:alpha val="94999"/>
            </a:schemeClr>
          </a:solidFill>
        </p:spPr>
        <p:txBody>
          <a:bodyPr wrap="square" lIns="0" tIns="0" rIns="0" bIns="0" rtlCol="0"/>
          <a:lstStyle/>
          <a:p>
            <a:endParaRPr/>
          </a:p>
        </p:txBody>
      </p:sp>
      <p:sp>
        <p:nvSpPr>
          <p:cNvPr id="12" name="Espace réservé du texte 11"/>
          <p:cNvSpPr>
            <a:spLocks noGrp="1"/>
          </p:cNvSpPr>
          <p:nvPr>
            <p:ph type="body" sz="quarter" idx="38" hasCustomPrompt="1"/>
          </p:nvPr>
        </p:nvSpPr>
        <p:spPr>
          <a:xfrm>
            <a:off x="2407572" y="2678012"/>
            <a:ext cx="7376855" cy="815244"/>
          </a:xfrm>
          <a:prstGeom prst="rect">
            <a:avLst/>
          </a:prstGeom>
        </p:spPr>
        <p:txBody>
          <a:bodyPr/>
          <a:lstStyle>
            <a:lvl1pPr marL="0" indent="0" algn="ctr">
              <a:buNone/>
              <a:defRPr sz="5400" baseline="0">
                <a:solidFill>
                  <a:schemeClr val="tx1"/>
                </a:solidFill>
                <a:latin typeface="+mj-lt"/>
              </a:defRPr>
            </a:lvl1pPr>
          </a:lstStyle>
          <a:p>
            <a:pPr lvl="0"/>
            <a:r>
              <a:rPr lang="fr-FR"/>
              <a:t>Titre de la partie 1</a:t>
            </a:r>
          </a:p>
        </p:txBody>
      </p:sp>
      <p:sp>
        <p:nvSpPr>
          <p:cNvPr id="15" name="Espace réservé du texte 11"/>
          <p:cNvSpPr>
            <a:spLocks noGrp="1"/>
          </p:cNvSpPr>
          <p:nvPr>
            <p:ph type="body" sz="quarter" idx="39" hasCustomPrompt="1"/>
          </p:nvPr>
        </p:nvSpPr>
        <p:spPr>
          <a:xfrm>
            <a:off x="2407570" y="3636293"/>
            <a:ext cx="7376855" cy="815244"/>
          </a:xfrm>
          <a:prstGeom prst="rect">
            <a:avLst/>
          </a:prstGeom>
        </p:spPr>
        <p:txBody>
          <a:bodyPr/>
          <a:lstStyle>
            <a:lvl1pPr marL="0" indent="0" algn="ctr">
              <a:buNone/>
              <a:defRPr sz="3600" baseline="0">
                <a:solidFill>
                  <a:schemeClr val="tx1"/>
                </a:solidFill>
                <a:latin typeface="+mj-lt"/>
              </a:defRPr>
            </a:lvl1pPr>
          </a:lstStyle>
          <a:p>
            <a:pPr lvl="0"/>
            <a:r>
              <a:rPr lang="fr-FR"/>
              <a:t>Sous-titre de la partie</a:t>
            </a:r>
          </a:p>
        </p:txBody>
      </p:sp>
      <p:pic>
        <p:nvPicPr>
          <p:cNvPr id="8" name="Image 7">
            <a:extLst>
              <a:ext uri="{FF2B5EF4-FFF2-40B4-BE49-F238E27FC236}">
                <a16:creationId xmlns:a16="http://schemas.microsoft.com/office/drawing/2014/main" id="{47E19906-779A-DB40-ACDE-2D8BA042B0C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04009" y="5910402"/>
            <a:ext cx="1583980" cy="768135"/>
          </a:xfrm>
          <a:prstGeom prst="rect">
            <a:avLst/>
          </a:prstGeom>
        </p:spPr>
      </p:pic>
    </p:spTree>
    <p:extLst>
      <p:ext uri="{BB962C8B-B14F-4D97-AF65-F5344CB8AC3E}">
        <p14:creationId xmlns:p14="http://schemas.microsoft.com/office/powerpoint/2010/main" val="63677446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11" name="Espace réservé pour une image  10"/>
          <p:cNvSpPr>
            <a:spLocks noGrp="1"/>
          </p:cNvSpPr>
          <p:nvPr>
            <p:ph type="pic" sz="quarter" idx="10"/>
          </p:nvPr>
        </p:nvSpPr>
        <p:spPr>
          <a:xfrm>
            <a:off x="0" y="0"/>
            <a:ext cx="2511188" cy="6858000"/>
          </a:xfrm>
          <a:prstGeom prst="rect">
            <a:avLst/>
          </a:prstGeom>
        </p:spPr>
        <p:txBody>
          <a:bodyPr/>
          <a:lstStyle>
            <a:lvl1pPr>
              <a:defRPr sz="1100"/>
            </a:lvl1pPr>
          </a:lstStyle>
          <a:p>
            <a:r>
              <a:rPr lang="fr-FR"/>
              <a:t>Cliquez sur l'icône pour ajouter une image</a:t>
            </a:r>
          </a:p>
        </p:txBody>
      </p:sp>
      <p:sp>
        <p:nvSpPr>
          <p:cNvPr id="3" name="Espace réservé du texte 2"/>
          <p:cNvSpPr>
            <a:spLocks noGrp="1"/>
          </p:cNvSpPr>
          <p:nvPr>
            <p:ph type="body" sz="quarter" idx="26"/>
          </p:nvPr>
        </p:nvSpPr>
        <p:spPr>
          <a:xfrm>
            <a:off x="3386764" y="1077463"/>
            <a:ext cx="7748588" cy="343126"/>
          </a:xfrm>
          <a:prstGeom prst="rect">
            <a:avLst/>
          </a:prstGeom>
        </p:spPr>
        <p:txBody>
          <a:bodyPr/>
          <a:lstStyle>
            <a:lvl1pPr marL="0" indent="0">
              <a:buNone/>
              <a:defRPr lang="fr-FR" sz="2400" b="1" i="0" dirty="0" smtClean="0">
                <a:solidFill>
                  <a:schemeClr val="tx1"/>
                </a:solidFill>
                <a:latin typeface="+mj-lt"/>
                <a:ea typeface="+mj-ea"/>
                <a:cs typeface="Poppins"/>
              </a:defRPr>
            </a:lvl1pPr>
          </a:lstStyle>
          <a:p>
            <a:pPr lvl="0"/>
            <a:r>
              <a:rPr lang="fr-FR"/>
              <a:t>Modifier les styles du texte du masque</a:t>
            </a:r>
          </a:p>
        </p:txBody>
      </p:sp>
      <p:sp>
        <p:nvSpPr>
          <p:cNvPr id="5" name="Espace réservé du texte 4"/>
          <p:cNvSpPr>
            <a:spLocks noGrp="1"/>
          </p:cNvSpPr>
          <p:nvPr>
            <p:ph type="body" sz="quarter" idx="27"/>
          </p:nvPr>
        </p:nvSpPr>
        <p:spPr>
          <a:xfrm>
            <a:off x="3386764" y="1420589"/>
            <a:ext cx="7748588" cy="68516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8" name="Espace réservé du texte 9"/>
          <p:cNvSpPr>
            <a:spLocks noGrp="1"/>
          </p:cNvSpPr>
          <p:nvPr>
            <p:ph type="body" sz="quarter" idx="24"/>
          </p:nvPr>
        </p:nvSpPr>
        <p:spPr>
          <a:xfrm>
            <a:off x="3386764" y="2448879"/>
            <a:ext cx="7748588" cy="3336623"/>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aseline="0">
                <a:latin typeface="+mn-lt"/>
              </a:defRPr>
            </a:lvl1pPr>
            <a:lvl2pPr>
              <a:defRPr sz="1100"/>
            </a:lvl2pPr>
            <a:lvl3pPr>
              <a:defRPr sz="1100"/>
            </a:lvl3pPr>
            <a:lvl4pPr>
              <a:defRPr sz="1100"/>
            </a:lvl4pPr>
            <a:lvl5pPr>
              <a:defRPr sz="1100"/>
            </a:lvl5pPr>
          </a:lstStyle>
          <a:p>
            <a:pPr lvl="0"/>
            <a:r>
              <a:rPr lang="fr-FR"/>
              <a:t>Modifier les styles du texte du masque</a:t>
            </a:r>
          </a:p>
        </p:txBody>
      </p:sp>
    </p:spTree>
    <p:extLst>
      <p:ext uri="{BB962C8B-B14F-4D97-AF65-F5344CB8AC3E}">
        <p14:creationId xmlns:p14="http://schemas.microsoft.com/office/powerpoint/2010/main" val="199807383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IMAGE_1">
    <p:spTree>
      <p:nvGrpSpPr>
        <p:cNvPr id="1" name=""/>
        <p:cNvGrpSpPr/>
        <p:nvPr/>
      </p:nvGrpSpPr>
      <p:grpSpPr>
        <a:xfrm>
          <a:off x="0" y="0"/>
          <a:ext cx="0" cy="0"/>
          <a:chOff x="0" y="0"/>
          <a:chExt cx="0" cy="0"/>
        </a:xfrm>
      </p:grpSpPr>
      <p:sp>
        <p:nvSpPr>
          <p:cNvPr id="8" name="Espace réservé du texte 7"/>
          <p:cNvSpPr>
            <a:spLocks noGrp="1"/>
          </p:cNvSpPr>
          <p:nvPr>
            <p:ph type="body" sz="quarter" idx="28"/>
          </p:nvPr>
        </p:nvSpPr>
        <p:spPr>
          <a:xfrm>
            <a:off x="349249" y="2041506"/>
            <a:ext cx="7117686" cy="1335839"/>
          </a:xfrm>
          <a:prstGeom prst="rect">
            <a:avLst/>
          </a:prstGeom>
        </p:spPr>
        <p:txBody>
          <a:bodyPr/>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i="1" baseline="0">
                <a:solidFill>
                  <a:schemeClr val="tx1"/>
                </a:solidFill>
              </a:defRPr>
            </a:lvl1pPr>
            <a:lvl2pPr>
              <a:defRPr sz="1100"/>
            </a:lvl2pPr>
            <a:lvl3pPr>
              <a:defRPr sz="1100"/>
            </a:lvl3pPr>
            <a:lvl4pPr>
              <a:defRPr sz="1100"/>
            </a:lvl4pPr>
            <a:lvl5pPr>
              <a:defRPr sz="1100"/>
            </a:lvl5pPr>
          </a:lstStyle>
          <a:p>
            <a:pPr lvl="0"/>
            <a:r>
              <a:rPr lang="fr-FR"/>
              <a:t>Modifier les styles du texte du masque</a:t>
            </a:r>
          </a:p>
        </p:txBody>
      </p:sp>
      <p:sp>
        <p:nvSpPr>
          <p:cNvPr id="11" name="Espace réservé pour une image  10"/>
          <p:cNvSpPr>
            <a:spLocks noGrp="1"/>
          </p:cNvSpPr>
          <p:nvPr>
            <p:ph type="pic" sz="quarter" idx="29"/>
          </p:nvPr>
        </p:nvSpPr>
        <p:spPr>
          <a:xfrm>
            <a:off x="7988300" y="0"/>
            <a:ext cx="4203700" cy="6858000"/>
          </a:xfrm>
          <a:prstGeom prst="rect">
            <a:avLst/>
          </a:prstGeom>
        </p:spPr>
        <p:txBody>
          <a:bodyPr/>
          <a:lstStyle>
            <a:lvl1pPr>
              <a:defRPr sz="1100"/>
            </a:lvl1pPr>
          </a:lstStyle>
          <a:p>
            <a:r>
              <a:rPr lang="fr-FR"/>
              <a:t>Cliquez sur l'icône pour ajouter une image</a:t>
            </a:r>
          </a:p>
        </p:txBody>
      </p:sp>
      <p:sp>
        <p:nvSpPr>
          <p:cNvPr id="14" name="Espace réservé du texte 13"/>
          <p:cNvSpPr>
            <a:spLocks noGrp="1"/>
          </p:cNvSpPr>
          <p:nvPr>
            <p:ph type="body" sz="quarter" idx="33"/>
          </p:nvPr>
        </p:nvSpPr>
        <p:spPr>
          <a:xfrm>
            <a:off x="0" y="4121150"/>
            <a:ext cx="7353300" cy="1689100"/>
          </a:xfrm>
          <a:prstGeom prst="rect">
            <a:avLst/>
          </a:prstGeom>
          <a:solidFill>
            <a:srgbClr val="EAEAEA"/>
          </a:solidFill>
          <a:ln>
            <a:solidFill>
              <a:srgbClr val="EAEAEA"/>
            </a:solidFill>
          </a:ln>
        </p:spPr>
        <p:txBody>
          <a:bodyPr lIns="900000" tIns="324000" rIns="900000" bIns="324000"/>
          <a:lstStyle>
            <a:lvl1pPr marL="0" indent="0">
              <a:lnSpc>
                <a:spcPts val="1500"/>
              </a:lnSpc>
              <a:buNone/>
              <a:defRPr sz="1100"/>
            </a:lvl1pPr>
            <a:lvl2pPr>
              <a:defRPr sz="1100"/>
            </a:lvl2pPr>
            <a:lvl3pPr>
              <a:defRPr sz="1100"/>
            </a:lvl3pPr>
            <a:lvl4pPr>
              <a:defRPr sz="1100"/>
            </a:lvl4pPr>
            <a:lvl5pPr>
              <a:defRPr sz="1100"/>
            </a:lvl5pPr>
          </a:lstStyle>
          <a:p>
            <a:pPr lvl="0"/>
            <a:r>
              <a:rPr lang="fr-FR"/>
              <a:t>Modifier les styles du texte du masque</a:t>
            </a:r>
          </a:p>
        </p:txBody>
      </p:sp>
      <p:sp>
        <p:nvSpPr>
          <p:cNvPr id="10" name="Espace réservé du pied de page 1">
            <a:extLst>
              <a:ext uri="{FF2B5EF4-FFF2-40B4-BE49-F238E27FC236}">
                <a16:creationId xmlns:a16="http://schemas.microsoft.com/office/drawing/2014/main" id="{ACD558E9-BCAE-5347-8D3F-EFF15B89B186}"/>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2" name="Espace réservé du texte 4">
            <a:extLst>
              <a:ext uri="{FF2B5EF4-FFF2-40B4-BE49-F238E27FC236}">
                <a16:creationId xmlns:a16="http://schemas.microsoft.com/office/drawing/2014/main" id="{C7D8CF23-5D42-A94E-9D9B-7A5508526739}"/>
              </a:ext>
            </a:extLst>
          </p:cNvPr>
          <p:cNvSpPr>
            <a:spLocks noGrp="1"/>
          </p:cNvSpPr>
          <p:nvPr>
            <p:ph type="body" sz="quarter" idx="35" hasCustomPrompt="1"/>
          </p:nvPr>
        </p:nvSpPr>
        <p:spPr>
          <a:xfrm>
            <a:off x="337930" y="922713"/>
            <a:ext cx="7141201"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2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3" name="Espace réservé du texte 6">
            <a:extLst>
              <a:ext uri="{FF2B5EF4-FFF2-40B4-BE49-F238E27FC236}">
                <a16:creationId xmlns:a16="http://schemas.microsoft.com/office/drawing/2014/main" id="{8F26411B-2231-B541-8B67-E0E2F56FCC5B}"/>
              </a:ext>
            </a:extLst>
          </p:cNvPr>
          <p:cNvSpPr>
            <a:spLocks noGrp="1"/>
          </p:cNvSpPr>
          <p:nvPr>
            <p:ph type="body" sz="quarter" idx="10" hasCustomPrompt="1"/>
          </p:nvPr>
        </p:nvSpPr>
        <p:spPr>
          <a:xfrm>
            <a:off x="337932" y="564022"/>
            <a:ext cx="7141199"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1348961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IMAGE_2">
    <p:spTree>
      <p:nvGrpSpPr>
        <p:cNvPr id="1" name=""/>
        <p:cNvGrpSpPr/>
        <p:nvPr/>
      </p:nvGrpSpPr>
      <p:grpSpPr>
        <a:xfrm>
          <a:off x="0" y="0"/>
          <a:ext cx="0" cy="0"/>
          <a:chOff x="0" y="0"/>
          <a:chExt cx="0" cy="0"/>
        </a:xfrm>
      </p:grpSpPr>
      <p:sp>
        <p:nvSpPr>
          <p:cNvPr id="10" name="Espace réservé pour une image  9"/>
          <p:cNvSpPr>
            <a:spLocks noGrp="1"/>
          </p:cNvSpPr>
          <p:nvPr>
            <p:ph type="pic" sz="quarter" idx="10"/>
          </p:nvPr>
        </p:nvSpPr>
        <p:spPr>
          <a:xfrm>
            <a:off x="0" y="0"/>
            <a:ext cx="3938588" cy="6858000"/>
          </a:xfrm>
          <a:prstGeom prst="rect">
            <a:avLst/>
          </a:prstGeom>
        </p:spPr>
        <p:txBody>
          <a:bodyPr/>
          <a:lstStyle>
            <a:lvl1pPr>
              <a:defRPr sz="1100"/>
            </a:lvl1pPr>
          </a:lstStyle>
          <a:p>
            <a:r>
              <a:rPr lang="fr-FR"/>
              <a:t>Cliquez sur l'icône pour ajouter une image</a:t>
            </a:r>
          </a:p>
        </p:txBody>
      </p:sp>
      <p:sp>
        <p:nvSpPr>
          <p:cNvPr id="11" name="Espace réservé du texte 4"/>
          <p:cNvSpPr>
            <a:spLocks noGrp="1"/>
          </p:cNvSpPr>
          <p:nvPr>
            <p:ph type="body" sz="quarter" idx="27"/>
          </p:nvPr>
        </p:nvSpPr>
        <p:spPr>
          <a:xfrm>
            <a:off x="5331409" y="1056489"/>
            <a:ext cx="6436268" cy="29566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12" name="Espace réservé du texte 9"/>
          <p:cNvSpPr>
            <a:spLocks noGrp="1"/>
          </p:cNvSpPr>
          <p:nvPr>
            <p:ph type="body" sz="quarter" idx="24"/>
          </p:nvPr>
        </p:nvSpPr>
        <p:spPr>
          <a:xfrm>
            <a:off x="5331409" y="1682496"/>
            <a:ext cx="6436268" cy="361089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3" name="Espace réservé du texte 6"/>
          <p:cNvSpPr>
            <a:spLocks noGrp="1"/>
          </p:cNvSpPr>
          <p:nvPr>
            <p:ph type="body" sz="quarter" idx="28" hasCustomPrompt="1"/>
          </p:nvPr>
        </p:nvSpPr>
        <p:spPr>
          <a:xfrm>
            <a:off x="315309" y="905810"/>
            <a:ext cx="3623279" cy="1876425"/>
          </a:xfrm>
          <a:prstGeom prst="rect">
            <a:avLst/>
          </a:prstGeom>
        </p:spPr>
        <p:txBody>
          <a:bodyPr/>
          <a:lstStyle>
            <a:lvl1pPr marL="0" indent="0">
              <a:buNone/>
              <a:defRPr sz="2400" b="1" spc="0" baseline="0">
                <a:latin typeface="+mj-lt"/>
              </a:defRPr>
            </a:lvl1pPr>
          </a:lstStyle>
          <a:p>
            <a:pPr lvl="0"/>
            <a:r>
              <a:rPr lang="fr-FR"/>
              <a:t>Titre</a:t>
            </a:r>
          </a:p>
        </p:txBody>
      </p:sp>
    </p:spTree>
    <p:extLst>
      <p:ext uri="{BB962C8B-B14F-4D97-AF65-F5344CB8AC3E}">
        <p14:creationId xmlns:p14="http://schemas.microsoft.com/office/powerpoint/2010/main" val="288749047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IMAGE_3">
    <p:bg>
      <p:bgRef idx="1001">
        <a:schemeClr val="bg1"/>
      </p:bgRef>
    </p:bg>
    <p:spTree>
      <p:nvGrpSpPr>
        <p:cNvPr id="1" name=""/>
        <p:cNvGrpSpPr/>
        <p:nvPr/>
      </p:nvGrpSpPr>
      <p:grpSpPr>
        <a:xfrm>
          <a:off x="0" y="0"/>
          <a:ext cx="0" cy="0"/>
          <a:chOff x="0" y="0"/>
          <a:chExt cx="0" cy="0"/>
        </a:xfrm>
      </p:grpSpPr>
      <p:sp>
        <p:nvSpPr>
          <p:cNvPr id="9" name="Espace réservé pour une image  8"/>
          <p:cNvSpPr>
            <a:spLocks noGrp="1"/>
          </p:cNvSpPr>
          <p:nvPr>
            <p:ph type="pic" sz="quarter" idx="11"/>
          </p:nvPr>
        </p:nvSpPr>
        <p:spPr>
          <a:xfrm>
            <a:off x="346075" y="819808"/>
            <a:ext cx="2147743" cy="5486400"/>
          </a:xfrm>
          <a:prstGeom prst="rect">
            <a:avLst/>
          </a:prstGeom>
        </p:spPr>
        <p:txBody>
          <a:bodyPr/>
          <a:lstStyle>
            <a:lvl1pPr marL="0" indent="0">
              <a:buNone/>
              <a:defRPr sz="1100"/>
            </a:lvl1pPr>
          </a:lstStyle>
          <a:p>
            <a:r>
              <a:rPr lang="fr-FR"/>
              <a:t>Cliquez sur l'icône pour ajouter une image</a:t>
            </a:r>
          </a:p>
        </p:txBody>
      </p:sp>
      <p:sp>
        <p:nvSpPr>
          <p:cNvPr id="11" name="Espace réservé du texte 2"/>
          <p:cNvSpPr>
            <a:spLocks noGrp="1"/>
          </p:cNvSpPr>
          <p:nvPr>
            <p:ph type="body" sz="quarter" idx="26"/>
          </p:nvPr>
        </p:nvSpPr>
        <p:spPr>
          <a:xfrm>
            <a:off x="2932386" y="1426914"/>
            <a:ext cx="7134341" cy="343126"/>
          </a:xfrm>
          <a:prstGeom prst="rect">
            <a:avLst/>
          </a:prstGeom>
        </p:spPr>
        <p:txBody>
          <a:bodyPr/>
          <a:lstStyle>
            <a:lvl1pPr marL="0" indent="0">
              <a:buNone/>
              <a:defRPr lang="fr-FR" sz="1200" b="1" i="0" dirty="0" smtClean="0">
                <a:solidFill>
                  <a:schemeClr val="tx1"/>
                </a:solidFill>
                <a:latin typeface="Arial Black" panose="020B0A04020102020204" pitchFamily="34" charset="0"/>
                <a:ea typeface="+mj-ea"/>
                <a:cs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2" name="Espace réservé du texte 4"/>
          <p:cNvSpPr>
            <a:spLocks noGrp="1"/>
          </p:cNvSpPr>
          <p:nvPr>
            <p:ph type="body" sz="quarter" idx="27"/>
          </p:nvPr>
        </p:nvSpPr>
        <p:spPr>
          <a:xfrm>
            <a:off x="2932386" y="1995698"/>
            <a:ext cx="8954814" cy="68516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a:latin typeface="+mj-lt"/>
              </a:defRPr>
            </a:lvl1pPr>
            <a:lvl2pPr>
              <a:defRPr sz="1100">
                <a:latin typeface="+mj-lt"/>
              </a:defRPr>
            </a:lvl2pPr>
            <a:lvl3pPr>
              <a:defRPr sz="1100">
                <a:latin typeface="+mj-lt"/>
              </a:defRPr>
            </a:lvl3pPr>
            <a:lvl4pPr>
              <a:defRPr sz="1100">
                <a:latin typeface="+mj-lt"/>
              </a:defRPr>
            </a:lvl4pPr>
            <a:lvl5pPr>
              <a:defRPr sz="1100">
                <a:latin typeface="+mj-lt"/>
              </a:defRPr>
            </a:lvl5pPr>
          </a:lstStyle>
          <a:p>
            <a:pPr lvl="0"/>
            <a:r>
              <a:rPr lang="fr-FR"/>
              <a:t>Modifier les styles du texte du masque</a:t>
            </a:r>
          </a:p>
        </p:txBody>
      </p:sp>
      <p:sp>
        <p:nvSpPr>
          <p:cNvPr id="13" name="Espace réservé du texte 9"/>
          <p:cNvSpPr>
            <a:spLocks noGrp="1"/>
          </p:cNvSpPr>
          <p:nvPr>
            <p:ph type="body" sz="quarter" idx="24"/>
          </p:nvPr>
        </p:nvSpPr>
        <p:spPr>
          <a:xfrm>
            <a:off x="2932386" y="2908677"/>
            <a:ext cx="8954814" cy="2787931"/>
          </a:xfrm>
          <a:prstGeom prst="rect">
            <a:avLst/>
          </a:prstGeom>
        </p:spPr>
        <p:txBody>
          <a:bodyPr numCol="2" spcCol="360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5" name="Espace réservé du texte 14"/>
          <p:cNvSpPr>
            <a:spLocks noGrp="1"/>
          </p:cNvSpPr>
          <p:nvPr>
            <p:ph type="body" sz="quarter" idx="33" hasCustomPrompt="1"/>
          </p:nvPr>
        </p:nvSpPr>
        <p:spPr>
          <a:xfrm>
            <a:off x="10647745" y="770233"/>
            <a:ext cx="1198180" cy="690640"/>
          </a:xfrm>
          <a:prstGeom prst="rect">
            <a:avLst/>
          </a:prstGeom>
        </p:spPr>
        <p:txBody>
          <a:bodyPr anchor="ctr"/>
          <a:lstStyle>
            <a:lvl1pPr marL="0" indent="0" algn="ctr">
              <a:buNone/>
              <a:defRPr sz="4400" b="1">
                <a:solidFill>
                  <a:schemeClr val="bg1">
                    <a:lumMod val="90000"/>
                  </a:schemeClr>
                </a:solidFill>
                <a:latin typeface="+mj-lt"/>
              </a:defRPr>
            </a:lvl1pPr>
          </a:lstStyle>
          <a:p>
            <a:pPr lvl="0"/>
            <a:r>
              <a:rPr lang="fr-FR"/>
              <a:t>1/2</a:t>
            </a:r>
          </a:p>
        </p:txBody>
      </p:sp>
      <p:sp>
        <p:nvSpPr>
          <p:cNvPr id="22" name="Espace réservé du texte 6">
            <a:extLst>
              <a:ext uri="{FF2B5EF4-FFF2-40B4-BE49-F238E27FC236}">
                <a16:creationId xmlns:a16="http://schemas.microsoft.com/office/drawing/2014/main" id="{DB88CB0B-C187-4DC7-A8B1-948F6D9D11DF}"/>
              </a:ext>
            </a:extLst>
          </p:cNvPr>
          <p:cNvSpPr>
            <a:spLocks noGrp="1"/>
          </p:cNvSpPr>
          <p:nvPr>
            <p:ph type="body" sz="quarter" idx="34" hasCustomPrompt="1"/>
          </p:nvPr>
        </p:nvSpPr>
        <p:spPr>
          <a:xfrm>
            <a:off x="2932386" y="770233"/>
            <a:ext cx="7117686" cy="645000"/>
          </a:xfrm>
          <a:prstGeom prst="rect">
            <a:avLst/>
          </a:prstGeom>
        </p:spPr>
        <p:txBody>
          <a:bodyPr anchor="ctr"/>
          <a:lstStyle>
            <a:lvl1pPr marL="0" indent="0">
              <a:buNone/>
              <a:defRPr sz="2400" b="1" spc="-150" baseline="0">
                <a:latin typeface="+mj-lt"/>
              </a:defRPr>
            </a:lvl1pPr>
          </a:lstStyle>
          <a:p>
            <a:pPr lvl="0"/>
            <a:r>
              <a:rPr lang="fr-FR"/>
              <a:t>Titre</a:t>
            </a:r>
          </a:p>
        </p:txBody>
      </p:sp>
      <p:sp>
        <p:nvSpPr>
          <p:cNvPr id="10" name="Espace réservé du pied de page 1">
            <a:extLst>
              <a:ext uri="{FF2B5EF4-FFF2-40B4-BE49-F238E27FC236}">
                <a16:creationId xmlns:a16="http://schemas.microsoft.com/office/drawing/2014/main" id="{03B894C4-F544-FC4D-92C3-114A14FE6EEA}"/>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353218882"/>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IMAGE_4">
    <p:spTree>
      <p:nvGrpSpPr>
        <p:cNvPr id="1" name=""/>
        <p:cNvGrpSpPr/>
        <p:nvPr/>
      </p:nvGrpSpPr>
      <p:grpSpPr>
        <a:xfrm>
          <a:off x="0" y="0"/>
          <a:ext cx="0" cy="0"/>
          <a:chOff x="0" y="0"/>
          <a:chExt cx="0" cy="0"/>
        </a:xfrm>
      </p:grpSpPr>
      <p:sp>
        <p:nvSpPr>
          <p:cNvPr id="8" name="Espace réservé pour une image  7"/>
          <p:cNvSpPr>
            <a:spLocks noGrp="1"/>
          </p:cNvSpPr>
          <p:nvPr>
            <p:ph type="pic" sz="quarter" idx="10"/>
          </p:nvPr>
        </p:nvSpPr>
        <p:spPr>
          <a:xfrm>
            <a:off x="8975834" y="2448910"/>
            <a:ext cx="2858979" cy="3857024"/>
          </a:xfrm>
          <a:prstGeom prst="rect">
            <a:avLst/>
          </a:prstGeom>
        </p:spPr>
        <p:txBody>
          <a:bodyPr/>
          <a:lstStyle>
            <a:lvl1pPr>
              <a:defRPr sz="1100"/>
            </a:lvl1pPr>
          </a:lstStyle>
          <a:p>
            <a:r>
              <a:rPr lang="fr-FR"/>
              <a:t>Cliquez sur l'icône pour ajouter une image</a:t>
            </a:r>
          </a:p>
        </p:txBody>
      </p:sp>
      <p:sp>
        <p:nvSpPr>
          <p:cNvPr id="10" name="Espace réservé du texte 4"/>
          <p:cNvSpPr>
            <a:spLocks noGrp="1"/>
          </p:cNvSpPr>
          <p:nvPr>
            <p:ph type="body" sz="quarter" idx="27"/>
          </p:nvPr>
        </p:nvSpPr>
        <p:spPr>
          <a:xfrm>
            <a:off x="349274" y="1256426"/>
            <a:ext cx="8227167" cy="59339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a:latin typeface="+mj-lt"/>
              </a:defRPr>
            </a:lvl1pPr>
            <a:lvl2pPr>
              <a:defRPr sz="1100">
                <a:latin typeface="+mj-lt"/>
              </a:defRPr>
            </a:lvl2pPr>
            <a:lvl3pPr>
              <a:defRPr sz="1100">
                <a:latin typeface="+mj-lt"/>
              </a:defRPr>
            </a:lvl3pPr>
            <a:lvl4pPr>
              <a:defRPr sz="1100">
                <a:latin typeface="+mj-lt"/>
              </a:defRPr>
            </a:lvl4pPr>
            <a:lvl5pPr>
              <a:defRPr sz="1100">
                <a:latin typeface="+mj-lt"/>
              </a:defRPr>
            </a:lvl5pPr>
          </a:lstStyle>
          <a:p>
            <a:pPr lvl="0"/>
            <a:r>
              <a:rPr lang="fr-FR"/>
              <a:t>Modifier les styles du texte du masque</a:t>
            </a:r>
          </a:p>
        </p:txBody>
      </p:sp>
      <p:sp>
        <p:nvSpPr>
          <p:cNvPr id="11" name="Espace réservé du texte 9"/>
          <p:cNvSpPr>
            <a:spLocks noGrp="1"/>
          </p:cNvSpPr>
          <p:nvPr>
            <p:ph type="body" sz="quarter" idx="24"/>
          </p:nvPr>
        </p:nvSpPr>
        <p:spPr>
          <a:xfrm>
            <a:off x="349273" y="2501460"/>
            <a:ext cx="8227167" cy="3131670"/>
          </a:xfrm>
          <a:prstGeom prst="rect">
            <a:avLst/>
          </a:prstGeom>
        </p:spPr>
        <p:txBody>
          <a:bodyPr numCol="2" spcCol="360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2" name="Espace réservé du texte 4"/>
          <p:cNvSpPr>
            <a:spLocks noGrp="1"/>
          </p:cNvSpPr>
          <p:nvPr>
            <p:ph type="body" sz="quarter" idx="34"/>
          </p:nvPr>
        </p:nvSpPr>
        <p:spPr>
          <a:xfrm>
            <a:off x="349273" y="2003897"/>
            <a:ext cx="8227167" cy="2453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a:latin typeface="+mj-lt"/>
              </a:defRPr>
            </a:lvl1pPr>
            <a:lvl2pPr>
              <a:defRPr sz="1100">
                <a:latin typeface="+mj-lt"/>
              </a:defRPr>
            </a:lvl2pPr>
            <a:lvl3pPr>
              <a:defRPr sz="1100">
                <a:latin typeface="+mj-lt"/>
              </a:defRPr>
            </a:lvl3pPr>
            <a:lvl4pPr>
              <a:defRPr sz="1100">
                <a:latin typeface="+mj-lt"/>
              </a:defRPr>
            </a:lvl4pPr>
            <a:lvl5pPr>
              <a:defRPr sz="1100">
                <a:latin typeface="+mj-lt"/>
              </a:defRPr>
            </a:lvl5pPr>
          </a:lstStyle>
          <a:p>
            <a:pPr lvl="0"/>
            <a:r>
              <a:rPr lang="fr-FR"/>
              <a:t>Modifier les styles du texte du masque</a:t>
            </a:r>
          </a:p>
        </p:txBody>
      </p:sp>
      <p:sp>
        <p:nvSpPr>
          <p:cNvPr id="16" name="Espace réservé du texte 14">
            <a:extLst>
              <a:ext uri="{FF2B5EF4-FFF2-40B4-BE49-F238E27FC236}">
                <a16:creationId xmlns:a16="http://schemas.microsoft.com/office/drawing/2014/main" id="{50F7BF43-4065-4C38-978D-28C8795C899A}"/>
              </a:ext>
            </a:extLst>
          </p:cNvPr>
          <p:cNvSpPr>
            <a:spLocks noGrp="1"/>
          </p:cNvSpPr>
          <p:nvPr>
            <p:ph type="body" sz="quarter" idx="33" hasCustomPrompt="1"/>
          </p:nvPr>
        </p:nvSpPr>
        <p:spPr>
          <a:xfrm>
            <a:off x="10647745" y="770233"/>
            <a:ext cx="1198180" cy="690640"/>
          </a:xfrm>
          <a:prstGeom prst="rect">
            <a:avLst/>
          </a:prstGeom>
        </p:spPr>
        <p:txBody>
          <a:bodyPr anchor="ctr"/>
          <a:lstStyle>
            <a:lvl1pPr marL="0" indent="0" algn="ctr">
              <a:buNone/>
              <a:defRPr sz="4400" b="1">
                <a:solidFill>
                  <a:schemeClr val="bg1">
                    <a:lumMod val="90000"/>
                  </a:schemeClr>
                </a:solidFill>
                <a:latin typeface="+mj-lt"/>
              </a:defRPr>
            </a:lvl1pPr>
          </a:lstStyle>
          <a:p>
            <a:pPr lvl="0"/>
            <a:r>
              <a:rPr lang="fr-FR"/>
              <a:t>2/2</a:t>
            </a:r>
          </a:p>
        </p:txBody>
      </p:sp>
      <p:sp>
        <p:nvSpPr>
          <p:cNvPr id="9" name="Espace réservé du pied de page 1">
            <a:extLst>
              <a:ext uri="{FF2B5EF4-FFF2-40B4-BE49-F238E27FC236}">
                <a16:creationId xmlns:a16="http://schemas.microsoft.com/office/drawing/2014/main" id="{59BED744-2C86-8A4C-8528-C27B0AFADEAB}"/>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92178520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EVELOPMENT">
    <p:spTree>
      <p:nvGrpSpPr>
        <p:cNvPr id="1" name=""/>
        <p:cNvGrpSpPr/>
        <p:nvPr/>
      </p:nvGrpSpPr>
      <p:grpSpPr>
        <a:xfrm>
          <a:off x="0" y="0"/>
          <a:ext cx="0" cy="0"/>
          <a:chOff x="0" y="0"/>
          <a:chExt cx="0" cy="0"/>
        </a:xfrm>
      </p:grpSpPr>
      <p:sp>
        <p:nvSpPr>
          <p:cNvPr id="4" name="Espace réservé du texte 11"/>
          <p:cNvSpPr>
            <a:spLocks noGrp="1"/>
          </p:cNvSpPr>
          <p:nvPr>
            <p:ph type="body" sz="quarter" idx="16" hasCustomPrompt="1"/>
          </p:nvPr>
        </p:nvSpPr>
        <p:spPr>
          <a:xfrm>
            <a:off x="376277" y="2264323"/>
            <a:ext cx="1389460" cy="304800"/>
          </a:xfrm>
          <a:prstGeom prst="rect">
            <a:avLst/>
          </a:prstGeom>
          <a:solidFill>
            <a:schemeClr val="tx1"/>
          </a:solidFill>
          <a:ln>
            <a:solidFill>
              <a:schemeClr val="tx1"/>
            </a:solidFill>
          </a:ln>
        </p:spPr>
        <p:txBody>
          <a:bodyPr lIns="180000" bIns="36000" anchor="b" anchorCtr="0"/>
          <a:lstStyle>
            <a:lvl1pPr marL="0" indent="0" algn="l">
              <a:buNone/>
              <a:defRPr sz="1100" b="1" baseline="0">
                <a:solidFill>
                  <a:schemeClr val="bg1"/>
                </a:solidFill>
                <a:latin typeface="+mj-lt"/>
              </a:defRPr>
            </a:lvl1pPr>
          </a:lstStyle>
          <a:p>
            <a:pPr lvl="0"/>
            <a:r>
              <a:rPr lang="fr-FR"/>
              <a:t>Texte</a:t>
            </a:r>
          </a:p>
        </p:txBody>
      </p:sp>
      <p:sp>
        <p:nvSpPr>
          <p:cNvPr id="5" name="Espace réservé du texte 11"/>
          <p:cNvSpPr>
            <a:spLocks noGrp="1"/>
          </p:cNvSpPr>
          <p:nvPr>
            <p:ph type="body" sz="quarter" idx="28"/>
          </p:nvPr>
        </p:nvSpPr>
        <p:spPr>
          <a:xfrm>
            <a:off x="4376510" y="2264323"/>
            <a:ext cx="3422165" cy="304800"/>
          </a:xfrm>
          <a:prstGeom prst="rect">
            <a:avLst/>
          </a:prstGeom>
          <a:solidFill>
            <a:schemeClr val="tx1"/>
          </a:solidFill>
          <a:ln>
            <a:solidFill>
              <a:schemeClr val="tx1"/>
            </a:solidFill>
          </a:ln>
        </p:spPr>
        <p:txBody>
          <a:bodyPr lIns="180000" bIns="36000" anchor="b" anchorCtr="0"/>
          <a:lstStyle>
            <a:lvl1pPr marL="0" indent="0" algn="l">
              <a:buNone/>
              <a:defRPr sz="1100" b="1" baseline="0">
                <a:solidFill>
                  <a:schemeClr val="bg1"/>
                </a:solidFill>
                <a:latin typeface="+mj-lt"/>
              </a:defRPr>
            </a:lvl1pPr>
          </a:lstStyle>
          <a:p>
            <a:pPr lvl="0"/>
            <a:r>
              <a:rPr lang="fr-FR"/>
              <a:t>Modifier les styles du texte du masque</a:t>
            </a:r>
          </a:p>
        </p:txBody>
      </p:sp>
      <p:sp>
        <p:nvSpPr>
          <p:cNvPr id="6" name="Espace réservé pour une image  7"/>
          <p:cNvSpPr>
            <a:spLocks noGrp="1"/>
          </p:cNvSpPr>
          <p:nvPr>
            <p:ph type="pic" sz="quarter" idx="10"/>
          </p:nvPr>
        </p:nvSpPr>
        <p:spPr>
          <a:xfrm>
            <a:off x="8818180" y="1068899"/>
            <a:ext cx="3035558" cy="4921997"/>
          </a:xfrm>
          <a:prstGeom prst="rect">
            <a:avLst/>
          </a:prstGeom>
        </p:spPr>
        <p:txBody>
          <a:bodyPr/>
          <a:lstStyle>
            <a:lvl1pPr>
              <a:defRPr sz="1100"/>
            </a:lvl1pPr>
          </a:lstStyle>
          <a:p>
            <a:r>
              <a:rPr lang="fr-FR"/>
              <a:t>Cliquez sur l'icône pour ajouter une image</a:t>
            </a:r>
          </a:p>
        </p:txBody>
      </p:sp>
      <p:sp>
        <p:nvSpPr>
          <p:cNvPr id="7" name="Espace réservé du texte 11"/>
          <p:cNvSpPr>
            <a:spLocks noGrp="1"/>
          </p:cNvSpPr>
          <p:nvPr>
            <p:ph type="body" sz="quarter" idx="29" hasCustomPrompt="1"/>
          </p:nvPr>
        </p:nvSpPr>
        <p:spPr>
          <a:xfrm>
            <a:off x="9210675" y="5318235"/>
            <a:ext cx="2981325" cy="672662"/>
          </a:xfrm>
          <a:prstGeom prst="rect">
            <a:avLst/>
          </a:prstGeom>
          <a:solidFill>
            <a:schemeClr val="tx1"/>
          </a:solidFill>
          <a:ln>
            <a:solidFill>
              <a:schemeClr val="tx1"/>
            </a:solidFill>
          </a:ln>
        </p:spPr>
        <p:txBody>
          <a:bodyPr lIns="180000" bIns="108000" anchor="b" anchorCtr="0"/>
          <a:lstStyle>
            <a:lvl1pPr marL="0" indent="0" algn="l">
              <a:buNone/>
              <a:defRPr sz="2400" b="1" baseline="0">
                <a:solidFill>
                  <a:schemeClr val="bg1"/>
                </a:solidFill>
                <a:latin typeface="+mj-lt"/>
              </a:defRPr>
            </a:lvl1pPr>
          </a:lstStyle>
          <a:p>
            <a:pPr lvl="0"/>
            <a:r>
              <a:rPr lang="fr-FR"/>
              <a:t>Un mot clé</a:t>
            </a:r>
          </a:p>
        </p:txBody>
      </p:sp>
      <p:sp>
        <p:nvSpPr>
          <p:cNvPr id="8" name="Espace réservé du texte 9"/>
          <p:cNvSpPr>
            <a:spLocks noGrp="1"/>
          </p:cNvSpPr>
          <p:nvPr>
            <p:ph type="body" sz="quarter" idx="22"/>
          </p:nvPr>
        </p:nvSpPr>
        <p:spPr>
          <a:xfrm>
            <a:off x="376278" y="3110405"/>
            <a:ext cx="7580052" cy="2648607"/>
          </a:xfrm>
          <a:prstGeom prst="rect">
            <a:avLst/>
          </a:prstGeom>
        </p:spPr>
        <p:txBody>
          <a:bodyPr numCol="2"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9" name="Espace réservé du texte 4"/>
          <p:cNvSpPr>
            <a:spLocks noGrp="1"/>
          </p:cNvSpPr>
          <p:nvPr>
            <p:ph type="body" sz="quarter" idx="34"/>
          </p:nvPr>
        </p:nvSpPr>
        <p:spPr>
          <a:xfrm>
            <a:off x="376277" y="2707436"/>
            <a:ext cx="3533572" cy="2453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mj-lt"/>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0" name="Espace réservé du texte 4"/>
          <p:cNvSpPr>
            <a:spLocks noGrp="1"/>
          </p:cNvSpPr>
          <p:nvPr>
            <p:ph type="body" sz="quarter" idx="35"/>
          </p:nvPr>
        </p:nvSpPr>
        <p:spPr>
          <a:xfrm>
            <a:off x="4376510" y="2707435"/>
            <a:ext cx="3579820"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mj-lt"/>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2" name="Espace réservé du pied de page 1">
            <a:extLst>
              <a:ext uri="{FF2B5EF4-FFF2-40B4-BE49-F238E27FC236}">
                <a16:creationId xmlns:a16="http://schemas.microsoft.com/office/drawing/2014/main" id="{729F6889-8D8F-074B-8FA7-0B8697FE0220}"/>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5" name="Espace réservé du texte 4">
            <a:extLst>
              <a:ext uri="{FF2B5EF4-FFF2-40B4-BE49-F238E27FC236}">
                <a16:creationId xmlns:a16="http://schemas.microsoft.com/office/drawing/2014/main" id="{C29AF802-059B-D24D-A710-52474B2AB7F0}"/>
              </a:ext>
            </a:extLst>
          </p:cNvPr>
          <p:cNvSpPr>
            <a:spLocks noGrp="1"/>
          </p:cNvSpPr>
          <p:nvPr>
            <p:ph type="body" sz="quarter" idx="36" hasCustomPrompt="1"/>
          </p:nvPr>
        </p:nvSpPr>
        <p:spPr>
          <a:xfrm>
            <a:off x="337930" y="922713"/>
            <a:ext cx="7141201"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2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6" name="Espace réservé du texte 6">
            <a:extLst>
              <a:ext uri="{FF2B5EF4-FFF2-40B4-BE49-F238E27FC236}">
                <a16:creationId xmlns:a16="http://schemas.microsoft.com/office/drawing/2014/main" id="{1F746D87-70A3-004F-9B9E-9DFA04CA7BB4}"/>
              </a:ext>
            </a:extLst>
          </p:cNvPr>
          <p:cNvSpPr>
            <a:spLocks noGrp="1"/>
          </p:cNvSpPr>
          <p:nvPr>
            <p:ph type="body" sz="quarter" idx="37" hasCustomPrompt="1"/>
          </p:nvPr>
        </p:nvSpPr>
        <p:spPr>
          <a:xfrm>
            <a:off x="337932" y="564022"/>
            <a:ext cx="7141199"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401532511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EVELOPMENT_1">
    <p:spTree>
      <p:nvGrpSpPr>
        <p:cNvPr id="1" name=""/>
        <p:cNvGrpSpPr/>
        <p:nvPr/>
      </p:nvGrpSpPr>
      <p:grpSpPr>
        <a:xfrm>
          <a:off x="0" y="0"/>
          <a:ext cx="0" cy="0"/>
          <a:chOff x="0" y="0"/>
          <a:chExt cx="0" cy="0"/>
        </a:xfrm>
      </p:grpSpPr>
      <p:sp>
        <p:nvSpPr>
          <p:cNvPr id="6" name="Espace réservé du texte 9"/>
          <p:cNvSpPr>
            <a:spLocks noGrp="1"/>
          </p:cNvSpPr>
          <p:nvPr>
            <p:ph type="body" sz="quarter" idx="41"/>
          </p:nvPr>
        </p:nvSpPr>
        <p:spPr>
          <a:xfrm>
            <a:off x="695915" y="2171701"/>
            <a:ext cx="5907186" cy="352509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9" name="Espace réservé pour une image  8"/>
          <p:cNvSpPr>
            <a:spLocks noGrp="1"/>
          </p:cNvSpPr>
          <p:nvPr>
            <p:ph type="pic" sz="quarter" idx="42"/>
          </p:nvPr>
        </p:nvSpPr>
        <p:spPr>
          <a:xfrm>
            <a:off x="7873521" y="1159498"/>
            <a:ext cx="3374407" cy="4873625"/>
          </a:xfrm>
          <a:prstGeom prst="rect">
            <a:avLst/>
          </a:prstGeom>
        </p:spPr>
        <p:txBody>
          <a:bodyPr/>
          <a:lstStyle>
            <a:lvl1pPr marL="0" indent="0">
              <a:buNone/>
              <a:defRPr sz="1100"/>
            </a:lvl1pPr>
          </a:lstStyle>
          <a:p>
            <a:r>
              <a:rPr lang="fr-FR"/>
              <a:t>Cliquez sur l'icône pour ajouter une image</a:t>
            </a:r>
          </a:p>
        </p:txBody>
      </p:sp>
      <p:sp>
        <p:nvSpPr>
          <p:cNvPr id="13" name="Espace réservé du texte 11">
            <a:extLst>
              <a:ext uri="{FF2B5EF4-FFF2-40B4-BE49-F238E27FC236}">
                <a16:creationId xmlns:a16="http://schemas.microsoft.com/office/drawing/2014/main" id="{139AA832-AD31-4BC8-8075-ABF7649B064C}"/>
              </a:ext>
            </a:extLst>
          </p:cNvPr>
          <p:cNvSpPr>
            <a:spLocks noGrp="1"/>
          </p:cNvSpPr>
          <p:nvPr>
            <p:ph type="body" sz="quarter" idx="29" hasCustomPrompt="1"/>
          </p:nvPr>
        </p:nvSpPr>
        <p:spPr>
          <a:xfrm>
            <a:off x="9616966" y="5355813"/>
            <a:ext cx="2575034" cy="672662"/>
          </a:xfrm>
          <a:prstGeom prst="rect">
            <a:avLst/>
          </a:prstGeom>
          <a:solidFill>
            <a:schemeClr val="tx1"/>
          </a:solidFill>
          <a:ln>
            <a:solidFill>
              <a:schemeClr val="tx1"/>
            </a:solidFill>
          </a:ln>
        </p:spPr>
        <p:txBody>
          <a:bodyPr lIns="180000" bIns="108000" anchor="b" anchorCtr="0"/>
          <a:lstStyle>
            <a:lvl1pPr marL="0" indent="0" algn="l">
              <a:buNone/>
              <a:defRPr sz="2400" b="1" baseline="0">
                <a:solidFill>
                  <a:schemeClr val="bg1"/>
                </a:solidFill>
                <a:latin typeface="+mj-lt"/>
              </a:defRPr>
            </a:lvl1pPr>
          </a:lstStyle>
          <a:p>
            <a:pPr lvl="0"/>
            <a:r>
              <a:rPr lang="fr-FR"/>
              <a:t>Un mot clé</a:t>
            </a:r>
          </a:p>
        </p:txBody>
      </p:sp>
      <p:sp>
        <p:nvSpPr>
          <p:cNvPr id="7" name="Espace réservé du pied de page 1">
            <a:extLst>
              <a:ext uri="{FF2B5EF4-FFF2-40B4-BE49-F238E27FC236}">
                <a16:creationId xmlns:a16="http://schemas.microsoft.com/office/drawing/2014/main" id="{F592F759-9D04-AD41-8B36-EC37FE503946}"/>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4" name="Espace réservé du texte 4"/>
          <p:cNvSpPr>
            <a:spLocks noGrp="1"/>
          </p:cNvSpPr>
          <p:nvPr>
            <p:ph type="body" sz="quarter" idx="27"/>
          </p:nvPr>
        </p:nvSpPr>
        <p:spPr>
          <a:xfrm>
            <a:off x="333231" y="1163492"/>
            <a:ext cx="5606323" cy="61561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baseline="0">
                <a:latin typeface="Arial Black" panose="020B0A04020102020204" pitchFamily="34" charset="0"/>
              </a:defRPr>
            </a:lvl1pPr>
            <a:lvl2pPr>
              <a:defRPr sz="2400">
                <a:latin typeface="Arial Black" panose="020B0A04020102020204" pitchFamily="34" charset="0"/>
              </a:defRPr>
            </a:lvl2pPr>
            <a:lvl3pPr>
              <a:defRPr sz="2400">
                <a:latin typeface="Arial Black" panose="020B0A04020102020204" pitchFamily="34" charset="0"/>
              </a:defRPr>
            </a:lvl3pPr>
            <a:lvl4pPr>
              <a:defRPr sz="2400">
                <a:latin typeface="Arial Black" panose="020B0A04020102020204" pitchFamily="34" charset="0"/>
              </a:defRPr>
            </a:lvl4pPr>
            <a:lvl5pPr>
              <a:defRPr sz="2400">
                <a:latin typeface="Arial Black" panose="020B0A04020102020204" pitchFamily="34" charset="0"/>
              </a:defRPr>
            </a:lvl5pPr>
          </a:lstStyle>
          <a:p>
            <a:pPr lvl="0"/>
            <a:r>
              <a:rPr lang="fr-FR"/>
              <a:t>Modifier les styles du texte du masque</a:t>
            </a:r>
          </a:p>
        </p:txBody>
      </p:sp>
    </p:spTree>
    <p:extLst>
      <p:ext uri="{BB962C8B-B14F-4D97-AF65-F5344CB8AC3E}">
        <p14:creationId xmlns:p14="http://schemas.microsoft.com/office/powerpoint/2010/main" val="425991493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EVELOPMENT_2">
    <p:spTree>
      <p:nvGrpSpPr>
        <p:cNvPr id="1" name=""/>
        <p:cNvGrpSpPr/>
        <p:nvPr/>
      </p:nvGrpSpPr>
      <p:grpSpPr>
        <a:xfrm>
          <a:off x="0" y="0"/>
          <a:ext cx="0" cy="0"/>
          <a:chOff x="0" y="0"/>
          <a:chExt cx="0" cy="0"/>
        </a:xfrm>
      </p:grpSpPr>
      <p:sp>
        <p:nvSpPr>
          <p:cNvPr id="9" name="Espace réservé du texte 9"/>
          <p:cNvSpPr>
            <a:spLocks noGrp="1"/>
          </p:cNvSpPr>
          <p:nvPr>
            <p:ph type="body" sz="quarter" idx="22"/>
          </p:nvPr>
        </p:nvSpPr>
        <p:spPr>
          <a:xfrm>
            <a:off x="1206594" y="2285603"/>
            <a:ext cx="4416440" cy="137344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0" name="Espace réservé du texte 4"/>
          <p:cNvSpPr>
            <a:spLocks noGrp="1"/>
          </p:cNvSpPr>
          <p:nvPr>
            <p:ph type="body" sz="quarter" idx="34"/>
          </p:nvPr>
        </p:nvSpPr>
        <p:spPr>
          <a:xfrm>
            <a:off x="1206594" y="2040287"/>
            <a:ext cx="4416440"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2" name="Espace réservé du texte 9"/>
          <p:cNvSpPr>
            <a:spLocks noGrp="1"/>
          </p:cNvSpPr>
          <p:nvPr>
            <p:ph type="body" sz="quarter" idx="36"/>
          </p:nvPr>
        </p:nvSpPr>
        <p:spPr>
          <a:xfrm>
            <a:off x="1196083" y="4077615"/>
            <a:ext cx="4426951" cy="137344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3" name="Espace réservé du texte 4"/>
          <p:cNvSpPr>
            <a:spLocks noGrp="1"/>
          </p:cNvSpPr>
          <p:nvPr>
            <p:ph type="body" sz="quarter" idx="37"/>
          </p:nvPr>
        </p:nvSpPr>
        <p:spPr>
          <a:xfrm>
            <a:off x="1196083" y="3811279"/>
            <a:ext cx="4426951" cy="26633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5" name="Espace réservé pour une image  14"/>
          <p:cNvSpPr>
            <a:spLocks noGrp="1"/>
          </p:cNvSpPr>
          <p:nvPr>
            <p:ph type="pic" sz="quarter" idx="38"/>
          </p:nvPr>
        </p:nvSpPr>
        <p:spPr>
          <a:xfrm>
            <a:off x="525463" y="2041052"/>
            <a:ext cx="514350" cy="514350"/>
          </a:xfrm>
          <a:prstGeom prst="rect">
            <a:avLst/>
          </a:prstGeom>
        </p:spPr>
        <p:txBody>
          <a:bodyPr/>
          <a:lstStyle>
            <a:lvl1pPr>
              <a:defRPr sz="600"/>
            </a:lvl1pPr>
          </a:lstStyle>
          <a:p>
            <a:r>
              <a:rPr lang="fr-FR"/>
              <a:t>Cliquez sur l'icône pour ajouter une image</a:t>
            </a:r>
          </a:p>
        </p:txBody>
      </p:sp>
      <p:sp>
        <p:nvSpPr>
          <p:cNvPr id="16" name="Espace réservé pour une image  14"/>
          <p:cNvSpPr>
            <a:spLocks noGrp="1"/>
          </p:cNvSpPr>
          <p:nvPr>
            <p:ph type="pic" sz="quarter" idx="39"/>
          </p:nvPr>
        </p:nvSpPr>
        <p:spPr>
          <a:xfrm>
            <a:off x="525463" y="3811279"/>
            <a:ext cx="514350" cy="514350"/>
          </a:xfrm>
          <a:prstGeom prst="rect">
            <a:avLst/>
          </a:prstGeom>
        </p:spPr>
        <p:txBody>
          <a:bodyPr/>
          <a:lstStyle>
            <a:lvl1pPr>
              <a:defRPr sz="600"/>
            </a:lvl1pPr>
          </a:lstStyle>
          <a:p>
            <a:r>
              <a:rPr lang="fr-FR"/>
              <a:t>Cliquez sur l'icône pour ajouter une image</a:t>
            </a:r>
          </a:p>
        </p:txBody>
      </p:sp>
      <p:sp>
        <p:nvSpPr>
          <p:cNvPr id="17" name="Espace réservé du texte 9"/>
          <p:cNvSpPr>
            <a:spLocks noGrp="1"/>
          </p:cNvSpPr>
          <p:nvPr>
            <p:ph type="body" sz="quarter" idx="40"/>
          </p:nvPr>
        </p:nvSpPr>
        <p:spPr>
          <a:xfrm>
            <a:off x="7139683" y="2285603"/>
            <a:ext cx="4416440" cy="137344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8" name="Espace réservé du texte 4"/>
          <p:cNvSpPr>
            <a:spLocks noGrp="1"/>
          </p:cNvSpPr>
          <p:nvPr>
            <p:ph type="body" sz="quarter" idx="41"/>
          </p:nvPr>
        </p:nvSpPr>
        <p:spPr>
          <a:xfrm>
            <a:off x="7139683" y="2040287"/>
            <a:ext cx="4416440"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9" name="Espace réservé du texte 9"/>
          <p:cNvSpPr>
            <a:spLocks noGrp="1"/>
          </p:cNvSpPr>
          <p:nvPr>
            <p:ph type="body" sz="quarter" idx="42"/>
          </p:nvPr>
        </p:nvSpPr>
        <p:spPr>
          <a:xfrm>
            <a:off x="7129172" y="4077615"/>
            <a:ext cx="4426951" cy="137344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0" name="Espace réservé du texte 4"/>
          <p:cNvSpPr>
            <a:spLocks noGrp="1"/>
          </p:cNvSpPr>
          <p:nvPr>
            <p:ph type="body" sz="quarter" idx="43"/>
          </p:nvPr>
        </p:nvSpPr>
        <p:spPr>
          <a:xfrm>
            <a:off x="7129172" y="3811279"/>
            <a:ext cx="4426951" cy="26633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21" name="Espace réservé pour une image  14"/>
          <p:cNvSpPr>
            <a:spLocks noGrp="1"/>
          </p:cNvSpPr>
          <p:nvPr>
            <p:ph type="pic" sz="quarter" idx="44"/>
          </p:nvPr>
        </p:nvSpPr>
        <p:spPr>
          <a:xfrm>
            <a:off x="6458552" y="2041052"/>
            <a:ext cx="514350" cy="514350"/>
          </a:xfrm>
          <a:prstGeom prst="rect">
            <a:avLst/>
          </a:prstGeom>
        </p:spPr>
        <p:txBody>
          <a:bodyPr/>
          <a:lstStyle>
            <a:lvl1pPr>
              <a:defRPr sz="600"/>
            </a:lvl1pPr>
          </a:lstStyle>
          <a:p>
            <a:r>
              <a:rPr lang="fr-FR"/>
              <a:t>Cliquez sur l'icône pour ajouter une image</a:t>
            </a:r>
          </a:p>
        </p:txBody>
      </p:sp>
      <p:sp>
        <p:nvSpPr>
          <p:cNvPr id="22" name="Espace réservé pour une image  14"/>
          <p:cNvSpPr>
            <a:spLocks noGrp="1"/>
          </p:cNvSpPr>
          <p:nvPr>
            <p:ph type="pic" sz="quarter" idx="45"/>
          </p:nvPr>
        </p:nvSpPr>
        <p:spPr>
          <a:xfrm>
            <a:off x="6458552" y="3811279"/>
            <a:ext cx="514350" cy="514350"/>
          </a:xfrm>
          <a:prstGeom prst="rect">
            <a:avLst/>
          </a:prstGeom>
        </p:spPr>
        <p:txBody>
          <a:bodyPr/>
          <a:lstStyle>
            <a:lvl1pPr>
              <a:defRPr sz="600"/>
            </a:lvl1pPr>
          </a:lstStyle>
          <a:p>
            <a:r>
              <a:rPr lang="fr-FR"/>
              <a:t>Cliquez sur l'icône pour ajouter une image</a:t>
            </a:r>
          </a:p>
        </p:txBody>
      </p:sp>
      <p:sp>
        <p:nvSpPr>
          <p:cNvPr id="23" name="Espace réservé du pied de page 1">
            <a:extLst>
              <a:ext uri="{FF2B5EF4-FFF2-40B4-BE49-F238E27FC236}">
                <a16:creationId xmlns:a16="http://schemas.microsoft.com/office/drawing/2014/main" id="{5148ACA6-3274-7742-B700-B6FF24912755}"/>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26" name="Espace réservé du texte 6">
            <a:extLst>
              <a:ext uri="{FF2B5EF4-FFF2-40B4-BE49-F238E27FC236}">
                <a16:creationId xmlns:a16="http://schemas.microsoft.com/office/drawing/2014/main" id="{DC89AD55-6D6B-2548-860D-8579052B7094}"/>
              </a:ext>
            </a:extLst>
          </p:cNvPr>
          <p:cNvSpPr>
            <a:spLocks noGrp="1"/>
          </p:cNvSpPr>
          <p:nvPr>
            <p:ph type="body" sz="quarter" idx="10" hasCustomPrompt="1"/>
          </p:nvPr>
        </p:nvSpPr>
        <p:spPr>
          <a:xfrm>
            <a:off x="337932" y="564022"/>
            <a:ext cx="7129003"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216609552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EVELOPMENT_3">
    <p:spTree>
      <p:nvGrpSpPr>
        <p:cNvPr id="1" name=""/>
        <p:cNvGrpSpPr/>
        <p:nvPr/>
      </p:nvGrpSpPr>
      <p:grpSpPr>
        <a:xfrm>
          <a:off x="0" y="0"/>
          <a:ext cx="0" cy="0"/>
          <a:chOff x="0" y="0"/>
          <a:chExt cx="0" cy="0"/>
        </a:xfrm>
      </p:grpSpPr>
      <p:sp>
        <p:nvSpPr>
          <p:cNvPr id="6" name="Espace réservé pour une image  5"/>
          <p:cNvSpPr>
            <a:spLocks noGrp="1"/>
          </p:cNvSpPr>
          <p:nvPr>
            <p:ph type="pic" sz="quarter" idx="33"/>
          </p:nvPr>
        </p:nvSpPr>
        <p:spPr>
          <a:xfrm>
            <a:off x="8177213" y="977900"/>
            <a:ext cx="3257550" cy="5170488"/>
          </a:xfrm>
          <a:prstGeom prst="rect">
            <a:avLst/>
          </a:prstGeom>
        </p:spPr>
        <p:txBody>
          <a:bodyPr/>
          <a:lstStyle>
            <a:lvl1pPr>
              <a:defRPr sz="1100"/>
            </a:lvl1pPr>
          </a:lstStyle>
          <a:p>
            <a:r>
              <a:rPr lang="fr-FR"/>
              <a:t>Cliquez sur l'icône pour ajouter une image</a:t>
            </a:r>
          </a:p>
        </p:txBody>
      </p:sp>
      <p:sp>
        <p:nvSpPr>
          <p:cNvPr id="7" name="Espace réservé du texte 9"/>
          <p:cNvSpPr>
            <a:spLocks noGrp="1"/>
          </p:cNvSpPr>
          <p:nvPr>
            <p:ph type="body" sz="quarter" idx="22"/>
          </p:nvPr>
        </p:nvSpPr>
        <p:spPr>
          <a:xfrm>
            <a:off x="333231" y="2392641"/>
            <a:ext cx="7001286" cy="507710"/>
          </a:xfrm>
          <a:prstGeom prst="rect">
            <a:avLst/>
          </a:prstGeom>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8" name="Espace réservé du texte 4"/>
          <p:cNvSpPr>
            <a:spLocks noGrp="1"/>
          </p:cNvSpPr>
          <p:nvPr>
            <p:ph type="body" sz="quarter" idx="34"/>
          </p:nvPr>
        </p:nvSpPr>
        <p:spPr>
          <a:xfrm>
            <a:off x="333230" y="2147324"/>
            <a:ext cx="7001287"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9" name="Espace réservé du texte 9"/>
          <p:cNvSpPr>
            <a:spLocks noGrp="1"/>
          </p:cNvSpPr>
          <p:nvPr>
            <p:ph type="body" sz="quarter" idx="35"/>
          </p:nvPr>
        </p:nvSpPr>
        <p:spPr>
          <a:xfrm>
            <a:off x="333231" y="3514000"/>
            <a:ext cx="7001286" cy="469466"/>
          </a:xfrm>
          <a:prstGeom prst="rect">
            <a:avLst/>
          </a:prstGeom>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0" name="Espace réservé du texte 4"/>
          <p:cNvSpPr>
            <a:spLocks noGrp="1"/>
          </p:cNvSpPr>
          <p:nvPr>
            <p:ph type="body" sz="quarter" idx="36"/>
          </p:nvPr>
        </p:nvSpPr>
        <p:spPr>
          <a:xfrm>
            <a:off x="333230" y="3268683"/>
            <a:ext cx="7001287"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1" name="Espace réservé du texte 9"/>
          <p:cNvSpPr>
            <a:spLocks noGrp="1"/>
          </p:cNvSpPr>
          <p:nvPr>
            <p:ph type="body" sz="quarter" idx="37"/>
          </p:nvPr>
        </p:nvSpPr>
        <p:spPr>
          <a:xfrm>
            <a:off x="333231" y="4635358"/>
            <a:ext cx="7001286" cy="522251"/>
          </a:xfrm>
          <a:prstGeom prst="rect">
            <a:avLst/>
          </a:prstGeom>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2" name="Espace réservé du texte 4"/>
          <p:cNvSpPr>
            <a:spLocks noGrp="1"/>
          </p:cNvSpPr>
          <p:nvPr>
            <p:ph type="body" sz="quarter" idx="38"/>
          </p:nvPr>
        </p:nvSpPr>
        <p:spPr>
          <a:xfrm>
            <a:off x="333230" y="4390042"/>
            <a:ext cx="7001287"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3" name="Espace réservé du texte 6">
            <a:extLst>
              <a:ext uri="{FF2B5EF4-FFF2-40B4-BE49-F238E27FC236}">
                <a16:creationId xmlns:a16="http://schemas.microsoft.com/office/drawing/2014/main" id="{98ECCC5C-EBBC-4ACB-8B54-459CB5C01631}"/>
              </a:ext>
            </a:extLst>
          </p:cNvPr>
          <p:cNvSpPr>
            <a:spLocks noGrp="1"/>
          </p:cNvSpPr>
          <p:nvPr>
            <p:ph type="body" sz="quarter" idx="40" hasCustomPrompt="1"/>
          </p:nvPr>
        </p:nvSpPr>
        <p:spPr>
          <a:xfrm>
            <a:off x="337933" y="564022"/>
            <a:ext cx="6996584" cy="645000"/>
          </a:xfrm>
          <a:prstGeom prst="rect">
            <a:avLst/>
          </a:prstGeom>
        </p:spPr>
        <p:txBody>
          <a:bodyPr anchor="ctr"/>
          <a:lstStyle>
            <a:lvl1pPr marL="0" indent="0">
              <a:buNone/>
              <a:defRPr sz="2400" b="1" spc="-150" baseline="0">
                <a:latin typeface="+mj-lt"/>
              </a:defRPr>
            </a:lvl1pPr>
          </a:lstStyle>
          <a:p>
            <a:pPr lvl="0"/>
            <a:r>
              <a:rPr lang="fr-FR"/>
              <a:t>Titre</a:t>
            </a:r>
          </a:p>
        </p:txBody>
      </p:sp>
      <p:sp>
        <p:nvSpPr>
          <p:cNvPr id="15" name="Espace réservé du pied de page 1">
            <a:extLst>
              <a:ext uri="{FF2B5EF4-FFF2-40B4-BE49-F238E27FC236}">
                <a16:creationId xmlns:a16="http://schemas.microsoft.com/office/drawing/2014/main" id="{A25ACEF5-7AE9-2645-87FC-F1D37896DF85}"/>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08032842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EVELOPMENT_4">
    <p:spTree>
      <p:nvGrpSpPr>
        <p:cNvPr id="1" name=""/>
        <p:cNvGrpSpPr/>
        <p:nvPr/>
      </p:nvGrpSpPr>
      <p:grpSpPr>
        <a:xfrm>
          <a:off x="0" y="0"/>
          <a:ext cx="0" cy="0"/>
          <a:chOff x="0" y="0"/>
          <a:chExt cx="0" cy="0"/>
        </a:xfrm>
      </p:grpSpPr>
      <p:sp>
        <p:nvSpPr>
          <p:cNvPr id="6" name="Espace réservé du contenu 5"/>
          <p:cNvSpPr>
            <a:spLocks noGrp="1"/>
          </p:cNvSpPr>
          <p:nvPr>
            <p:ph sz="quarter" idx="33"/>
          </p:nvPr>
        </p:nvSpPr>
        <p:spPr>
          <a:xfrm>
            <a:off x="333231" y="1914524"/>
            <a:ext cx="4600719" cy="3751683"/>
          </a:xfrm>
          <a:prstGeom prst="rect">
            <a:avLst/>
          </a:prstGeom>
        </p:spPr>
        <p:txBody>
          <a:bodyPr/>
          <a:lstStyle>
            <a:lvl1pPr marL="0" indent="0">
              <a:buNone/>
              <a:defRPr sz="1100"/>
            </a:lvl1pPr>
          </a:lstStyle>
          <a:p>
            <a:pPr lvl="0"/>
            <a:r>
              <a:rPr lang="fr-FR"/>
              <a:t>Modifier les styles du texte du masque</a:t>
            </a:r>
          </a:p>
        </p:txBody>
      </p:sp>
      <p:sp>
        <p:nvSpPr>
          <p:cNvPr id="7" name="Espace réservé pour une image  14"/>
          <p:cNvSpPr>
            <a:spLocks noGrp="1"/>
          </p:cNvSpPr>
          <p:nvPr>
            <p:ph type="pic" sz="quarter" idx="38"/>
          </p:nvPr>
        </p:nvSpPr>
        <p:spPr>
          <a:xfrm>
            <a:off x="5516562" y="2279103"/>
            <a:ext cx="484187" cy="454572"/>
          </a:xfrm>
          <a:prstGeom prst="rect">
            <a:avLst/>
          </a:prstGeom>
        </p:spPr>
        <p:txBody>
          <a:bodyPr/>
          <a:lstStyle>
            <a:lvl1pPr marL="0" indent="0">
              <a:buNone/>
              <a:defRPr sz="600"/>
            </a:lvl1pPr>
          </a:lstStyle>
          <a:p>
            <a:r>
              <a:rPr lang="fr-FR"/>
              <a:t>Cliquez sur l'icône pour ajouter une image</a:t>
            </a:r>
          </a:p>
        </p:txBody>
      </p:sp>
      <p:sp>
        <p:nvSpPr>
          <p:cNvPr id="10" name="Espace réservé du texte 9"/>
          <p:cNvSpPr>
            <a:spLocks noGrp="1"/>
          </p:cNvSpPr>
          <p:nvPr>
            <p:ph type="body" sz="quarter" idx="41"/>
          </p:nvPr>
        </p:nvSpPr>
        <p:spPr>
          <a:xfrm>
            <a:off x="6158608" y="2159841"/>
            <a:ext cx="5709542" cy="840534"/>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11" name="Espace réservé du texte 4"/>
          <p:cNvSpPr>
            <a:spLocks noGrp="1"/>
          </p:cNvSpPr>
          <p:nvPr>
            <p:ph type="body" sz="quarter" idx="42" hasCustomPrompt="1"/>
          </p:nvPr>
        </p:nvSpPr>
        <p:spPr>
          <a:xfrm>
            <a:off x="6158608" y="1914525"/>
            <a:ext cx="5709542"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 1</a:t>
            </a:r>
          </a:p>
        </p:txBody>
      </p:sp>
      <p:sp>
        <p:nvSpPr>
          <p:cNvPr id="12" name="Espace réservé du texte 9"/>
          <p:cNvSpPr>
            <a:spLocks noGrp="1"/>
          </p:cNvSpPr>
          <p:nvPr>
            <p:ph type="body" sz="quarter" idx="43"/>
          </p:nvPr>
        </p:nvSpPr>
        <p:spPr>
          <a:xfrm>
            <a:off x="6158608" y="3494508"/>
            <a:ext cx="5709542" cy="840534"/>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13" name="Espace réservé du texte 4"/>
          <p:cNvSpPr>
            <a:spLocks noGrp="1"/>
          </p:cNvSpPr>
          <p:nvPr>
            <p:ph type="body" sz="quarter" idx="44" hasCustomPrompt="1"/>
          </p:nvPr>
        </p:nvSpPr>
        <p:spPr>
          <a:xfrm>
            <a:off x="6158608" y="3249192"/>
            <a:ext cx="5709542" cy="245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2400">
                <a:latin typeface="Arial Black" panose="020B0A04020102020204" pitchFamily="34" charset="0"/>
              </a:defRPr>
            </a:lvl2pPr>
            <a:lvl3pPr>
              <a:defRPr sz="2400">
                <a:latin typeface="Arial Black" panose="020B0A04020102020204" pitchFamily="34" charset="0"/>
              </a:defRPr>
            </a:lvl3pPr>
            <a:lvl4pPr>
              <a:defRPr sz="2400">
                <a:latin typeface="Arial Black" panose="020B0A04020102020204" pitchFamily="34" charset="0"/>
              </a:defRPr>
            </a:lvl4pPr>
            <a:lvl5pPr>
              <a:defRPr sz="2400">
                <a:latin typeface="Arial Black" panose="020B0A04020102020204" pitchFamily="34" charset="0"/>
              </a:defRPr>
            </a:lvl5pPr>
          </a:lstStyle>
          <a:p>
            <a:pPr lvl="0"/>
            <a:r>
              <a:rPr lang="fr-FR"/>
              <a:t>Critère 2</a:t>
            </a:r>
          </a:p>
        </p:txBody>
      </p:sp>
      <p:sp>
        <p:nvSpPr>
          <p:cNvPr id="14" name="Espace réservé du texte 9"/>
          <p:cNvSpPr>
            <a:spLocks noGrp="1"/>
          </p:cNvSpPr>
          <p:nvPr>
            <p:ph type="body" sz="quarter" idx="45"/>
          </p:nvPr>
        </p:nvSpPr>
        <p:spPr>
          <a:xfrm>
            <a:off x="6158608" y="4825674"/>
            <a:ext cx="5709542" cy="840534"/>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15" name="Espace réservé du texte 4"/>
          <p:cNvSpPr>
            <a:spLocks noGrp="1"/>
          </p:cNvSpPr>
          <p:nvPr>
            <p:ph type="body" sz="quarter" idx="46" hasCustomPrompt="1"/>
          </p:nvPr>
        </p:nvSpPr>
        <p:spPr>
          <a:xfrm>
            <a:off x="6158608" y="4580358"/>
            <a:ext cx="5709542" cy="245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 3</a:t>
            </a:r>
          </a:p>
        </p:txBody>
      </p:sp>
      <p:sp>
        <p:nvSpPr>
          <p:cNvPr id="18" name="Espace réservé pour une image  14"/>
          <p:cNvSpPr>
            <a:spLocks noGrp="1"/>
          </p:cNvSpPr>
          <p:nvPr>
            <p:ph type="pic" sz="quarter" idx="47"/>
          </p:nvPr>
        </p:nvSpPr>
        <p:spPr>
          <a:xfrm>
            <a:off x="5516561" y="3573189"/>
            <a:ext cx="484187" cy="454572"/>
          </a:xfrm>
          <a:prstGeom prst="rect">
            <a:avLst/>
          </a:prstGeom>
        </p:spPr>
        <p:txBody>
          <a:bodyPr/>
          <a:lstStyle>
            <a:lvl1pPr marL="0" indent="0">
              <a:buNone/>
              <a:defRPr sz="600"/>
            </a:lvl1pPr>
          </a:lstStyle>
          <a:p>
            <a:r>
              <a:rPr lang="fr-FR"/>
              <a:t>Cliquez sur l'icône pour ajouter une image</a:t>
            </a:r>
          </a:p>
        </p:txBody>
      </p:sp>
      <p:sp>
        <p:nvSpPr>
          <p:cNvPr id="19" name="Espace réservé pour une image  14"/>
          <p:cNvSpPr>
            <a:spLocks noGrp="1"/>
          </p:cNvSpPr>
          <p:nvPr>
            <p:ph type="pic" sz="quarter" idx="48"/>
          </p:nvPr>
        </p:nvSpPr>
        <p:spPr>
          <a:xfrm>
            <a:off x="5516561" y="4867275"/>
            <a:ext cx="484187" cy="454572"/>
          </a:xfrm>
          <a:prstGeom prst="rect">
            <a:avLst/>
          </a:prstGeom>
        </p:spPr>
        <p:txBody>
          <a:bodyPr/>
          <a:lstStyle>
            <a:lvl1pPr marL="0" indent="0">
              <a:buNone/>
              <a:defRPr sz="600"/>
            </a:lvl1pPr>
          </a:lstStyle>
          <a:p>
            <a:r>
              <a:rPr lang="fr-FR"/>
              <a:t>Cliquez sur l'icône pour ajouter une image</a:t>
            </a:r>
          </a:p>
        </p:txBody>
      </p:sp>
      <p:sp>
        <p:nvSpPr>
          <p:cNvPr id="16" name="Espace réservé du texte 6">
            <a:extLst>
              <a:ext uri="{FF2B5EF4-FFF2-40B4-BE49-F238E27FC236}">
                <a16:creationId xmlns:a16="http://schemas.microsoft.com/office/drawing/2014/main" id="{98ECCC5C-EBBC-4ACB-8B54-459CB5C01631}"/>
              </a:ext>
            </a:extLst>
          </p:cNvPr>
          <p:cNvSpPr>
            <a:spLocks noGrp="1"/>
          </p:cNvSpPr>
          <p:nvPr>
            <p:ph type="body" sz="quarter" idx="40" hasCustomPrompt="1"/>
          </p:nvPr>
        </p:nvSpPr>
        <p:spPr>
          <a:xfrm>
            <a:off x="337933" y="564022"/>
            <a:ext cx="11414124" cy="645000"/>
          </a:xfrm>
          <a:prstGeom prst="rect">
            <a:avLst/>
          </a:prstGeom>
        </p:spPr>
        <p:txBody>
          <a:bodyPr anchor="ctr"/>
          <a:lstStyle>
            <a:lvl1pPr marL="0" indent="0">
              <a:buNone/>
              <a:defRPr sz="2400" b="1" spc="-150" baseline="0">
                <a:latin typeface="+mj-lt"/>
              </a:defRPr>
            </a:lvl1pPr>
          </a:lstStyle>
          <a:p>
            <a:pPr lvl="0"/>
            <a:r>
              <a:rPr lang="fr-FR"/>
              <a:t>Titre</a:t>
            </a:r>
          </a:p>
        </p:txBody>
      </p:sp>
      <p:sp>
        <p:nvSpPr>
          <p:cNvPr id="17" name="Espace réservé du pied de page 1">
            <a:extLst>
              <a:ext uri="{FF2B5EF4-FFF2-40B4-BE49-F238E27FC236}">
                <a16:creationId xmlns:a16="http://schemas.microsoft.com/office/drawing/2014/main" id="{FFA83904-203E-1346-9FEB-8942D059F8E9}"/>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1814552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EVELOPMENT_5">
    <p:spTree>
      <p:nvGrpSpPr>
        <p:cNvPr id="1" name=""/>
        <p:cNvGrpSpPr/>
        <p:nvPr/>
      </p:nvGrpSpPr>
      <p:grpSpPr>
        <a:xfrm>
          <a:off x="0" y="0"/>
          <a:ext cx="0" cy="0"/>
          <a:chOff x="0" y="0"/>
          <a:chExt cx="0" cy="0"/>
        </a:xfrm>
      </p:grpSpPr>
      <p:sp>
        <p:nvSpPr>
          <p:cNvPr id="12" name="Espace réservé pour une image  11"/>
          <p:cNvSpPr>
            <a:spLocks noGrp="1"/>
          </p:cNvSpPr>
          <p:nvPr>
            <p:ph type="pic" sz="quarter" idx="42"/>
          </p:nvPr>
        </p:nvSpPr>
        <p:spPr>
          <a:xfrm>
            <a:off x="8439150" y="866775"/>
            <a:ext cx="3752850" cy="5991225"/>
          </a:xfrm>
          <a:prstGeom prst="rect">
            <a:avLst/>
          </a:prstGeom>
        </p:spPr>
        <p:txBody>
          <a:bodyPr/>
          <a:lstStyle>
            <a:lvl1pPr marL="0" indent="0">
              <a:buNone/>
              <a:defRPr sz="1100"/>
            </a:lvl1pPr>
          </a:lstStyle>
          <a:p>
            <a:r>
              <a:rPr lang="fr-FR"/>
              <a:t>Cliquez sur l'icône pour ajouter une image</a:t>
            </a:r>
          </a:p>
        </p:txBody>
      </p:sp>
      <p:sp>
        <p:nvSpPr>
          <p:cNvPr id="13" name="Espace réservé du texte 9"/>
          <p:cNvSpPr>
            <a:spLocks noGrp="1"/>
          </p:cNvSpPr>
          <p:nvPr>
            <p:ph type="body" sz="quarter" idx="43"/>
          </p:nvPr>
        </p:nvSpPr>
        <p:spPr>
          <a:xfrm>
            <a:off x="1033220" y="2903805"/>
            <a:ext cx="3090104" cy="842023"/>
          </a:xfrm>
          <a:prstGeom prst="rect">
            <a:avLst/>
          </a:prstGeom>
        </p:spPr>
        <p:txBody>
          <a:bodyPr numCol="1" spcCol="468000"/>
          <a:lstStyle>
            <a:lvl1pPr marL="0" marR="0" indent="0" algn="just" defTabSz="914400" rtl="0" eaLnBrk="1" fontAlgn="auto" latinLnBrk="0" hangingPunct="1">
              <a:lnSpc>
                <a:spcPts val="1500"/>
              </a:lnSpc>
              <a:spcBef>
                <a:spcPts val="6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0" name="Espace réservé du texte 4"/>
          <p:cNvSpPr>
            <a:spLocks noGrp="1"/>
          </p:cNvSpPr>
          <p:nvPr>
            <p:ph type="body" sz="quarter" idx="47" hasCustomPrompt="1"/>
          </p:nvPr>
        </p:nvSpPr>
        <p:spPr>
          <a:xfrm>
            <a:off x="1033220" y="2646630"/>
            <a:ext cx="30901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a:t>
            </a:r>
          </a:p>
        </p:txBody>
      </p:sp>
      <p:sp>
        <p:nvSpPr>
          <p:cNvPr id="22" name="Espace réservé du texte 9"/>
          <p:cNvSpPr>
            <a:spLocks noGrp="1"/>
          </p:cNvSpPr>
          <p:nvPr>
            <p:ph type="body" sz="quarter" idx="49"/>
          </p:nvPr>
        </p:nvSpPr>
        <p:spPr>
          <a:xfrm>
            <a:off x="1033220" y="4637355"/>
            <a:ext cx="3090104" cy="842023"/>
          </a:xfrm>
          <a:prstGeom prst="rect">
            <a:avLst/>
          </a:prstGeom>
        </p:spPr>
        <p:txBody>
          <a:bodyPr numCol="1" spcCol="468000"/>
          <a:lstStyle>
            <a:lvl1pPr marL="0" marR="0" indent="0" algn="just" defTabSz="914400" rtl="0" eaLnBrk="1" fontAlgn="auto" latinLnBrk="0" hangingPunct="1">
              <a:lnSpc>
                <a:spcPts val="1500"/>
              </a:lnSpc>
              <a:spcBef>
                <a:spcPts val="6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3" name="Espace réservé du texte 4"/>
          <p:cNvSpPr>
            <a:spLocks noGrp="1"/>
          </p:cNvSpPr>
          <p:nvPr>
            <p:ph type="body" sz="quarter" idx="50" hasCustomPrompt="1"/>
          </p:nvPr>
        </p:nvSpPr>
        <p:spPr>
          <a:xfrm>
            <a:off x="1033220" y="4380180"/>
            <a:ext cx="30901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a:t>
            </a:r>
          </a:p>
        </p:txBody>
      </p:sp>
      <p:sp>
        <p:nvSpPr>
          <p:cNvPr id="25" name="Espace réservé du texte 9"/>
          <p:cNvSpPr>
            <a:spLocks noGrp="1"/>
          </p:cNvSpPr>
          <p:nvPr>
            <p:ph type="body" sz="quarter" idx="52"/>
          </p:nvPr>
        </p:nvSpPr>
        <p:spPr>
          <a:xfrm>
            <a:off x="4807122" y="2915664"/>
            <a:ext cx="3090104" cy="842023"/>
          </a:xfrm>
          <a:prstGeom prst="rect">
            <a:avLst/>
          </a:prstGeom>
        </p:spPr>
        <p:txBody>
          <a:bodyPr numCol="1" spcCol="468000"/>
          <a:lstStyle>
            <a:lvl1pPr marL="0" marR="0" indent="0" algn="just" defTabSz="914400" rtl="0" eaLnBrk="1" fontAlgn="auto" latinLnBrk="0" hangingPunct="1">
              <a:lnSpc>
                <a:spcPts val="1500"/>
              </a:lnSpc>
              <a:spcBef>
                <a:spcPts val="6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6" name="Espace réservé du texte 4"/>
          <p:cNvSpPr>
            <a:spLocks noGrp="1"/>
          </p:cNvSpPr>
          <p:nvPr>
            <p:ph type="body" sz="quarter" idx="53" hasCustomPrompt="1"/>
          </p:nvPr>
        </p:nvSpPr>
        <p:spPr>
          <a:xfrm>
            <a:off x="4807122" y="2658489"/>
            <a:ext cx="30901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a:t>
            </a:r>
          </a:p>
        </p:txBody>
      </p:sp>
      <p:sp>
        <p:nvSpPr>
          <p:cNvPr id="28" name="Espace réservé du texte 9"/>
          <p:cNvSpPr>
            <a:spLocks noGrp="1"/>
          </p:cNvSpPr>
          <p:nvPr>
            <p:ph type="body" sz="quarter" idx="55"/>
          </p:nvPr>
        </p:nvSpPr>
        <p:spPr>
          <a:xfrm>
            <a:off x="4807122" y="4637355"/>
            <a:ext cx="3090104" cy="842023"/>
          </a:xfrm>
          <a:prstGeom prst="rect">
            <a:avLst/>
          </a:prstGeom>
        </p:spPr>
        <p:txBody>
          <a:bodyPr numCol="1" spcCol="468000"/>
          <a:lstStyle>
            <a:lvl1pPr marL="0" marR="0" indent="0" algn="just" defTabSz="914400" rtl="0" eaLnBrk="1" fontAlgn="auto" latinLnBrk="0" hangingPunct="1">
              <a:lnSpc>
                <a:spcPts val="1500"/>
              </a:lnSpc>
              <a:spcBef>
                <a:spcPts val="6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9" name="Espace réservé du texte 4"/>
          <p:cNvSpPr>
            <a:spLocks noGrp="1"/>
          </p:cNvSpPr>
          <p:nvPr>
            <p:ph type="body" sz="quarter" idx="56" hasCustomPrompt="1"/>
          </p:nvPr>
        </p:nvSpPr>
        <p:spPr>
          <a:xfrm>
            <a:off x="4807122" y="4380180"/>
            <a:ext cx="30901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a:t>
            </a:r>
          </a:p>
        </p:txBody>
      </p:sp>
      <p:sp>
        <p:nvSpPr>
          <p:cNvPr id="33" name="Espace réservé pour une image  32"/>
          <p:cNvSpPr>
            <a:spLocks noGrp="1"/>
          </p:cNvSpPr>
          <p:nvPr>
            <p:ph type="pic" sz="quarter" idx="57" hasCustomPrompt="1"/>
          </p:nvPr>
        </p:nvSpPr>
        <p:spPr>
          <a:xfrm>
            <a:off x="1033220" y="2260543"/>
            <a:ext cx="360000" cy="360000"/>
          </a:xfrm>
          <a:prstGeom prst="rect">
            <a:avLst/>
          </a:prstGeom>
        </p:spPr>
        <p:txBody>
          <a:bodyPr/>
          <a:lstStyle>
            <a:lvl1pPr marL="0" indent="0">
              <a:buNone/>
              <a:defRPr sz="600"/>
            </a:lvl1pPr>
          </a:lstStyle>
          <a:p>
            <a:r>
              <a:rPr lang="fr-FR"/>
              <a:t>icone</a:t>
            </a:r>
          </a:p>
        </p:txBody>
      </p:sp>
      <p:sp>
        <p:nvSpPr>
          <p:cNvPr id="37" name="Espace réservé pour une image  32"/>
          <p:cNvSpPr>
            <a:spLocks noGrp="1"/>
          </p:cNvSpPr>
          <p:nvPr>
            <p:ph type="pic" sz="quarter" idx="58" hasCustomPrompt="1"/>
          </p:nvPr>
        </p:nvSpPr>
        <p:spPr>
          <a:xfrm>
            <a:off x="4807122" y="2265272"/>
            <a:ext cx="360000" cy="360000"/>
          </a:xfrm>
          <a:prstGeom prst="rect">
            <a:avLst/>
          </a:prstGeom>
        </p:spPr>
        <p:txBody>
          <a:bodyPr/>
          <a:lstStyle>
            <a:lvl1pPr marL="0" indent="0">
              <a:buNone/>
              <a:defRPr sz="600"/>
            </a:lvl1pPr>
          </a:lstStyle>
          <a:p>
            <a:r>
              <a:rPr lang="fr-FR"/>
              <a:t>icone</a:t>
            </a:r>
          </a:p>
        </p:txBody>
      </p:sp>
      <p:sp>
        <p:nvSpPr>
          <p:cNvPr id="38" name="Espace réservé pour une image  32"/>
          <p:cNvSpPr>
            <a:spLocks noGrp="1"/>
          </p:cNvSpPr>
          <p:nvPr>
            <p:ph type="pic" sz="quarter" idx="59" hasCustomPrompt="1"/>
          </p:nvPr>
        </p:nvSpPr>
        <p:spPr>
          <a:xfrm>
            <a:off x="1033220" y="3997607"/>
            <a:ext cx="360000" cy="360000"/>
          </a:xfrm>
          <a:prstGeom prst="rect">
            <a:avLst/>
          </a:prstGeom>
        </p:spPr>
        <p:txBody>
          <a:bodyPr/>
          <a:lstStyle>
            <a:lvl1pPr marL="0" indent="0">
              <a:buNone/>
              <a:defRPr sz="600"/>
            </a:lvl1pPr>
          </a:lstStyle>
          <a:p>
            <a:r>
              <a:rPr lang="fr-FR"/>
              <a:t>icone</a:t>
            </a:r>
          </a:p>
        </p:txBody>
      </p:sp>
      <p:sp>
        <p:nvSpPr>
          <p:cNvPr id="39" name="Espace réservé pour une image  32"/>
          <p:cNvSpPr>
            <a:spLocks noGrp="1"/>
          </p:cNvSpPr>
          <p:nvPr>
            <p:ph type="pic" sz="quarter" idx="60" hasCustomPrompt="1"/>
          </p:nvPr>
        </p:nvSpPr>
        <p:spPr>
          <a:xfrm>
            <a:off x="4807122" y="3997607"/>
            <a:ext cx="360000" cy="360000"/>
          </a:xfrm>
          <a:prstGeom prst="rect">
            <a:avLst/>
          </a:prstGeom>
        </p:spPr>
        <p:txBody>
          <a:bodyPr/>
          <a:lstStyle>
            <a:lvl1pPr marL="0" indent="0">
              <a:buNone/>
              <a:defRPr sz="600"/>
            </a:lvl1pPr>
          </a:lstStyle>
          <a:p>
            <a:r>
              <a:rPr lang="fr-FR"/>
              <a:t>icone</a:t>
            </a:r>
          </a:p>
        </p:txBody>
      </p:sp>
      <p:sp>
        <p:nvSpPr>
          <p:cNvPr id="19" name="Espace réservé du pied de page 1">
            <a:extLst>
              <a:ext uri="{FF2B5EF4-FFF2-40B4-BE49-F238E27FC236}">
                <a16:creationId xmlns:a16="http://schemas.microsoft.com/office/drawing/2014/main" id="{B9C9861B-9BEF-654F-81C7-3D5546669788}"/>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30" name="Espace réservé du texte 4">
            <a:extLst>
              <a:ext uri="{FF2B5EF4-FFF2-40B4-BE49-F238E27FC236}">
                <a16:creationId xmlns:a16="http://schemas.microsoft.com/office/drawing/2014/main" id="{37C20484-7B42-914B-B5F6-4A0DFD90C8C5}"/>
              </a:ext>
            </a:extLst>
          </p:cNvPr>
          <p:cNvSpPr>
            <a:spLocks noGrp="1"/>
          </p:cNvSpPr>
          <p:nvPr>
            <p:ph type="body" sz="quarter" idx="35" hasCustomPrompt="1"/>
          </p:nvPr>
        </p:nvSpPr>
        <p:spPr>
          <a:xfrm>
            <a:off x="337930" y="922713"/>
            <a:ext cx="7141201"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2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31" name="Espace réservé du texte 6">
            <a:extLst>
              <a:ext uri="{FF2B5EF4-FFF2-40B4-BE49-F238E27FC236}">
                <a16:creationId xmlns:a16="http://schemas.microsoft.com/office/drawing/2014/main" id="{F10CB560-F19E-E547-81DB-A5CB6EDA83E2}"/>
              </a:ext>
            </a:extLst>
          </p:cNvPr>
          <p:cNvSpPr>
            <a:spLocks noGrp="1"/>
          </p:cNvSpPr>
          <p:nvPr>
            <p:ph type="body" sz="quarter" idx="10" hasCustomPrompt="1"/>
          </p:nvPr>
        </p:nvSpPr>
        <p:spPr>
          <a:xfrm>
            <a:off x="337932" y="564022"/>
            <a:ext cx="7141199"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95948559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DEVELOPMENT_6">
    <p:spTree>
      <p:nvGrpSpPr>
        <p:cNvPr id="1" name=""/>
        <p:cNvGrpSpPr/>
        <p:nvPr/>
      </p:nvGrpSpPr>
      <p:grpSpPr>
        <a:xfrm>
          <a:off x="0" y="0"/>
          <a:ext cx="0" cy="0"/>
          <a:chOff x="0" y="0"/>
          <a:chExt cx="0" cy="0"/>
        </a:xfrm>
      </p:grpSpPr>
      <p:sp>
        <p:nvSpPr>
          <p:cNvPr id="5" name="Espace réservé du texte 4"/>
          <p:cNvSpPr>
            <a:spLocks noGrp="1"/>
          </p:cNvSpPr>
          <p:nvPr>
            <p:ph type="body" sz="quarter" idx="32"/>
          </p:nvPr>
        </p:nvSpPr>
        <p:spPr>
          <a:xfrm>
            <a:off x="1596623" y="2836893"/>
            <a:ext cx="10155434" cy="647597"/>
          </a:xfrm>
          <a:prstGeom prst="rect">
            <a:avLst/>
          </a:prstGeom>
        </p:spPr>
        <p:txBody>
          <a:bodyPr/>
          <a:lstStyle>
            <a:lvl1pPr marL="0" indent="0">
              <a:lnSpc>
                <a:spcPts val="1500"/>
              </a:lnSpc>
              <a:spcBef>
                <a:spcPts val="0"/>
              </a:spcBef>
              <a:buFont typeface="Arial" panose="020B0604020202020204" pitchFamily="34" charset="0"/>
              <a:buNone/>
              <a:defRPr sz="1100"/>
            </a:lvl1pPr>
            <a:lvl2pPr>
              <a:defRPr sz="1100"/>
            </a:lvl2pPr>
            <a:lvl3pPr>
              <a:defRPr sz="1100"/>
            </a:lvl3pPr>
            <a:lvl4pPr>
              <a:defRPr sz="1100"/>
            </a:lvl4pPr>
            <a:lvl5pPr>
              <a:defRPr sz="1100"/>
            </a:lvl5pPr>
          </a:lstStyle>
          <a:p>
            <a:pPr lvl="0"/>
            <a:r>
              <a:rPr lang="fr-FR"/>
              <a:t>Modifier les styles du texte du masque</a:t>
            </a:r>
          </a:p>
        </p:txBody>
      </p:sp>
      <p:sp>
        <p:nvSpPr>
          <p:cNvPr id="16" name="Espace réservé du texte 15"/>
          <p:cNvSpPr>
            <a:spLocks noGrp="1"/>
          </p:cNvSpPr>
          <p:nvPr>
            <p:ph type="body" sz="quarter" idx="39" hasCustomPrompt="1"/>
          </p:nvPr>
        </p:nvSpPr>
        <p:spPr>
          <a:xfrm>
            <a:off x="688128" y="2819597"/>
            <a:ext cx="657581" cy="693300"/>
          </a:xfrm>
          <a:prstGeom prst="ellipse">
            <a:avLst/>
          </a:prstGeom>
          <a:solidFill>
            <a:schemeClr val="bg1"/>
          </a:solidFill>
          <a:ln>
            <a:solidFill>
              <a:srgbClr val="8CDDFF"/>
            </a:solidFill>
          </a:ln>
        </p:spPr>
        <p:txBody>
          <a:bodyPr anchor="ctr"/>
          <a:lstStyle>
            <a:lvl1pPr marL="0" indent="0" algn="ctr">
              <a:buNone/>
              <a:defRPr sz="1600">
                <a:solidFill>
                  <a:srgbClr val="8CDDFF"/>
                </a:solidFill>
                <a:latin typeface="+mj-lt"/>
              </a:defRPr>
            </a:lvl1pPr>
          </a:lstStyle>
          <a:p>
            <a:pPr lvl="0"/>
            <a:r>
              <a:rPr lang="fr-FR"/>
              <a:t>#1</a:t>
            </a:r>
          </a:p>
        </p:txBody>
      </p:sp>
      <p:sp>
        <p:nvSpPr>
          <p:cNvPr id="112" name="Espace réservé du texte 15"/>
          <p:cNvSpPr>
            <a:spLocks noGrp="1"/>
          </p:cNvSpPr>
          <p:nvPr>
            <p:ph type="body" sz="quarter" idx="40" hasCustomPrompt="1"/>
          </p:nvPr>
        </p:nvSpPr>
        <p:spPr>
          <a:xfrm>
            <a:off x="688128" y="3911966"/>
            <a:ext cx="657581" cy="693300"/>
          </a:xfrm>
          <a:prstGeom prst="ellipse">
            <a:avLst/>
          </a:prstGeom>
          <a:solidFill>
            <a:schemeClr val="bg1"/>
          </a:solidFill>
          <a:ln>
            <a:solidFill>
              <a:srgbClr val="98D5F0"/>
            </a:solidFill>
          </a:ln>
        </p:spPr>
        <p:txBody>
          <a:bodyPr anchor="ctr"/>
          <a:lstStyle>
            <a:lvl1pPr marL="0" indent="0" algn="ctr">
              <a:buNone/>
              <a:defRPr sz="1600">
                <a:solidFill>
                  <a:srgbClr val="98D5F0"/>
                </a:solidFill>
                <a:latin typeface="+mj-lt"/>
              </a:defRPr>
            </a:lvl1pPr>
          </a:lstStyle>
          <a:p>
            <a:pPr lvl="0"/>
            <a:r>
              <a:rPr lang="fr-FR"/>
              <a:t>#2</a:t>
            </a:r>
          </a:p>
        </p:txBody>
      </p:sp>
      <p:sp>
        <p:nvSpPr>
          <p:cNvPr id="113" name="Espace réservé du texte 15"/>
          <p:cNvSpPr>
            <a:spLocks noGrp="1"/>
          </p:cNvSpPr>
          <p:nvPr>
            <p:ph type="body" sz="quarter" idx="41" hasCustomPrompt="1"/>
          </p:nvPr>
        </p:nvSpPr>
        <p:spPr>
          <a:xfrm>
            <a:off x="688128" y="5004335"/>
            <a:ext cx="657581" cy="693300"/>
          </a:xfrm>
          <a:prstGeom prst="ellipse">
            <a:avLst/>
          </a:prstGeom>
          <a:solidFill>
            <a:schemeClr val="bg1"/>
          </a:solidFill>
          <a:ln>
            <a:solidFill>
              <a:srgbClr val="32AAE1"/>
            </a:solidFill>
          </a:ln>
        </p:spPr>
        <p:txBody>
          <a:bodyPr anchor="ctr"/>
          <a:lstStyle>
            <a:lvl1pPr marL="0" indent="0" algn="ctr">
              <a:buNone/>
              <a:defRPr sz="1600">
                <a:solidFill>
                  <a:srgbClr val="32AAE1"/>
                </a:solidFill>
                <a:latin typeface="+mj-lt"/>
              </a:defRPr>
            </a:lvl1pPr>
          </a:lstStyle>
          <a:p>
            <a:pPr lvl="0"/>
            <a:r>
              <a:rPr lang="fr-FR"/>
              <a:t>#3</a:t>
            </a:r>
          </a:p>
        </p:txBody>
      </p:sp>
      <p:sp>
        <p:nvSpPr>
          <p:cNvPr id="25" name="Espace réservé du texte 4"/>
          <p:cNvSpPr>
            <a:spLocks noGrp="1"/>
          </p:cNvSpPr>
          <p:nvPr>
            <p:ph type="body" sz="quarter" idx="42"/>
          </p:nvPr>
        </p:nvSpPr>
        <p:spPr>
          <a:xfrm>
            <a:off x="1596623" y="3929758"/>
            <a:ext cx="10155434" cy="647597"/>
          </a:xfrm>
          <a:prstGeom prst="rect">
            <a:avLst/>
          </a:prstGeom>
        </p:spPr>
        <p:txBody>
          <a:bodyPr/>
          <a:lstStyle>
            <a:lvl1pPr marL="0" indent="0">
              <a:lnSpc>
                <a:spcPct val="100000"/>
              </a:lnSpc>
              <a:spcBef>
                <a:spcPts val="0"/>
              </a:spcBef>
              <a:buFont typeface="Arial" panose="020B0604020202020204" pitchFamily="34" charset="0"/>
              <a:buNone/>
              <a:defRPr sz="1100"/>
            </a:lvl1pPr>
            <a:lvl2pPr>
              <a:defRPr sz="1100"/>
            </a:lvl2pPr>
            <a:lvl3pPr>
              <a:defRPr sz="1100"/>
            </a:lvl3pPr>
            <a:lvl4pPr>
              <a:defRPr sz="1100"/>
            </a:lvl4pPr>
            <a:lvl5pPr>
              <a:defRPr sz="1100"/>
            </a:lvl5pPr>
          </a:lstStyle>
          <a:p>
            <a:pPr lvl="0"/>
            <a:r>
              <a:rPr lang="fr-FR"/>
              <a:t>Modifier les styles du texte du masque</a:t>
            </a:r>
          </a:p>
        </p:txBody>
      </p:sp>
      <p:sp>
        <p:nvSpPr>
          <p:cNvPr id="26" name="Espace réservé du texte 4"/>
          <p:cNvSpPr>
            <a:spLocks noGrp="1"/>
          </p:cNvSpPr>
          <p:nvPr>
            <p:ph type="body" sz="quarter" idx="43"/>
          </p:nvPr>
        </p:nvSpPr>
        <p:spPr>
          <a:xfrm>
            <a:off x="1596623" y="5027186"/>
            <a:ext cx="10155434" cy="647597"/>
          </a:xfrm>
          <a:prstGeom prst="rect">
            <a:avLst/>
          </a:prstGeom>
        </p:spPr>
        <p:txBody>
          <a:bodyPr/>
          <a:lstStyle>
            <a:lvl1pPr marL="0" indent="0">
              <a:lnSpc>
                <a:spcPct val="100000"/>
              </a:lnSpc>
              <a:spcBef>
                <a:spcPts val="0"/>
              </a:spcBef>
              <a:buFont typeface="Arial" panose="020B0604020202020204" pitchFamily="34" charset="0"/>
              <a:buNone/>
              <a:defRPr sz="1100"/>
            </a:lvl1pPr>
            <a:lvl2pPr>
              <a:defRPr sz="1100"/>
            </a:lvl2pPr>
            <a:lvl3pPr>
              <a:defRPr sz="1100"/>
            </a:lvl3pPr>
            <a:lvl4pPr>
              <a:defRPr sz="1100"/>
            </a:lvl4pPr>
            <a:lvl5pPr>
              <a:defRPr sz="1100"/>
            </a:lvl5pPr>
          </a:lstStyle>
          <a:p>
            <a:pPr lvl="0"/>
            <a:r>
              <a:rPr lang="fr-FR"/>
              <a:t>Modifier les styles du texte du masque</a:t>
            </a:r>
          </a:p>
        </p:txBody>
      </p:sp>
      <p:sp>
        <p:nvSpPr>
          <p:cNvPr id="15" name="Espace réservé du texte 2">
            <a:extLst>
              <a:ext uri="{FF2B5EF4-FFF2-40B4-BE49-F238E27FC236}">
                <a16:creationId xmlns:a16="http://schemas.microsoft.com/office/drawing/2014/main" id="{2686BD5B-F9F1-461D-B44D-92D09B9BAC2D}"/>
              </a:ext>
            </a:extLst>
          </p:cNvPr>
          <p:cNvSpPr>
            <a:spLocks noGrp="1"/>
          </p:cNvSpPr>
          <p:nvPr>
            <p:ph type="body" sz="quarter" idx="44"/>
          </p:nvPr>
        </p:nvSpPr>
        <p:spPr>
          <a:xfrm>
            <a:off x="338138" y="2046289"/>
            <a:ext cx="11413919" cy="42165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a:lvl1pPr>
            <a:lvl2pPr>
              <a:defRPr sz="1100"/>
            </a:lvl2pPr>
            <a:lvl3pPr>
              <a:defRPr sz="1100"/>
            </a:lvl3pPr>
            <a:lvl4pPr>
              <a:defRPr sz="1100"/>
            </a:lvl4pPr>
            <a:lvl5pPr>
              <a:defRPr sz="1100"/>
            </a:lvl5pPr>
          </a:lstStyle>
          <a:p>
            <a:pPr lvl="0"/>
            <a:r>
              <a:rPr lang="fr-FR"/>
              <a:t>Modifier les styles du texte du masque</a:t>
            </a:r>
          </a:p>
        </p:txBody>
      </p:sp>
      <p:sp>
        <p:nvSpPr>
          <p:cNvPr id="14" name="Espace réservé du pied de page 1">
            <a:extLst>
              <a:ext uri="{FF2B5EF4-FFF2-40B4-BE49-F238E27FC236}">
                <a16:creationId xmlns:a16="http://schemas.microsoft.com/office/drawing/2014/main" id="{5E35B4B0-5A29-6948-BBB2-47519A339F73}"/>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8" name="Espace réservé du texte 4">
            <a:extLst>
              <a:ext uri="{FF2B5EF4-FFF2-40B4-BE49-F238E27FC236}">
                <a16:creationId xmlns:a16="http://schemas.microsoft.com/office/drawing/2014/main" id="{9CEB7E3D-4D9F-0D49-AB8C-95E8F60F4FEF}"/>
              </a:ext>
            </a:extLst>
          </p:cNvPr>
          <p:cNvSpPr>
            <a:spLocks noGrp="1"/>
          </p:cNvSpPr>
          <p:nvPr>
            <p:ph type="body" sz="quarter" idx="35" hasCustomPrompt="1"/>
          </p:nvPr>
        </p:nvSpPr>
        <p:spPr>
          <a:xfrm>
            <a:off x="337930" y="922713"/>
            <a:ext cx="11433655"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2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9" name="Espace réservé du texte 6">
            <a:extLst>
              <a:ext uri="{FF2B5EF4-FFF2-40B4-BE49-F238E27FC236}">
                <a16:creationId xmlns:a16="http://schemas.microsoft.com/office/drawing/2014/main" id="{8E7ED1D0-FE4D-134C-A6D0-279F1C99A3C3}"/>
              </a:ext>
            </a:extLst>
          </p:cNvPr>
          <p:cNvSpPr>
            <a:spLocks noGrp="1"/>
          </p:cNvSpPr>
          <p:nvPr>
            <p:ph type="body" sz="quarter" idx="10" hasCustomPrompt="1"/>
          </p:nvPr>
        </p:nvSpPr>
        <p:spPr>
          <a:xfrm>
            <a:off x="337931" y="564022"/>
            <a:ext cx="11433653"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12002381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INFOGRAPHIC_2">
    <p:spTree>
      <p:nvGrpSpPr>
        <p:cNvPr id="1" name=""/>
        <p:cNvGrpSpPr/>
        <p:nvPr/>
      </p:nvGrpSpPr>
      <p:grpSpPr>
        <a:xfrm>
          <a:off x="0" y="0"/>
          <a:ext cx="0" cy="0"/>
          <a:chOff x="0" y="0"/>
          <a:chExt cx="0" cy="0"/>
        </a:xfrm>
      </p:grpSpPr>
      <p:sp>
        <p:nvSpPr>
          <p:cNvPr id="3" name="Espace réservé du texte 2"/>
          <p:cNvSpPr>
            <a:spLocks noGrp="1"/>
          </p:cNvSpPr>
          <p:nvPr>
            <p:ph type="body" sz="quarter" idx="41"/>
          </p:nvPr>
        </p:nvSpPr>
        <p:spPr>
          <a:xfrm>
            <a:off x="638175" y="2167105"/>
            <a:ext cx="7820024" cy="2394386"/>
          </a:xfrm>
          <a:prstGeom prst="rect">
            <a:avLst/>
          </a:prstGeom>
          <a:solidFill>
            <a:schemeClr val="bg1">
              <a:lumMod val="90000"/>
            </a:schemeClr>
          </a:solidFill>
        </p:spPr>
        <p:txBody>
          <a:bodyPr/>
          <a:lstStyle>
            <a:lvl1pPr marL="0" indent="0">
              <a:lnSpc>
                <a:spcPts val="1500"/>
              </a:lnSpc>
              <a:buNone/>
              <a:defRPr sz="1100">
                <a:solidFill>
                  <a:schemeClr val="tx1"/>
                </a:solidFill>
              </a:defRPr>
            </a:lvl1pPr>
            <a:lvl2pPr>
              <a:defRPr sz="1100"/>
            </a:lvl2pPr>
            <a:lvl3pPr>
              <a:defRPr sz="1100"/>
            </a:lvl3pPr>
            <a:lvl4pPr>
              <a:defRPr sz="1100"/>
            </a:lvl4pPr>
            <a:lvl5pPr>
              <a:defRPr sz="1100"/>
            </a:lvl5pPr>
          </a:lstStyle>
          <a:p>
            <a:pPr lvl="0"/>
            <a:r>
              <a:rPr lang="fr-FR"/>
              <a:t>Modifier les styles du texte du masque</a:t>
            </a:r>
          </a:p>
        </p:txBody>
      </p:sp>
      <p:sp>
        <p:nvSpPr>
          <p:cNvPr id="5" name="Espace réservé du texte 4"/>
          <p:cNvSpPr>
            <a:spLocks noGrp="1"/>
          </p:cNvSpPr>
          <p:nvPr>
            <p:ph type="body" sz="quarter" idx="42"/>
          </p:nvPr>
        </p:nvSpPr>
        <p:spPr>
          <a:xfrm>
            <a:off x="641350" y="4792663"/>
            <a:ext cx="7820025" cy="1366837"/>
          </a:xfrm>
          <a:prstGeom prst="rect">
            <a:avLst/>
          </a:prstGeom>
        </p:spPr>
        <p:txBody>
          <a:bodyPr/>
          <a:lstStyle>
            <a:lvl1pPr marL="0" indent="0">
              <a:lnSpc>
                <a:spcPts val="1500"/>
              </a:lnSpc>
              <a:buNone/>
              <a:defRPr sz="1100"/>
            </a:lvl1pPr>
            <a:lvl2pPr>
              <a:defRPr sz="1100"/>
            </a:lvl2pPr>
            <a:lvl3pPr>
              <a:defRPr sz="1100"/>
            </a:lvl3pPr>
            <a:lvl4pPr>
              <a:defRPr sz="1100"/>
            </a:lvl4pPr>
            <a:lvl5pPr>
              <a:defRPr sz="1100"/>
            </a:lvl5pPr>
          </a:lstStyle>
          <a:p>
            <a:pPr lvl="0"/>
            <a:r>
              <a:rPr lang="fr-FR"/>
              <a:t>Modifier les styles du texte du masque</a:t>
            </a:r>
          </a:p>
        </p:txBody>
      </p:sp>
      <p:sp>
        <p:nvSpPr>
          <p:cNvPr id="32" name="Espace réservé pour une image  38"/>
          <p:cNvSpPr>
            <a:spLocks noGrp="1"/>
          </p:cNvSpPr>
          <p:nvPr>
            <p:ph type="pic" sz="quarter" idx="38"/>
          </p:nvPr>
        </p:nvSpPr>
        <p:spPr>
          <a:xfrm>
            <a:off x="9841454" y="2345780"/>
            <a:ext cx="735052" cy="748126"/>
          </a:xfrm>
          <a:prstGeom prst="rect">
            <a:avLst/>
          </a:prstGeom>
          <a:ln w="28575">
            <a:noFill/>
          </a:ln>
        </p:spPr>
        <p:txBody>
          <a:bodyPr/>
          <a:lstStyle>
            <a:lvl1pPr marL="0" indent="0">
              <a:buNone/>
              <a:defRPr sz="1100"/>
            </a:lvl1pPr>
          </a:lstStyle>
          <a:p>
            <a:r>
              <a:rPr lang="fr-FR"/>
              <a:t>Cliquez sur l'icône pour ajouter une image</a:t>
            </a:r>
          </a:p>
        </p:txBody>
      </p:sp>
      <p:sp>
        <p:nvSpPr>
          <p:cNvPr id="33" name="Espace réservé pour une image  38"/>
          <p:cNvSpPr>
            <a:spLocks noGrp="1"/>
          </p:cNvSpPr>
          <p:nvPr>
            <p:ph type="pic" sz="quarter" idx="39"/>
          </p:nvPr>
        </p:nvSpPr>
        <p:spPr>
          <a:xfrm>
            <a:off x="9841454" y="3736665"/>
            <a:ext cx="735052" cy="748126"/>
          </a:xfrm>
          <a:prstGeom prst="rect">
            <a:avLst/>
          </a:prstGeom>
          <a:ln w="28575">
            <a:noFill/>
          </a:ln>
        </p:spPr>
        <p:txBody>
          <a:bodyPr/>
          <a:lstStyle>
            <a:lvl1pPr marL="0" indent="0">
              <a:buNone/>
              <a:defRPr sz="1100"/>
            </a:lvl1pPr>
          </a:lstStyle>
          <a:p>
            <a:r>
              <a:rPr lang="fr-FR"/>
              <a:t>Cliquez sur l'icône pour ajouter une image</a:t>
            </a:r>
          </a:p>
        </p:txBody>
      </p:sp>
      <p:sp>
        <p:nvSpPr>
          <p:cNvPr id="34" name="Espace réservé pour une image  38"/>
          <p:cNvSpPr>
            <a:spLocks noGrp="1"/>
          </p:cNvSpPr>
          <p:nvPr>
            <p:ph type="pic" sz="quarter" idx="40"/>
          </p:nvPr>
        </p:nvSpPr>
        <p:spPr>
          <a:xfrm>
            <a:off x="9841454" y="5184725"/>
            <a:ext cx="735052" cy="748126"/>
          </a:xfrm>
          <a:prstGeom prst="rect">
            <a:avLst/>
          </a:prstGeom>
          <a:ln w="28575">
            <a:noFill/>
          </a:ln>
        </p:spPr>
        <p:txBody>
          <a:bodyPr/>
          <a:lstStyle>
            <a:lvl1pPr marL="0" indent="0">
              <a:buNone/>
              <a:defRPr sz="1100"/>
            </a:lvl1pPr>
          </a:lstStyle>
          <a:p>
            <a:r>
              <a:rPr lang="fr-FR"/>
              <a:t>Cliquez sur l'icône pour ajouter une image</a:t>
            </a:r>
          </a:p>
        </p:txBody>
      </p:sp>
      <p:sp>
        <p:nvSpPr>
          <p:cNvPr id="10" name="Espace réservé du pied de page 1">
            <a:extLst>
              <a:ext uri="{FF2B5EF4-FFF2-40B4-BE49-F238E27FC236}">
                <a16:creationId xmlns:a16="http://schemas.microsoft.com/office/drawing/2014/main" id="{EF328428-03C6-224C-BBA0-FF5172968E03}"/>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1" name="Espace réservé du texte 4">
            <a:extLst>
              <a:ext uri="{FF2B5EF4-FFF2-40B4-BE49-F238E27FC236}">
                <a16:creationId xmlns:a16="http://schemas.microsoft.com/office/drawing/2014/main" id="{9CEB7E3D-4D9F-0D49-AB8C-95E8F60F4FEF}"/>
              </a:ext>
            </a:extLst>
          </p:cNvPr>
          <p:cNvSpPr>
            <a:spLocks noGrp="1"/>
          </p:cNvSpPr>
          <p:nvPr>
            <p:ph type="body" sz="quarter" idx="35" hasCustomPrompt="1"/>
          </p:nvPr>
        </p:nvSpPr>
        <p:spPr>
          <a:xfrm>
            <a:off x="337930" y="922713"/>
            <a:ext cx="11433655"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2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4" name="Espace réservé du texte 6">
            <a:extLst>
              <a:ext uri="{FF2B5EF4-FFF2-40B4-BE49-F238E27FC236}">
                <a16:creationId xmlns:a16="http://schemas.microsoft.com/office/drawing/2014/main" id="{8E7ED1D0-FE4D-134C-A6D0-279F1C99A3C3}"/>
              </a:ext>
            </a:extLst>
          </p:cNvPr>
          <p:cNvSpPr>
            <a:spLocks noGrp="1"/>
          </p:cNvSpPr>
          <p:nvPr>
            <p:ph type="body" sz="quarter" idx="10" hasCustomPrompt="1"/>
          </p:nvPr>
        </p:nvSpPr>
        <p:spPr>
          <a:xfrm>
            <a:off x="337931" y="564022"/>
            <a:ext cx="11433653"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114192292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APPROACH">
    <p:spTree>
      <p:nvGrpSpPr>
        <p:cNvPr id="1" name=""/>
        <p:cNvGrpSpPr/>
        <p:nvPr/>
      </p:nvGrpSpPr>
      <p:grpSpPr>
        <a:xfrm>
          <a:off x="0" y="0"/>
          <a:ext cx="0" cy="0"/>
          <a:chOff x="0" y="0"/>
          <a:chExt cx="0" cy="0"/>
        </a:xfrm>
      </p:grpSpPr>
      <p:sp>
        <p:nvSpPr>
          <p:cNvPr id="6" name="Espace réservé du tableau 5"/>
          <p:cNvSpPr>
            <a:spLocks noGrp="1"/>
          </p:cNvSpPr>
          <p:nvPr>
            <p:ph type="tbl" sz="quarter" idx="28"/>
          </p:nvPr>
        </p:nvSpPr>
        <p:spPr>
          <a:xfrm>
            <a:off x="333231" y="2181226"/>
            <a:ext cx="11591925" cy="2019300"/>
          </a:xfrm>
          <a:prstGeom prst="rect">
            <a:avLst/>
          </a:prstGeom>
        </p:spPr>
        <p:txBody>
          <a:bodyPr/>
          <a:lstStyle>
            <a:lvl1pPr marL="0" indent="0">
              <a:lnSpc>
                <a:spcPts val="1500"/>
              </a:lnSpc>
              <a:buNone/>
              <a:defRPr sz="1200"/>
            </a:lvl1pPr>
          </a:lstStyle>
          <a:p>
            <a:r>
              <a:rPr lang="fr-FR"/>
              <a:t>Cliquez sur l'icône pour ajouter un tableau</a:t>
            </a:r>
          </a:p>
        </p:txBody>
      </p:sp>
      <p:sp>
        <p:nvSpPr>
          <p:cNvPr id="8" name="Espace réservé du texte 9"/>
          <p:cNvSpPr>
            <a:spLocks noGrp="1"/>
          </p:cNvSpPr>
          <p:nvPr>
            <p:ph type="body" sz="quarter" idx="22"/>
          </p:nvPr>
        </p:nvSpPr>
        <p:spPr>
          <a:xfrm>
            <a:off x="333231" y="5133975"/>
            <a:ext cx="5534170" cy="809955"/>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0" name="Espace réservé du texte 9"/>
          <p:cNvSpPr>
            <a:spLocks noGrp="1"/>
          </p:cNvSpPr>
          <p:nvPr>
            <p:ph type="body" sz="quarter" idx="33"/>
          </p:nvPr>
        </p:nvSpPr>
        <p:spPr>
          <a:xfrm>
            <a:off x="6390986" y="5133974"/>
            <a:ext cx="5534170" cy="809955"/>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1" name="Espace réservé du texte 4"/>
          <p:cNvSpPr>
            <a:spLocks noGrp="1"/>
          </p:cNvSpPr>
          <p:nvPr>
            <p:ph type="body" sz="quarter" idx="34"/>
          </p:nvPr>
        </p:nvSpPr>
        <p:spPr>
          <a:xfrm>
            <a:off x="333232" y="4618600"/>
            <a:ext cx="5534170" cy="21294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2" name="Espace réservé du texte 4"/>
          <p:cNvSpPr>
            <a:spLocks noGrp="1"/>
          </p:cNvSpPr>
          <p:nvPr>
            <p:ph type="body" sz="quarter" idx="35"/>
          </p:nvPr>
        </p:nvSpPr>
        <p:spPr>
          <a:xfrm>
            <a:off x="6390986" y="4618600"/>
            <a:ext cx="5534170" cy="21294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3" name="Espace réservé du texte 6">
            <a:extLst>
              <a:ext uri="{FF2B5EF4-FFF2-40B4-BE49-F238E27FC236}">
                <a16:creationId xmlns:a16="http://schemas.microsoft.com/office/drawing/2014/main" id="{FD92F58E-2BB2-4716-AB6D-4E340CB32695}"/>
              </a:ext>
            </a:extLst>
          </p:cNvPr>
          <p:cNvSpPr>
            <a:spLocks noGrp="1"/>
          </p:cNvSpPr>
          <p:nvPr>
            <p:ph type="body" sz="quarter" idx="42" hasCustomPrompt="1"/>
          </p:nvPr>
        </p:nvSpPr>
        <p:spPr>
          <a:xfrm>
            <a:off x="337933" y="564022"/>
            <a:ext cx="11414124" cy="645000"/>
          </a:xfrm>
          <a:prstGeom prst="rect">
            <a:avLst/>
          </a:prstGeom>
        </p:spPr>
        <p:txBody>
          <a:bodyPr anchor="ctr"/>
          <a:lstStyle>
            <a:lvl1pPr marL="0" indent="0">
              <a:buNone/>
              <a:defRPr sz="2400" b="1" spc="-150" baseline="0">
                <a:latin typeface="+mj-lt"/>
              </a:defRPr>
            </a:lvl1pPr>
          </a:lstStyle>
          <a:p>
            <a:pPr lvl="0"/>
            <a:r>
              <a:rPr lang="fr-FR"/>
              <a:t>Feuille de route</a:t>
            </a:r>
          </a:p>
        </p:txBody>
      </p:sp>
      <p:sp>
        <p:nvSpPr>
          <p:cNvPr id="16" name="Espace réservé du texte 4">
            <a:extLst>
              <a:ext uri="{FF2B5EF4-FFF2-40B4-BE49-F238E27FC236}">
                <a16:creationId xmlns:a16="http://schemas.microsoft.com/office/drawing/2014/main" id="{DA16E3FC-8F3F-4DC0-A29C-B3D00336E8FB}"/>
              </a:ext>
            </a:extLst>
          </p:cNvPr>
          <p:cNvSpPr>
            <a:spLocks noGrp="1"/>
          </p:cNvSpPr>
          <p:nvPr>
            <p:ph type="body" sz="quarter" idx="43"/>
          </p:nvPr>
        </p:nvSpPr>
        <p:spPr>
          <a:xfrm>
            <a:off x="337932" y="1239612"/>
            <a:ext cx="11413919"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4" name="Espace réservé du pied de page 1">
            <a:extLst>
              <a:ext uri="{FF2B5EF4-FFF2-40B4-BE49-F238E27FC236}">
                <a16:creationId xmlns:a16="http://schemas.microsoft.com/office/drawing/2014/main" id="{A498818A-3A4E-9848-9B42-4E9FC2E696BC}"/>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23595377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APPROACH_1">
    <p:spTree>
      <p:nvGrpSpPr>
        <p:cNvPr id="1" name=""/>
        <p:cNvGrpSpPr/>
        <p:nvPr/>
      </p:nvGrpSpPr>
      <p:grpSpPr>
        <a:xfrm>
          <a:off x="0" y="0"/>
          <a:ext cx="0" cy="0"/>
          <a:chOff x="0" y="0"/>
          <a:chExt cx="0" cy="0"/>
        </a:xfrm>
      </p:grpSpPr>
      <p:sp>
        <p:nvSpPr>
          <p:cNvPr id="11" name="Espace réservé du texte 9"/>
          <p:cNvSpPr>
            <a:spLocks noGrp="1"/>
          </p:cNvSpPr>
          <p:nvPr>
            <p:ph type="body" sz="quarter" idx="63" hasCustomPrompt="1"/>
          </p:nvPr>
        </p:nvSpPr>
        <p:spPr>
          <a:xfrm>
            <a:off x="352364" y="2133206"/>
            <a:ext cx="1800523"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marL="0" indent="0">
              <a:buNone/>
              <a:defRPr lang="fr-FR" sz="1100" b="1" dirty="0" smtClean="0"/>
            </a:lvl1pPr>
          </a:lstStyle>
          <a:p>
            <a:pPr marL="228600" marR="0" lvl="0" indent="-228600" fontAlgn="auto">
              <a:spcAft>
                <a:spcPts val="0"/>
              </a:spcAft>
              <a:buClrTx/>
              <a:buSzTx/>
              <a:tabLst/>
            </a:pPr>
            <a:r>
              <a:rPr lang="fr-FR"/>
              <a:t>Objectifs</a:t>
            </a:r>
          </a:p>
          <a:p>
            <a:pPr marL="228600" marR="0" lvl="0" indent="-228600" fontAlgn="auto">
              <a:spcAft>
                <a:spcPts val="0"/>
              </a:spcAft>
              <a:buClrTx/>
              <a:buSzTx/>
              <a:tabLst/>
            </a:pPr>
            <a:endParaRPr lang="fr-FR"/>
          </a:p>
        </p:txBody>
      </p:sp>
      <p:sp>
        <p:nvSpPr>
          <p:cNvPr id="12" name="Espace réservé du texte 15"/>
          <p:cNvSpPr>
            <a:spLocks noGrp="1"/>
          </p:cNvSpPr>
          <p:nvPr>
            <p:ph type="body" sz="quarter" idx="15"/>
          </p:nvPr>
        </p:nvSpPr>
        <p:spPr>
          <a:xfrm>
            <a:off x="345149" y="2358875"/>
            <a:ext cx="8099486" cy="661673"/>
          </a:xfrm>
          <a:prstGeom prst="rect">
            <a:avLst/>
          </a:prstGeom>
        </p:spPr>
        <p:txBody>
          <a:bodyPr>
            <a:noAutofit/>
          </a:bodyPr>
          <a:lstStyle>
            <a:lvl1pPr marL="0" indent="0">
              <a:lnSpc>
                <a:spcPts val="1500"/>
              </a:lnSpc>
              <a:spcBef>
                <a:spcPts val="0"/>
              </a:spcBef>
              <a:buFont typeface="Arial" panose="020B0604020202020204" pitchFamily="34" charset="0"/>
              <a:buNone/>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3" name="Espace réservé du texte 9"/>
          <p:cNvSpPr>
            <a:spLocks noGrp="1"/>
          </p:cNvSpPr>
          <p:nvPr>
            <p:ph type="body" sz="quarter" idx="73" hasCustomPrompt="1"/>
          </p:nvPr>
        </p:nvSpPr>
        <p:spPr>
          <a:xfrm>
            <a:off x="359580" y="3251418"/>
            <a:ext cx="1800523"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Activités</a:t>
            </a:r>
          </a:p>
          <a:p>
            <a:pPr marR="0" lvl="0" fontAlgn="auto">
              <a:spcAft>
                <a:spcPts val="0"/>
              </a:spcAft>
              <a:buClrTx/>
              <a:buSzTx/>
              <a:buNone/>
              <a:tabLst/>
            </a:pPr>
            <a:endParaRPr lang="fr-FR"/>
          </a:p>
        </p:txBody>
      </p:sp>
      <p:sp>
        <p:nvSpPr>
          <p:cNvPr id="14" name="Espace réservé du texte 15"/>
          <p:cNvSpPr>
            <a:spLocks noGrp="1"/>
          </p:cNvSpPr>
          <p:nvPr>
            <p:ph type="body" sz="quarter" idx="74"/>
          </p:nvPr>
        </p:nvSpPr>
        <p:spPr>
          <a:xfrm>
            <a:off x="352365" y="3477087"/>
            <a:ext cx="8099486" cy="1613806"/>
          </a:xfrm>
          <a:prstGeom prst="rect">
            <a:avLst/>
          </a:prstGeom>
        </p:spPr>
        <p:txBody>
          <a:bodyPr>
            <a:noAutofit/>
          </a:bodyPr>
          <a:lstStyle>
            <a:lvl1pPr marL="0" indent="0">
              <a:lnSpc>
                <a:spcPts val="1500"/>
              </a:lnSpc>
              <a:spcBef>
                <a:spcPts val="0"/>
              </a:spcBef>
              <a:buFont typeface="Arial" panose="020B0604020202020204" pitchFamily="34" charset="0"/>
              <a:buNone/>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5" name="Espace réservé du texte 9"/>
          <p:cNvSpPr>
            <a:spLocks noGrp="1"/>
          </p:cNvSpPr>
          <p:nvPr>
            <p:ph type="body" sz="quarter" idx="75" hasCustomPrompt="1"/>
          </p:nvPr>
        </p:nvSpPr>
        <p:spPr>
          <a:xfrm>
            <a:off x="345148" y="5321763"/>
            <a:ext cx="2718894" cy="225669"/>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Sources et modalités de collaboration </a:t>
            </a:r>
          </a:p>
          <a:p>
            <a:pPr marR="0" lvl="0" fontAlgn="auto">
              <a:spcAft>
                <a:spcPts val="0"/>
              </a:spcAft>
              <a:buClrTx/>
              <a:buSzTx/>
              <a:buNone/>
              <a:tabLst/>
            </a:pPr>
            <a:endParaRPr lang="fr-FR"/>
          </a:p>
        </p:txBody>
      </p:sp>
      <p:sp>
        <p:nvSpPr>
          <p:cNvPr id="16" name="Espace réservé du texte 15"/>
          <p:cNvSpPr>
            <a:spLocks noGrp="1"/>
          </p:cNvSpPr>
          <p:nvPr>
            <p:ph type="body" sz="quarter" idx="76"/>
          </p:nvPr>
        </p:nvSpPr>
        <p:spPr>
          <a:xfrm>
            <a:off x="337933" y="5609968"/>
            <a:ext cx="8099486" cy="599137"/>
          </a:xfrm>
          <a:prstGeom prst="rect">
            <a:avLst/>
          </a:prstGeom>
        </p:spPr>
        <p:txBody>
          <a:bodyPr>
            <a:noAutofit/>
          </a:bodyPr>
          <a:lstStyle>
            <a:lvl1pPr marL="0" indent="0">
              <a:lnSpc>
                <a:spcPts val="1500"/>
              </a:lnSpc>
              <a:spcBef>
                <a:spcPts val="0"/>
              </a:spcBef>
              <a:buFont typeface="Arial" panose="020B0604020202020204" pitchFamily="34" charset="0"/>
              <a:buNone/>
              <a:defRPr sz="1000" b="0">
                <a:latin typeface="+mn-lt"/>
              </a:defRPr>
            </a:lvl1pPr>
          </a:lstStyle>
          <a:p>
            <a:pPr lvl="0"/>
            <a:r>
              <a:rPr lang="fr-FR"/>
              <a:t>Modifier les styles du texte du masque</a:t>
            </a:r>
          </a:p>
        </p:txBody>
      </p:sp>
      <p:sp>
        <p:nvSpPr>
          <p:cNvPr id="17" name="Rectangle 22"/>
          <p:cNvSpPr>
            <a:spLocks noChangeArrowheads="1"/>
          </p:cNvSpPr>
          <p:nvPr userDrawn="1"/>
        </p:nvSpPr>
        <p:spPr bwMode="auto">
          <a:xfrm>
            <a:off x="9248050" y="2495539"/>
            <a:ext cx="2633417" cy="3754198"/>
          </a:xfrm>
          <a:prstGeom prst="rect">
            <a:avLst/>
          </a:prstGeom>
          <a:solidFill>
            <a:schemeClr val="tx1"/>
          </a:solidFill>
          <a:ln w="12700">
            <a:noFill/>
            <a:miter lim="800000"/>
            <a:headEnd/>
            <a:tailEnd/>
          </a:ln>
        </p:spPr>
        <p:txBody>
          <a:bodyPr lIns="144000" rIns="144000"/>
          <a:lstStyle/>
          <a:p>
            <a:pPr marL="85725" lvl="2" indent="-85725" eaLnBrk="0" hangingPunct="0">
              <a:spcBef>
                <a:spcPts val="0"/>
              </a:spcBef>
              <a:spcAft>
                <a:spcPts val="0"/>
              </a:spcAft>
              <a:buFont typeface="Wingdings" pitchFamily="2" charset="2"/>
              <a:buChar char="§"/>
              <a:defRPr/>
            </a:pPr>
            <a:endParaRPr lang="fr-FR" sz="900">
              <a:ln>
                <a:solidFill>
                  <a:srgbClr val="53534D">
                    <a:alpha val="15000"/>
                  </a:srgbClr>
                </a:solidFill>
              </a:ln>
              <a:solidFill>
                <a:srgbClr val="000000">
                  <a:lumMod val="85000"/>
                  <a:lumOff val="15000"/>
                </a:srgbClr>
              </a:solidFill>
              <a:latin typeface="Century Gothic" pitchFamily="34" charset="0"/>
              <a:cs typeface="Arial" charset="0"/>
            </a:endParaRPr>
          </a:p>
          <a:p>
            <a:pPr marL="0" lvl="2" algn="just" eaLnBrk="0" hangingPunct="0">
              <a:spcBef>
                <a:spcPts val="600"/>
              </a:spcBef>
              <a:spcAft>
                <a:spcPts val="300"/>
              </a:spcAft>
              <a:buClr>
                <a:srgbClr val="C00000"/>
              </a:buClr>
              <a:defRPr/>
            </a:pPr>
            <a:endParaRPr lang="fr-FR" sz="1100" b="1">
              <a:ln>
                <a:solidFill>
                  <a:schemeClr val="accent3">
                    <a:alpha val="25000"/>
                  </a:schemeClr>
                </a:solidFill>
              </a:ln>
              <a:solidFill>
                <a:schemeClr val="accent3"/>
              </a:solidFill>
              <a:latin typeface="Century Gothic" pitchFamily="34" charset="0"/>
            </a:endParaRPr>
          </a:p>
          <a:p>
            <a:pPr marL="0" lvl="2" algn="just" eaLnBrk="0" hangingPunct="0">
              <a:spcBef>
                <a:spcPts val="900"/>
              </a:spcBef>
              <a:spcAft>
                <a:spcPts val="300"/>
              </a:spcAft>
              <a:buClr>
                <a:srgbClr val="C00000"/>
              </a:buClr>
              <a:buFont typeface="Arial" pitchFamily="34" charset="0"/>
              <a:buChar char="•"/>
              <a:defRPr/>
            </a:pPr>
            <a:endParaRPr lang="fr-FR" sz="1000">
              <a:ln>
                <a:solidFill>
                  <a:schemeClr val="tx2">
                    <a:alpha val="15000"/>
                  </a:schemeClr>
                </a:solidFill>
              </a:ln>
              <a:solidFill>
                <a:schemeClr val="tx1">
                  <a:lumMod val="85000"/>
                  <a:lumOff val="15000"/>
                </a:schemeClr>
              </a:solidFill>
              <a:latin typeface="Century Gothic" pitchFamily="34" charset="0"/>
            </a:endParaRPr>
          </a:p>
        </p:txBody>
      </p:sp>
      <p:sp>
        <p:nvSpPr>
          <p:cNvPr id="8" name="Espace réservé du graphique 7"/>
          <p:cNvSpPr>
            <a:spLocks noGrp="1"/>
          </p:cNvSpPr>
          <p:nvPr>
            <p:ph type="chart" sz="quarter" idx="77" hasCustomPrompt="1"/>
          </p:nvPr>
        </p:nvSpPr>
        <p:spPr>
          <a:xfrm>
            <a:off x="9248050" y="885809"/>
            <a:ext cx="2622495" cy="1432618"/>
          </a:xfrm>
          <a:prstGeom prst="rect">
            <a:avLst/>
          </a:prstGeom>
          <a:ln>
            <a:solidFill>
              <a:schemeClr val="tx1"/>
            </a:solidFill>
          </a:ln>
        </p:spPr>
        <p:txBody>
          <a:bodyPr/>
          <a:lstStyle>
            <a:lvl1pPr marL="0" indent="0">
              <a:buNone/>
              <a:defRPr sz="1100" baseline="0"/>
            </a:lvl1pPr>
          </a:lstStyle>
          <a:p>
            <a:r>
              <a:rPr lang="fr-FR"/>
              <a:t>Schéma indiquant la position dans la démarche</a:t>
            </a:r>
          </a:p>
        </p:txBody>
      </p:sp>
      <p:sp>
        <p:nvSpPr>
          <p:cNvPr id="10" name="Espace réservé du texte 9"/>
          <p:cNvSpPr>
            <a:spLocks noGrp="1"/>
          </p:cNvSpPr>
          <p:nvPr>
            <p:ph type="body" sz="quarter" idx="78" hasCustomPrompt="1"/>
          </p:nvPr>
        </p:nvSpPr>
        <p:spPr>
          <a:xfrm>
            <a:off x="9335110" y="2495538"/>
            <a:ext cx="2444063" cy="196468"/>
          </a:xfrm>
          <a:prstGeom prst="rect">
            <a:avLst/>
          </a:prstGeom>
        </p:spPr>
        <p:txBody>
          <a:bodyPr/>
          <a:lstStyle>
            <a:lvl1pPr marL="0" indent="0">
              <a:buNone/>
              <a:defRPr sz="1100">
                <a:solidFill>
                  <a:schemeClr val="bg1"/>
                </a:solidFill>
                <a:latin typeface="+mj-lt"/>
              </a:defRPr>
            </a:lvl1pPr>
          </a:lstStyle>
          <a:p>
            <a:pPr lvl="0"/>
            <a:r>
              <a:rPr lang="fr-FR"/>
              <a:t>Livrables</a:t>
            </a:r>
          </a:p>
        </p:txBody>
      </p:sp>
      <p:sp>
        <p:nvSpPr>
          <p:cNvPr id="23" name="Espace réservé du texte 9"/>
          <p:cNvSpPr>
            <a:spLocks noGrp="1"/>
          </p:cNvSpPr>
          <p:nvPr>
            <p:ph type="body" sz="quarter" idx="79"/>
          </p:nvPr>
        </p:nvSpPr>
        <p:spPr>
          <a:xfrm>
            <a:off x="9335110" y="2689711"/>
            <a:ext cx="2444063" cy="847119"/>
          </a:xfrm>
          <a:prstGeom prst="rect">
            <a:avLst/>
          </a:prstGeom>
        </p:spPr>
        <p:txBody>
          <a:bodyPr/>
          <a:lstStyle>
            <a:lvl1pPr marL="171450" indent="-171450">
              <a:spcBef>
                <a:spcPts val="0"/>
              </a:spcBef>
              <a:buFont typeface="Arial" panose="020B0604020202020204" pitchFamily="34" charset="0"/>
              <a:buChar char="•"/>
              <a:defRPr sz="1100">
                <a:solidFill>
                  <a:schemeClr val="bg1"/>
                </a:solidFill>
                <a:latin typeface="+mn-lt"/>
              </a:defRPr>
            </a:lvl1pPr>
            <a:lvl2pPr>
              <a:defRPr sz="1100">
                <a:solidFill>
                  <a:schemeClr val="bg1"/>
                </a:solidFill>
              </a:defRPr>
            </a:lvl2pPr>
            <a:lvl3pPr>
              <a:defRPr sz="1100">
                <a:solidFill>
                  <a:schemeClr val="bg1"/>
                </a:solidFill>
              </a:defRPr>
            </a:lvl3pPr>
            <a:lvl4pPr>
              <a:defRPr sz="1100">
                <a:solidFill>
                  <a:schemeClr val="bg1"/>
                </a:solidFill>
              </a:defRPr>
            </a:lvl4pPr>
            <a:lvl5pPr>
              <a:defRPr sz="1100">
                <a:solidFill>
                  <a:schemeClr val="bg1"/>
                </a:solidFill>
              </a:defRPr>
            </a:lvl5pPr>
          </a:lstStyle>
          <a:p>
            <a:pPr lvl="0"/>
            <a:r>
              <a:rPr lang="fr-FR"/>
              <a:t>Modifier les styles du texte du masque</a:t>
            </a:r>
          </a:p>
        </p:txBody>
      </p:sp>
      <p:sp>
        <p:nvSpPr>
          <p:cNvPr id="24" name="Espace réservé du texte 9"/>
          <p:cNvSpPr>
            <a:spLocks noGrp="1"/>
          </p:cNvSpPr>
          <p:nvPr>
            <p:ph type="body" sz="quarter" idx="80" hasCustomPrompt="1"/>
          </p:nvPr>
        </p:nvSpPr>
        <p:spPr>
          <a:xfrm>
            <a:off x="9346032" y="3731002"/>
            <a:ext cx="2444063" cy="196468"/>
          </a:xfrm>
          <a:prstGeom prst="rect">
            <a:avLst/>
          </a:prstGeom>
        </p:spPr>
        <p:txBody>
          <a:bodyPr/>
          <a:lstStyle>
            <a:lvl1pPr marL="0" indent="0">
              <a:buNone/>
              <a:defRPr sz="1100" baseline="0">
                <a:solidFill>
                  <a:schemeClr val="bg1"/>
                </a:solidFill>
                <a:latin typeface="+mj-lt"/>
              </a:defRPr>
            </a:lvl1pPr>
          </a:lstStyle>
          <a:p>
            <a:pPr lvl="0"/>
            <a:r>
              <a:rPr lang="fr-FR"/>
              <a:t>Points d’attention / risques</a:t>
            </a:r>
          </a:p>
        </p:txBody>
      </p:sp>
      <p:sp>
        <p:nvSpPr>
          <p:cNvPr id="25" name="Espace réservé du texte 9"/>
          <p:cNvSpPr>
            <a:spLocks noGrp="1"/>
          </p:cNvSpPr>
          <p:nvPr>
            <p:ph type="body" sz="quarter" idx="81"/>
          </p:nvPr>
        </p:nvSpPr>
        <p:spPr>
          <a:xfrm>
            <a:off x="9346032" y="3925175"/>
            <a:ext cx="2444063" cy="847119"/>
          </a:xfrm>
          <a:prstGeom prst="rect">
            <a:avLst/>
          </a:prstGeom>
        </p:spPr>
        <p:txBody>
          <a:bodyPr/>
          <a:lstStyle>
            <a:lvl1pPr marL="171450" indent="-171450">
              <a:spcBef>
                <a:spcPts val="0"/>
              </a:spcBef>
              <a:buFont typeface="Arial" panose="020B0604020202020204" pitchFamily="34" charset="0"/>
              <a:buChar char="•"/>
              <a:defRPr sz="1100">
                <a:solidFill>
                  <a:schemeClr val="bg1"/>
                </a:solidFill>
                <a:latin typeface="+mn-lt"/>
              </a:defRPr>
            </a:lvl1pPr>
            <a:lvl2pPr>
              <a:defRPr sz="1100">
                <a:solidFill>
                  <a:schemeClr val="bg1"/>
                </a:solidFill>
              </a:defRPr>
            </a:lvl2pPr>
            <a:lvl3pPr>
              <a:defRPr sz="1100">
                <a:solidFill>
                  <a:schemeClr val="bg1"/>
                </a:solidFill>
              </a:defRPr>
            </a:lvl3pPr>
            <a:lvl4pPr>
              <a:defRPr sz="1100">
                <a:solidFill>
                  <a:schemeClr val="bg1"/>
                </a:solidFill>
              </a:defRPr>
            </a:lvl4pPr>
            <a:lvl5pPr>
              <a:defRPr sz="1100">
                <a:solidFill>
                  <a:schemeClr val="bg1"/>
                </a:solidFill>
              </a:defRPr>
            </a:lvl5pPr>
          </a:lstStyle>
          <a:p>
            <a:pPr lvl="0"/>
            <a:r>
              <a:rPr lang="fr-FR"/>
              <a:t>Modifier les styles du texte du masque</a:t>
            </a:r>
          </a:p>
        </p:txBody>
      </p:sp>
      <p:sp>
        <p:nvSpPr>
          <p:cNvPr id="26" name="Espace réservé du texte 9"/>
          <p:cNvSpPr>
            <a:spLocks noGrp="1"/>
          </p:cNvSpPr>
          <p:nvPr>
            <p:ph type="body" sz="quarter" idx="82" hasCustomPrompt="1"/>
          </p:nvPr>
        </p:nvSpPr>
        <p:spPr>
          <a:xfrm>
            <a:off x="9356758" y="4966466"/>
            <a:ext cx="2444063" cy="196468"/>
          </a:xfrm>
          <a:prstGeom prst="rect">
            <a:avLst/>
          </a:prstGeom>
        </p:spPr>
        <p:txBody>
          <a:bodyPr/>
          <a:lstStyle>
            <a:lvl1pPr marL="0" indent="0">
              <a:buNone/>
              <a:defRPr sz="1100">
                <a:solidFill>
                  <a:schemeClr val="bg1"/>
                </a:solidFill>
                <a:latin typeface="+mj-lt"/>
              </a:defRPr>
            </a:lvl1pPr>
          </a:lstStyle>
          <a:p>
            <a:pPr lvl="0"/>
            <a:r>
              <a:rPr lang="fr-FR"/>
              <a:t>Autres documents produits</a:t>
            </a:r>
          </a:p>
        </p:txBody>
      </p:sp>
      <p:sp>
        <p:nvSpPr>
          <p:cNvPr id="27" name="Espace réservé du texte 9"/>
          <p:cNvSpPr>
            <a:spLocks noGrp="1"/>
          </p:cNvSpPr>
          <p:nvPr>
            <p:ph type="body" sz="quarter" idx="83"/>
          </p:nvPr>
        </p:nvSpPr>
        <p:spPr>
          <a:xfrm>
            <a:off x="9356758" y="5160639"/>
            <a:ext cx="2444063" cy="847119"/>
          </a:xfrm>
          <a:prstGeom prst="rect">
            <a:avLst/>
          </a:prstGeom>
        </p:spPr>
        <p:txBody>
          <a:bodyPr/>
          <a:lstStyle>
            <a:lvl1pPr marL="171450" indent="-171450">
              <a:spcBef>
                <a:spcPts val="0"/>
              </a:spcBef>
              <a:buFont typeface="Arial" panose="020B0604020202020204" pitchFamily="34" charset="0"/>
              <a:buChar char="•"/>
              <a:defRPr sz="1100">
                <a:solidFill>
                  <a:schemeClr val="bg1"/>
                </a:solidFill>
                <a:latin typeface="+mn-lt"/>
              </a:defRPr>
            </a:lvl1pPr>
            <a:lvl2pPr>
              <a:defRPr sz="1100">
                <a:solidFill>
                  <a:schemeClr val="bg1"/>
                </a:solidFill>
              </a:defRPr>
            </a:lvl2pPr>
            <a:lvl3pPr>
              <a:defRPr sz="1100">
                <a:solidFill>
                  <a:schemeClr val="bg1"/>
                </a:solidFill>
              </a:defRPr>
            </a:lvl3pPr>
            <a:lvl4pPr>
              <a:defRPr sz="1100">
                <a:solidFill>
                  <a:schemeClr val="bg1"/>
                </a:solidFill>
              </a:defRPr>
            </a:lvl4pPr>
            <a:lvl5pPr>
              <a:defRPr sz="1100">
                <a:solidFill>
                  <a:schemeClr val="bg1"/>
                </a:solidFill>
              </a:defRPr>
            </a:lvl5pPr>
          </a:lstStyle>
          <a:p>
            <a:pPr lvl="0"/>
            <a:r>
              <a:rPr lang="fr-FR"/>
              <a:t>Modifier les styles du texte du masque</a:t>
            </a:r>
          </a:p>
        </p:txBody>
      </p:sp>
      <p:sp>
        <p:nvSpPr>
          <p:cNvPr id="28" name="Espace réservé du texte 6">
            <a:extLst>
              <a:ext uri="{FF2B5EF4-FFF2-40B4-BE49-F238E27FC236}">
                <a16:creationId xmlns:a16="http://schemas.microsoft.com/office/drawing/2014/main" id="{FEBBFC3B-9039-4CFE-9E9A-94AFC628A184}"/>
              </a:ext>
            </a:extLst>
          </p:cNvPr>
          <p:cNvSpPr>
            <a:spLocks noGrp="1"/>
          </p:cNvSpPr>
          <p:nvPr>
            <p:ph type="body" sz="quarter" idx="72" hasCustomPrompt="1"/>
          </p:nvPr>
        </p:nvSpPr>
        <p:spPr>
          <a:xfrm>
            <a:off x="9248050" y="359855"/>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prestations</a:t>
            </a:r>
          </a:p>
        </p:txBody>
      </p:sp>
      <p:sp>
        <p:nvSpPr>
          <p:cNvPr id="21" name="Espace réservé du texte 4">
            <a:extLst>
              <a:ext uri="{FF2B5EF4-FFF2-40B4-BE49-F238E27FC236}">
                <a16:creationId xmlns:a16="http://schemas.microsoft.com/office/drawing/2014/main" id="{DA16E3FC-8F3F-4DC0-A29C-B3D00336E8FB}"/>
              </a:ext>
            </a:extLst>
          </p:cNvPr>
          <p:cNvSpPr>
            <a:spLocks noGrp="1"/>
          </p:cNvSpPr>
          <p:nvPr>
            <p:ph type="body" sz="quarter" idx="43"/>
          </p:nvPr>
        </p:nvSpPr>
        <p:spPr>
          <a:xfrm>
            <a:off x="337932" y="1239612"/>
            <a:ext cx="11413919"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vl6pPr>
              <a:defRPr sz="1200">
                <a:latin typeface="Arial Black" panose="020B0A04020102020204" pitchFamily="34" charset="0"/>
              </a:defRPr>
            </a:lvl6pPr>
          </a:lstStyle>
          <a:p>
            <a:pPr marL="171450" marR="0" lvl="0" indent="-171450" algn="l" defTabSz="914400" rtl="0" eaLnBrk="1" fontAlgn="auto" latinLnBrk="0" hangingPunct="1">
              <a:lnSpc>
                <a:spcPct val="90000"/>
              </a:lnSpc>
              <a:spcBef>
                <a:spcPts val="1000"/>
              </a:spcBef>
              <a:spcAft>
                <a:spcPts val="0"/>
              </a:spcAft>
              <a:buClrTx/>
              <a:buSzTx/>
              <a:tabLst/>
              <a:defRPr/>
            </a:pPr>
            <a:r>
              <a:rPr lang="fr-FR"/>
              <a:t>Modifier les styles du texte du masque</a:t>
            </a:r>
          </a:p>
        </p:txBody>
      </p:sp>
      <p:sp>
        <p:nvSpPr>
          <p:cNvPr id="29" name="Espace réservé du texte 6">
            <a:extLst>
              <a:ext uri="{FF2B5EF4-FFF2-40B4-BE49-F238E27FC236}">
                <a16:creationId xmlns:a16="http://schemas.microsoft.com/office/drawing/2014/main" id="{FD92F58E-2BB2-4716-AB6D-4E340CB32695}"/>
              </a:ext>
            </a:extLst>
          </p:cNvPr>
          <p:cNvSpPr>
            <a:spLocks noGrp="1"/>
          </p:cNvSpPr>
          <p:nvPr>
            <p:ph type="body" sz="quarter" idx="42" hasCustomPrompt="1"/>
          </p:nvPr>
        </p:nvSpPr>
        <p:spPr>
          <a:xfrm>
            <a:off x="337933" y="564022"/>
            <a:ext cx="11414124" cy="645000"/>
          </a:xfrm>
          <a:prstGeom prst="rect">
            <a:avLst/>
          </a:prstGeom>
        </p:spPr>
        <p:txBody>
          <a:bodyPr anchor="ctr"/>
          <a:lstStyle>
            <a:lvl1pPr marL="0" indent="0">
              <a:buNone/>
              <a:defRPr sz="2400" b="1" spc="-150" baseline="0">
                <a:latin typeface="+mj-lt"/>
              </a:defRPr>
            </a:lvl1pPr>
          </a:lstStyle>
          <a:p>
            <a:pPr lvl="0"/>
            <a:r>
              <a:rPr lang="fr-FR"/>
              <a:t>Détails de la prestation</a:t>
            </a:r>
          </a:p>
        </p:txBody>
      </p:sp>
      <p:sp>
        <p:nvSpPr>
          <p:cNvPr id="32" name="Espace réservé du pied de page 1">
            <a:extLst>
              <a:ext uri="{FF2B5EF4-FFF2-40B4-BE49-F238E27FC236}">
                <a16:creationId xmlns:a16="http://schemas.microsoft.com/office/drawing/2014/main" id="{22D7A25F-7936-BC4F-9919-B3C440A84C9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02232560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APPROACH_2">
    <p:spTree>
      <p:nvGrpSpPr>
        <p:cNvPr id="1" name=""/>
        <p:cNvGrpSpPr/>
        <p:nvPr/>
      </p:nvGrpSpPr>
      <p:grpSpPr>
        <a:xfrm>
          <a:off x="0" y="0"/>
          <a:ext cx="0" cy="0"/>
          <a:chOff x="0" y="0"/>
          <a:chExt cx="0" cy="0"/>
        </a:xfrm>
      </p:grpSpPr>
      <p:sp>
        <p:nvSpPr>
          <p:cNvPr id="7" name="Espace réservé du texte 6"/>
          <p:cNvSpPr>
            <a:spLocks noGrp="1"/>
          </p:cNvSpPr>
          <p:nvPr>
            <p:ph type="body" sz="quarter" idx="72" hasCustomPrompt="1"/>
          </p:nvPr>
        </p:nvSpPr>
        <p:spPr>
          <a:xfrm>
            <a:off x="9248050" y="359855"/>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livrables</a:t>
            </a:r>
          </a:p>
        </p:txBody>
      </p:sp>
      <p:sp>
        <p:nvSpPr>
          <p:cNvPr id="39" name="Espace réservé du texte 4"/>
          <p:cNvSpPr>
            <a:spLocks noGrp="1"/>
          </p:cNvSpPr>
          <p:nvPr>
            <p:ph type="body" sz="quarter" idx="42" hasCustomPrompt="1"/>
          </p:nvPr>
        </p:nvSpPr>
        <p:spPr>
          <a:xfrm>
            <a:off x="337932" y="2320299"/>
            <a:ext cx="70954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Illustration</a:t>
            </a:r>
          </a:p>
        </p:txBody>
      </p:sp>
      <p:sp>
        <p:nvSpPr>
          <p:cNvPr id="4" name="Espace réservé pour une image  3"/>
          <p:cNvSpPr>
            <a:spLocks noGrp="1"/>
          </p:cNvSpPr>
          <p:nvPr>
            <p:ph type="pic" sz="quarter" idx="73"/>
          </p:nvPr>
        </p:nvSpPr>
        <p:spPr>
          <a:xfrm>
            <a:off x="345174" y="2565615"/>
            <a:ext cx="7086404" cy="3308350"/>
          </a:xfrm>
          <a:prstGeom prst="rect">
            <a:avLst/>
          </a:prstGeom>
        </p:spPr>
        <p:txBody>
          <a:bodyPr/>
          <a:lstStyle>
            <a:lvl1pPr marL="0" indent="0">
              <a:lnSpc>
                <a:spcPts val="1500"/>
              </a:lnSpc>
              <a:buNone/>
              <a:defRPr sz="1100"/>
            </a:lvl1pPr>
          </a:lstStyle>
          <a:p>
            <a:r>
              <a:rPr lang="fr-FR"/>
              <a:t>Cliquez sur l'icône pour ajouter une image</a:t>
            </a:r>
          </a:p>
        </p:txBody>
      </p:sp>
      <p:sp>
        <p:nvSpPr>
          <p:cNvPr id="41" name="Espace réservé du texte 15"/>
          <p:cNvSpPr>
            <a:spLocks noGrp="1"/>
          </p:cNvSpPr>
          <p:nvPr>
            <p:ph type="body" sz="quarter" idx="17"/>
          </p:nvPr>
        </p:nvSpPr>
        <p:spPr>
          <a:xfrm>
            <a:off x="7880465" y="2743201"/>
            <a:ext cx="3990080" cy="3130763"/>
          </a:xfrm>
          <a:prstGeom prst="rect">
            <a:avLst/>
          </a:prstGeom>
        </p:spPr>
        <p:txBody>
          <a:bodyPr>
            <a:noAutofit/>
          </a:bodyPr>
          <a:lstStyle>
            <a:lvl1pPr marL="0" indent="0">
              <a:lnSpc>
                <a:spcPts val="1500"/>
              </a:lnSpc>
              <a:spcBef>
                <a:spcPts val="0"/>
              </a:spcBef>
              <a:buFont typeface="Arial" panose="020B0604020202020204" pitchFamily="34" charset="0"/>
              <a:buNone/>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43" name="Espace réservé du texte 4"/>
          <p:cNvSpPr>
            <a:spLocks noGrp="1"/>
          </p:cNvSpPr>
          <p:nvPr>
            <p:ph type="body" sz="quarter" idx="74" hasCustomPrompt="1"/>
          </p:nvPr>
        </p:nvSpPr>
        <p:spPr>
          <a:xfrm>
            <a:off x="7880465" y="2320299"/>
            <a:ext cx="3990080" cy="422902"/>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Description / points d’attention / éléments de différenciation</a:t>
            </a:r>
          </a:p>
        </p:txBody>
      </p:sp>
      <p:sp>
        <p:nvSpPr>
          <p:cNvPr id="12" name="Espace réservé du texte 4">
            <a:extLst>
              <a:ext uri="{FF2B5EF4-FFF2-40B4-BE49-F238E27FC236}">
                <a16:creationId xmlns:a16="http://schemas.microsoft.com/office/drawing/2014/main" id="{DA16E3FC-8F3F-4DC0-A29C-B3D00336E8FB}"/>
              </a:ext>
            </a:extLst>
          </p:cNvPr>
          <p:cNvSpPr>
            <a:spLocks noGrp="1"/>
          </p:cNvSpPr>
          <p:nvPr>
            <p:ph type="body" sz="quarter" idx="43"/>
          </p:nvPr>
        </p:nvSpPr>
        <p:spPr>
          <a:xfrm>
            <a:off x="337932" y="1239612"/>
            <a:ext cx="11413919"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0"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4" name="Espace réservé du texte 6">
            <a:extLst>
              <a:ext uri="{FF2B5EF4-FFF2-40B4-BE49-F238E27FC236}">
                <a16:creationId xmlns:a16="http://schemas.microsoft.com/office/drawing/2014/main" id="{FD92F58E-2BB2-4716-AB6D-4E340CB32695}"/>
              </a:ext>
            </a:extLst>
          </p:cNvPr>
          <p:cNvSpPr>
            <a:spLocks noGrp="1"/>
          </p:cNvSpPr>
          <p:nvPr>
            <p:ph type="body" sz="quarter" idx="75" hasCustomPrompt="1"/>
          </p:nvPr>
        </p:nvSpPr>
        <p:spPr>
          <a:xfrm>
            <a:off x="337933" y="564022"/>
            <a:ext cx="11414124" cy="64500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spc="-150"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Nom du livrable</a:t>
            </a:r>
          </a:p>
        </p:txBody>
      </p:sp>
      <p:sp>
        <p:nvSpPr>
          <p:cNvPr id="10" name="Espace réservé du pied de page 1">
            <a:extLst>
              <a:ext uri="{FF2B5EF4-FFF2-40B4-BE49-F238E27FC236}">
                <a16:creationId xmlns:a16="http://schemas.microsoft.com/office/drawing/2014/main" id="{CEAC2749-3726-D34B-8390-C83E0F5EE0A4}"/>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40922090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APPROACH_3">
    <p:spTree>
      <p:nvGrpSpPr>
        <p:cNvPr id="1" name=""/>
        <p:cNvGrpSpPr/>
        <p:nvPr/>
      </p:nvGrpSpPr>
      <p:grpSpPr>
        <a:xfrm>
          <a:off x="0" y="0"/>
          <a:ext cx="0" cy="0"/>
          <a:chOff x="0" y="0"/>
          <a:chExt cx="0" cy="0"/>
        </a:xfrm>
      </p:grpSpPr>
      <p:sp>
        <p:nvSpPr>
          <p:cNvPr id="39" name="Espace réservé du texte 4"/>
          <p:cNvSpPr>
            <a:spLocks noGrp="1"/>
          </p:cNvSpPr>
          <p:nvPr>
            <p:ph type="body" sz="quarter" idx="42" hasCustomPrompt="1"/>
          </p:nvPr>
        </p:nvSpPr>
        <p:spPr>
          <a:xfrm>
            <a:off x="337932" y="2320299"/>
            <a:ext cx="3997296"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Exemple de sommaire</a:t>
            </a:r>
          </a:p>
        </p:txBody>
      </p:sp>
      <p:sp>
        <p:nvSpPr>
          <p:cNvPr id="4" name="Espace réservé pour une image  3"/>
          <p:cNvSpPr>
            <a:spLocks noGrp="1"/>
          </p:cNvSpPr>
          <p:nvPr>
            <p:ph type="pic" sz="quarter" idx="73"/>
          </p:nvPr>
        </p:nvSpPr>
        <p:spPr>
          <a:xfrm>
            <a:off x="5619404" y="2572195"/>
            <a:ext cx="6251141" cy="3130764"/>
          </a:xfrm>
          <a:prstGeom prst="rect">
            <a:avLst/>
          </a:prstGeom>
        </p:spPr>
        <p:txBody>
          <a:bodyPr/>
          <a:lstStyle>
            <a:lvl1pPr marL="0" indent="0">
              <a:lnSpc>
                <a:spcPts val="1500"/>
              </a:lnSpc>
              <a:buNone/>
              <a:defRPr sz="1100"/>
            </a:lvl1pPr>
          </a:lstStyle>
          <a:p>
            <a:r>
              <a:rPr lang="fr-FR"/>
              <a:t>Cliquez sur l'icône pour ajouter une image</a:t>
            </a:r>
          </a:p>
        </p:txBody>
      </p:sp>
      <p:sp>
        <p:nvSpPr>
          <p:cNvPr id="41" name="Espace réservé du texte 15"/>
          <p:cNvSpPr>
            <a:spLocks noGrp="1"/>
          </p:cNvSpPr>
          <p:nvPr>
            <p:ph type="body" sz="quarter" idx="17"/>
          </p:nvPr>
        </p:nvSpPr>
        <p:spPr>
          <a:xfrm>
            <a:off x="345148" y="2572196"/>
            <a:ext cx="3990080" cy="3130763"/>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0">
                <a:latin typeface="+mn-lt"/>
              </a:defRPr>
            </a:lvl1pPr>
            <a:lvl2pPr>
              <a:defRPr sz="1100"/>
            </a:lvl2pPr>
            <a:lvl3pPr>
              <a:defRPr sz="1100"/>
            </a:lvl3pPr>
            <a:lvl4pPr>
              <a:defRPr sz="1100"/>
            </a:lvl4pPr>
            <a:lvl5pPr>
              <a:defRPr sz="1100"/>
            </a:lvl5pPr>
          </a:lstStyle>
          <a:p>
            <a:pPr lvl="0"/>
            <a:r>
              <a:rPr lang="fr-FR" b="0"/>
              <a:t>Modifier les styles du texte du masque</a:t>
            </a:r>
          </a:p>
        </p:txBody>
      </p:sp>
      <p:sp>
        <p:nvSpPr>
          <p:cNvPr id="43" name="Espace réservé du texte 4"/>
          <p:cNvSpPr>
            <a:spLocks noGrp="1"/>
          </p:cNvSpPr>
          <p:nvPr>
            <p:ph type="body" sz="quarter" idx="74" hasCustomPrompt="1"/>
          </p:nvPr>
        </p:nvSpPr>
        <p:spPr>
          <a:xfrm>
            <a:off x="5619404" y="2320298"/>
            <a:ext cx="6251141" cy="251897"/>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Zoom sur le livrable</a:t>
            </a:r>
          </a:p>
        </p:txBody>
      </p:sp>
      <p:sp>
        <p:nvSpPr>
          <p:cNvPr id="13" name="Espace réservé du texte 6">
            <a:extLst>
              <a:ext uri="{FF2B5EF4-FFF2-40B4-BE49-F238E27FC236}">
                <a16:creationId xmlns:a16="http://schemas.microsoft.com/office/drawing/2014/main" id="{8545DEC4-0FB5-47FF-B1CE-C3FBE023A7FB}"/>
              </a:ext>
            </a:extLst>
          </p:cNvPr>
          <p:cNvSpPr>
            <a:spLocks noGrp="1"/>
          </p:cNvSpPr>
          <p:nvPr>
            <p:ph type="body" sz="quarter" idx="72" hasCustomPrompt="1"/>
          </p:nvPr>
        </p:nvSpPr>
        <p:spPr>
          <a:xfrm>
            <a:off x="9248050" y="359855"/>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livrables</a:t>
            </a:r>
          </a:p>
        </p:txBody>
      </p:sp>
      <p:sp>
        <p:nvSpPr>
          <p:cNvPr id="11" name="Espace réservé du texte 4">
            <a:extLst>
              <a:ext uri="{FF2B5EF4-FFF2-40B4-BE49-F238E27FC236}">
                <a16:creationId xmlns:a16="http://schemas.microsoft.com/office/drawing/2014/main" id="{DA16E3FC-8F3F-4DC0-A29C-B3D00336E8FB}"/>
              </a:ext>
            </a:extLst>
          </p:cNvPr>
          <p:cNvSpPr>
            <a:spLocks noGrp="1"/>
          </p:cNvSpPr>
          <p:nvPr>
            <p:ph type="body" sz="quarter" idx="43"/>
          </p:nvPr>
        </p:nvSpPr>
        <p:spPr>
          <a:xfrm>
            <a:off x="337932" y="1239612"/>
            <a:ext cx="11413919"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0"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4" name="Espace réservé du texte 6">
            <a:extLst>
              <a:ext uri="{FF2B5EF4-FFF2-40B4-BE49-F238E27FC236}">
                <a16:creationId xmlns:a16="http://schemas.microsoft.com/office/drawing/2014/main" id="{FD92F58E-2BB2-4716-AB6D-4E340CB32695}"/>
              </a:ext>
            </a:extLst>
          </p:cNvPr>
          <p:cNvSpPr>
            <a:spLocks noGrp="1"/>
          </p:cNvSpPr>
          <p:nvPr>
            <p:ph type="body" sz="quarter" idx="75" hasCustomPrompt="1"/>
          </p:nvPr>
        </p:nvSpPr>
        <p:spPr>
          <a:xfrm>
            <a:off x="337933" y="564022"/>
            <a:ext cx="11414124" cy="64500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spc="-150"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Nom du livrable</a:t>
            </a:r>
          </a:p>
        </p:txBody>
      </p:sp>
      <p:sp>
        <p:nvSpPr>
          <p:cNvPr id="10" name="Espace réservé du pied de page 1">
            <a:extLst>
              <a:ext uri="{FF2B5EF4-FFF2-40B4-BE49-F238E27FC236}">
                <a16:creationId xmlns:a16="http://schemas.microsoft.com/office/drawing/2014/main" id="{506254FB-97B2-824A-A79B-9A2139366A16}"/>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3165710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REDENTIAL">
    <p:spTree>
      <p:nvGrpSpPr>
        <p:cNvPr id="1" name=""/>
        <p:cNvGrpSpPr/>
        <p:nvPr/>
      </p:nvGrpSpPr>
      <p:grpSpPr>
        <a:xfrm>
          <a:off x="0" y="0"/>
          <a:ext cx="0" cy="0"/>
          <a:chOff x="0" y="0"/>
          <a:chExt cx="0" cy="0"/>
        </a:xfrm>
      </p:grpSpPr>
      <p:sp>
        <p:nvSpPr>
          <p:cNvPr id="8" name="Espace réservé du texte 9"/>
          <p:cNvSpPr>
            <a:spLocks noGrp="1"/>
          </p:cNvSpPr>
          <p:nvPr>
            <p:ph type="body" sz="quarter" idx="43"/>
          </p:nvPr>
        </p:nvSpPr>
        <p:spPr>
          <a:xfrm>
            <a:off x="328368" y="2346398"/>
            <a:ext cx="3592465" cy="2002780"/>
          </a:xfrm>
          <a:prstGeom prst="rect">
            <a:avLst/>
          </a:prstGeom>
          <a:solidFill>
            <a:schemeClr val="bg1"/>
          </a:solidFill>
          <a:ln>
            <a:noFill/>
          </a:ln>
        </p:spPr>
        <p:txBody>
          <a:bodyPr numCol="1" spcCol="468000"/>
          <a:lstStyle>
            <a:lvl1pPr marL="171450" marR="0" indent="-171450" algn="l" defTabSz="914400" rtl="0" eaLnBrk="1" fontAlgn="auto" latinLnBrk="0" hangingPunct="1">
              <a:lnSpc>
                <a:spcPts val="1500"/>
              </a:lnSpc>
              <a:spcBef>
                <a:spcPts val="1000"/>
              </a:spcBef>
              <a:spcAft>
                <a:spcPts val="0"/>
              </a:spcAft>
              <a:buClrTx/>
              <a:buSzTx/>
              <a:buFont typeface="Arial" panose="020B0604020202020204" pitchFamily="34" charset="0"/>
              <a:buChar char="•"/>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0" name="Espace réservé du texte 9"/>
          <p:cNvSpPr>
            <a:spLocks noGrp="1"/>
          </p:cNvSpPr>
          <p:nvPr>
            <p:ph type="body" sz="quarter" idx="45"/>
          </p:nvPr>
        </p:nvSpPr>
        <p:spPr>
          <a:xfrm>
            <a:off x="345149" y="4849208"/>
            <a:ext cx="3592465" cy="1197053"/>
          </a:xfrm>
          <a:prstGeom prst="rect">
            <a:avLst/>
          </a:prstGeom>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2" name="Espace réservé du texte 9"/>
          <p:cNvSpPr>
            <a:spLocks noGrp="1"/>
          </p:cNvSpPr>
          <p:nvPr>
            <p:ph type="body" sz="quarter" idx="47"/>
          </p:nvPr>
        </p:nvSpPr>
        <p:spPr>
          <a:xfrm>
            <a:off x="4289031" y="2346398"/>
            <a:ext cx="3604069" cy="2002779"/>
          </a:xfrm>
          <a:prstGeom prst="rect">
            <a:avLst/>
          </a:prstGeom>
          <a:solidFill>
            <a:schemeClr val="bg1"/>
          </a:solidFill>
          <a:ln>
            <a:noFill/>
          </a:ln>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4" name="Espace réservé du texte 9"/>
          <p:cNvSpPr>
            <a:spLocks noGrp="1"/>
          </p:cNvSpPr>
          <p:nvPr>
            <p:ph type="body" sz="quarter" idx="49"/>
          </p:nvPr>
        </p:nvSpPr>
        <p:spPr>
          <a:xfrm>
            <a:off x="4305812" y="4832069"/>
            <a:ext cx="3604069" cy="1214192"/>
          </a:xfrm>
          <a:prstGeom prst="rect">
            <a:avLst/>
          </a:prstGeom>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6" name="Espace réservé du texte 9"/>
          <p:cNvSpPr>
            <a:spLocks noGrp="1"/>
          </p:cNvSpPr>
          <p:nvPr>
            <p:ph type="body" sz="quarter" idx="51"/>
          </p:nvPr>
        </p:nvSpPr>
        <p:spPr>
          <a:xfrm>
            <a:off x="8249695" y="2346398"/>
            <a:ext cx="3604069" cy="2002779"/>
          </a:xfrm>
          <a:prstGeom prst="rect">
            <a:avLst/>
          </a:prstGeom>
          <a:solidFill>
            <a:schemeClr val="bg1"/>
          </a:solidFill>
          <a:ln>
            <a:noFill/>
          </a:ln>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8" name="Espace réservé du texte 9"/>
          <p:cNvSpPr>
            <a:spLocks noGrp="1"/>
          </p:cNvSpPr>
          <p:nvPr>
            <p:ph type="body" sz="quarter" idx="53"/>
          </p:nvPr>
        </p:nvSpPr>
        <p:spPr>
          <a:xfrm>
            <a:off x="8266475" y="4832068"/>
            <a:ext cx="3604069" cy="1214192"/>
          </a:xfrm>
          <a:prstGeom prst="rect">
            <a:avLst/>
          </a:prstGeom>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100">
                <a:latin typeface="+mn-lt"/>
              </a:defRPr>
            </a:lvl1pPr>
            <a:lvl2pPr>
              <a:defRPr sz="1100"/>
            </a:lvl2pPr>
            <a:lvl3pPr>
              <a:defRPr sz="1100"/>
            </a:lvl3pPr>
            <a:lvl4pPr>
              <a:defRPr sz="1100"/>
            </a:lvl4pPr>
            <a:lvl5pPr>
              <a:defRPr sz="1100"/>
            </a:lvl5pPr>
          </a:lstStyle>
          <a:p>
            <a:pPr marL="171450" marR="0" lvl="0" indent="-171450" algn="l" defTabSz="914400" rtl="0" eaLnBrk="1" fontAlgn="auto" latinLnBrk="0" hangingPunct="1">
              <a:lnSpc>
                <a:spcPct val="90000"/>
              </a:lnSpc>
              <a:spcBef>
                <a:spcPts val="1000"/>
              </a:spcBef>
              <a:spcAft>
                <a:spcPts val="0"/>
              </a:spcAft>
              <a:buClrTx/>
              <a:buSzTx/>
              <a:tabLst/>
              <a:defRPr/>
            </a:pPr>
            <a:r>
              <a:rPr lang="fr-FR"/>
              <a:t>Modifier les styles du texte du masque</a:t>
            </a:r>
          </a:p>
        </p:txBody>
      </p:sp>
      <p:grpSp>
        <p:nvGrpSpPr>
          <p:cNvPr id="20" name="Groupe 19"/>
          <p:cNvGrpSpPr/>
          <p:nvPr userDrawn="1"/>
        </p:nvGrpSpPr>
        <p:grpSpPr>
          <a:xfrm>
            <a:off x="6919990" y="912174"/>
            <a:ext cx="4933774" cy="511913"/>
            <a:chOff x="6924255" y="996837"/>
            <a:chExt cx="4933774" cy="511913"/>
          </a:xfrm>
        </p:grpSpPr>
        <p:grpSp>
          <p:nvGrpSpPr>
            <p:cNvPr id="21" name="Groupe 20"/>
            <p:cNvGrpSpPr/>
            <p:nvPr userDrawn="1"/>
          </p:nvGrpSpPr>
          <p:grpSpPr>
            <a:xfrm>
              <a:off x="6924255" y="996837"/>
              <a:ext cx="4933774" cy="511913"/>
              <a:chOff x="4106169" y="965163"/>
              <a:chExt cx="4727096" cy="429933"/>
            </a:xfrm>
          </p:grpSpPr>
          <p:grpSp>
            <p:nvGrpSpPr>
              <p:cNvPr id="24" name="Groupe"/>
              <p:cNvGrpSpPr/>
              <p:nvPr userDrawn="1"/>
            </p:nvGrpSpPr>
            <p:grpSpPr>
              <a:xfrm>
                <a:off x="4106169" y="997209"/>
                <a:ext cx="4727096" cy="397887"/>
                <a:chOff x="-913893" y="260384"/>
                <a:chExt cx="9273851" cy="884714"/>
              </a:xfrm>
            </p:grpSpPr>
            <p:pic>
              <p:nvPicPr>
                <p:cNvPr id="26" name="Image" descr="Image"/>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32853" y="267224"/>
                  <a:ext cx="480221" cy="480222"/>
                </a:xfrm>
                <a:prstGeom prst="rect">
                  <a:avLst/>
                </a:prstGeom>
                <a:ln w="12700" cap="flat">
                  <a:noFill/>
                  <a:miter lim="400000"/>
                </a:ln>
                <a:effectLst/>
              </p:spPr>
            </p:pic>
            <p:pic>
              <p:nvPicPr>
                <p:cNvPr id="27" name="Image" descr="Imag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03415" y="260384"/>
                  <a:ext cx="620822" cy="491489"/>
                </a:xfrm>
                <a:prstGeom prst="rect">
                  <a:avLst/>
                </a:prstGeom>
                <a:ln w="12700" cap="flat">
                  <a:noFill/>
                  <a:miter lim="400000"/>
                </a:ln>
                <a:effectLst/>
              </p:spPr>
            </p:pic>
            <p:sp>
              <p:nvSpPr>
                <p:cNvPr id="28" name="Ligne"/>
                <p:cNvSpPr/>
                <p:nvPr/>
              </p:nvSpPr>
              <p:spPr>
                <a:xfrm flipV="1">
                  <a:off x="-913893" y="1046478"/>
                  <a:ext cx="9273851" cy="17397"/>
                </a:xfrm>
                <a:prstGeom prst="line">
                  <a:avLst/>
                </a:prstGeom>
                <a:noFill/>
                <a:ln w="25400" cap="flat">
                  <a:solidFill>
                    <a:srgbClr val="000000"/>
                  </a:solidFill>
                  <a:prstDash val="solid"/>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29" name="Cercle"/>
                <p:cNvSpPr/>
                <p:nvPr/>
              </p:nvSpPr>
              <p:spPr>
                <a:xfrm>
                  <a:off x="-122214" y="880440"/>
                  <a:ext cx="258945" cy="258943"/>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30" name="Cercle"/>
                <p:cNvSpPr/>
                <p:nvPr/>
              </p:nvSpPr>
              <p:spPr>
                <a:xfrm>
                  <a:off x="1715655" y="880440"/>
                  <a:ext cx="258947" cy="258944"/>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31" name="Cercle"/>
                <p:cNvSpPr/>
                <p:nvPr/>
              </p:nvSpPr>
              <p:spPr>
                <a:xfrm>
                  <a:off x="3575856" y="884632"/>
                  <a:ext cx="258945" cy="258944"/>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32" name="Cercle"/>
                <p:cNvSpPr/>
                <p:nvPr/>
              </p:nvSpPr>
              <p:spPr>
                <a:xfrm>
                  <a:off x="5428698" y="886152"/>
                  <a:ext cx="258945" cy="258946"/>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33" name="Cercle"/>
                <p:cNvSpPr/>
                <p:nvPr/>
              </p:nvSpPr>
              <p:spPr>
                <a:xfrm>
                  <a:off x="7230505" y="880440"/>
                  <a:ext cx="258947" cy="258944"/>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grpSp>
          <p:pic>
            <p:nvPicPr>
              <p:cNvPr id="25" name="Image 24"/>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211552" y="965163"/>
                <a:ext cx="223997" cy="226338"/>
              </a:xfrm>
              <a:prstGeom prst="rect">
                <a:avLst/>
              </a:prstGeom>
            </p:spPr>
          </p:pic>
        </p:grpSp>
        <p:pic>
          <p:nvPicPr>
            <p:cNvPr id="22" name="Image 2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263214" y="1037721"/>
              <a:ext cx="257730" cy="257730"/>
            </a:xfrm>
            <a:prstGeom prst="rect">
              <a:avLst/>
            </a:prstGeom>
          </p:spPr>
        </p:pic>
        <p:pic>
          <p:nvPicPr>
            <p:cNvPr id="23" name="Image 22"/>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237071" y="1004105"/>
              <a:ext cx="265428" cy="265428"/>
            </a:xfrm>
            <a:prstGeom prst="rect">
              <a:avLst/>
            </a:prstGeom>
          </p:spPr>
        </p:pic>
      </p:grpSp>
      <p:sp>
        <p:nvSpPr>
          <p:cNvPr id="42" name="Espace réservé du texte 9"/>
          <p:cNvSpPr>
            <a:spLocks noGrp="1"/>
          </p:cNvSpPr>
          <p:nvPr>
            <p:ph type="body" sz="quarter" idx="58" hasCustomPrompt="1"/>
          </p:nvPr>
        </p:nvSpPr>
        <p:spPr>
          <a:xfrm>
            <a:off x="9891713" y="1480993"/>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baseline="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Lieu de réalisation </a:t>
            </a:r>
          </a:p>
        </p:txBody>
      </p:sp>
      <p:sp>
        <p:nvSpPr>
          <p:cNvPr id="46" name="Espace réservé du texte 9"/>
          <p:cNvSpPr>
            <a:spLocks noGrp="1"/>
          </p:cNvSpPr>
          <p:nvPr>
            <p:ph type="body" sz="quarter" idx="60" hasCustomPrompt="1"/>
          </p:nvPr>
        </p:nvSpPr>
        <p:spPr>
          <a:xfrm>
            <a:off x="8893004" y="1480994"/>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baseline="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&gt; Nb intervenants</a:t>
            </a:r>
          </a:p>
        </p:txBody>
      </p:sp>
      <p:sp>
        <p:nvSpPr>
          <p:cNvPr id="47" name="Espace réservé du texte 9"/>
          <p:cNvSpPr>
            <a:spLocks noGrp="1"/>
          </p:cNvSpPr>
          <p:nvPr>
            <p:ph type="body" sz="quarter" idx="61" hasCustomPrompt="1"/>
          </p:nvPr>
        </p:nvSpPr>
        <p:spPr>
          <a:xfrm>
            <a:off x="7906497" y="1480994"/>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baseline="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&gt; XX JH</a:t>
            </a:r>
          </a:p>
        </p:txBody>
      </p:sp>
      <p:sp>
        <p:nvSpPr>
          <p:cNvPr id="48" name="Espace réservé du texte 9"/>
          <p:cNvSpPr>
            <a:spLocks noGrp="1"/>
          </p:cNvSpPr>
          <p:nvPr>
            <p:ph type="body" sz="quarter" idx="62" hasCustomPrompt="1"/>
          </p:nvPr>
        </p:nvSpPr>
        <p:spPr>
          <a:xfrm>
            <a:off x="6919990" y="1480994"/>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Dates</a:t>
            </a:r>
          </a:p>
        </p:txBody>
      </p:sp>
      <p:sp>
        <p:nvSpPr>
          <p:cNvPr id="53" name="Espace réservé du texte 9"/>
          <p:cNvSpPr>
            <a:spLocks noGrp="1"/>
          </p:cNvSpPr>
          <p:nvPr>
            <p:ph type="body" sz="quarter" idx="63" hasCustomPrompt="1"/>
          </p:nvPr>
        </p:nvSpPr>
        <p:spPr>
          <a:xfrm>
            <a:off x="328367" y="2035916"/>
            <a:ext cx="1011477"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Synthèse</a:t>
            </a:r>
          </a:p>
          <a:p>
            <a:pPr marR="0" lvl="0" fontAlgn="auto">
              <a:spcAft>
                <a:spcPts val="0"/>
              </a:spcAft>
              <a:buClrTx/>
              <a:buSzTx/>
              <a:buNone/>
              <a:tabLst/>
            </a:pPr>
            <a:endParaRPr lang="fr-FR"/>
          </a:p>
        </p:txBody>
      </p:sp>
      <p:sp>
        <p:nvSpPr>
          <p:cNvPr id="56" name="Espace réservé du texte 9"/>
          <p:cNvSpPr>
            <a:spLocks noGrp="1"/>
          </p:cNvSpPr>
          <p:nvPr>
            <p:ph type="body" sz="quarter" idx="65" hasCustomPrompt="1"/>
          </p:nvPr>
        </p:nvSpPr>
        <p:spPr>
          <a:xfrm>
            <a:off x="4289031" y="2048134"/>
            <a:ext cx="1011477"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Démarche</a:t>
            </a:r>
          </a:p>
          <a:p>
            <a:pPr marR="0" lvl="0" fontAlgn="auto">
              <a:spcAft>
                <a:spcPts val="0"/>
              </a:spcAft>
              <a:buClrTx/>
              <a:buSzTx/>
              <a:buNone/>
              <a:tabLst/>
            </a:pPr>
            <a:endParaRPr lang="fr-FR"/>
          </a:p>
        </p:txBody>
      </p:sp>
      <p:sp>
        <p:nvSpPr>
          <p:cNvPr id="57" name="Espace réservé du texte 9"/>
          <p:cNvSpPr>
            <a:spLocks noGrp="1"/>
          </p:cNvSpPr>
          <p:nvPr>
            <p:ph type="body" sz="quarter" idx="66" hasCustomPrompt="1"/>
          </p:nvPr>
        </p:nvSpPr>
        <p:spPr>
          <a:xfrm>
            <a:off x="8265220" y="2048133"/>
            <a:ext cx="1411800"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Bénéfice client</a:t>
            </a:r>
          </a:p>
          <a:p>
            <a:pPr marR="0" lvl="0" fontAlgn="auto">
              <a:spcAft>
                <a:spcPts val="0"/>
              </a:spcAft>
              <a:buClrTx/>
              <a:buSzTx/>
              <a:buNone/>
              <a:tabLst/>
            </a:pPr>
            <a:endParaRPr lang="fr-FR"/>
          </a:p>
        </p:txBody>
      </p:sp>
      <p:sp>
        <p:nvSpPr>
          <p:cNvPr id="58" name="Espace réservé du texte 9"/>
          <p:cNvSpPr>
            <a:spLocks noGrp="1"/>
          </p:cNvSpPr>
          <p:nvPr>
            <p:ph type="body" sz="quarter" idx="67" hasCustomPrompt="1"/>
          </p:nvPr>
        </p:nvSpPr>
        <p:spPr>
          <a:xfrm>
            <a:off x="345148" y="4560898"/>
            <a:ext cx="1411800"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Organisation</a:t>
            </a:r>
          </a:p>
          <a:p>
            <a:pPr marR="0" lvl="0" fontAlgn="auto">
              <a:spcAft>
                <a:spcPts val="0"/>
              </a:spcAft>
              <a:buClrTx/>
              <a:buSzTx/>
              <a:buNone/>
              <a:tabLst/>
            </a:pPr>
            <a:endParaRPr lang="fr-FR"/>
          </a:p>
        </p:txBody>
      </p:sp>
      <p:sp>
        <p:nvSpPr>
          <p:cNvPr id="59" name="Espace réservé du texte 9"/>
          <p:cNvSpPr>
            <a:spLocks noGrp="1"/>
          </p:cNvSpPr>
          <p:nvPr>
            <p:ph type="body" sz="quarter" idx="68" hasCustomPrompt="1"/>
          </p:nvPr>
        </p:nvSpPr>
        <p:spPr>
          <a:xfrm>
            <a:off x="4305811" y="4560898"/>
            <a:ext cx="2072725"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Périmètre technique / métier </a:t>
            </a:r>
          </a:p>
          <a:p>
            <a:pPr marR="0" lvl="0" fontAlgn="auto">
              <a:spcAft>
                <a:spcPts val="0"/>
              </a:spcAft>
              <a:buClrTx/>
              <a:buSzTx/>
              <a:buNone/>
              <a:tabLst/>
            </a:pPr>
            <a:endParaRPr lang="fr-FR"/>
          </a:p>
        </p:txBody>
      </p:sp>
      <p:sp>
        <p:nvSpPr>
          <p:cNvPr id="60" name="Espace réservé du texte 9"/>
          <p:cNvSpPr>
            <a:spLocks noGrp="1"/>
          </p:cNvSpPr>
          <p:nvPr>
            <p:ph type="body" sz="quarter" idx="69" hasCustomPrompt="1"/>
          </p:nvPr>
        </p:nvSpPr>
        <p:spPr>
          <a:xfrm>
            <a:off x="8266475" y="4585210"/>
            <a:ext cx="1411800"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Livrables</a:t>
            </a:r>
          </a:p>
          <a:p>
            <a:pPr marR="0" lvl="0" fontAlgn="auto">
              <a:spcAft>
                <a:spcPts val="0"/>
              </a:spcAft>
              <a:buClrTx/>
              <a:buSzTx/>
              <a:buNone/>
              <a:tabLst/>
            </a:pPr>
            <a:endParaRPr lang="fr-FR"/>
          </a:p>
        </p:txBody>
      </p:sp>
      <p:sp>
        <p:nvSpPr>
          <p:cNvPr id="61" name="Espace réservé du texte 9"/>
          <p:cNvSpPr>
            <a:spLocks noGrp="1"/>
          </p:cNvSpPr>
          <p:nvPr>
            <p:ph type="body" sz="quarter" idx="70" hasCustomPrompt="1"/>
          </p:nvPr>
        </p:nvSpPr>
        <p:spPr>
          <a:xfrm>
            <a:off x="10890422" y="1480993"/>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baseline="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Secteur métier</a:t>
            </a:r>
          </a:p>
        </p:txBody>
      </p:sp>
      <p:sp>
        <p:nvSpPr>
          <p:cNvPr id="7" name="Espace réservé du texte 6"/>
          <p:cNvSpPr>
            <a:spLocks noGrp="1"/>
          </p:cNvSpPr>
          <p:nvPr>
            <p:ph type="body" sz="quarter" idx="72" hasCustomPrompt="1"/>
          </p:nvPr>
        </p:nvSpPr>
        <p:spPr>
          <a:xfrm>
            <a:off x="9231269" y="354234"/>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références client</a:t>
            </a:r>
          </a:p>
        </p:txBody>
      </p:sp>
      <p:sp>
        <p:nvSpPr>
          <p:cNvPr id="37" name="Espace réservé du texte 4">
            <a:extLst>
              <a:ext uri="{FF2B5EF4-FFF2-40B4-BE49-F238E27FC236}">
                <a16:creationId xmlns:a16="http://schemas.microsoft.com/office/drawing/2014/main" id="{DA16E3FC-8F3F-4DC0-A29C-B3D00336E8FB}"/>
              </a:ext>
            </a:extLst>
          </p:cNvPr>
          <p:cNvSpPr>
            <a:spLocks noGrp="1"/>
          </p:cNvSpPr>
          <p:nvPr>
            <p:ph type="body" sz="quarter" idx="73"/>
          </p:nvPr>
        </p:nvSpPr>
        <p:spPr>
          <a:xfrm>
            <a:off x="337933" y="1239612"/>
            <a:ext cx="6143280"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0"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39" name="Espace réservé du texte 6">
            <a:extLst>
              <a:ext uri="{FF2B5EF4-FFF2-40B4-BE49-F238E27FC236}">
                <a16:creationId xmlns:a16="http://schemas.microsoft.com/office/drawing/2014/main" id="{FD92F58E-2BB2-4716-AB6D-4E340CB32695}"/>
              </a:ext>
            </a:extLst>
          </p:cNvPr>
          <p:cNvSpPr>
            <a:spLocks noGrp="1"/>
          </p:cNvSpPr>
          <p:nvPr>
            <p:ph type="body" sz="quarter" idx="75" hasCustomPrompt="1"/>
          </p:nvPr>
        </p:nvSpPr>
        <p:spPr>
          <a:xfrm>
            <a:off x="337933" y="564022"/>
            <a:ext cx="6143390" cy="64500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spc="-150"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Nom du client</a:t>
            </a:r>
          </a:p>
        </p:txBody>
      </p:sp>
      <p:sp>
        <p:nvSpPr>
          <p:cNvPr id="40" name="Espace réservé du pied de page 1">
            <a:extLst>
              <a:ext uri="{FF2B5EF4-FFF2-40B4-BE49-F238E27FC236}">
                <a16:creationId xmlns:a16="http://schemas.microsoft.com/office/drawing/2014/main" id="{FE46DD3B-EFEC-B044-98DD-84934A3A80CC}"/>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00431393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RESUME">
    <p:spTree>
      <p:nvGrpSpPr>
        <p:cNvPr id="1" name=""/>
        <p:cNvGrpSpPr/>
        <p:nvPr/>
      </p:nvGrpSpPr>
      <p:grpSpPr>
        <a:xfrm>
          <a:off x="0" y="0"/>
          <a:ext cx="0" cy="0"/>
          <a:chOff x="0" y="0"/>
          <a:chExt cx="0" cy="0"/>
        </a:xfrm>
      </p:grpSpPr>
      <p:sp>
        <p:nvSpPr>
          <p:cNvPr id="5" name="Rectangle 22"/>
          <p:cNvSpPr>
            <a:spLocks noChangeArrowheads="1"/>
          </p:cNvSpPr>
          <p:nvPr userDrawn="1"/>
        </p:nvSpPr>
        <p:spPr bwMode="auto">
          <a:xfrm>
            <a:off x="337932" y="868412"/>
            <a:ext cx="2688300" cy="5381326"/>
          </a:xfrm>
          <a:prstGeom prst="rect">
            <a:avLst/>
          </a:prstGeom>
          <a:solidFill>
            <a:schemeClr val="tx1"/>
          </a:solidFill>
          <a:ln w="12700">
            <a:noFill/>
            <a:miter lim="800000"/>
            <a:headEnd/>
            <a:tailEnd/>
          </a:ln>
        </p:spPr>
        <p:txBody>
          <a:bodyPr lIns="144000" rIns="144000"/>
          <a:lstStyle/>
          <a:p>
            <a:pPr marL="85725" lvl="2" indent="-85725" eaLnBrk="0" hangingPunct="0">
              <a:spcBef>
                <a:spcPts val="0"/>
              </a:spcBef>
              <a:spcAft>
                <a:spcPts val="0"/>
              </a:spcAft>
              <a:buFont typeface="Wingdings" pitchFamily="2" charset="2"/>
              <a:buChar char="§"/>
              <a:defRPr/>
            </a:pPr>
            <a:endParaRPr lang="fr-FR" sz="900">
              <a:ln>
                <a:solidFill>
                  <a:srgbClr val="53534D">
                    <a:alpha val="15000"/>
                  </a:srgbClr>
                </a:solidFill>
              </a:ln>
              <a:solidFill>
                <a:srgbClr val="000000">
                  <a:lumMod val="85000"/>
                  <a:lumOff val="15000"/>
                </a:srgbClr>
              </a:solidFill>
              <a:latin typeface="Century Gothic" pitchFamily="34" charset="0"/>
              <a:cs typeface="Arial" charset="0"/>
            </a:endParaRPr>
          </a:p>
          <a:p>
            <a:pPr marL="0" lvl="2" algn="just" eaLnBrk="0" hangingPunct="0">
              <a:spcBef>
                <a:spcPts val="600"/>
              </a:spcBef>
              <a:spcAft>
                <a:spcPts val="300"/>
              </a:spcAft>
              <a:buClr>
                <a:srgbClr val="C00000"/>
              </a:buClr>
              <a:defRPr/>
            </a:pPr>
            <a:endParaRPr lang="fr-FR" sz="1100" b="1">
              <a:ln>
                <a:solidFill>
                  <a:schemeClr val="accent3">
                    <a:alpha val="25000"/>
                  </a:schemeClr>
                </a:solidFill>
              </a:ln>
              <a:solidFill>
                <a:schemeClr val="accent3"/>
              </a:solidFill>
              <a:latin typeface="Century Gothic" pitchFamily="34" charset="0"/>
            </a:endParaRPr>
          </a:p>
          <a:p>
            <a:pPr marL="0" lvl="2" algn="just" eaLnBrk="0" hangingPunct="0">
              <a:spcBef>
                <a:spcPts val="900"/>
              </a:spcBef>
              <a:spcAft>
                <a:spcPts val="300"/>
              </a:spcAft>
              <a:buClr>
                <a:srgbClr val="C00000"/>
              </a:buClr>
              <a:buFont typeface="Arial" pitchFamily="34" charset="0"/>
              <a:buChar char="•"/>
              <a:defRPr/>
            </a:pPr>
            <a:endParaRPr lang="fr-FR" sz="1000">
              <a:ln>
                <a:solidFill>
                  <a:schemeClr val="tx2">
                    <a:alpha val="15000"/>
                  </a:schemeClr>
                </a:solidFill>
              </a:ln>
              <a:solidFill>
                <a:schemeClr val="tx1">
                  <a:lumMod val="85000"/>
                  <a:lumOff val="15000"/>
                </a:schemeClr>
              </a:solidFill>
              <a:latin typeface="Century Gothic" pitchFamily="34" charset="0"/>
            </a:endParaRPr>
          </a:p>
        </p:txBody>
      </p:sp>
      <p:sp>
        <p:nvSpPr>
          <p:cNvPr id="6" name="Espace réservé du texte 10"/>
          <p:cNvSpPr>
            <a:spLocks noGrp="1"/>
          </p:cNvSpPr>
          <p:nvPr>
            <p:ph type="body" sz="quarter" idx="12" hasCustomPrompt="1"/>
          </p:nvPr>
        </p:nvSpPr>
        <p:spPr>
          <a:xfrm>
            <a:off x="550237" y="956225"/>
            <a:ext cx="2284704" cy="346798"/>
          </a:xfrm>
          <a:prstGeom prst="rect">
            <a:avLst/>
          </a:prstGeom>
        </p:spPr>
        <p:txBody>
          <a:bodyPr>
            <a:normAutofit/>
          </a:bodyPr>
          <a:lstStyle>
            <a:lvl1pPr marL="0" indent="0">
              <a:buNone/>
              <a:defRPr sz="1400" b="1" baseline="0">
                <a:solidFill>
                  <a:schemeClr val="bg1"/>
                </a:solidFill>
                <a:latin typeface="+mj-lt"/>
              </a:defRPr>
            </a:lvl1pPr>
          </a:lstStyle>
          <a:p>
            <a:pPr lvl="0"/>
            <a:r>
              <a:rPr lang="fr-FR" sz="1400"/>
              <a:t>Code e-synergie</a:t>
            </a:r>
            <a:endParaRPr lang="fr-FR"/>
          </a:p>
        </p:txBody>
      </p:sp>
      <p:sp>
        <p:nvSpPr>
          <p:cNvPr id="7" name="Espace réservé du texte 10"/>
          <p:cNvSpPr>
            <a:spLocks noGrp="1"/>
          </p:cNvSpPr>
          <p:nvPr>
            <p:ph type="body" sz="quarter" idx="13"/>
          </p:nvPr>
        </p:nvSpPr>
        <p:spPr>
          <a:xfrm>
            <a:off x="550237" y="1826193"/>
            <a:ext cx="2284704" cy="1455391"/>
          </a:xfrm>
          <a:prstGeom prst="rect">
            <a:avLst/>
          </a:prstGeom>
        </p:spPr>
        <p:txBody>
          <a:bodyPr>
            <a:noAutofit/>
          </a:bodyPr>
          <a:lstStyle>
            <a:lvl1pPr marL="0" indent="0">
              <a:lnSpc>
                <a:spcPts val="1500"/>
              </a:lnSpc>
              <a:buFont typeface="Arial" panose="020B0604020202020204" pitchFamily="34" charset="0"/>
              <a:buNone/>
              <a:defRPr sz="1100" baseline="0">
                <a:solidFill>
                  <a:schemeClr val="bg1"/>
                </a:solidFill>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8" name="Rectangle 22"/>
          <p:cNvSpPr>
            <a:spLocks noChangeArrowheads="1"/>
          </p:cNvSpPr>
          <p:nvPr userDrawn="1"/>
        </p:nvSpPr>
        <p:spPr bwMode="auto">
          <a:xfrm>
            <a:off x="3238537" y="996268"/>
            <a:ext cx="8679061" cy="4073833"/>
          </a:xfrm>
          <a:prstGeom prst="rect">
            <a:avLst/>
          </a:prstGeom>
          <a:noFill/>
          <a:ln>
            <a:headEnd/>
            <a:tailEnd/>
          </a:ln>
        </p:spPr>
        <p:style>
          <a:lnRef idx="2">
            <a:schemeClr val="dk1"/>
          </a:lnRef>
          <a:fillRef idx="1">
            <a:schemeClr val="lt1"/>
          </a:fillRef>
          <a:effectRef idx="0">
            <a:schemeClr val="dk1"/>
          </a:effectRef>
          <a:fontRef idx="minor">
            <a:schemeClr val="dk1"/>
          </a:fontRef>
        </p:style>
        <p:txBody>
          <a:bodyPr tIns="144000" anchor="t"/>
          <a:lstStyle/>
          <a:p>
            <a:pPr>
              <a:spcBef>
                <a:spcPts val="100"/>
              </a:spcBef>
              <a:spcAft>
                <a:spcPts val="100"/>
              </a:spcAft>
            </a:pPr>
            <a:endParaRPr lang="fr-FR" sz="800">
              <a:ln>
                <a:solidFill>
                  <a:schemeClr val="tx2">
                    <a:alpha val="15000"/>
                  </a:schemeClr>
                </a:solidFill>
              </a:ln>
              <a:solidFill>
                <a:schemeClr val="tx1"/>
              </a:solidFill>
              <a:latin typeface="+mn-lt"/>
            </a:endParaRPr>
          </a:p>
          <a:p>
            <a:pPr>
              <a:spcBef>
                <a:spcPts val="100"/>
              </a:spcBef>
              <a:spcAft>
                <a:spcPts val="100"/>
              </a:spcAft>
            </a:pPr>
            <a:endParaRPr lang="fr-FR" sz="800">
              <a:ln>
                <a:solidFill>
                  <a:schemeClr val="tx2">
                    <a:alpha val="15000"/>
                  </a:schemeClr>
                </a:solidFill>
              </a:ln>
              <a:solidFill>
                <a:schemeClr val="tx1"/>
              </a:solidFill>
              <a:latin typeface="+mn-lt"/>
            </a:endParaRPr>
          </a:p>
        </p:txBody>
      </p:sp>
      <p:sp>
        <p:nvSpPr>
          <p:cNvPr id="9" name="Text Box 23"/>
          <p:cNvSpPr txBox="1">
            <a:spLocks noChangeArrowheads="1"/>
          </p:cNvSpPr>
          <p:nvPr userDrawn="1"/>
        </p:nvSpPr>
        <p:spPr bwMode="auto">
          <a:xfrm>
            <a:off x="3334551" y="856395"/>
            <a:ext cx="3606576" cy="288032"/>
          </a:xfrm>
          <a:prstGeom prst="rect">
            <a:avLst/>
          </a:prstGeom>
          <a:solidFill>
            <a:schemeClr val="bg1"/>
          </a:solidFill>
          <a:ln w="12700">
            <a:noFill/>
            <a:miter lim="800000"/>
            <a:headEnd/>
            <a:tailEnd/>
          </a:ln>
        </p:spPr>
        <p:txBody>
          <a:bodyPr anchor="ctr"/>
          <a:lstStyle/>
          <a:p>
            <a:pPr>
              <a:spcBef>
                <a:spcPts val="600"/>
              </a:spcBef>
              <a:spcAft>
                <a:spcPts val="600"/>
              </a:spcAft>
            </a:pPr>
            <a:r>
              <a:rPr lang="fr-FR" sz="1200" b="1">
                <a:solidFill>
                  <a:schemeClr val="tx1"/>
                </a:solidFill>
                <a:latin typeface="+mj-lt"/>
              </a:rPr>
              <a:t>Extrait des expériences professionnelles</a:t>
            </a:r>
          </a:p>
        </p:txBody>
      </p:sp>
      <p:sp>
        <p:nvSpPr>
          <p:cNvPr id="11" name="Espace réservé du texte 15"/>
          <p:cNvSpPr>
            <a:spLocks noGrp="1"/>
          </p:cNvSpPr>
          <p:nvPr userDrawn="1">
            <p:ph type="body" sz="quarter" idx="15"/>
          </p:nvPr>
        </p:nvSpPr>
        <p:spPr>
          <a:xfrm>
            <a:off x="3334185" y="1494141"/>
            <a:ext cx="8366589" cy="898727"/>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3" name="Espace réservé du texte 15"/>
          <p:cNvSpPr>
            <a:spLocks noGrp="1"/>
          </p:cNvSpPr>
          <p:nvPr userDrawn="1">
            <p:ph type="body" sz="quarter" idx="17"/>
          </p:nvPr>
        </p:nvSpPr>
        <p:spPr>
          <a:xfrm>
            <a:off x="3334185" y="2788200"/>
            <a:ext cx="8366589" cy="898727"/>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5" name="Espace réservé du texte 15"/>
          <p:cNvSpPr>
            <a:spLocks noGrp="1"/>
          </p:cNvSpPr>
          <p:nvPr userDrawn="1">
            <p:ph type="body" sz="quarter" idx="19"/>
          </p:nvPr>
        </p:nvSpPr>
        <p:spPr>
          <a:xfrm>
            <a:off x="3334185" y="4082259"/>
            <a:ext cx="8366589" cy="898727"/>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6" name="Espace réservé du texte 9"/>
          <p:cNvSpPr>
            <a:spLocks noGrp="1"/>
          </p:cNvSpPr>
          <p:nvPr userDrawn="1">
            <p:ph type="body" sz="quarter" idx="63" hasCustomPrompt="1"/>
          </p:nvPr>
        </p:nvSpPr>
        <p:spPr>
          <a:xfrm>
            <a:off x="3334184" y="1274142"/>
            <a:ext cx="1800523"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Expérience (date)</a:t>
            </a:r>
          </a:p>
          <a:p>
            <a:pPr marR="0" lvl="0" fontAlgn="auto">
              <a:spcAft>
                <a:spcPts val="0"/>
              </a:spcAft>
              <a:buClrTx/>
              <a:buSzTx/>
              <a:buNone/>
              <a:tabLst/>
            </a:pPr>
            <a:endParaRPr lang="fr-FR"/>
          </a:p>
        </p:txBody>
      </p:sp>
      <p:sp>
        <p:nvSpPr>
          <p:cNvPr id="17" name="Espace réservé du texte 9"/>
          <p:cNvSpPr>
            <a:spLocks noGrp="1"/>
          </p:cNvSpPr>
          <p:nvPr userDrawn="1">
            <p:ph type="body" sz="quarter" idx="64" hasCustomPrompt="1"/>
          </p:nvPr>
        </p:nvSpPr>
        <p:spPr>
          <a:xfrm>
            <a:off x="3334184" y="2561659"/>
            <a:ext cx="1800523"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Expérience (date)</a:t>
            </a:r>
          </a:p>
          <a:p>
            <a:pPr marR="0" lvl="0" fontAlgn="auto">
              <a:spcAft>
                <a:spcPts val="0"/>
              </a:spcAft>
              <a:buClrTx/>
              <a:buSzTx/>
              <a:buNone/>
              <a:tabLst/>
            </a:pPr>
            <a:endParaRPr lang="fr-FR"/>
          </a:p>
        </p:txBody>
      </p:sp>
      <p:sp>
        <p:nvSpPr>
          <p:cNvPr id="18" name="Espace réservé du texte 9"/>
          <p:cNvSpPr>
            <a:spLocks noGrp="1"/>
          </p:cNvSpPr>
          <p:nvPr userDrawn="1">
            <p:ph type="body" sz="quarter" idx="65" hasCustomPrompt="1"/>
          </p:nvPr>
        </p:nvSpPr>
        <p:spPr>
          <a:xfrm>
            <a:off x="3334183" y="3849176"/>
            <a:ext cx="1800523"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Expérience (date)</a:t>
            </a:r>
          </a:p>
          <a:p>
            <a:pPr marR="0" lvl="0" fontAlgn="auto">
              <a:spcAft>
                <a:spcPts val="0"/>
              </a:spcAft>
              <a:buClrTx/>
              <a:buSzTx/>
              <a:buNone/>
              <a:tabLst/>
            </a:pPr>
            <a:endParaRPr lang="fr-FR"/>
          </a:p>
        </p:txBody>
      </p:sp>
      <p:grpSp>
        <p:nvGrpSpPr>
          <p:cNvPr id="23" name="Groupe 22"/>
          <p:cNvGrpSpPr/>
          <p:nvPr userDrawn="1"/>
        </p:nvGrpSpPr>
        <p:grpSpPr>
          <a:xfrm>
            <a:off x="3238537" y="5137468"/>
            <a:ext cx="6843789" cy="1112270"/>
            <a:chOff x="3238537" y="5155827"/>
            <a:chExt cx="6240000" cy="972066"/>
          </a:xfrm>
        </p:grpSpPr>
        <p:sp>
          <p:nvSpPr>
            <p:cNvPr id="19" name="Rectangle 22"/>
            <p:cNvSpPr>
              <a:spLocks noChangeArrowheads="1"/>
            </p:cNvSpPr>
            <p:nvPr userDrawn="1"/>
          </p:nvSpPr>
          <p:spPr bwMode="auto">
            <a:xfrm>
              <a:off x="3238537" y="5264135"/>
              <a:ext cx="6240000" cy="863758"/>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nchor="t"/>
            <a:lstStyle/>
            <a:p>
              <a:pPr lvl="1"/>
              <a:endParaRPr lang="fr-FR" sz="1000">
                <a:ln>
                  <a:solidFill>
                    <a:schemeClr val="tx2">
                      <a:alpha val="15000"/>
                    </a:schemeClr>
                  </a:solidFill>
                </a:ln>
                <a:solidFill>
                  <a:schemeClr val="tx1">
                    <a:lumMod val="85000"/>
                    <a:lumOff val="15000"/>
                  </a:schemeClr>
                </a:solidFill>
                <a:latin typeface="+mn-lt"/>
              </a:endParaRPr>
            </a:p>
          </p:txBody>
        </p:sp>
        <p:sp>
          <p:nvSpPr>
            <p:cNvPr id="20" name="Text Box 23"/>
            <p:cNvSpPr txBox="1">
              <a:spLocks noChangeArrowheads="1"/>
            </p:cNvSpPr>
            <p:nvPr userDrawn="1"/>
          </p:nvSpPr>
          <p:spPr bwMode="auto">
            <a:xfrm>
              <a:off x="3379368" y="5155827"/>
              <a:ext cx="1588050" cy="210508"/>
            </a:xfrm>
            <a:prstGeom prst="rect">
              <a:avLst/>
            </a:prstGeom>
            <a:solidFill>
              <a:schemeClr val="bg1"/>
            </a:solidFill>
            <a:ln w="12700">
              <a:noFill/>
              <a:miter lim="800000"/>
              <a:headEnd/>
              <a:tailEnd/>
            </a:ln>
          </p:spPr>
          <p:txBody>
            <a:bodyPr anchor="ctr"/>
            <a:lstStyle/>
            <a:p>
              <a:pPr>
                <a:spcBef>
                  <a:spcPts val="600"/>
                </a:spcBef>
                <a:spcAft>
                  <a:spcPts val="600"/>
                </a:spcAft>
              </a:pPr>
              <a:r>
                <a:rPr lang="fr-FR" sz="1200" b="1">
                  <a:solidFill>
                    <a:schemeClr val="tx1"/>
                  </a:solidFill>
                  <a:latin typeface="+mj-lt"/>
                </a:rPr>
                <a:t>Formation initiale</a:t>
              </a:r>
            </a:p>
          </p:txBody>
        </p:sp>
      </p:grpSp>
      <p:sp>
        <p:nvSpPr>
          <p:cNvPr id="21" name="Espace réservé du texte 15"/>
          <p:cNvSpPr>
            <a:spLocks noGrp="1"/>
          </p:cNvSpPr>
          <p:nvPr userDrawn="1">
            <p:ph type="body" sz="quarter" idx="20"/>
          </p:nvPr>
        </p:nvSpPr>
        <p:spPr>
          <a:xfrm>
            <a:off x="3379367" y="5459721"/>
            <a:ext cx="6559391" cy="712675"/>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2" name="Espace réservé du texte 10"/>
          <p:cNvSpPr>
            <a:spLocks noGrp="1"/>
          </p:cNvSpPr>
          <p:nvPr userDrawn="1">
            <p:ph type="body" sz="quarter" idx="66"/>
          </p:nvPr>
        </p:nvSpPr>
        <p:spPr>
          <a:xfrm>
            <a:off x="550237" y="3686927"/>
            <a:ext cx="2284704" cy="979077"/>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aseline="0">
                <a:solidFill>
                  <a:schemeClr val="bg1"/>
                </a:solidFill>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5" name="Espace réservé du texte 10"/>
          <p:cNvSpPr>
            <a:spLocks noGrp="1"/>
          </p:cNvSpPr>
          <p:nvPr userDrawn="1">
            <p:ph type="body" sz="quarter" idx="67"/>
          </p:nvPr>
        </p:nvSpPr>
        <p:spPr>
          <a:xfrm>
            <a:off x="539730" y="4980986"/>
            <a:ext cx="2284704" cy="1091661"/>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aseline="0">
                <a:solidFill>
                  <a:schemeClr val="bg1"/>
                </a:solidFill>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7" name="Espace réservé du texte 10"/>
          <p:cNvSpPr>
            <a:spLocks noGrp="1"/>
          </p:cNvSpPr>
          <p:nvPr userDrawn="1">
            <p:ph type="body" sz="quarter" idx="68" hasCustomPrompt="1"/>
          </p:nvPr>
        </p:nvSpPr>
        <p:spPr>
          <a:xfrm>
            <a:off x="550237" y="1340571"/>
            <a:ext cx="2284704" cy="346798"/>
          </a:xfrm>
          <a:prstGeom prst="rect">
            <a:avLst/>
          </a:prstGeom>
        </p:spPr>
        <p:txBody>
          <a:bodyPr>
            <a:normAutofit/>
          </a:bodyPr>
          <a:lstStyle>
            <a:lvl1pPr marL="0" indent="0">
              <a:buNone/>
              <a:defRPr sz="1200" b="0" baseline="0">
                <a:solidFill>
                  <a:schemeClr val="bg1"/>
                </a:solidFill>
                <a:latin typeface="+mj-lt"/>
              </a:defRPr>
            </a:lvl1pPr>
          </a:lstStyle>
          <a:p>
            <a:pPr lvl="0"/>
            <a:r>
              <a:rPr lang="fr-FR" sz="1400"/>
              <a:t>Profil</a:t>
            </a:r>
            <a:endParaRPr lang="fr-FR"/>
          </a:p>
        </p:txBody>
      </p:sp>
      <p:grpSp>
        <p:nvGrpSpPr>
          <p:cNvPr id="28" name="Groupe 27"/>
          <p:cNvGrpSpPr/>
          <p:nvPr userDrawn="1"/>
        </p:nvGrpSpPr>
        <p:grpSpPr>
          <a:xfrm>
            <a:off x="10246407" y="5121283"/>
            <a:ext cx="1671191" cy="1128455"/>
            <a:chOff x="3238537" y="5141682"/>
            <a:chExt cx="6240000" cy="986211"/>
          </a:xfrm>
        </p:grpSpPr>
        <p:sp>
          <p:nvSpPr>
            <p:cNvPr id="29" name="Rectangle 22"/>
            <p:cNvSpPr>
              <a:spLocks noChangeArrowheads="1"/>
            </p:cNvSpPr>
            <p:nvPr userDrawn="1"/>
          </p:nvSpPr>
          <p:spPr bwMode="auto">
            <a:xfrm>
              <a:off x="3238537" y="5264135"/>
              <a:ext cx="6240000" cy="863758"/>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nchor="t"/>
            <a:lstStyle/>
            <a:p>
              <a:pPr lvl="1"/>
              <a:endParaRPr lang="fr-FR" sz="1000">
                <a:ln>
                  <a:solidFill>
                    <a:schemeClr val="tx2">
                      <a:alpha val="15000"/>
                    </a:schemeClr>
                  </a:solidFill>
                </a:ln>
                <a:solidFill>
                  <a:schemeClr val="tx1">
                    <a:lumMod val="85000"/>
                    <a:lumOff val="15000"/>
                  </a:schemeClr>
                </a:solidFill>
                <a:latin typeface="+mn-lt"/>
              </a:endParaRPr>
            </a:p>
          </p:txBody>
        </p:sp>
        <p:sp>
          <p:nvSpPr>
            <p:cNvPr id="30" name="Text Box 23"/>
            <p:cNvSpPr txBox="1">
              <a:spLocks noChangeArrowheads="1"/>
            </p:cNvSpPr>
            <p:nvPr userDrawn="1"/>
          </p:nvSpPr>
          <p:spPr bwMode="auto">
            <a:xfrm>
              <a:off x="3621083" y="5141682"/>
              <a:ext cx="3783958" cy="228773"/>
            </a:xfrm>
            <a:prstGeom prst="rect">
              <a:avLst/>
            </a:prstGeom>
            <a:solidFill>
              <a:schemeClr val="bg1"/>
            </a:solidFill>
            <a:ln w="12700">
              <a:noFill/>
              <a:miter lim="800000"/>
              <a:headEnd/>
              <a:tailEnd/>
            </a:ln>
          </p:spPr>
          <p:txBody>
            <a:bodyPr anchor="ctr"/>
            <a:lstStyle/>
            <a:p>
              <a:pPr>
                <a:spcBef>
                  <a:spcPts val="600"/>
                </a:spcBef>
                <a:spcAft>
                  <a:spcPts val="600"/>
                </a:spcAft>
              </a:pPr>
              <a:r>
                <a:rPr lang="fr-FR" sz="1200" b="1">
                  <a:solidFill>
                    <a:schemeClr val="tx1"/>
                  </a:solidFill>
                  <a:latin typeface="+mj-lt"/>
                </a:rPr>
                <a:t>Langues</a:t>
              </a:r>
            </a:p>
          </p:txBody>
        </p:sp>
      </p:grpSp>
      <p:sp>
        <p:nvSpPr>
          <p:cNvPr id="31" name="Espace réservé du texte 15"/>
          <p:cNvSpPr>
            <a:spLocks noGrp="1"/>
          </p:cNvSpPr>
          <p:nvPr userDrawn="1">
            <p:ph type="body" sz="quarter" idx="69"/>
          </p:nvPr>
        </p:nvSpPr>
        <p:spPr>
          <a:xfrm>
            <a:off x="10363959" y="5474549"/>
            <a:ext cx="1429237" cy="686074"/>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34" name="Espace réservé du texte 6"/>
          <p:cNvSpPr>
            <a:spLocks noGrp="1"/>
          </p:cNvSpPr>
          <p:nvPr userDrawn="1">
            <p:ph type="body" sz="quarter" idx="72" hasCustomPrompt="1"/>
          </p:nvPr>
        </p:nvSpPr>
        <p:spPr>
          <a:xfrm>
            <a:off x="9295103" y="354234"/>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profils pressentis</a:t>
            </a:r>
          </a:p>
        </p:txBody>
      </p:sp>
      <p:sp>
        <p:nvSpPr>
          <p:cNvPr id="36" name="Espace réservé du texte 9"/>
          <p:cNvSpPr>
            <a:spLocks noGrp="1"/>
          </p:cNvSpPr>
          <p:nvPr userDrawn="1">
            <p:ph type="body" sz="quarter" idx="82" hasCustomPrompt="1"/>
          </p:nvPr>
        </p:nvSpPr>
        <p:spPr>
          <a:xfrm>
            <a:off x="539730" y="3452911"/>
            <a:ext cx="2295211" cy="196468"/>
          </a:xfrm>
          <a:prstGeom prst="rect">
            <a:avLst/>
          </a:prstGeom>
        </p:spPr>
        <p:txBody>
          <a:bodyPr/>
          <a:lstStyle>
            <a:lvl1pPr marL="0" indent="0">
              <a:buNone/>
              <a:defRPr sz="1100">
                <a:solidFill>
                  <a:schemeClr val="bg1"/>
                </a:solidFill>
                <a:latin typeface="+mj-lt"/>
              </a:defRPr>
            </a:lvl1pPr>
          </a:lstStyle>
          <a:p>
            <a:pPr lvl="0"/>
            <a:r>
              <a:rPr lang="fr-FR"/>
              <a:t>Les expertises</a:t>
            </a:r>
          </a:p>
        </p:txBody>
      </p:sp>
      <p:sp>
        <p:nvSpPr>
          <p:cNvPr id="37" name="Espace réservé du texte 9"/>
          <p:cNvSpPr>
            <a:spLocks noGrp="1"/>
          </p:cNvSpPr>
          <p:nvPr userDrawn="1">
            <p:ph type="body" sz="quarter" idx="83" hasCustomPrompt="1"/>
          </p:nvPr>
        </p:nvSpPr>
        <p:spPr>
          <a:xfrm>
            <a:off x="529223" y="4784518"/>
            <a:ext cx="2295211" cy="196468"/>
          </a:xfrm>
          <a:prstGeom prst="rect">
            <a:avLst/>
          </a:prstGeom>
        </p:spPr>
        <p:txBody>
          <a:bodyPr/>
          <a:lstStyle>
            <a:lvl1pPr marL="0" indent="0">
              <a:buNone/>
              <a:defRPr sz="1100">
                <a:solidFill>
                  <a:schemeClr val="bg1"/>
                </a:solidFill>
                <a:latin typeface="+mj-lt"/>
              </a:defRPr>
            </a:lvl1pPr>
          </a:lstStyle>
          <a:p>
            <a:pPr lvl="0"/>
            <a:r>
              <a:rPr lang="fr-FR"/>
              <a:t>Les certifications</a:t>
            </a:r>
          </a:p>
        </p:txBody>
      </p:sp>
      <p:sp>
        <p:nvSpPr>
          <p:cNvPr id="39" name="Espace réservé du pied de page 1">
            <a:extLst>
              <a:ext uri="{FF2B5EF4-FFF2-40B4-BE49-F238E27FC236}">
                <a16:creationId xmlns:a16="http://schemas.microsoft.com/office/drawing/2014/main" id="{CA3057A5-045C-2544-8A0D-D3BB97DE49DE}"/>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10127110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Espace réservé du texte 4"/>
          <p:cNvSpPr>
            <a:spLocks noGrp="1"/>
          </p:cNvSpPr>
          <p:nvPr>
            <p:ph type="body" sz="quarter" idx="27"/>
          </p:nvPr>
        </p:nvSpPr>
        <p:spPr>
          <a:xfrm>
            <a:off x="942417" y="1192066"/>
            <a:ext cx="5542465" cy="82723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7" name="Espace réservé du texte 6"/>
          <p:cNvSpPr>
            <a:spLocks noGrp="1"/>
          </p:cNvSpPr>
          <p:nvPr>
            <p:ph type="body" sz="quarter" idx="33" hasCustomPrompt="1"/>
          </p:nvPr>
        </p:nvSpPr>
        <p:spPr>
          <a:xfrm>
            <a:off x="1562100" y="3429000"/>
            <a:ext cx="1685925" cy="1143000"/>
          </a:xfrm>
          <a:prstGeom prst="rect">
            <a:avLst/>
          </a:prstGeom>
        </p:spPr>
        <p:txBody>
          <a:bodyPr/>
          <a:lstStyle>
            <a:lvl1pPr marL="0" indent="0">
              <a:buNone/>
              <a:defRPr sz="6000" b="1">
                <a:solidFill>
                  <a:schemeClr val="tx1">
                    <a:lumMod val="10000"/>
                    <a:lumOff val="90000"/>
                  </a:schemeClr>
                </a:solidFill>
                <a:latin typeface="+mj-lt"/>
              </a:defRPr>
            </a:lvl1pPr>
          </a:lstStyle>
          <a:p>
            <a:pPr lvl="0"/>
            <a:r>
              <a:rPr lang="fr-FR"/>
              <a:t>#1</a:t>
            </a:r>
          </a:p>
        </p:txBody>
      </p:sp>
      <p:sp>
        <p:nvSpPr>
          <p:cNvPr id="8" name="Espace réservé du texte 6"/>
          <p:cNvSpPr>
            <a:spLocks noGrp="1"/>
          </p:cNvSpPr>
          <p:nvPr>
            <p:ph type="body" sz="quarter" idx="34" hasCustomPrompt="1"/>
          </p:nvPr>
        </p:nvSpPr>
        <p:spPr>
          <a:xfrm>
            <a:off x="4924425" y="3429000"/>
            <a:ext cx="1685925" cy="1143000"/>
          </a:xfrm>
          <a:prstGeom prst="rect">
            <a:avLst/>
          </a:prstGeom>
        </p:spPr>
        <p:txBody>
          <a:bodyPr/>
          <a:lstStyle>
            <a:lvl1pPr marL="0" indent="0">
              <a:buNone/>
              <a:defRPr sz="5400" b="1">
                <a:solidFill>
                  <a:schemeClr val="tx1">
                    <a:lumMod val="10000"/>
                    <a:lumOff val="90000"/>
                  </a:schemeClr>
                </a:solidFill>
                <a:latin typeface="+mj-lt"/>
              </a:defRPr>
            </a:lvl1pPr>
          </a:lstStyle>
          <a:p>
            <a:pPr lvl="0"/>
            <a:r>
              <a:rPr lang="fr-FR"/>
              <a:t>#2</a:t>
            </a:r>
          </a:p>
        </p:txBody>
      </p:sp>
      <p:sp>
        <p:nvSpPr>
          <p:cNvPr id="9" name="Espace réservé du texte 6"/>
          <p:cNvSpPr>
            <a:spLocks noGrp="1"/>
          </p:cNvSpPr>
          <p:nvPr>
            <p:ph type="body" sz="quarter" idx="35" hasCustomPrompt="1"/>
          </p:nvPr>
        </p:nvSpPr>
        <p:spPr>
          <a:xfrm>
            <a:off x="8286750" y="3429000"/>
            <a:ext cx="1685925" cy="1143000"/>
          </a:xfrm>
          <a:prstGeom prst="rect">
            <a:avLst/>
          </a:prstGeom>
        </p:spPr>
        <p:txBody>
          <a:bodyPr/>
          <a:lstStyle>
            <a:lvl1pPr marL="0" indent="0">
              <a:buNone/>
              <a:defRPr sz="5400" b="1">
                <a:solidFill>
                  <a:schemeClr val="tx1">
                    <a:lumMod val="10000"/>
                    <a:lumOff val="90000"/>
                  </a:schemeClr>
                </a:solidFill>
                <a:latin typeface="+mj-lt"/>
              </a:defRPr>
            </a:lvl1pPr>
          </a:lstStyle>
          <a:p>
            <a:pPr lvl="0"/>
            <a:r>
              <a:rPr lang="fr-FR"/>
              <a:t>#3</a:t>
            </a:r>
          </a:p>
        </p:txBody>
      </p:sp>
      <p:sp>
        <p:nvSpPr>
          <p:cNvPr id="11" name="Espace réservé du texte 10"/>
          <p:cNvSpPr>
            <a:spLocks noGrp="1"/>
          </p:cNvSpPr>
          <p:nvPr>
            <p:ph type="body" sz="quarter" idx="36" hasCustomPrompt="1"/>
          </p:nvPr>
        </p:nvSpPr>
        <p:spPr>
          <a:xfrm>
            <a:off x="1795184" y="3886197"/>
            <a:ext cx="1971675" cy="866775"/>
          </a:xfrm>
          <a:prstGeom prst="rect">
            <a:avLst/>
          </a:prstGeom>
        </p:spPr>
        <p:txBody>
          <a:bodyPr/>
          <a:lstStyle>
            <a:lvl1pPr marL="0" indent="0">
              <a:lnSpc>
                <a:spcPts val="1500"/>
              </a:lnSpc>
              <a:spcBef>
                <a:spcPts val="600"/>
              </a:spcBef>
              <a:buNone/>
              <a:defRPr sz="1200" b="0" i="0" baseline="0"/>
            </a:lvl1pPr>
          </a:lstStyle>
          <a:p>
            <a:pPr lvl="0"/>
            <a:r>
              <a:rPr lang="fr-FR"/>
              <a:t>Nom et Prénom</a:t>
            </a:r>
            <a:br>
              <a:rPr lang="fr-FR"/>
            </a:br>
            <a:r>
              <a:rPr lang="fr-FR"/>
              <a:t>Téléphone</a:t>
            </a:r>
            <a:br>
              <a:rPr lang="fr-FR"/>
            </a:br>
            <a:r>
              <a:rPr lang="fr-FR"/>
              <a:t>Mail</a:t>
            </a:r>
          </a:p>
        </p:txBody>
      </p:sp>
      <p:sp>
        <p:nvSpPr>
          <p:cNvPr id="14" name="Espace réservé du texte 10"/>
          <p:cNvSpPr>
            <a:spLocks noGrp="1"/>
          </p:cNvSpPr>
          <p:nvPr>
            <p:ph type="body" sz="quarter" idx="37" hasCustomPrompt="1"/>
          </p:nvPr>
        </p:nvSpPr>
        <p:spPr>
          <a:xfrm>
            <a:off x="5205134" y="3886197"/>
            <a:ext cx="1971675" cy="866775"/>
          </a:xfrm>
          <a:prstGeom prst="rect">
            <a:avLst/>
          </a:prstGeom>
        </p:spPr>
        <p:txBody>
          <a:bodyPr/>
          <a:lstStyle>
            <a:lvl1pPr marL="0" indent="0">
              <a:lnSpc>
                <a:spcPts val="1500"/>
              </a:lnSpc>
              <a:spcBef>
                <a:spcPts val="600"/>
              </a:spcBef>
              <a:buNone/>
              <a:defRPr sz="1200" b="0" i="0" baseline="0"/>
            </a:lvl1pPr>
          </a:lstStyle>
          <a:p>
            <a:pPr lvl="0"/>
            <a:r>
              <a:rPr lang="fr-FR"/>
              <a:t>Nom et Prénom</a:t>
            </a:r>
            <a:br>
              <a:rPr lang="fr-FR"/>
            </a:br>
            <a:r>
              <a:rPr lang="fr-FR"/>
              <a:t>Téléphone</a:t>
            </a:r>
            <a:br>
              <a:rPr lang="fr-FR"/>
            </a:br>
            <a:r>
              <a:rPr lang="fr-FR"/>
              <a:t>Mail</a:t>
            </a:r>
          </a:p>
        </p:txBody>
      </p:sp>
      <p:sp>
        <p:nvSpPr>
          <p:cNvPr id="15" name="Espace réservé du texte 10"/>
          <p:cNvSpPr>
            <a:spLocks noGrp="1"/>
          </p:cNvSpPr>
          <p:nvPr>
            <p:ph type="body" sz="quarter" idx="38" hasCustomPrompt="1"/>
          </p:nvPr>
        </p:nvSpPr>
        <p:spPr>
          <a:xfrm>
            <a:off x="8615084" y="3886196"/>
            <a:ext cx="1971675" cy="866775"/>
          </a:xfrm>
          <a:prstGeom prst="rect">
            <a:avLst/>
          </a:prstGeom>
        </p:spPr>
        <p:txBody>
          <a:bodyPr/>
          <a:lstStyle>
            <a:lvl1pPr marL="0" indent="0">
              <a:lnSpc>
                <a:spcPts val="1500"/>
              </a:lnSpc>
              <a:spcBef>
                <a:spcPts val="600"/>
              </a:spcBef>
              <a:buNone/>
              <a:defRPr sz="1200" b="0" i="0" baseline="0"/>
            </a:lvl1pPr>
          </a:lstStyle>
          <a:p>
            <a:pPr lvl="0"/>
            <a:r>
              <a:rPr lang="fr-FR"/>
              <a:t>Nom et Prénom</a:t>
            </a:r>
            <a:br>
              <a:rPr lang="fr-FR"/>
            </a:br>
            <a:r>
              <a:rPr lang="fr-FR"/>
              <a:t>Téléphone</a:t>
            </a:r>
            <a:br>
              <a:rPr lang="fr-FR"/>
            </a:br>
            <a:r>
              <a:rPr lang="fr-FR"/>
              <a:t>Mail</a:t>
            </a:r>
          </a:p>
        </p:txBody>
      </p:sp>
      <p:sp>
        <p:nvSpPr>
          <p:cNvPr id="10" name="Espace réservé du pied de page 1">
            <a:extLst>
              <a:ext uri="{FF2B5EF4-FFF2-40B4-BE49-F238E27FC236}">
                <a16:creationId xmlns:a16="http://schemas.microsoft.com/office/drawing/2014/main" id="{56392F07-E262-3B44-B688-18306223EE0A}"/>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69193686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ACT_1">
    <p:spTree>
      <p:nvGrpSpPr>
        <p:cNvPr id="1" name=""/>
        <p:cNvGrpSpPr/>
        <p:nvPr/>
      </p:nvGrpSpPr>
      <p:grpSpPr>
        <a:xfrm>
          <a:off x="0" y="0"/>
          <a:ext cx="0" cy="0"/>
          <a:chOff x="0" y="0"/>
          <a:chExt cx="0" cy="0"/>
        </a:xfrm>
      </p:grpSpPr>
      <p:sp>
        <p:nvSpPr>
          <p:cNvPr id="4" name="Espace réservé du texte 4"/>
          <p:cNvSpPr>
            <a:spLocks noGrp="1"/>
          </p:cNvSpPr>
          <p:nvPr>
            <p:ph type="body" sz="quarter" idx="27"/>
          </p:nvPr>
        </p:nvSpPr>
        <p:spPr>
          <a:xfrm>
            <a:off x="942417" y="1192066"/>
            <a:ext cx="5542465" cy="82723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11" name="Espace réservé du texte 10"/>
          <p:cNvSpPr>
            <a:spLocks noGrp="1"/>
          </p:cNvSpPr>
          <p:nvPr>
            <p:ph type="body" sz="quarter" idx="36" hasCustomPrompt="1"/>
          </p:nvPr>
        </p:nvSpPr>
        <p:spPr>
          <a:xfrm>
            <a:off x="1616786" y="4755499"/>
            <a:ext cx="1971675" cy="866775"/>
          </a:xfrm>
          <a:prstGeom prst="rect">
            <a:avLst/>
          </a:prstGeom>
        </p:spPr>
        <p:txBody>
          <a:bodyPr/>
          <a:lstStyle>
            <a:lvl1pPr marL="0" indent="0" algn="ctr">
              <a:lnSpc>
                <a:spcPts val="1500"/>
              </a:lnSpc>
              <a:spcBef>
                <a:spcPts val="600"/>
              </a:spcBef>
              <a:buNone/>
              <a:defRPr sz="1200" b="0" i="0" baseline="0"/>
            </a:lvl1pPr>
          </a:lstStyle>
          <a:p>
            <a:pPr lvl="0"/>
            <a:r>
              <a:rPr lang="fr-FR"/>
              <a:t>Nom et Prénom</a:t>
            </a:r>
            <a:br>
              <a:rPr lang="fr-FR"/>
            </a:br>
            <a:r>
              <a:rPr lang="fr-FR"/>
              <a:t>Téléphone</a:t>
            </a:r>
            <a:br>
              <a:rPr lang="fr-FR"/>
            </a:br>
            <a:r>
              <a:rPr lang="fr-FR"/>
              <a:t>Mail</a:t>
            </a:r>
          </a:p>
        </p:txBody>
      </p:sp>
      <p:sp>
        <p:nvSpPr>
          <p:cNvPr id="14" name="Espace réservé du texte 10"/>
          <p:cNvSpPr>
            <a:spLocks noGrp="1"/>
          </p:cNvSpPr>
          <p:nvPr>
            <p:ph type="body" sz="quarter" idx="37" hasCustomPrompt="1"/>
          </p:nvPr>
        </p:nvSpPr>
        <p:spPr>
          <a:xfrm>
            <a:off x="5247553" y="4755498"/>
            <a:ext cx="1971675" cy="866775"/>
          </a:xfrm>
          <a:prstGeom prst="rect">
            <a:avLst/>
          </a:prstGeom>
        </p:spPr>
        <p:txBody>
          <a:bodyPr/>
          <a:lstStyle>
            <a:lvl1pPr marL="0" indent="0" algn="ctr">
              <a:lnSpc>
                <a:spcPts val="1500"/>
              </a:lnSpc>
              <a:spcBef>
                <a:spcPts val="600"/>
              </a:spcBef>
              <a:buNone/>
              <a:defRPr sz="1200" b="0" i="0" baseline="0"/>
            </a:lvl1pPr>
          </a:lstStyle>
          <a:p>
            <a:pPr lvl="0"/>
            <a:r>
              <a:rPr lang="fr-FR"/>
              <a:t>Nom et Prénom</a:t>
            </a:r>
            <a:br>
              <a:rPr lang="fr-FR"/>
            </a:br>
            <a:r>
              <a:rPr lang="fr-FR"/>
              <a:t>Téléphone</a:t>
            </a:r>
            <a:br>
              <a:rPr lang="fr-FR"/>
            </a:br>
            <a:r>
              <a:rPr lang="fr-FR"/>
              <a:t>Mail</a:t>
            </a:r>
          </a:p>
        </p:txBody>
      </p:sp>
      <p:sp>
        <p:nvSpPr>
          <p:cNvPr id="15" name="Espace réservé du texte 10"/>
          <p:cNvSpPr>
            <a:spLocks noGrp="1"/>
          </p:cNvSpPr>
          <p:nvPr>
            <p:ph type="body" sz="quarter" idx="38" hasCustomPrompt="1"/>
          </p:nvPr>
        </p:nvSpPr>
        <p:spPr>
          <a:xfrm>
            <a:off x="8878321" y="4755498"/>
            <a:ext cx="1971675" cy="866775"/>
          </a:xfrm>
          <a:prstGeom prst="rect">
            <a:avLst/>
          </a:prstGeom>
        </p:spPr>
        <p:txBody>
          <a:bodyPr/>
          <a:lstStyle>
            <a:lvl1pPr marL="0" indent="0" algn="ctr">
              <a:lnSpc>
                <a:spcPts val="1500"/>
              </a:lnSpc>
              <a:spcBef>
                <a:spcPts val="600"/>
              </a:spcBef>
              <a:buNone/>
              <a:defRPr sz="1200" b="0" i="0" baseline="0"/>
            </a:lvl1pPr>
          </a:lstStyle>
          <a:p>
            <a:pPr lvl="0"/>
            <a:r>
              <a:rPr lang="fr-FR"/>
              <a:t>Nom et Prénom</a:t>
            </a:r>
            <a:br>
              <a:rPr lang="fr-FR"/>
            </a:br>
            <a:r>
              <a:rPr lang="fr-FR"/>
              <a:t>Téléphone</a:t>
            </a:r>
            <a:br>
              <a:rPr lang="fr-FR"/>
            </a:br>
            <a:r>
              <a:rPr lang="fr-FR"/>
              <a:t>Mail</a:t>
            </a:r>
          </a:p>
        </p:txBody>
      </p:sp>
      <p:sp>
        <p:nvSpPr>
          <p:cNvPr id="3" name="Espace réservé pour une image  2"/>
          <p:cNvSpPr>
            <a:spLocks noGrp="1"/>
          </p:cNvSpPr>
          <p:nvPr>
            <p:ph type="pic" sz="quarter" idx="40"/>
          </p:nvPr>
        </p:nvSpPr>
        <p:spPr>
          <a:xfrm>
            <a:off x="1616787" y="2759390"/>
            <a:ext cx="1971675" cy="1613826"/>
          </a:xfrm>
          <a:prstGeom prst="rect">
            <a:avLst/>
          </a:prstGeom>
        </p:spPr>
        <p:txBody>
          <a:bodyPr/>
          <a:lstStyle>
            <a:lvl1pPr marL="0" indent="0">
              <a:buNone/>
              <a:defRPr sz="1100"/>
            </a:lvl1pPr>
          </a:lstStyle>
          <a:p>
            <a:r>
              <a:rPr lang="fr-FR"/>
              <a:t>Cliquez sur l'icône pour ajouter une image</a:t>
            </a:r>
          </a:p>
        </p:txBody>
      </p:sp>
      <p:sp>
        <p:nvSpPr>
          <p:cNvPr id="13" name="Espace réservé pour une image  2"/>
          <p:cNvSpPr>
            <a:spLocks noGrp="1"/>
          </p:cNvSpPr>
          <p:nvPr>
            <p:ph type="pic" sz="quarter" idx="41"/>
          </p:nvPr>
        </p:nvSpPr>
        <p:spPr>
          <a:xfrm>
            <a:off x="5247554" y="2759389"/>
            <a:ext cx="1971675" cy="1613827"/>
          </a:xfrm>
          <a:prstGeom prst="rect">
            <a:avLst/>
          </a:prstGeom>
        </p:spPr>
        <p:txBody>
          <a:bodyPr/>
          <a:lstStyle>
            <a:lvl1pPr marL="0" indent="0">
              <a:buNone/>
              <a:defRPr sz="1100"/>
            </a:lvl1pPr>
          </a:lstStyle>
          <a:p>
            <a:r>
              <a:rPr lang="fr-FR"/>
              <a:t>Cliquez sur l'icône pour ajouter une image</a:t>
            </a:r>
          </a:p>
        </p:txBody>
      </p:sp>
      <p:sp>
        <p:nvSpPr>
          <p:cNvPr id="16" name="Espace réservé pour une image  2"/>
          <p:cNvSpPr>
            <a:spLocks noGrp="1"/>
          </p:cNvSpPr>
          <p:nvPr>
            <p:ph type="pic" sz="quarter" idx="42"/>
          </p:nvPr>
        </p:nvSpPr>
        <p:spPr>
          <a:xfrm>
            <a:off x="8878321" y="2761516"/>
            <a:ext cx="1971675" cy="1611700"/>
          </a:xfrm>
          <a:prstGeom prst="rect">
            <a:avLst/>
          </a:prstGeom>
        </p:spPr>
        <p:txBody>
          <a:bodyPr/>
          <a:lstStyle>
            <a:lvl1pPr marL="0" indent="0">
              <a:buNone/>
              <a:defRPr sz="1100"/>
            </a:lvl1pPr>
          </a:lstStyle>
          <a:p>
            <a:r>
              <a:rPr lang="fr-FR"/>
              <a:t>Cliquez sur l'icône pour ajouter une image</a:t>
            </a:r>
          </a:p>
        </p:txBody>
      </p:sp>
      <p:cxnSp>
        <p:nvCxnSpPr>
          <p:cNvPr id="18" name="Connecteur droit 17"/>
          <p:cNvCxnSpPr/>
          <p:nvPr userDrawn="1"/>
        </p:nvCxnSpPr>
        <p:spPr>
          <a:xfrm>
            <a:off x="2387878" y="4570315"/>
            <a:ext cx="429490" cy="0"/>
          </a:xfrm>
          <a:prstGeom prst="line">
            <a:avLst/>
          </a:prstGeom>
          <a:ln w="5397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userDrawn="1"/>
        </p:nvCxnSpPr>
        <p:spPr>
          <a:xfrm>
            <a:off x="6018645" y="4570315"/>
            <a:ext cx="429490" cy="0"/>
          </a:xfrm>
          <a:prstGeom prst="line">
            <a:avLst/>
          </a:prstGeom>
          <a:ln w="5397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userDrawn="1"/>
        </p:nvCxnSpPr>
        <p:spPr>
          <a:xfrm>
            <a:off x="9649413" y="4570315"/>
            <a:ext cx="429490" cy="0"/>
          </a:xfrm>
          <a:prstGeom prst="line">
            <a:avLst/>
          </a:prstGeom>
          <a:ln w="5397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Espace réservé du pied de page 1">
            <a:extLst>
              <a:ext uri="{FF2B5EF4-FFF2-40B4-BE49-F238E27FC236}">
                <a16:creationId xmlns:a16="http://schemas.microsoft.com/office/drawing/2014/main" id="{C2E44C61-32AE-9A4C-8A87-D6AD9D98DE65}"/>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52836662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Image en haut - texte en bas">
    <p:spTree>
      <p:nvGrpSpPr>
        <p:cNvPr id="1" name=""/>
        <p:cNvGrpSpPr/>
        <p:nvPr/>
      </p:nvGrpSpPr>
      <p:grpSpPr>
        <a:xfrm>
          <a:off x="0" y="0"/>
          <a:ext cx="0" cy="0"/>
          <a:chOff x="0" y="0"/>
          <a:chExt cx="0" cy="0"/>
        </a:xfrm>
      </p:grpSpPr>
      <p:sp>
        <p:nvSpPr>
          <p:cNvPr id="7" name="Espace réservé du texte 6"/>
          <p:cNvSpPr>
            <a:spLocks noGrp="1"/>
          </p:cNvSpPr>
          <p:nvPr>
            <p:ph type="body" sz="quarter" idx="11"/>
          </p:nvPr>
        </p:nvSpPr>
        <p:spPr>
          <a:xfrm>
            <a:off x="337932" y="2695074"/>
            <a:ext cx="11513174" cy="3369176"/>
          </a:xfrm>
          <a:prstGeom prst="rect">
            <a:avLst/>
          </a:prstGeom>
        </p:spPr>
        <p:txBody>
          <a:bodyPr numCol="2"/>
          <a:lstStyle>
            <a:lvl1pPr marL="0" indent="0" algn="l">
              <a:buNone/>
              <a:defRPr sz="1100"/>
            </a:lvl1pPr>
            <a:lvl2pPr algn="l">
              <a:defRPr sz="1100"/>
            </a:lvl2pPr>
            <a:lvl3pPr algn="l">
              <a:defRPr sz="1100"/>
            </a:lvl3pPr>
            <a:lvl4pPr algn="l">
              <a:defRPr sz="1100"/>
            </a:lvl4pPr>
            <a:lvl5pPr algn="l">
              <a:defRPr sz="1100"/>
            </a:lvl5pPr>
          </a:lstStyle>
          <a:p>
            <a:pPr lvl="0"/>
            <a:endParaRPr lang="fr-FR"/>
          </a:p>
        </p:txBody>
      </p:sp>
      <p:sp>
        <p:nvSpPr>
          <p:cNvPr id="8"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37932" y="2242454"/>
            <a:ext cx="7117686"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0" name="Espace réservé pour une image  9"/>
          <p:cNvSpPr>
            <a:spLocks noGrp="1"/>
          </p:cNvSpPr>
          <p:nvPr>
            <p:ph type="pic" sz="quarter" idx="36"/>
          </p:nvPr>
        </p:nvSpPr>
        <p:spPr>
          <a:xfrm>
            <a:off x="0" y="0"/>
            <a:ext cx="12192000" cy="1992313"/>
          </a:xfrm>
          <a:prstGeom prst="rect">
            <a:avLst/>
          </a:prstGeom>
        </p:spPr>
        <p:txBody>
          <a:bodyPr/>
          <a:lstStyle/>
          <a:p>
            <a:endParaRPr lang="fr-FR"/>
          </a:p>
        </p:txBody>
      </p:sp>
    </p:spTree>
    <p:extLst>
      <p:ext uri="{BB962C8B-B14F-4D97-AF65-F5344CB8AC3E}">
        <p14:creationId xmlns:p14="http://schemas.microsoft.com/office/powerpoint/2010/main" val="273102751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59_Diapositive de titre">
    <p:bg>
      <p:bgPr>
        <a:solidFill>
          <a:schemeClr val="bg1"/>
        </a:solidFill>
        <a:effectLst/>
      </p:bgPr>
    </p:bg>
    <p:spTree>
      <p:nvGrpSpPr>
        <p:cNvPr id="1" name=""/>
        <p:cNvGrpSpPr/>
        <p:nvPr/>
      </p:nvGrpSpPr>
      <p:grpSpPr>
        <a:xfrm>
          <a:off x="0" y="0"/>
          <a:ext cx="0" cy="0"/>
          <a:chOff x="0" y="0"/>
          <a:chExt cx="0" cy="0"/>
        </a:xfrm>
      </p:grpSpPr>
      <p:grpSp>
        <p:nvGrpSpPr>
          <p:cNvPr id="36" name="Groupe 35">
            <a:extLst>
              <a:ext uri="{FF2B5EF4-FFF2-40B4-BE49-F238E27FC236}">
                <a16:creationId xmlns:a16="http://schemas.microsoft.com/office/drawing/2014/main" id="{83283FAA-FE9E-2C10-3747-B2BB8669B32C}"/>
              </a:ext>
            </a:extLst>
          </p:cNvPr>
          <p:cNvGrpSpPr/>
          <p:nvPr/>
        </p:nvGrpSpPr>
        <p:grpSpPr>
          <a:xfrm>
            <a:off x="0" y="0"/>
            <a:ext cx="4225610" cy="5621943"/>
            <a:chOff x="0" y="0"/>
            <a:chExt cx="6967855" cy="9271000"/>
          </a:xfrm>
        </p:grpSpPr>
        <p:sp>
          <p:nvSpPr>
            <p:cNvPr id="7" name="object 4">
              <a:extLst>
                <a:ext uri="{FF2B5EF4-FFF2-40B4-BE49-F238E27FC236}">
                  <a16:creationId xmlns:a16="http://schemas.microsoft.com/office/drawing/2014/main" id="{F80267D9-9F16-2B50-5B4E-A4D7A431A4E1}"/>
                </a:ext>
              </a:extLst>
            </p:cNvPr>
            <p:cNvSpPr/>
            <p:nvPr userDrawn="1"/>
          </p:nvSpPr>
          <p:spPr>
            <a:xfrm>
              <a:off x="6935362" y="0"/>
              <a:ext cx="32384" cy="755015"/>
            </a:xfrm>
            <a:custGeom>
              <a:avLst/>
              <a:gdLst/>
              <a:ahLst/>
              <a:cxnLst/>
              <a:rect l="l" t="t" r="r" b="b"/>
              <a:pathLst>
                <a:path w="32384" h="755015">
                  <a:moveTo>
                    <a:pt x="32359" y="754956"/>
                  </a:moveTo>
                  <a:lnTo>
                    <a:pt x="32131" y="691311"/>
                  </a:lnTo>
                  <a:lnTo>
                    <a:pt x="31447" y="627775"/>
                  </a:lnTo>
                  <a:lnTo>
                    <a:pt x="30309" y="564348"/>
                  </a:lnTo>
                  <a:lnTo>
                    <a:pt x="28719" y="501033"/>
                  </a:lnTo>
                  <a:lnTo>
                    <a:pt x="26677" y="437831"/>
                  </a:lnTo>
                  <a:lnTo>
                    <a:pt x="24187" y="374743"/>
                  </a:lnTo>
                  <a:lnTo>
                    <a:pt x="21248" y="311772"/>
                  </a:lnTo>
                  <a:lnTo>
                    <a:pt x="17863" y="248918"/>
                  </a:lnTo>
                  <a:lnTo>
                    <a:pt x="14034" y="186183"/>
                  </a:lnTo>
                  <a:lnTo>
                    <a:pt x="9761" y="123569"/>
                  </a:lnTo>
                  <a:lnTo>
                    <a:pt x="5047" y="61078"/>
                  </a:lnTo>
                  <a:lnTo>
                    <a:pt x="0" y="0"/>
                  </a:lnTo>
                </a:path>
              </a:pathLst>
            </a:custGeom>
            <a:ln w="7853">
              <a:solidFill>
                <a:schemeClr val="tx1"/>
              </a:solidFill>
            </a:ln>
          </p:spPr>
          <p:txBody>
            <a:bodyPr wrap="square" lIns="0" tIns="0" rIns="0" bIns="0" rtlCol="0"/>
            <a:lstStyle/>
            <a:p>
              <a:endParaRPr sz="1092"/>
            </a:p>
          </p:txBody>
        </p:sp>
        <p:sp>
          <p:nvSpPr>
            <p:cNvPr id="9" name="object 6">
              <a:extLst>
                <a:ext uri="{FF2B5EF4-FFF2-40B4-BE49-F238E27FC236}">
                  <a16:creationId xmlns:a16="http://schemas.microsoft.com/office/drawing/2014/main" id="{54FE4294-F1CB-D641-2E73-1CD7B939E61F}"/>
                </a:ext>
              </a:extLst>
            </p:cNvPr>
            <p:cNvSpPr/>
            <p:nvPr/>
          </p:nvSpPr>
          <p:spPr>
            <a:xfrm>
              <a:off x="0" y="0"/>
              <a:ext cx="6967855" cy="9271000"/>
            </a:xfrm>
            <a:custGeom>
              <a:avLst/>
              <a:gdLst/>
              <a:ahLst/>
              <a:cxnLst/>
              <a:rect l="l" t="t" r="r" b="b"/>
              <a:pathLst>
                <a:path w="6967855" h="9271000">
                  <a:moveTo>
                    <a:pt x="1980420" y="0"/>
                  </a:moveTo>
                  <a:lnTo>
                    <a:pt x="1992645" y="61005"/>
                  </a:lnTo>
                  <a:lnTo>
                    <a:pt x="2001511" y="109294"/>
                  </a:lnTo>
                  <a:lnTo>
                    <a:pt x="2009748" y="157796"/>
                  </a:lnTo>
                  <a:lnTo>
                    <a:pt x="2017350" y="206508"/>
                  </a:lnTo>
                  <a:lnTo>
                    <a:pt x="2024314" y="255426"/>
                  </a:lnTo>
                  <a:lnTo>
                    <a:pt x="2030636" y="304545"/>
                  </a:lnTo>
                  <a:lnTo>
                    <a:pt x="2036310" y="353860"/>
                  </a:lnTo>
                  <a:lnTo>
                    <a:pt x="2041333" y="403368"/>
                  </a:lnTo>
                  <a:lnTo>
                    <a:pt x="2045700" y="453064"/>
                  </a:lnTo>
                  <a:lnTo>
                    <a:pt x="2049408" y="502944"/>
                  </a:lnTo>
                  <a:lnTo>
                    <a:pt x="2052450" y="553004"/>
                  </a:lnTo>
                  <a:lnTo>
                    <a:pt x="2054825" y="603240"/>
                  </a:lnTo>
                  <a:lnTo>
                    <a:pt x="2056526" y="653646"/>
                  </a:lnTo>
                  <a:lnTo>
                    <a:pt x="2057550" y="704220"/>
                  </a:lnTo>
                  <a:lnTo>
                    <a:pt x="2057892" y="754956"/>
                  </a:lnTo>
                  <a:lnTo>
                    <a:pt x="2057550" y="805692"/>
                  </a:lnTo>
                  <a:lnTo>
                    <a:pt x="2056526" y="856265"/>
                  </a:lnTo>
                  <a:lnTo>
                    <a:pt x="2054825" y="906672"/>
                  </a:lnTo>
                  <a:lnTo>
                    <a:pt x="2052450" y="956907"/>
                  </a:lnTo>
                  <a:lnTo>
                    <a:pt x="2049408" y="1006967"/>
                  </a:lnTo>
                  <a:lnTo>
                    <a:pt x="2045700" y="1056847"/>
                  </a:lnTo>
                  <a:lnTo>
                    <a:pt x="2041333" y="1106543"/>
                  </a:lnTo>
                  <a:lnTo>
                    <a:pt x="2036310" y="1156051"/>
                  </a:lnTo>
                  <a:lnTo>
                    <a:pt x="2030636" y="1205367"/>
                  </a:lnTo>
                  <a:lnTo>
                    <a:pt x="2024314" y="1254485"/>
                  </a:lnTo>
                  <a:lnTo>
                    <a:pt x="2017350" y="1303403"/>
                  </a:lnTo>
                  <a:lnTo>
                    <a:pt x="2009748" y="1352115"/>
                  </a:lnTo>
                  <a:lnTo>
                    <a:pt x="2001511" y="1400618"/>
                  </a:lnTo>
                  <a:lnTo>
                    <a:pt x="1992645" y="1448907"/>
                  </a:lnTo>
                  <a:lnTo>
                    <a:pt x="1983153" y="1496977"/>
                  </a:lnTo>
                  <a:lnTo>
                    <a:pt x="1973040" y="1544826"/>
                  </a:lnTo>
                  <a:lnTo>
                    <a:pt x="1962311" y="1592447"/>
                  </a:lnTo>
                  <a:lnTo>
                    <a:pt x="1950969" y="1639838"/>
                  </a:lnTo>
                  <a:lnTo>
                    <a:pt x="1939019" y="1686994"/>
                  </a:lnTo>
                  <a:lnTo>
                    <a:pt x="1926465" y="1733910"/>
                  </a:lnTo>
                  <a:lnTo>
                    <a:pt x="1913311" y="1780582"/>
                  </a:lnTo>
                  <a:lnTo>
                    <a:pt x="1899563" y="1827007"/>
                  </a:lnTo>
                  <a:lnTo>
                    <a:pt x="1885223" y="1873179"/>
                  </a:lnTo>
                  <a:lnTo>
                    <a:pt x="1870297" y="1919094"/>
                  </a:lnTo>
                  <a:lnTo>
                    <a:pt x="1854789" y="1964749"/>
                  </a:lnTo>
                  <a:lnTo>
                    <a:pt x="1838703" y="2010139"/>
                  </a:lnTo>
                  <a:lnTo>
                    <a:pt x="1822044" y="2055260"/>
                  </a:lnTo>
                  <a:lnTo>
                    <a:pt x="1804815" y="2100106"/>
                  </a:lnTo>
                  <a:lnTo>
                    <a:pt x="1787021" y="2144676"/>
                  </a:lnTo>
                  <a:lnTo>
                    <a:pt x="1768667" y="2188963"/>
                  </a:lnTo>
                  <a:lnTo>
                    <a:pt x="1749757" y="2232963"/>
                  </a:lnTo>
                  <a:lnTo>
                    <a:pt x="1730295" y="2276673"/>
                  </a:lnTo>
                  <a:lnTo>
                    <a:pt x="1710285" y="2320088"/>
                  </a:lnTo>
                  <a:lnTo>
                    <a:pt x="1689732" y="2363204"/>
                  </a:lnTo>
                  <a:lnTo>
                    <a:pt x="1668640" y="2406017"/>
                  </a:lnTo>
                  <a:lnTo>
                    <a:pt x="1647013" y="2448521"/>
                  </a:lnTo>
                  <a:lnTo>
                    <a:pt x="1624856" y="2490714"/>
                  </a:lnTo>
                  <a:lnTo>
                    <a:pt x="1602173" y="2532591"/>
                  </a:lnTo>
                  <a:lnTo>
                    <a:pt x="1578969" y="2574147"/>
                  </a:lnTo>
                  <a:lnTo>
                    <a:pt x="1555247" y="2615378"/>
                  </a:lnTo>
                  <a:lnTo>
                    <a:pt x="1531012" y="2656280"/>
                  </a:lnTo>
                  <a:lnTo>
                    <a:pt x="1506269" y="2696849"/>
                  </a:lnTo>
                  <a:lnTo>
                    <a:pt x="1481021" y="2737081"/>
                  </a:lnTo>
                  <a:lnTo>
                    <a:pt x="1455273" y="2776970"/>
                  </a:lnTo>
                  <a:lnTo>
                    <a:pt x="1429029" y="2816514"/>
                  </a:lnTo>
                  <a:lnTo>
                    <a:pt x="1402295" y="2855707"/>
                  </a:lnTo>
                  <a:lnTo>
                    <a:pt x="1375073" y="2894545"/>
                  </a:lnTo>
                  <a:lnTo>
                    <a:pt x="1347368" y="2933025"/>
                  </a:lnTo>
                  <a:lnTo>
                    <a:pt x="1319185" y="2971141"/>
                  </a:lnTo>
                  <a:lnTo>
                    <a:pt x="1290528" y="3008890"/>
                  </a:lnTo>
                  <a:lnTo>
                    <a:pt x="1261401" y="3046267"/>
                  </a:lnTo>
                  <a:lnTo>
                    <a:pt x="1231809" y="3083268"/>
                  </a:lnTo>
                  <a:lnTo>
                    <a:pt x="1201756" y="3119890"/>
                  </a:lnTo>
                  <a:lnTo>
                    <a:pt x="1171246" y="3156126"/>
                  </a:lnTo>
                  <a:lnTo>
                    <a:pt x="1140283" y="3191974"/>
                  </a:lnTo>
                  <a:lnTo>
                    <a:pt x="1108872" y="3227429"/>
                  </a:lnTo>
                  <a:lnTo>
                    <a:pt x="1077018" y="3262486"/>
                  </a:lnTo>
                  <a:lnTo>
                    <a:pt x="1044724" y="3297142"/>
                  </a:lnTo>
                  <a:lnTo>
                    <a:pt x="1011995" y="3331392"/>
                  </a:lnTo>
                  <a:lnTo>
                    <a:pt x="978835" y="3365232"/>
                  </a:lnTo>
                  <a:lnTo>
                    <a:pt x="945249" y="3398658"/>
                  </a:lnTo>
                  <a:lnTo>
                    <a:pt x="911240" y="3431665"/>
                  </a:lnTo>
                  <a:lnTo>
                    <a:pt x="876814" y="3464249"/>
                  </a:lnTo>
                  <a:lnTo>
                    <a:pt x="841974" y="3496406"/>
                  </a:lnTo>
                  <a:lnTo>
                    <a:pt x="806725" y="3528132"/>
                  </a:lnTo>
                  <a:lnTo>
                    <a:pt x="771071" y="3559422"/>
                  </a:lnTo>
                  <a:lnTo>
                    <a:pt x="735017" y="3590272"/>
                  </a:lnTo>
                  <a:lnTo>
                    <a:pt x="698566" y="3620677"/>
                  </a:lnTo>
                  <a:lnTo>
                    <a:pt x="661723" y="3650635"/>
                  </a:lnTo>
                  <a:lnTo>
                    <a:pt x="624493" y="3680139"/>
                  </a:lnTo>
                  <a:lnTo>
                    <a:pt x="586880" y="3709187"/>
                  </a:lnTo>
                  <a:lnTo>
                    <a:pt x="548887" y="3737773"/>
                  </a:lnTo>
                  <a:lnTo>
                    <a:pt x="510520" y="3765894"/>
                  </a:lnTo>
                  <a:lnTo>
                    <a:pt x="471783" y="3793544"/>
                  </a:lnTo>
                  <a:lnTo>
                    <a:pt x="432680" y="3820721"/>
                  </a:lnTo>
                  <a:lnTo>
                    <a:pt x="393215" y="3847420"/>
                  </a:lnTo>
                  <a:lnTo>
                    <a:pt x="353393" y="3873635"/>
                  </a:lnTo>
                  <a:lnTo>
                    <a:pt x="313218" y="3899364"/>
                  </a:lnTo>
                  <a:lnTo>
                    <a:pt x="272694" y="3924602"/>
                  </a:lnTo>
                  <a:lnTo>
                    <a:pt x="231826" y="3949344"/>
                  </a:lnTo>
                  <a:lnTo>
                    <a:pt x="190618" y="3973587"/>
                  </a:lnTo>
                  <a:lnTo>
                    <a:pt x="149074" y="3997326"/>
                  </a:lnTo>
                  <a:lnTo>
                    <a:pt x="107199" y="4020556"/>
                  </a:lnTo>
                  <a:lnTo>
                    <a:pt x="64997" y="4043275"/>
                  </a:lnTo>
                  <a:lnTo>
                    <a:pt x="22472" y="4065476"/>
                  </a:lnTo>
                  <a:lnTo>
                    <a:pt x="0" y="4076848"/>
                  </a:lnTo>
                </a:path>
                <a:path w="6967855" h="9271000">
                  <a:moveTo>
                    <a:pt x="0" y="9270789"/>
                  </a:moveTo>
                  <a:lnTo>
                    <a:pt x="73562" y="9255733"/>
                  </a:lnTo>
                  <a:lnTo>
                    <a:pt x="133447" y="9242952"/>
                  </a:lnTo>
                  <a:lnTo>
                    <a:pt x="193179" y="9229760"/>
                  </a:lnTo>
                  <a:lnTo>
                    <a:pt x="252755" y="9216159"/>
                  </a:lnTo>
                  <a:lnTo>
                    <a:pt x="312176" y="9202151"/>
                  </a:lnTo>
                  <a:lnTo>
                    <a:pt x="371439" y="9187736"/>
                  </a:lnTo>
                  <a:lnTo>
                    <a:pt x="430542" y="9172918"/>
                  </a:lnTo>
                  <a:lnTo>
                    <a:pt x="489484" y="9157696"/>
                  </a:lnTo>
                  <a:lnTo>
                    <a:pt x="548264" y="9142073"/>
                  </a:lnTo>
                  <a:lnTo>
                    <a:pt x="606880" y="9126049"/>
                  </a:lnTo>
                  <a:lnTo>
                    <a:pt x="665330" y="9109628"/>
                  </a:lnTo>
                  <a:lnTo>
                    <a:pt x="723613" y="9092810"/>
                  </a:lnTo>
                  <a:lnTo>
                    <a:pt x="781728" y="9075597"/>
                  </a:lnTo>
                  <a:lnTo>
                    <a:pt x="839672" y="9057990"/>
                  </a:lnTo>
                  <a:lnTo>
                    <a:pt x="897445" y="9039991"/>
                  </a:lnTo>
                  <a:lnTo>
                    <a:pt x="955044" y="9021602"/>
                  </a:lnTo>
                  <a:lnTo>
                    <a:pt x="1012468" y="9002823"/>
                  </a:lnTo>
                  <a:lnTo>
                    <a:pt x="1069716" y="8983657"/>
                  </a:lnTo>
                  <a:lnTo>
                    <a:pt x="1126786" y="8964106"/>
                  </a:lnTo>
                  <a:lnTo>
                    <a:pt x="1183676" y="8944170"/>
                  </a:lnTo>
                  <a:lnTo>
                    <a:pt x="1240386" y="8923851"/>
                  </a:lnTo>
                  <a:lnTo>
                    <a:pt x="1296912" y="8903151"/>
                  </a:lnTo>
                  <a:lnTo>
                    <a:pt x="1353255" y="8882071"/>
                  </a:lnTo>
                  <a:lnTo>
                    <a:pt x="1409411" y="8860613"/>
                  </a:lnTo>
                  <a:lnTo>
                    <a:pt x="1465381" y="8838779"/>
                  </a:lnTo>
                  <a:lnTo>
                    <a:pt x="1521162" y="8816570"/>
                  </a:lnTo>
                  <a:lnTo>
                    <a:pt x="1576752" y="8793987"/>
                  </a:lnTo>
                  <a:lnTo>
                    <a:pt x="1632150" y="8771032"/>
                  </a:lnTo>
                  <a:lnTo>
                    <a:pt x="1687355" y="8747707"/>
                  </a:lnTo>
                  <a:lnTo>
                    <a:pt x="1742365" y="8724013"/>
                  </a:lnTo>
                  <a:lnTo>
                    <a:pt x="1797178" y="8699952"/>
                  </a:lnTo>
                  <a:lnTo>
                    <a:pt x="1851793" y="8675525"/>
                  </a:lnTo>
                  <a:lnTo>
                    <a:pt x="1906208" y="8650733"/>
                  </a:lnTo>
                  <a:lnTo>
                    <a:pt x="1960422" y="8625580"/>
                  </a:lnTo>
                  <a:lnTo>
                    <a:pt x="2014434" y="8600065"/>
                  </a:lnTo>
                  <a:lnTo>
                    <a:pt x="2068241" y="8574191"/>
                  </a:lnTo>
                  <a:lnTo>
                    <a:pt x="2121842" y="8547958"/>
                  </a:lnTo>
                  <a:lnTo>
                    <a:pt x="2175235" y="8521370"/>
                  </a:lnTo>
                  <a:lnTo>
                    <a:pt x="2228420" y="8494426"/>
                  </a:lnTo>
                  <a:lnTo>
                    <a:pt x="2281394" y="8467129"/>
                  </a:lnTo>
                  <a:lnTo>
                    <a:pt x="2334156" y="8439480"/>
                  </a:lnTo>
                  <a:lnTo>
                    <a:pt x="2386704" y="8411482"/>
                  </a:lnTo>
                  <a:lnTo>
                    <a:pt x="2439037" y="8383134"/>
                  </a:lnTo>
                  <a:lnTo>
                    <a:pt x="2491154" y="8354439"/>
                  </a:lnTo>
                  <a:lnTo>
                    <a:pt x="2543052" y="8325399"/>
                  </a:lnTo>
                  <a:lnTo>
                    <a:pt x="2594730" y="8296015"/>
                  </a:lnTo>
                  <a:lnTo>
                    <a:pt x="2646187" y="8266288"/>
                  </a:lnTo>
                  <a:lnTo>
                    <a:pt x="2697421" y="8236221"/>
                  </a:lnTo>
                  <a:lnTo>
                    <a:pt x="2748430" y="8205814"/>
                  </a:lnTo>
                  <a:lnTo>
                    <a:pt x="2799214" y="8175069"/>
                  </a:lnTo>
                  <a:lnTo>
                    <a:pt x="2849769" y="8143988"/>
                  </a:lnTo>
                  <a:lnTo>
                    <a:pt x="2900096" y="8112573"/>
                  </a:lnTo>
                  <a:lnTo>
                    <a:pt x="2950192" y="8080824"/>
                  </a:lnTo>
                  <a:lnTo>
                    <a:pt x="3000055" y="8048743"/>
                  </a:lnTo>
                  <a:lnTo>
                    <a:pt x="3049685" y="8016333"/>
                  </a:lnTo>
                  <a:lnTo>
                    <a:pt x="3099079" y="7983594"/>
                  </a:lnTo>
                  <a:lnTo>
                    <a:pt x="3148237" y="7950528"/>
                  </a:lnTo>
                  <a:lnTo>
                    <a:pt x="3197156" y="7917136"/>
                  </a:lnTo>
                  <a:lnTo>
                    <a:pt x="3245835" y="7883421"/>
                  </a:lnTo>
                  <a:lnTo>
                    <a:pt x="3294273" y="7849384"/>
                  </a:lnTo>
                  <a:lnTo>
                    <a:pt x="3342467" y="7815025"/>
                  </a:lnTo>
                  <a:lnTo>
                    <a:pt x="3390417" y="7780348"/>
                  </a:lnTo>
                  <a:lnTo>
                    <a:pt x="3438120" y="7745353"/>
                  </a:lnTo>
                  <a:lnTo>
                    <a:pt x="3485576" y="7710041"/>
                  </a:lnTo>
                  <a:lnTo>
                    <a:pt x="3532782" y="7674416"/>
                  </a:lnTo>
                  <a:lnTo>
                    <a:pt x="3579738" y="7638477"/>
                  </a:lnTo>
                  <a:lnTo>
                    <a:pt x="3626441" y="7602227"/>
                  </a:lnTo>
                  <a:lnTo>
                    <a:pt x="3672890" y="7565667"/>
                  </a:lnTo>
                  <a:lnTo>
                    <a:pt x="3719084" y="7528798"/>
                  </a:lnTo>
                  <a:lnTo>
                    <a:pt x="3765020" y="7491623"/>
                  </a:lnTo>
                  <a:lnTo>
                    <a:pt x="3810698" y="7454142"/>
                  </a:lnTo>
                  <a:lnTo>
                    <a:pt x="3856116" y="7416358"/>
                  </a:lnTo>
                  <a:lnTo>
                    <a:pt x="3901272" y="7378272"/>
                  </a:lnTo>
                  <a:lnTo>
                    <a:pt x="3946165" y="7339885"/>
                  </a:lnTo>
                  <a:lnTo>
                    <a:pt x="3990793" y="7301199"/>
                  </a:lnTo>
                  <a:lnTo>
                    <a:pt x="4035155" y="7262215"/>
                  </a:lnTo>
                  <a:lnTo>
                    <a:pt x="4079248" y="7222936"/>
                  </a:lnTo>
                  <a:lnTo>
                    <a:pt x="4123072" y="7183362"/>
                  </a:lnTo>
                  <a:lnTo>
                    <a:pt x="4166626" y="7143495"/>
                  </a:lnTo>
                  <a:lnTo>
                    <a:pt x="4209906" y="7103337"/>
                  </a:lnTo>
                  <a:lnTo>
                    <a:pt x="4252913" y="7062889"/>
                  </a:lnTo>
                  <a:lnTo>
                    <a:pt x="4295643" y="7022153"/>
                  </a:lnTo>
                  <a:lnTo>
                    <a:pt x="4338097" y="6981131"/>
                  </a:lnTo>
                  <a:lnTo>
                    <a:pt x="4380272" y="6939823"/>
                  </a:lnTo>
                  <a:lnTo>
                    <a:pt x="4422166" y="6898232"/>
                  </a:lnTo>
                  <a:lnTo>
                    <a:pt x="4463779" y="6856359"/>
                  </a:lnTo>
                  <a:lnTo>
                    <a:pt x="4505108" y="6814205"/>
                  </a:lnTo>
                  <a:lnTo>
                    <a:pt x="4546152" y="6771773"/>
                  </a:lnTo>
                  <a:lnTo>
                    <a:pt x="4586909" y="6729063"/>
                  </a:lnTo>
                  <a:lnTo>
                    <a:pt x="4627379" y="6686077"/>
                  </a:lnTo>
                  <a:lnTo>
                    <a:pt x="4667559" y="6642817"/>
                  </a:lnTo>
                  <a:lnTo>
                    <a:pt x="4707448" y="6599285"/>
                  </a:lnTo>
                  <a:lnTo>
                    <a:pt x="4747043" y="6555481"/>
                  </a:lnTo>
                  <a:lnTo>
                    <a:pt x="4786345" y="6511408"/>
                  </a:lnTo>
                  <a:lnTo>
                    <a:pt x="4825351" y="6467066"/>
                  </a:lnTo>
                  <a:lnTo>
                    <a:pt x="4864059" y="6422458"/>
                  </a:lnTo>
                  <a:lnTo>
                    <a:pt x="4902469" y="6377586"/>
                  </a:lnTo>
                  <a:lnTo>
                    <a:pt x="4940578" y="6332450"/>
                  </a:lnTo>
                  <a:lnTo>
                    <a:pt x="4978385" y="6287052"/>
                  </a:lnTo>
                  <a:lnTo>
                    <a:pt x="5015888" y="6241393"/>
                  </a:lnTo>
                  <a:lnTo>
                    <a:pt x="5053086" y="6195476"/>
                  </a:lnTo>
                  <a:lnTo>
                    <a:pt x="5089978" y="6149302"/>
                  </a:lnTo>
                  <a:lnTo>
                    <a:pt x="5126561" y="6102872"/>
                  </a:lnTo>
                  <a:lnTo>
                    <a:pt x="5162835" y="6056188"/>
                  </a:lnTo>
                  <a:lnTo>
                    <a:pt x="5198797" y="6009252"/>
                  </a:lnTo>
                  <a:lnTo>
                    <a:pt x="5234446" y="5962064"/>
                  </a:lnTo>
                  <a:lnTo>
                    <a:pt x="5269781" y="5914628"/>
                  </a:lnTo>
                  <a:lnTo>
                    <a:pt x="5304799" y="5866943"/>
                  </a:lnTo>
                  <a:lnTo>
                    <a:pt x="5339501" y="5819012"/>
                  </a:lnTo>
                  <a:lnTo>
                    <a:pt x="5373883" y="5770836"/>
                  </a:lnTo>
                  <a:lnTo>
                    <a:pt x="5407944" y="5722417"/>
                  </a:lnTo>
                  <a:lnTo>
                    <a:pt x="5441684" y="5673756"/>
                  </a:lnTo>
                  <a:lnTo>
                    <a:pt x="5475099" y="5624855"/>
                  </a:lnTo>
                  <a:lnTo>
                    <a:pt x="5508189" y="5575716"/>
                  </a:lnTo>
                  <a:lnTo>
                    <a:pt x="5540953" y="5526339"/>
                  </a:lnTo>
                  <a:lnTo>
                    <a:pt x="5573388" y="5476727"/>
                  </a:lnTo>
                  <a:lnTo>
                    <a:pt x="5605493" y="5426882"/>
                  </a:lnTo>
                  <a:lnTo>
                    <a:pt x="5637266" y="5376803"/>
                  </a:lnTo>
                  <a:lnTo>
                    <a:pt x="5668707" y="5326494"/>
                  </a:lnTo>
                  <a:lnTo>
                    <a:pt x="5699812" y="5275956"/>
                  </a:lnTo>
                  <a:lnTo>
                    <a:pt x="5730582" y="5225190"/>
                  </a:lnTo>
                  <a:lnTo>
                    <a:pt x="5761014" y="5174198"/>
                  </a:lnTo>
                  <a:lnTo>
                    <a:pt x="5791107" y="5122981"/>
                  </a:lnTo>
                  <a:lnTo>
                    <a:pt x="5820858" y="5071541"/>
                  </a:lnTo>
                  <a:lnTo>
                    <a:pt x="5850268" y="5019879"/>
                  </a:lnTo>
                  <a:lnTo>
                    <a:pt x="5879334" y="4967998"/>
                  </a:lnTo>
                  <a:lnTo>
                    <a:pt x="5908054" y="4915898"/>
                  </a:lnTo>
                  <a:lnTo>
                    <a:pt x="5936427" y="4863581"/>
                  </a:lnTo>
                  <a:lnTo>
                    <a:pt x="5964451" y="4811049"/>
                  </a:lnTo>
                  <a:lnTo>
                    <a:pt x="5992126" y="4758303"/>
                  </a:lnTo>
                  <a:lnTo>
                    <a:pt x="6019449" y="4705345"/>
                  </a:lnTo>
                  <a:lnTo>
                    <a:pt x="6046418" y="4652177"/>
                  </a:lnTo>
                  <a:lnTo>
                    <a:pt x="6073033" y="4598799"/>
                  </a:lnTo>
                  <a:lnTo>
                    <a:pt x="6099291" y="4545213"/>
                  </a:lnTo>
                  <a:lnTo>
                    <a:pt x="6125192" y="4491422"/>
                  </a:lnTo>
                  <a:lnTo>
                    <a:pt x="6150733" y="4437426"/>
                  </a:lnTo>
                  <a:lnTo>
                    <a:pt x="6175913" y="4383227"/>
                  </a:lnTo>
                  <a:lnTo>
                    <a:pt x="6200731" y="4328827"/>
                  </a:lnTo>
                  <a:lnTo>
                    <a:pt x="6225185" y="4274227"/>
                  </a:lnTo>
                  <a:lnTo>
                    <a:pt x="6249272" y="4219429"/>
                  </a:lnTo>
                  <a:lnTo>
                    <a:pt x="6272993" y="4164434"/>
                  </a:lnTo>
                  <a:lnTo>
                    <a:pt x="6296345" y="4109244"/>
                  </a:lnTo>
                  <a:lnTo>
                    <a:pt x="6319327" y="4053860"/>
                  </a:lnTo>
                  <a:lnTo>
                    <a:pt x="6341937" y="3998284"/>
                  </a:lnTo>
                  <a:lnTo>
                    <a:pt x="6364174" y="3942518"/>
                  </a:lnTo>
                  <a:lnTo>
                    <a:pt x="6386035" y="3886563"/>
                  </a:lnTo>
                  <a:lnTo>
                    <a:pt x="6407520" y="3830420"/>
                  </a:lnTo>
                  <a:lnTo>
                    <a:pt x="6428628" y="3774091"/>
                  </a:lnTo>
                  <a:lnTo>
                    <a:pt x="6449355" y="3717579"/>
                  </a:lnTo>
                  <a:lnTo>
                    <a:pt x="6469702" y="3660883"/>
                  </a:lnTo>
                  <a:lnTo>
                    <a:pt x="6489665" y="3604006"/>
                  </a:lnTo>
                  <a:lnTo>
                    <a:pt x="6509245" y="3546950"/>
                  </a:lnTo>
                  <a:lnTo>
                    <a:pt x="6528438" y="3489715"/>
                  </a:lnTo>
                  <a:lnTo>
                    <a:pt x="6547245" y="3432304"/>
                  </a:lnTo>
                  <a:lnTo>
                    <a:pt x="6565662" y="3374718"/>
                  </a:lnTo>
                  <a:lnTo>
                    <a:pt x="6583689" y="3316958"/>
                  </a:lnTo>
                  <a:lnTo>
                    <a:pt x="6601324" y="3259026"/>
                  </a:lnTo>
                  <a:lnTo>
                    <a:pt x="6618566" y="3200925"/>
                  </a:lnTo>
                  <a:lnTo>
                    <a:pt x="6635412" y="3142654"/>
                  </a:lnTo>
                  <a:lnTo>
                    <a:pt x="6651862" y="3084216"/>
                  </a:lnTo>
                  <a:lnTo>
                    <a:pt x="6667914" y="3025612"/>
                  </a:lnTo>
                  <a:lnTo>
                    <a:pt x="6683566" y="2966844"/>
                  </a:lnTo>
                  <a:lnTo>
                    <a:pt x="6698816" y="2907914"/>
                  </a:lnTo>
                  <a:lnTo>
                    <a:pt x="6713664" y="2848823"/>
                  </a:lnTo>
                  <a:lnTo>
                    <a:pt x="6728107" y="2789572"/>
                  </a:lnTo>
                  <a:lnTo>
                    <a:pt x="6742145" y="2730163"/>
                  </a:lnTo>
                  <a:lnTo>
                    <a:pt x="6755775" y="2670597"/>
                  </a:lnTo>
                  <a:lnTo>
                    <a:pt x="6768995" y="2610877"/>
                  </a:lnTo>
                  <a:lnTo>
                    <a:pt x="6781806" y="2551004"/>
                  </a:lnTo>
                  <a:lnTo>
                    <a:pt x="6794204" y="2490978"/>
                  </a:lnTo>
                  <a:lnTo>
                    <a:pt x="6806188" y="2430803"/>
                  </a:lnTo>
                  <a:lnTo>
                    <a:pt x="6817757" y="2370479"/>
                  </a:lnTo>
                  <a:lnTo>
                    <a:pt x="6828910" y="2310008"/>
                  </a:lnTo>
                  <a:lnTo>
                    <a:pt x="6839644" y="2249391"/>
                  </a:lnTo>
                  <a:lnTo>
                    <a:pt x="6849958" y="2188630"/>
                  </a:lnTo>
                  <a:lnTo>
                    <a:pt x="6859850" y="2127727"/>
                  </a:lnTo>
                  <a:lnTo>
                    <a:pt x="6869320" y="2066683"/>
                  </a:lnTo>
                  <a:lnTo>
                    <a:pt x="6878365" y="2005499"/>
                  </a:lnTo>
                  <a:lnTo>
                    <a:pt x="6886984" y="1944178"/>
                  </a:lnTo>
                  <a:lnTo>
                    <a:pt x="6895175" y="1882721"/>
                  </a:lnTo>
                  <a:lnTo>
                    <a:pt x="6902937" y="1821129"/>
                  </a:lnTo>
                  <a:lnTo>
                    <a:pt x="6910269" y="1759403"/>
                  </a:lnTo>
                  <a:lnTo>
                    <a:pt x="6917168" y="1697546"/>
                  </a:lnTo>
                  <a:lnTo>
                    <a:pt x="6923633" y="1635559"/>
                  </a:lnTo>
                  <a:lnTo>
                    <a:pt x="6929663" y="1573444"/>
                  </a:lnTo>
                  <a:lnTo>
                    <a:pt x="6935255" y="1511202"/>
                  </a:lnTo>
                  <a:lnTo>
                    <a:pt x="6940410" y="1448834"/>
                  </a:lnTo>
                  <a:lnTo>
                    <a:pt x="6945124" y="1386342"/>
                  </a:lnTo>
                  <a:lnTo>
                    <a:pt x="6949397" y="1323728"/>
                  </a:lnTo>
                  <a:lnTo>
                    <a:pt x="6953226" y="1260994"/>
                  </a:lnTo>
                  <a:lnTo>
                    <a:pt x="6956611" y="1198140"/>
                  </a:lnTo>
                  <a:lnTo>
                    <a:pt x="6959549" y="1135168"/>
                  </a:lnTo>
                  <a:lnTo>
                    <a:pt x="6962040" y="1072081"/>
                  </a:lnTo>
                  <a:lnTo>
                    <a:pt x="6964081" y="1008879"/>
                  </a:lnTo>
                  <a:lnTo>
                    <a:pt x="6965672" y="945563"/>
                  </a:lnTo>
                  <a:lnTo>
                    <a:pt x="6966809" y="882137"/>
                  </a:lnTo>
                  <a:lnTo>
                    <a:pt x="6967493" y="818600"/>
                  </a:lnTo>
                  <a:lnTo>
                    <a:pt x="6967722" y="754956"/>
                  </a:lnTo>
                </a:path>
              </a:pathLst>
            </a:custGeom>
            <a:ln w="7853">
              <a:solidFill>
                <a:schemeClr val="tx1"/>
              </a:solidFill>
            </a:ln>
          </p:spPr>
          <p:txBody>
            <a:bodyPr wrap="square" lIns="0" tIns="0" rIns="0" bIns="0" rtlCol="0"/>
            <a:lstStyle/>
            <a:p>
              <a:endParaRPr sz="1092"/>
            </a:p>
          </p:txBody>
        </p:sp>
      </p:grpSp>
      <p:sp>
        <p:nvSpPr>
          <p:cNvPr id="14" name="object 11">
            <a:extLst>
              <a:ext uri="{FF2B5EF4-FFF2-40B4-BE49-F238E27FC236}">
                <a16:creationId xmlns:a16="http://schemas.microsoft.com/office/drawing/2014/main" id="{B45671E5-6D7F-935A-2EB6-CB3A3C2FA41F}"/>
              </a:ext>
            </a:extLst>
          </p:cNvPr>
          <p:cNvSpPr/>
          <p:nvPr/>
        </p:nvSpPr>
        <p:spPr>
          <a:xfrm>
            <a:off x="11397699"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699"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5" name="Espace réservé du pied de page 24">
            <a:extLst>
              <a:ext uri="{FF2B5EF4-FFF2-40B4-BE49-F238E27FC236}">
                <a16:creationId xmlns:a16="http://schemas.microsoft.com/office/drawing/2014/main" id="{045A026C-1F27-E7EE-DD2F-0D29B719979D}"/>
              </a:ext>
            </a:extLst>
          </p:cNvPr>
          <p:cNvSpPr>
            <a:spLocks noGrp="1"/>
          </p:cNvSpPr>
          <p:nvPr>
            <p:ph type="ftr" sz="quarter" idx="11"/>
          </p:nvPr>
        </p:nvSpPr>
        <p:spPr>
          <a:xfrm rot="16200000">
            <a:off x="9737521" y="2572893"/>
            <a:ext cx="4114415" cy="364874"/>
          </a:xfrm>
        </p:spPr>
        <p:txBody>
          <a:bodyPr vert="horz" lIns="91440" tIns="45720" rIns="91440" bIns="45720" rtlCol="0" anchor="ctr">
            <a:normAutofit/>
          </a:bodyPr>
          <a:lstStyle>
            <a:lvl1pPr algn="r">
              <a:defRPr lang="fr-FR" sz="1200" smtClean="0">
                <a:solidFill>
                  <a:schemeClr val="bg1"/>
                </a:solidFill>
                <a:latin typeface="+mn-lt"/>
              </a:defRPr>
            </a:lvl1pPr>
          </a:lstStyle>
          <a:p>
            <a:r>
              <a:rPr lang="fr-FR"/>
              <a:t>Diag échanges &amp; cadrage APIM</a:t>
            </a:r>
          </a:p>
        </p:txBody>
      </p:sp>
      <p:sp>
        <p:nvSpPr>
          <p:cNvPr id="26" name="Espace réservé du numéro de diapositive 25">
            <a:extLst>
              <a:ext uri="{FF2B5EF4-FFF2-40B4-BE49-F238E27FC236}">
                <a16:creationId xmlns:a16="http://schemas.microsoft.com/office/drawing/2014/main" id="{EDC23A69-EECD-4563-1EAC-5988BBADDB29}"/>
              </a:ext>
            </a:extLst>
          </p:cNvPr>
          <p:cNvSpPr>
            <a:spLocks noGrp="1"/>
          </p:cNvSpPr>
          <p:nvPr>
            <p:ph type="sldNum" sz="quarter" idx="12"/>
          </p:nvPr>
        </p:nvSpPr>
        <p:spPr>
          <a:xfrm>
            <a:off x="11615072" y="158860"/>
            <a:ext cx="359313" cy="364848"/>
          </a:xfrm>
        </p:spPr>
        <p:txBody>
          <a:bodyPr/>
          <a:lstStyle>
            <a:lvl1pPr algn="ctr">
              <a:defRPr sz="667" b="1">
                <a:solidFill>
                  <a:schemeClr val="bg1"/>
                </a:solidFill>
                <a:latin typeface="+mj-lt"/>
              </a:defRPr>
            </a:lvl1pPr>
          </a:lstStyle>
          <a:p>
            <a:fld id="{4A67A667-D8FD-E944-B7EE-A5AD6192E6BA}" type="slidenum">
              <a:rPr lang="fr-FR" smtClean="0"/>
              <a:pPr/>
              <a:t>‹N°›</a:t>
            </a:fld>
            <a:endParaRPr lang="fr-FR"/>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30015"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p:nvPr>
        </p:nvSpPr>
        <p:spPr>
          <a:xfrm>
            <a:off x="479503" y="147099"/>
            <a:ext cx="10703604" cy="569387"/>
          </a:xfrm>
        </p:spPr>
        <p:txBody>
          <a:bodyPr tIns="0" bIns="0" anchor="ctr" anchorCtr="0">
            <a:normAutofit/>
          </a:bodyPr>
          <a:lstStyle>
            <a:lvl1pPr>
              <a:defRPr sz="4000" b="0"/>
            </a:lvl1pPr>
          </a:lstStyle>
          <a:p>
            <a:r>
              <a:rPr lang="fr-FR"/>
              <a:t>Modifiez le style du titre</a:t>
            </a:r>
          </a:p>
        </p:txBody>
      </p:sp>
      <p:sp>
        <p:nvSpPr>
          <p:cNvPr id="20" name="Espace réservé du texte 19">
            <a:extLst>
              <a:ext uri="{FF2B5EF4-FFF2-40B4-BE49-F238E27FC236}">
                <a16:creationId xmlns:a16="http://schemas.microsoft.com/office/drawing/2014/main" id="{75D968E3-A0F4-D259-3B73-4A4EEE4513DF}"/>
              </a:ext>
            </a:extLst>
          </p:cNvPr>
          <p:cNvSpPr>
            <a:spLocks noGrp="1"/>
          </p:cNvSpPr>
          <p:nvPr>
            <p:ph type="body" sz="quarter" idx="13"/>
          </p:nvPr>
        </p:nvSpPr>
        <p:spPr>
          <a:xfrm>
            <a:off x="479503" y="738354"/>
            <a:ext cx="10703604" cy="371897"/>
          </a:xfrm>
          <a:solidFill>
            <a:schemeClr val="bg1"/>
          </a:solidFill>
        </p:spPr>
        <p:txBody>
          <a:bodyPr wrap="square" tIns="0" bIns="0" anchor="ctr" anchorCtr="0">
            <a:spAutoFit/>
          </a:bodyPr>
          <a:lstStyle>
            <a:lvl1pPr marL="0" indent="0">
              <a:lnSpc>
                <a:spcPct val="100000"/>
              </a:lnSpc>
              <a:buNone/>
              <a:defRPr sz="2000">
                <a:latin typeface="Poppins" pitchFamily="2" charset="77"/>
                <a:cs typeface="Poppins" pitchFamily="2" charset="77"/>
              </a:defRPr>
            </a:lvl1pPr>
          </a:lstStyle>
          <a:p>
            <a:pPr lvl="0"/>
            <a:r>
              <a:rPr lang="fr-FR"/>
              <a:t>Cliquez pour modifier les styles du texte du masque</a:t>
            </a:r>
          </a:p>
        </p:txBody>
      </p:sp>
    </p:spTree>
    <p:extLst>
      <p:ext uri="{BB962C8B-B14F-4D97-AF65-F5344CB8AC3E}">
        <p14:creationId xmlns:p14="http://schemas.microsoft.com/office/powerpoint/2010/main" val="977021575"/>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image" Target="../media/image1.png"/><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224AC93-C64A-7C8D-6326-4839845374B1}"/>
              </a:ext>
            </a:extLst>
          </p:cNvPr>
          <p:cNvSpPr>
            <a:spLocks noGrp="1"/>
          </p:cNvSpPr>
          <p:nvPr>
            <p:ph type="title"/>
          </p:nvPr>
        </p:nvSpPr>
        <p:spPr>
          <a:xfrm>
            <a:off x="838538" y="364850"/>
            <a:ext cx="10514926" cy="1325584"/>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8DAB6E66-F7E7-D4AC-9A90-40024F0C9766}"/>
              </a:ext>
            </a:extLst>
          </p:cNvPr>
          <p:cNvSpPr>
            <a:spLocks noGrp="1"/>
          </p:cNvSpPr>
          <p:nvPr>
            <p:ph type="body" idx="1"/>
          </p:nvPr>
        </p:nvSpPr>
        <p:spPr>
          <a:xfrm>
            <a:off x="838538" y="1825206"/>
            <a:ext cx="10514926" cy="435219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E82224D-D197-67F8-6701-ED8A19489CD7}"/>
              </a:ext>
            </a:extLst>
          </p:cNvPr>
          <p:cNvSpPr>
            <a:spLocks noGrp="1"/>
          </p:cNvSpPr>
          <p:nvPr>
            <p:ph type="dt" sz="half" idx="2"/>
          </p:nvPr>
        </p:nvSpPr>
        <p:spPr>
          <a:xfrm>
            <a:off x="838537" y="6356454"/>
            <a:ext cx="2742815" cy="364848"/>
          </a:xfrm>
          <a:prstGeom prst="rect">
            <a:avLst/>
          </a:prstGeom>
        </p:spPr>
        <p:txBody>
          <a:bodyPr vert="horz" lIns="91440" tIns="45720" rIns="91440" bIns="45720" rtlCol="0" anchor="ctr"/>
          <a:lstStyle>
            <a:lvl1pPr algn="l">
              <a:defRPr sz="728">
                <a:solidFill>
                  <a:schemeClr val="tx1">
                    <a:tint val="75000"/>
                  </a:schemeClr>
                </a:solidFill>
                <a:latin typeface="Poppins Light" panose="00000400000000000000" pitchFamily="2" charset="0"/>
                <a:cs typeface="Poppins Light" panose="00000400000000000000" pitchFamily="2" charset="0"/>
              </a:defRPr>
            </a:lvl1pPr>
          </a:lstStyle>
          <a:p>
            <a:fld id="{1611E787-0A9B-4756-83F9-B095994A9993}" type="datetime4">
              <a:rPr lang="fr-FR" smtClean="0"/>
              <a:t>3 novembre 2024</a:t>
            </a:fld>
            <a:endParaRPr lang="fr-FR"/>
          </a:p>
        </p:txBody>
      </p:sp>
      <p:sp>
        <p:nvSpPr>
          <p:cNvPr id="5" name="Espace réservé du pied de page 4">
            <a:extLst>
              <a:ext uri="{FF2B5EF4-FFF2-40B4-BE49-F238E27FC236}">
                <a16:creationId xmlns:a16="http://schemas.microsoft.com/office/drawing/2014/main" id="{13480D09-7F51-0E84-A807-E96B2A60DB3F}"/>
              </a:ext>
            </a:extLst>
          </p:cNvPr>
          <p:cNvSpPr>
            <a:spLocks noGrp="1"/>
          </p:cNvSpPr>
          <p:nvPr>
            <p:ph type="ftr" sz="quarter" idx="3"/>
          </p:nvPr>
        </p:nvSpPr>
        <p:spPr>
          <a:xfrm>
            <a:off x="4038649" y="6356454"/>
            <a:ext cx="4114704" cy="364848"/>
          </a:xfrm>
          <a:prstGeom prst="rect">
            <a:avLst/>
          </a:prstGeom>
        </p:spPr>
        <p:txBody>
          <a:bodyPr vert="horz" lIns="91440" tIns="45720" rIns="91440" bIns="45720" rtlCol="0" anchor="ctr"/>
          <a:lstStyle>
            <a:lvl1pPr algn="ctr">
              <a:defRPr sz="728">
                <a:solidFill>
                  <a:schemeClr val="tx1">
                    <a:tint val="75000"/>
                  </a:schemeClr>
                </a:solidFill>
                <a:latin typeface="Poppins Light" panose="00000400000000000000" pitchFamily="2" charset="0"/>
                <a:cs typeface="Poppins Light" panose="00000400000000000000" pitchFamily="2" charset="0"/>
              </a:defRPr>
            </a:lvl1pPr>
          </a:lstStyle>
          <a:p>
            <a:endParaRPr lang="fr-FR"/>
          </a:p>
        </p:txBody>
      </p:sp>
      <p:sp>
        <p:nvSpPr>
          <p:cNvPr id="6" name="Espace réservé du numéro de diapositive 5">
            <a:extLst>
              <a:ext uri="{FF2B5EF4-FFF2-40B4-BE49-F238E27FC236}">
                <a16:creationId xmlns:a16="http://schemas.microsoft.com/office/drawing/2014/main" id="{97B5EC8D-D998-FAA7-2FEE-1AA8C734F4B7}"/>
              </a:ext>
            </a:extLst>
          </p:cNvPr>
          <p:cNvSpPr>
            <a:spLocks noGrp="1"/>
          </p:cNvSpPr>
          <p:nvPr>
            <p:ph type="sldNum" sz="quarter" idx="4"/>
          </p:nvPr>
        </p:nvSpPr>
        <p:spPr>
          <a:xfrm>
            <a:off x="8610648" y="6356454"/>
            <a:ext cx="2742815" cy="364848"/>
          </a:xfrm>
          <a:prstGeom prst="rect">
            <a:avLst/>
          </a:prstGeom>
        </p:spPr>
        <p:txBody>
          <a:bodyPr vert="horz" lIns="91440" tIns="45720" rIns="91440" bIns="45720" rtlCol="0" anchor="ctr"/>
          <a:lstStyle>
            <a:lvl1pPr algn="r">
              <a:defRPr sz="728">
                <a:solidFill>
                  <a:schemeClr val="tx1">
                    <a:tint val="75000"/>
                  </a:schemeClr>
                </a:solidFill>
                <a:latin typeface="Poppins Light" panose="00000400000000000000" pitchFamily="2" charset="0"/>
                <a:cs typeface="Poppins Light" panose="00000400000000000000" pitchFamily="2" charset="0"/>
              </a:defRPr>
            </a:lvl1pPr>
          </a:lstStyle>
          <a:p>
            <a:fld id="{362060BF-C460-4FB3-AB63-4430F31C2F52}" type="slidenum">
              <a:rPr lang="fr-FR" smtClean="0"/>
              <a:pPr/>
              <a:t>‹N°›</a:t>
            </a:fld>
            <a:endParaRPr lang="fr-FR"/>
          </a:p>
        </p:txBody>
      </p:sp>
      <p:sp>
        <p:nvSpPr>
          <p:cNvPr id="7" name="object 4">
            <a:extLst>
              <a:ext uri="{FF2B5EF4-FFF2-40B4-BE49-F238E27FC236}">
                <a16:creationId xmlns:a16="http://schemas.microsoft.com/office/drawing/2014/main" id="{D0C6DC90-F72F-3A20-06CD-1E0908F7DE59}"/>
              </a:ext>
            </a:extLst>
          </p:cNvPr>
          <p:cNvSpPr/>
          <p:nvPr userDrawn="1"/>
        </p:nvSpPr>
        <p:spPr>
          <a:xfrm flipV="1">
            <a:off x="337932" y="232999"/>
            <a:ext cx="11519451" cy="45719"/>
          </a:xfrm>
          <a:custGeom>
            <a:avLst/>
            <a:gdLst/>
            <a:ahLst/>
            <a:cxnLst/>
            <a:rect l="l" t="t" r="r" b="b"/>
            <a:pathLst>
              <a:path w="5029200">
                <a:moveTo>
                  <a:pt x="0" y="0"/>
                </a:moveTo>
                <a:lnTo>
                  <a:pt x="5029200" y="0"/>
                </a:lnTo>
              </a:path>
            </a:pathLst>
          </a:custGeom>
          <a:ln w="6350">
            <a:solidFill>
              <a:srgbClr val="888888"/>
            </a:solidFill>
          </a:ln>
        </p:spPr>
        <p:txBody>
          <a:bodyPr wrap="square" lIns="0" tIns="0" rIns="0" bIns="0" rtlCol="0"/>
          <a:lstStyle/>
          <a:p>
            <a:endParaRPr/>
          </a:p>
        </p:txBody>
      </p:sp>
      <p:sp>
        <p:nvSpPr>
          <p:cNvPr id="8" name="object 3">
            <a:extLst>
              <a:ext uri="{FF2B5EF4-FFF2-40B4-BE49-F238E27FC236}">
                <a16:creationId xmlns:a16="http://schemas.microsoft.com/office/drawing/2014/main" id="{373A3640-4A50-5873-811E-7BB4FA4783E2}"/>
              </a:ext>
            </a:extLst>
          </p:cNvPr>
          <p:cNvSpPr/>
          <p:nvPr userDrawn="1"/>
        </p:nvSpPr>
        <p:spPr>
          <a:xfrm flipV="1">
            <a:off x="337932" y="6551840"/>
            <a:ext cx="4591878" cy="68578"/>
          </a:xfrm>
          <a:custGeom>
            <a:avLst/>
            <a:gdLst/>
            <a:ahLst/>
            <a:cxnLst/>
            <a:rect l="l" t="t" r="r" b="b"/>
            <a:pathLst>
              <a:path w="5689600">
                <a:moveTo>
                  <a:pt x="0" y="0"/>
                </a:moveTo>
                <a:lnTo>
                  <a:pt x="5689600" y="0"/>
                </a:lnTo>
              </a:path>
            </a:pathLst>
          </a:custGeom>
          <a:ln w="6350">
            <a:solidFill>
              <a:srgbClr val="888888"/>
            </a:solidFill>
          </a:ln>
        </p:spPr>
        <p:txBody>
          <a:bodyPr wrap="square" lIns="0" tIns="0" rIns="0" bIns="0" rtlCol="0"/>
          <a:lstStyle/>
          <a:p>
            <a:endParaRPr/>
          </a:p>
        </p:txBody>
      </p:sp>
      <p:sp>
        <p:nvSpPr>
          <p:cNvPr id="9" name="object 4">
            <a:extLst>
              <a:ext uri="{FF2B5EF4-FFF2-40B4-BE49-F238E27FC236}">
                <a16:creationId xmlns:a16="http://schemas.microsoft.com/office/drawing/2014/main" id="{4E7E64FE-E143-DD4C-7C80-7BD62EF4F961}"/>
              </a:ext>
            </a:extLst>
          </p:cNvPr>
          <p:cNvSpPr/>
          <p:nvPr userDrawn="1"/>
        </p:nvSpPr>
        <p:spPr>
          <a:xfrm>
            <a:off x="7301997" y="6620418"/>
            <a:ext cx="3928987" cy="45719"/>
          </a:xfrm>
          <a:custGeom>
            <a:avLst/>
            <a:gdLst/>
            <a:ahLst/>
            <a:cxnLst/>
            <a:rect l="l" t="t" r="r" b="b"/>
            <a:pathLst>
              <a:path w="5029200">
                <a:moveTo>
                  <a:pt x="0" y="0"/>
                </a:moveTo>
                <a:lnTo>
                  <a:pt x="5029200" y="0"/>
                </a:lnTo>
              </a:path>
            </a:pathLst>
          </a:custGeom>
          <a:ln w="6350">
            <a:solidFill>
              <a:srgbClr val="888888"/>
            </a:solidFill>
          </a:ln>
        </p:spPr>
        <p:txBody>
          <a:bodyPr wrap="square" lIns="0" tIns="0" rIns="0" bIns="0" rtlCol="0"/>
          <a:lstStyle/>
          <a:p>
            <a:endParaRPr/>
          </a:p>
        </p:txBody>
      </p:sp>
      <p:sp>
        <p:nvSpPr>
          <p:cNvPr id="10" name="ZoneTexte 9">
            <a:extLst>
              <a:ext uri="{FF2B5EF4-FFF2-40B4-BE49-F238E27FC236}">
                <a16:creationId xmlns:a16="http://schemas.microsoft.com/office/drawing/2014/main" id="{BE3C9A1A-F664-3944-428C-B3EE7996F5F5}"/>
              </a:ext>
            </a:extLst>
          </p:cNvPr>
          <p:cNvSpPr txBox="1"/>
          <p:nvPr userDrawn="1"/>
        </p:nvSpPr>
        <p:spPr>
          <a:xfrm>
            <a:off x="11546948" y="6490034"/>
            <a:ext cx="487386" cy="261610"/>
          </a:xfrm>
          <a:prstGeom prst="rect">
            <a:avLst/>
          </a:prstGeom>
          <a:noFill/>
        </p:spPr>
        <p:txBody>
          <a:bodyPr wrap="square" rtlCol="0" anchor="ctr">
            <a:spAutoFit/>
          </a:bodyPr>
          <a:lstStyle/>
          <a:p>
            <a:pPr algn="ctr"/>
            <a:fld id="{74EF4EBF-C4CC-4B4E-9A1A-A7BF41CB8228}" type="slidenum">
              <a:rPr lang="fr-FR" sz="1100" smtClean="0">
                <a:solidFill>
                  <a:srgbClr val="888888"/>
                </a:solidFill>
              </a:rPr>
              <a:pPr algn="ctr"/>
              <a:t>‹N°›</a:t>
            </a:fld>
            <a:endParaRPr lang="fr-FR" sz="1100">
              <a:solidFill>
                <a:srgbClr val="888888"/>
              </a:solidFill>
            </a:endParaRPr>
          </a:p>
        </p:txBody>
      </p:sp>
      <p:pic>
        <p:nvPicPr>
          <p:cNvPr id="11" name="Image 10">
            <a:extLst>
              <a:ext uri="{FF2B5EF4-FFF2-40B4-BE49-F238E27FC236}">
                <a16:creationId xmlns:a16="http://schemas.microsoft.com/office/drawing/2014/main" id="{13BDA585-A8AC-A71B-A9E6-FD2A822C48A7}"/>
              </a:ext>
            </a:extLst>
          </p:cNvPr>
          <p:cNvPicPr>
            <a:picLocks noChangeAspect="1"/>
          </p:cNvPicPr>
          <p:nvPr userDrawn="1"/>
        </p:nvPicPr>
        <p:blipFill>
          <a:blip r:embed="rId104" cstate="screen">
            <a:extLst>
              <a:ext uri="{28A0092B-C50C-407E-A947-70E740481C1C}">
                <a14:useLocalDpi xmlns:a14="http://schemas.microsoft.com/office/drawing/2010/main"/>
              </a:ext>
            </a:extLst>
          </a:blip>
          <a:stretch>
            <a:fillRect/>
          </a:stretch>
        </p:blipFill>
        <p:spPr>
          <a:xfrm>
            <a:off x="5384806" y="6271354"/>
            <a:ext cx="1439616" cy="698127"/>
          </a:xfrm>
          <a:prstGeom prst="rect">
            <a:avLst/>
          </a:prstGeom>
        </p:spPr>
      </p:pic>
    </p:spTree>
    <p:extLst>
      <p:ext uri="{BB962C8B-B14F-4D97-AF65-F5344CB8AC3E}">
        <p14:creationId xmlns:p14="http://schemas.microsoft.com/office/powerpoint/2010/main" val="37596121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Lst>
  <p:hf sldNum="0" hdr="0" dt="0"/>
  <p:txStyles>
    <p:titleStyle>
      <a:lvl1pPr algn="l" defTabSz="554492" rtl="0" eaLnBrk="1" latinLnBrk="0" hangingPunct="1">
        <a:lnSpc>
          <a:spcPct val="90000"/>
        </a:lnSpc>
        <a:spcBef>
          <a:spcPct val="0"/>
        </a:spcBef>
        <a:buNone/>
        <a:defRPr sz="2668" b="1" kern="1200">
          <a:solidFill>
            <a:schemeClr val="tx1"/>
          </a:solidFill>
          <a:latin typeface="+mj-lt"/>
          <a:ea typeface="+mj-ea"/>
          <a:cs typeface="+mj-cs"/>
        </a:defRPr>
      </a:lvl1pPr>
    </p:titleStyle>
    <p:bodyStyle>
      <a:lvl1pPr marL="138623" indent="-138623" algn="l" defTabSz="554492" rtl="0" eaLnBrk="1" latinLnBrk="0" hangingPunct="1">
        <a:lnSpc>
          <a:spcPct val="90000"/>
        </a:lnSpc>
        <a:spcBef>
          <a:spcPts val="606"/>
        </a:spcBef>
        <a:buFont typeface="Arial" panose="020B0604020202020204" pitchFamily="34" charset="0"/>
        <a:buChar char="•"/>
        <a:defRPr sz="1698" kern="1200">
          <a:solidFill>
            <a:schemeClr val="tx1"/>
          </a:solidFill>
          <a:latin typeface="+mj-lt"/>
          <a:ea typeface="+mn-ea"/>
          <a:cs typeface="+mn-cs"/>
        </a:defRPr>
      </a:lvl1pPr>
      <a:lvl2pPr marL="415869" indent="-138623" algn="l" defTabSz="554492" rtl="0" eaLnBrk="1" latinLnBrk="0" hangingPunct="1">
        <a:lnSpc>
          <a:spcPct val="90000"/>
        </a:lnSpc>
        <a:spcBef>
          <a:spcPts val="303"/>
        </a:spcBef>
        <a:buFont typeface="Arial" panose="020B0604020202020204" pitchFamily="34" charset="0"/>
        <a:buChar char="•"/>
        <a:defRPr sz="1455" kern="1200">
          <a:solidFill>
            <a:schemeClr val="tx1"/>
          </a:solidFill>
          <a:latin typeface="+mn-lt"/>
          <a:ea typeface="+mn-ea"/>
          <a:cs typeface="+mn-cs"/>
        </a:defRPr>
      </a:lvl2pPr>
      <a:lvl3pPr marL="693115" indent="-138623" algn="l" defTabSz="554492" rtl="0" eaLnBrk="1" latinLnBrk="0" hangingPunct="1">
        <a:lnSpc>
          <a:spcPct val="90000"/>
        </a:lnSpc>
        <a:spcBef>
          <a:spcPts val="303"/>
        </a:spcBef>
        <a:buFont typeface="Arial" panose="020B0604020202020204" pitchFamily="34" charset="0"/>
        <a:buChar char="•"/>
        <a:defRPr sz="1213" kern="1200">
          <a:solidFill>
            <a:schemeClr val="tx1"/>
          </a:solidFill>
          <a:latin typeface="+mn-lt"/>
          <a:ea typeface="+mn-ea"/>
          <a:cs typeface="+mn-cs"/>
        </a:defRPr>
      </a:lvl3pPr>
      <a:lvl4pPr marL="970361" indent="-138623" algn="l" defTabSz="554492"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4pPr>
      <a:lvl5pPr marL="1247607" indent="-138623" algn="l" defTabSz="554492"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5pPr>
      <a:lvl6pPr marL="1524853" indent="-138623" algn="l" defTabSz="554492"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6pPr>
      <a:lvl7pPr marL="1802100" indent="-138623" algn="l" defTabSz="554492"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7pPr>
      <a:lvl8pPr marL="2079346" indent="-138623" algn="l" defTabSz="554492"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8pPr>
      <a:lvl9pPr marL="2356592" indent="-138623" algn="l" defTabSz="554492"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9pPr>
    </p:bodyStyle>
    <p:otherStyle>
      <a:defPPr>
        <a:defRPr lang="fr-FR"/>
      </a:defPPr>
      <a:lvl1pPr marL="0" algn="l" defTabSz="554492" rtl="0" eaLnBrk="1" latinLnBrk="0" hangingPunct="1">
        <a:defRPr sz="1092" kern="1200">
          <a:solidFill>
            <a:schemeClr val="tx1"/>
          </a:solidFill>
          <a:latin typeface="+mn-lt"/>
          <a:ea typeface="+mn-ea"/>
          <a:cs typeface="+mn-cs"/>
        </a:defRPr>
      </a:lvl1pPr>
      <a:lvl2pPr marL="277246" algn="l" defTabSz="554492" rtl="0" eaLnBrk="1" latinLnBrk="0" hangingPunct="1">
        <a:defRPr sz="1092" kern="1200">
          <a:solidFill>
            <a:schemeClr val="tx1"/>
          </a:solidFill>
          <a:latin typeface="+mn-lt"/>
          <a:ea typeface="+mn-ea"/>
          <a:cs typeface="+mn-cs"/>
        </a:defRPr>
      </a:lvl2pPr>
      <a:lvl3pPr marL="554492" algn="l" defTabSz="554492" rtl="0" eaLnBrk="1" latinLnBrk="0" hangingPunct="1">
        <a:defRPr sz="1092" kern="1200">
          <a:solidFill>
            <a:schemeClr val="tx1"/>
          </a:solidFill>
          <a:latin typeface="+mn-lt"/>
          <a:ea typeface="+mn-ea"/>
          <a:cs typeface="+mn-cs"/>
        </a:defRPr>
      </a:lvl3pPr>
      <a:lvl4pPr marL="831738" algn="l" defTabSz="554492" rtl="0" eaLnBrk="1" latinLnBrk="0" hangingPunct="1">
        <a:defRPr sz="1092" kern="1200">
          <a:solidFill>
            <a:schemeClr val="tx1"/>
          </a:solidFill>
          <a:latin typeface="+mn-lt"/>
          <a:ea typeface="+mn-ea"/>
          <a:cs typeface="+mn-cs"/>
        </a:defRPr>
      </a:lvl4pPr>
      <a:lvl5pPr marL="1108984" algn="l" defTabSz="554492" rtl="0" eaLnBrk="1" latinLnBrk="0" hangingPunct="1">
        <a:defRPr sz="1092" kern="1200">
          <a:solidFill>
            <a:schemeClr val="tx1"/>
          </a:solidFill>
          <a:latin typeface="+mn-lt"/>
          <a:ea typeface="+mn-ea"/>
          <a:cs typeface="+mn-cs"/>
        </a:defRPr>
      </a:lvl5pPr>
      <a:lvl6pPr marL="1386230" algn="l" defTabSz="554492" rtl="0" eaLnBrk="1" latinLnBrk="0" hangingPunct="1">
        <a:defRPr sz="1092" kern="1200">
          <a:solidFill>
            <a:schemeClr val="tx1"/>
          </a:solidFill>
          <a:latin typeface="+mn-lt"/>
          <a:ea typeface="+mn-ea"/>
          <a:cs typeface="+mn-cs"/>
        </a:defRPr>
      </a:lvl6pPr>
      <a:lvl7pPr marL="1663476" algn="l" defTabSz="554492" rtl="0" eaLnBrk="1" latinLnBrk="0" hangingPunct="1">
        <a:defRPr sz="1092" kern="1200">
          <a:solidFill>
            <a:schemeClr val="tx1"/>
          </a:solidFill>
          <a:latin typeface="+mn-lt"/>
          <a:ea typeface="+mn-ea"/>
          <a:cs typeface="+mn-cs"/>
        </a:defRPr>
      </a:lvl7pPr>
      <a:lvl8pPr marL="1940723" algn="l" defTabSz="554492" rtl="0" eaLnBrk="1" latinLnBrk="0" hangingPunct="1">
        <a:defRPr sz="1092" kern="1200">
          <a:solidFill>
            <a:schemeClr val="tx1"/>
          </a:solidFill>
          <a:latin typeface="+mn-lt"/>
          <a:ea typeface="+mn-ea"/>
          <a:cs typeface="+mn-cs"/>
        </a:defRPr>
      </a:lvl8pPr>
      <a:lvl9pPr marL="2217969" algn="l" defTabSz="554492" rtl="0" eaLnBrk="1" latinLnBrk="0" hangingPunct="1">
        <a:defRPr sz="109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562">
          <p15:clr>
            <a:srgbClr val="9FCC3B"/>
          </p15:clr>
        </p15:guide>
        <p15:guide id="2" pos="4776">
          <p15:clr>
            <a:srgbClr val="9FCC3B"/>
          </p15:clr>
        </p15:guide>
        <p15:guide id="3" pos="6332">
          <p15:clr>
            <a:srgbClr val="F26B43"/>
          </p15:clr>
        </p15:guide>
        <p15:guide id="4" pos="4512">
          <p15:clr>
            <a:srgbClr val="9FCC3B"/>
          </p15:clr>
        </p15:guide>
        <p15:guide id="5" pos="1236">
          <p15:clr>
            <a:srgbClr val="F26B43"/>
          </p15:clr>
        </p15:guide>
        <p15:guide id="6" pos="8052">
          <p15:clr>
            <a:srgbClr val="9FCC3B"/>
          </p15:clr>
        </p15:guide>
        <p15:guide id="7" pos="8316">
          <p15:clr>
            <a:srgbClr val="9FCC3B"/>
          </p15:clr>
        </p15:guide>
        <p15:guide id="8" pos="3624">
          <p15:clr>
            <a:srgbClr val="F26B43"/>
          </p15:clr>
        </p15:guide>
        <p15:guide id="9" pos="3888">
          <p15:clr>
            <a:srgbClr val="F26B43"/>
          </p15:clr>
        </p15:guide>
        <p15:guide id="10" pos="6612">
          <p15:clr>
            <a:srgbClr val="F26B43"/>
          </p15:clr>
        </p15:guide>
        <p15:guide id="11" pos="8952">
          <p15:clr>
            <a:srgbClr val="F26B43"/>
          </p15:clr>
        </p15:guide>
        <p15:guide id="12" pos="9216">
          <p15:clr>
            <a:srgbClr val="F26B43"/>
          </p15:clr>
        </p15:guide>
        <p15:guide id="13" pos="1161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51.xml"/><Relationship Id="rId5" Type="http://schemas.openxmlformats.org/officeDocument/2006/relationships/image" Target="../media/image26.svg"/><Relationship Id="rId4"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9C2D8BDE-9D71-40F6-BEEC-F2DD27122F05}"/>
              </a:ext>
            </a:extLst>
          </p:cNvPr>
          <p:cNvSpPr>
            <a:spLocks noGrp="1"/>
          </p:cNvSpPr>
          <p:nvPr>
            <p:ph type="body" sz="quarter" idx="35"/>
          </p:nvPr>
        </p:nvSpPr>
        <p:spPr/>
        <p:txBody>
          <a:bodyPr/>
          <a:lstStyle/>
          <a:p>
            <a:endParaRPr lang="fr-FR"/>
          </a:p>
        </p:txBody>
      </p:sp>
      <p:sp>
        <p:nvSpPr>
          <p:cNvPr id="2" name="Espace réservé du texte 1">
            <a:extLst>
              <a:ext uri="{FF2B5EF4-FFF2-40B4-BE49-F238E27FC236}">
                <a16:creationId xmlns:a16="http://schemas.microsoft.com/office/drawing/2014/main" id="{7261B8DF-45FC-432C-8C99-3D58212E6295}"/>
              </a:ext>
            </a:extLst>
          </p:cNvPr>
          <p:cNvSpPr>
            <a:spLocks noGrp="1"/>
          </p:cNvSpPr>
          <p:nvPr>
            <p:ph type="body" sz="quarter" idx="10"/>
          </p:nvPr>
        </p:nvSpPr>
        <p:spPr/>
        <p:txBody>
          <a:bodyPr>
            <a:normAutofit fontScale="92500" lnSpcReduction="20000"/>
          </a:bodyPr>
          <a:lstStyle/>
          <a:p>
            <a:r>
              <a:rPr lang="fr-FR"/>
              <a:t>Différents patterns d’intégration</a:t>
            </a:r>
          </a:p>
        </p:txBody>
      </p:sp>
      <p:sp>
        <p:nvSpPr>
          <p:cNvPr id="6" name="Rectangle 5">
            <a:extLst>
              <a:ext uri="{FF2B5EF4-FFF2-40B4-BE49-F238E27FC236}">
                <a16:creationId xmlns:a16="http://schemas.microsoft.com/office/drawing/2014/main" id="{F3CD83AC-1CA8-4B5F-9CC0-E7E12A57B9FD}"/>
              </a:ext>
            </a:extLst>
          </p:cNvPr>
          <p:cNvSpPr/>
          <p:nvPr/>
        </p:nvSpPr>
        <p:spPr>
          <a:xfrm>
            <a:off x="529339" y="2421427"/>
            <a:ext cx="1689100" cy="781050"/>
          </a:xfrm>
          <a:prstGeom prst="rect">
            <a:avLst/>
          </a:prstGeom>
          <a:solidFill>
            <a:schemeClr val="bg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white"/>
                </a:solidFill>
                <a:effectLst/>
                <a:uLnTx/>
                <a:uFillTx/>
                <a:latin typeface="Poppins Light"/>
                <a:ea typeface="+mn-ea"/>
                <a:cs typeface="+mn-cs"/>
              </a:rPr>
              <a:t>Façade producteur</a:t>
            </a:r>
          </a:p>
        </p:txBody>
      </p:sp>
      <p:sp>
        <p:nvSpPr>
          <p:cNvPr id="7" name="Rectangle 6">
            <a:extLst>
              <a:ext uri="{FF2B5EF4-FFF2-40B4-BE49-F238E27FC236}">
                <a16:creationId xmlns:a16="http://schemas.microsoft.com/office/drawing/2014/main" id="{AB410ADA-FF66-4D74-8AD5-DAB3A6E8458E}"/>
              </a:ext>
            </a:extLst>
          </p:cNvPr>
          <p:cNvSpPr/>
          <p:nvPr/>
        </p:nvSpPr>
        <p:spPr>
          <a:xfrm>
            <a:off x="2320039" y="2421427"/>
            <a:ext cx="8674100" cy="781050"/>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Poppins Light"/>
              <a:ea typeface="+mn-ea"/>
              <a:cs typeface="+mn-cs"/>
            </a:endParaRPr>
          </a:p>
        </p:txBody>
      </p:sp>
      <p:sp>
        <p:nvSpPr>
          <p:cNvPr id="8" name="Rectangle : coins arrondis 7">
            <a:extLst>
              <a:ext uri="{FF2B5EF4-FFF2-40B4-BE49-F238E27FC236}">
                <a16:creationId xmlns:a16="http://schemas.microsoft.com/office/drawing/2014/main" id="{68C234BF-6D18-4A2C-BDBF-2C88EB60DF51}"/>
              </a:ext>
            </a:extLst>
          </p:cNvPr>
          <p:cNvSpPr/>
          <p:nvPr/>
        </p:nvSpPr>
        <p:spPr>
          <a:xfrm>
            <a:off x="2878839" y="2561127"/>
            <a:ext cx="755650" cy="53975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Producteur</a:t>
            </a:r>
          </a:p>
        </p:txBody>
      </p:sp>
      <p:sp>
        <p:nvSpPr>
          <p:cNvPr id="9" name="Rectangle : coins arrondis 8">
            <a:extLst>
              <a:ext uri="{FF2B5EF4-FFF2-40B4-BE49-F238E27FC236}">
                <a16:creationId xmlns:a16="http://schemas.microsoft.com/office/drawing/2014/main" id="{67A03369-E600-4288-8E85-FCCE83D2FF71}"/>
              </a:ext>
            </a:extLst>
          </p:cNvPr>
          <p:cNvSpPr/>
          <p:nvPr/>
        </p:nvSpPr>
        <p:spPr>
          <a:xfrm>
            <a:off x="3634489" y="2561127"/>
            <a:ext cx="1111250" cy="539750"/>
          </a:xfrm>
          <a:prstGeom prst="roundRect">
            <a:avLst/>
          </a:prstGeom>
          <a:solidFill>
            <a:schemeClr val="bg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Façade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a:ln>
                  <a:noFill/>
                </a:ln>
                <a:solidFill>
                  <a:prstClr val="white"/>
                </a:solidFill>
                <a:effectLst/>
                <a:uLnTx/>
                <a:uFillTx/>
                <a:latin typeface="Poppins Light"/>
                <a:ea typeface="+mn-ea"/>
                <a:cs typeface="+mn-cs"/>
              </a:rPr>
              <a:t>Transformation format échange</a:t>
            </a:r>
          </a:p>
        </p:txBody>
      </p:sp>
      <p:sp>
        <p:nvSpPr>
          <p:cNvPr id="10" name="Rectangle : coins arrondis 9">
            <a:extLst>
              <a:ext uri="{FF2B5EF4-FFF2-40B4-BE49-F238E27FC236}">
                <a16:creationId xmlns:a16="http://schemas.microsoft.com/office/drawing/2014/main" id="{B26B9D7E-BB6C-4BD0-B823-669E2FFB2FEC}"/>
              </a:ext>
            </a:extLst>
          </p:cNvPr>
          <p:cNvSpPr/>
          <p:nvPr/>
        </p:nvSpPr>
        <p:spPr>
          <a:xfrm>
            <a:off x="5402964" y="2561127"/>
            <a:ext cx="1785235" cy="539750"/>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Solution d’intermédiation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(API GW, Bus de message…)</a:t>
            </a:r>
          </a:p>
        </p:txBody>
      </p:sp>
      <p:sp>
        <p:nvSpPr>
          <p:cNvPr id="11" name="Rectangle : coins arrondis 10">
            <a:extLst>
              <a:ext uri="{FF2B5EF4-FFF2-40B4-BE49-F238E27FC236}">
                <a16:creationId xmlns:a16="http://schemas.microsoft.com/office/drawing/2014/main" id="{D331C14A-AE1C-40F3-ADF8-352992A5BCC6}"/>
              </a:ext>
            </a:extLst>
          </p:cNvPr>
          <p:cNvSpPr/>
          <p:nvPr/>
        </p:nvSpPr>
        <p:spPr>
          <a:xfrm>
            <a:off x="9313160" y="2561127"/>
            <a:ext cx="1113539" cy="539750"/>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lumMod val="10000"/>
                  </a:prstClr>
                </a:solidFill>
                <a:effectLst/>
                <a:uLnTx/>
                <a:uFillTx/>
                <a:latin typeface="Poppins Light"/>
                <a:ea typeface="+mn-ea"/>
                <a:cs typeface="+mn-cs"/>
              </a:rPr>
              <a:t>Consommateur</a:t>
            </a:r>
          </a:p>
        </p:txBody>
      </p:sp>
      <p:cxnSp>
        <p:nvCxnSpPr>
          <p:cNvPr id="13" name="Connecteur droit avec flèche 12">
            <a:extLst>
              <a:ext uri="{FF2B5EF4-FFF2-40B4-BE49-F238E27FC236}">
                <a16:creationId xmlns:a16="http://schemas.microsoft.com/office/drawing/2014/main" id="{A16475F5-432A-48A6-8FE3-B61FC3C74EFD}"/>
              </a:ext>
            </a:extLst>
          </p:cNvPr>
          <p:cNvCxnSpPr>
            <a:cxnSpLocks/>
            <a:stCxn id="9" idx="3"/>
            <a:endCxn id="10" idx="1"/>
          </p:cNvCxnSpPr>
          <p:nvPr/>
        </p:nvCxnSpPr>
        <p:spPr>
          <a:xfrm>
            <a:off x="4745739" y="2831002"/>
            <a:ext cx="657225"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4C01B5FB-801A-46C5-BD36-97B3C24ACBAC}"/>
              </a:ext>
            </a:extLst>
          </p:cNvPr>
          <p:cNvCxnSpPr>
            <a:cxnSpLocks/>
            <a:stCxn id="10" idx="3"/>
            <a:endCxn id="11" idx="1"/>
          </p:cNvCxnSpPr>
          <p:nvPr/>
        </p:nvCxnSpPr>
        <p:spPr>
          <a:xfrm>
            <a:off x="7188199" y="2831002"/>
            <a:ext cx="2124961"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2" name="Graphique 21" descr="Engrenages avec un remplissage uni">
            <a:extLst>
              <a:ext uri="{FF2B5EF4-FFF2-40B4-BE49-F238E27FC236}">
                <a16:creationId xmlns:a16="http://schemas.microsoft.com/office/drawing/2014/main" id="{275135DD-EC15-4153-A008-9BBD4F547C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6214020">
            <a:off x="4471007" y="2421427"/>
            <a:ext cx="376332" cy="376332"/>
          </a:xfrm>
          <a:prstGeom prst="rect">
            <a:avLst/>
          </a:prstGeom>
        </p:spPr>
      </p:pic>
      <p:sp>
        <p:nvSpPr>
          <p:cNvPr id="23" name="Rectangle 22">
            <a:extLst>
              <a:ext uri="{FF2B5EF4-FFF2-40B4-BE49-F238E27FC236}">
                <a16:creationId xmlns:a16="http://schemas.microsoft.com/office/drawing/2014/main" id="{DFF7A701-ADD1-4151-AAE9-2EF4118CFB18}"/>
              </a:ext>
            </a:extLst>
          </p:cNvPr>
          <p:cNvSpPr/>
          <p:nvPr/>
        </p:nvSpPr>
        <p:spPr>
          <a:xfrm>
            <a:off x="529339" y="3398600"/>
            <a:ext cx="1689100" cy="781050"/>
          </a:xfrm>
          <a:prstGeom prst="rect">
            <a:avLst/>
          </a:prstGeom>
          <a:solidFill>
            <a:schemeClr val="bg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white"/>
                </a:solidFill>
                <a:effectLst/>
                <a:uLnTx/>
                <a:uFillTx/>
                <a:latin typeface="Poppins Light"/>
                <a:ea typeface="+mn-ea"/>
                <a:cs typeface="+mn-cs"/>
              </a:rPr>
              <a:t>Façade Consommateur</a:t>
            </a:r>
          </a:p>
        </p:txBody>
      </p:sp>
      <p:sp>
        <p:nvSpPr>
          <p:cNvPr id="24" name="Rectangle 23">
            <a:extLst>
              <a:ext uri="{FF2B5EF4-FFF2-40B4-BE49-F238E27FC236}">
                <a16:creationId xmlns:a16="http://schemas.microsoft.com/office/drawing/2014/main" id="{16D9017E-37FA-4FD6-96C3-6D03F1362F2E}"/>
              </a:ext>
            </a:extLst>
          </p:cNvPr>
          <p:cNvSpPr/>
          <p:nvPr/>
        </p:nvSpPr>
        <p:spPr>
          <a:xfrm>
            <a:off x="2320039" y="3398600"/>
            <a:ext cx="8674100" cy="781050"/>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Poppins Light"/>
              <a:ea typeface="+mn-ea"/>
              <a:cs typeface="+mn-cs"/>
            </a:endParaRPr>
          </a:p>
        </p:txBody>
      </p:sp>
      <p:sp>
        <p:nvSpPr>
          <p:cNvPr id="25" name="Rectangle : coins arrondis 24">
            <a:extLst>
              <a:ext uri="{FF2B5EF4-FFF2-40B4-BE49-F238E27FC236}">
                <a16:creationId xmlns:a16="http://schemas.microsoft.com/office/drawing/2014/main" id="{1E9A400D-DC3F-4F35-81BD-8F7000E4A19B}"/>
              </a:ext>
            </a:extLst>
          </p:cNvPr>
          <p:cNvSpPr/>
          <p:nvPr/>
        </p:nvSpPr>
        <p:spPr>
          <a:xfrm>
            <a:off x="2878839" y="3538300"/>
            <a:ext cx="755650" cy="53975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Producteur</a:t>
            </a:r>
          </a:p>
        </p:txBody>
      </p:sp>
      <p:sp>
        <p:nvSpPr>
          <p:cNvPr id="27" name="Rectangle : coins arrondis 26">
            <a:extLst>
              <a:ext uri="{FF2B5EF4-FFF2-40B4-BE49-F238E27FC236}">
                <a16:creationId xmlns:a16="http://schemas.microsoft.com/office/drawing/2014/main" id="{0130D2C5-6207-4AE5-9370-930811D83778}"/>
              </a:ext>
            </a:extLst>
          </p:cNvPr>
          <p:cNvSpPr/>
          <p:nvPr/>
        </p:nvSpPr>
        <p:spPr>
          <a:xfrm>
            <a:off x="5402964" y="3538300"/>
            <a:ext cx="1785235" cy="539750"/>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Solution d’intermédiation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(API GW, Bus de message…)</a:t>
            </a:r>
          </a:p>
        </p:txBody>
      </p:sp>
      <p:sp>
        <p:nvSpPr>
          <p:cNvPr id="28" name="Rectangle : coins arrondis 27">
            <a:extLst>
              <a:ext uri="{FF2B5EF4-FFF2-40B4-BE49-F238E27FC236}">
                <a16:creationId xmlns:a16="http://schemas.microsoft.com/office/drawing/2014/main" id="{FB67BE1A-BBB7-4756-B5E6-3F3E0821DE87}"/>
              </a:ext>
            </a:extLst>
          </p:cNvPr>
          <p:cNvSpPr/>
          <p:nvPr/>
        </p:nvSpPr>
        <p:spPr>
          <a:xfrm>
            <a:off x="9313160" y="3538300"/>
            <a:ext cx="1113539" cy="539750"/>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lumMod val="10000"/>
                  </a:prstClr>
                </a:solidFill>
                <a:effectLst/>
                <a:uLnTx/>
                <a:uFillTx/>
                <a:latin typeface="Poppins Light"/>
                <a:ea typeface="+mn-ea"/>
                <a:cs typeface="+mn-cs"/>
              </a:rPr>
              <a:t>Consommateur</a:t>
            </a:r>
          </a:p>
        </p:txBody>
      </p:sp>
      <p:cxnSp>
        <p:nvCxnSpPr>
          <p:cNvPr id="29" name="Connecteur droit avec flèche 28">
            <a:extLst>
              <a:ext uri="{FF2B5EF4-FFF2-40B4-BE49-F238E27FC236}">
                <a16:creationId xmlns:a16="http://schemas.microsoft.com/office/drawing/2014/main" id="{6D49CC7D-CB91-4042-93E3-0F194A567116}"/>
              </a:ext>
            </a:extLst>
          </p:cNvPr>
          <p:cNvCxnSpPr>
            <a:cxnSpLocks/>
            <a:stCxn id="25" idx="3"/>
            <a:endCxn id="27" idx="1"/>
          </p:cNvCxnSpPr>
          <p:nvPr/>
        </p:nvCxnSpPr>
        <p:spPr>
          <a:xfrm>
            <a:off x="3634489" y="3808175"/>
            <a:ext cx="1768475"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BF31971E-EE91-499B-B0D8-B185E34E2D2E}"/>
              </a:ext>
            </a:extLst>
          </p:cNvPr>
          <p:cNvCxnSpPr>
            <a:cxnSpLocks/>
            <a:stCxn id="27" idx="3"/>
            <a:endCxn id="35" idx="1"/>
          </p:cNvCxnSpPr>
          <p:nvPr/>
        </p:nvCxnSpPr>
        <p:spPr>
          <a:xfrm>
            <a:off x="7188199" y="3808175"/>
            <a:ext cx="1013712"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Rectangle : coins arrondis 34">
            <a:extLst>
              <a:ext uri="{FF2B5EF4-FFF2-40B4-BE49-F238E27FC236}">
                <a16:creationId xmlns:a16="http://schemas.microsoft.com/office/drawing/2014/main" id="{ED112320-1A58-44A2-AE0F-5CA4462E8AC3}"/>
              </a:ext>
            </a:extLst>
          </p:cNvPr>
          <p:cNvSpPr/>
          <p:nvPr/>
        </p:nvSpPr>
        <p:spPr>
          <a:xfrm>
            <a:off x="8201911" y="3538300"/>
            <a:ext cx="1111250" cy="539750"/>
          </a:xfrm>
          <a:prstGeom prst="roundRect">
            <a:avLst/>
          </a:prstGeom>
          <a:solidFill>
            <a:schemeClr val="bg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Façade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a:ln>
                  <a:noFill/>
                </a:ln>
                <a:solidFill>
                  <a:prstClr val="white"/>
                </a:solidFill>
                <a:effectLst/>
                <a:uLnTx/>
                <a:uFillTx/>
                <a:latin typeface="Poppins Light"/>
                <a:ea typeface="+mn-ea"/>
                <a:cs typeface="+mn-cs"/>
              </a:rPr>
              <a:t>Transformation format échange</a:t>
            </a:r>
          </a:p>
        </p:txBody>
      </p:sp>
      <p:pic>
        <p:nvPicPr>
          <p:cNvPr id="36" name="Graphique 35" descr="Engrenages avec un remplissage uni">
            <a:extLst>
              <a:ext uri="{FF2B5EF4-FFF2-40B4-BE49-F238E27FC236}">
                <a16:creationId xmlns:a16="http://schemas.microsoft.com/office/drawing/2014/main" id="{0F973792-02EE-43D1-A248-9E31BF96F1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6214020">
            <a:off x="9038429" y="3398600"/>
            <a:ext cx="376332" cy="376332"/>
          </a:xfrm>
          <a:prstGeom prst="rect">
            <a:avLst/>
          </a:prstGeom>
        </p:spPr>
      </p:pic>
      <p:sp>
        <p:nvSpPr>
          <p:cNvPr id="38" name="Rectangle 37">
            <a:extLst>
              <a:ext uri="{FF2B5EF4-FFF2-40B4-BE49-F238E27FC236}">
                <a16:creationId xmlns:a16="http://schemas.microsoft.com/office/drawing/2014/main" id="{FE29E587-E7BF-4706-AA5E-C4F52C2F0B91}"/>
              </a:ext>
            </a:extLst>
          </p:cNvPr>
          <p:cNvSpPr/>
          <p:nvPr/>
        </p:nvSpPr>
        <p:spPr>
          <a:xfrm>
            <a:off x="529339" y="4375773"/>
            <a:ext cx="1689100" cy="781050"/>
          </a:xfrm>
          <a:prstGeom prst="rect">
            <a:avLst/>
          </a:prstGeom>
          <a:solidFill>
            <a:schemeClr val="bg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white"/>
                </a:solidFill>
                <a:effectLst/>
                <a:uLnTx/>
                <a:uFillTx/>
                <a:latin typeface="Poppins Light"/>
                <a:ea typeface="+mn-ea"/>
                <a:cs typeface="+mn-cs"/>
              </a:rPr>
              <a:t>Echange natif au format d’entreprise</a:t>
            </a:r>
          </a:p>
        </p:txBody>
      </p:sp>
      <p:sp>
        <p:nvSpPr>
          <p:cNvPr id="39" name="Rectangle 38">
            <a:extLst>
              <a:ext uri="{FF2B5EF4-FFF2-40B4-BE49-F238E27FC236}">
                <a16:creationId xmlns:a16="http://schemas.microsoft.com/office/drawing/2014/main" id="{C3D19F5A-B323-499C-86E3-A12FA47EEFE4}"/>
              </a:ext>
            </a:extLst>
          </p:cNvPr>
          <p:cNvSpPr/>
          <p:nvPr/>
        </p:nvSpPr>
        <p:spPr>
          <a:xfrm>
            <a:off x="2320039" y="4375773"/>
            <a:ext cx="8674100" cy="781050"/>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Poppins Light"/>
              <a:ea typeface="+mn-ea"/>
              <a:cs typeface="+mn-cs"/>
            </a:endParaRPr>
          </a:p>
        </p:txBody>
      </p:sp>
      <p:sp>
        <p:nvSpPr>
          <p:cNvPr id="40" name="Rectangle : coins arrondis 39">
            <a:extLst>
              <a:ext uri="{FF2B5EF4-FFF2-40B4-BE49-F238E27FC236}">
                <a16:creationId xmlns:a16="http://schemas.microsoft.com/office/drawing/2014/main" id="{4F46639A-09BB-4CC6-8AA7-7639EE6FBE9B}"/>
              </a:ext>
            </a:extLst>
          </p:cNvPr>
          <p:cNvSpPr/>
          <p:nvPr/>
        </p:nvSpPr>
        <p:spPr>
          <a:xfrm>
            <a:off x="2878839" y="4515473"/>
            <a:ext cx="755650" cy="53975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Producteur</a:t>
            </a:r>
          </a:p>
        </p:txBody>
      </p:sp>
      <p:sp>
        <p:nvSpPr>
          <p:cNvPr id="41" name="Rectangle : coins arrondis 40">
            <a:extLst>
              <a:ext uri="{FF2B5EF4-FFF2-40B4-BE49-F238E27FC236}">
                <a16:creationId xmlns:a16="http://schemas.microsoft.com/office/drawing/2014/main" id="{AB658C20-481E-48F5-8624-F1251A700F25}"/>
              </a:ext>
            </a:extLst>
          </p:cNvPr>
          <p:cNvSpPr/>
          <p:nvPr/>
        </p:nvSpPr>
        <p:spPr>
          <a:xfrm>
            <a:off x="5402964" y="4515473"/>
            <a:ext cx="1785235" cy="539750"/>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Solution d’intermédiation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(API GW, Bus de message…)</a:t>
            </a:r>
          </a:p>
        </p:txBody>
      </p:sp>
      <p:sp>
        <p:nvSpPr>
          <p:cNvPr id="42" name="Rectangle : coins arrondis 41">
            <a:extLst>
              <a:ext uri="{FF2B5EF4-FFF2-40B4-BE49-F238E27FC236}">
                <a16:creationId xmlns:a16="http://schemas.microsoft.com/office/drawing/2014/main" id="{33A38387-1C72-4CF2-BBD7-726F80956BB6}"/>
              </a:ext>
            </a:extLst>
          </p:cNvPr>
          <p:cNvSpPr/>
          <p:nvPr/>
        </p:nvSpPr>
        <p:spPr>
          <a:xfrm>
            <a:off x="9313160" y="4515473"/>
            <a:ext cx="1113539" cy="539750"/>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lumMod val="10000"/>
                  </a:prstClr>
                </a:solidFill>
                <a:effectLst/>
                <a:uLnTx/>
                <a:uFillTx/>
                <a:latin typeface="Poppins Light"/>
                <a:ea typeface="+mn-ea"/>
                <a:cs typeface="+mn-cs"/>
              </a:rPr>
              <a:t>Consommateur</a:t>
            </a:r>
          </a:p>
        </p:txBody>
      </p:sp>
      <p:cxnSp>
        <p:nvCxnSpPr>
          <p:cNvPr id="43" name="Connecteur droit avec flèche 42">
            <a:extLst>
              <a:ext uri="{FF2B5EF4-FFF2-40B4-BE49-F238E27FC236}">
                <a16:creationId xmlns:a16="http://schemas.microsoft.com/office/drawing/2014/main" id="{5A21C110-212D-4F1B-8643-02924C496690}"/>
              </a:ext>
            </a:extLst>
          </p:cNvPr>
          <p:cNvCxnSpPr>
            <a:cxnSpLocks/>
            <a:stCxn id="40" idx="3"/>
            <a:endCxn id="41" idx="1"/>
          </p:cNvCxnSpPr>
          <p:nvPr/>
        </p:nvCxnSpPr>
        <p:spPr>
          <a:xfrm>
            <a:off x="3634489" y="4785348"/>
            <a:ext cx="1768475"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D117ACA5-1DD8-48EE-BB73-C46F2FC6B458}"/>
              </a:ext>
            </a:extLst>
          </p:cNvPr>
          <p:cNvCxnSpPr>
            <a:cxnSpLocks/>
            <a:stCxn id="41" idx="3"/>
            <a:endCxn id="42" idx="1"/>
          </p:cNvCxnSpPr>
          <p:nvPr/>
        </p:nvCxnSpPr>
        <p:spPr>
          <a:xfrm>
            <a:off x="7188199" y="4785348"/>
            <a:ext cx="2124961"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956490F0-0D78-4325-99DE-FCC47F7E0B89}"/>
              </a:ext>
            </a:extLst>
          </p:cNvPr>
          <p:cNvSpPr/>
          <p:nvPr/>
        </p:nvSpPr>
        <p:spPr>
          <a:xfrm>
            <a:off x="529339" y="5352946"/>
            <a:ext cx="1689100" cy="781050"/>
          </a:xfrm>
          <a:prstGeom prst="rect">
            <a:avLst/>
          </a:prstGeom>
          <a:solidFill>
            <a:schemeClr val="bg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white"/>
                </a:solidFill>
                <a:effectLst/>
                <a:uLnTx/>
                <a:uFillTx/>
                <a:latin typeface="Poppins Light"/>
                <a:ea typeface="+mn-ea"/>
                <a:cs typeface="+mn-cs"/>
              </a:rPr>
              <a:t>Echange via des connecteurs sur étagère</a:t>
            </a:r>
          </a:p>
        </p:txBody>
      </p:sp>
      <p:sp>
        <p:nvSpPr>
          <p:cNvPr id="49" name="Rectangle 48">
            <a:extLst>
              <a:ext uri="{FF2B5EF4-FFF2-40B4-BE49-F238E27FC236}">
                <a16:creationId xmlns:a16="http://schemas.microsoft.com/office/drawing/2014/main" id="{BE174805-A9A9-4094-A397-CBF2882135FD}"/>
              </a:ext>
            </a:extLst>
          </p:cNvPr>
          <p:cNvSpPr/>
          <p:nvPr/>
        </p:nvSpPr>
        <p:spPr>
          <a:xfrm>
            <a:off x="2320039" y="5361478"/>
            <a:ext cx="8674100" cy="781050"/>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Poppins Light"/>
              <a:ea typeface="+mn-ea"/>
              <a:cs typeface="+mn-cs"/>
            </a:endParaRPr>
          </a:p>
        </p:txBody>
      </p:sp>
      <p:sp>
        <p:nvSpPr>
          <p:cNvPr id="50" name="Rectangle : coins arrondis 49">
            <a:extLst>
              <a:ext uri="{FF2B5EF4-FFF2-40B4-BE49-F238E27FC236}">
                <a16:creationId xmlns:a16="http://schemas.microsoft.com/office/drawing/2014/main" id="{922F8A26-D9EC-449C-AF2C-4A2787473FFA}"/>
              </a:ext>
            </a:extLst>
          </p:cNvPr>
          <p:cNvSpPr/>
          <p:nvPr/>
        </p:nvSpPr>
        <p:spPr>
          <a:xfrm>
            <a:off x="2878839" y="5492646"/>
            <a:ext cx="755650" cy="53975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Producteur</a:t>
            </a:r>
          </a:p>
        </p:txBody>
      </p:sp>
      <p:sp>
        <p:nvSpPr>
          <p:cNvPr id="52" name="Rectangle : coins arrondis 51">
            <a:extLst>
              <a:ext uri="{FF2B5EF4-FFF2-40B4-BE49-F238E27FC236}">
                <a16:creationId xmlns:a16="http://schemas.microsoft.com/office/drawing/2014/main" id="{B455C5BA-EDDD-47B9-AA8D-E86877A2A498}"/>
              </a:ext>
            </a:extLst>
          </p:cNvPr>
          <p:cNvSpPr/>
          <p:nvPr/>
        </p:nvSpPr>
        <p:spPr>
          <a:xfrm>
            <a:off x="5295904" y="5492646"/>
            <a:ext cx="1113539" cy="539750"/>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lumMod val="10000"/>
                  </a:prstClr>
                </a:solidFill>
                <a:effectLst/>
                <a:uLnTx/>
                <a:uFillTx/>
                <a:latin typeface="Poppins Light"/>
                <a:ea typeface="+mn-ea"/>
                <a:cs typeface="+mn-cs"/>
              </a:rPr>
              <a:t>Consommateur</a:t>
            </a:r>
          </a:p>
        </p:txBody>
      </p:sp>
      <p:cxnSp>
        <p:nvCxnSpPr>
          <p:cNvPr id="53" name="Connecteur droit avec flèche 52">
            <a:extLst>
              <a:ext uri="{FF2B5EF4-FFF2-40B4-BE49-F238E27FC236}">
                <a16:creationId xmlns:a16="http://schemas.microsoft.com/office/drawing/2014/main" id="{3EAD3667-7B70-4412-918C-108111A2BF6B}"/>
              </a:ext>
            </a:extLst>
          </p:cNvPr>
          <p:cNvCxnSpPr>
            <a:cxnSpLocks/>
            <a:stCxn id="50" idx="3"/>
            <a:endCxn id="56" idx="1"/>
          </p:cNvCxnSpPr>
          <p:nvPr/>
        </p:nvCxnSpPr>
        <p:spPr>
          <a:xfrm flipV="1">
            <a:off x="3634489" y="5758515"/>
            <a:ext cx="550166" cy="4006"/>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 name="Rectangle : coins arrondis 55">
            <a:extLst>
              <a:ext uri="{FF2B5EF4-FFF2-40B4-BE49-F238E27FC236}">
                <a16:creationId xmlns:a16="http://schemas.microsoft.com/office/drawing/2014/main" id="{A9302E13-C42C-47AF-BCFE-534CAAC3806D}"/>
              </a:ext>
            </a:extLst>
          </p:cNvPr>
          <p:cNvSpPr/>
          <p:nvPr/>
        </p:nvSpPr>
        <p:spPr>
          <a:xfrm>
            <a:off x="4184655" y="5488640"/>
            <a:ext cx="1111250" cy="539750"/>
          </a:xfrm>
          <a:prstGeom prst="roundRect">
            <a:avLst/>
          </a:prstGeom>
          <a:solidFill>
            <a:schemeClr val="bg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Connecteur Producteur</a:t>
            </a:r>
            <a:endParaRPr kumimoji="0" lang="fr-FR" sz="1000" b="0" i="1" u="none" strike="noStrike" kern="1200" cap="none" spc="0" normalizeH="0" baseline="0" noProof="0">
              <a:ln>
                <a:noFill/>
              </a:ln>
              <a:solidFill>
                <a:prstClr val="white"/>
              </a:solidFill>
              <a:effectLst/>
              <a:uLnTx/>
              <a:uFillTx/>
              <a:latin typeface="Poppins Light"/>
              <a:ea typeface="+mn-ea"/>
              <a:cs typeface="+mn-cs"/>
            </a:endParaRPr>
          </a:p>
        </p:txBody>
      </p:sp>
      <p:pic>
        <p:nvPicPr>
          <p:cNvPr id="63" name="Graphique 62" descr="Connecté avec un remplissage uni">
            <a:extLst>
              <a:ext uri="{FF2B5EF4-FFF2-40B4-BE49-F238E27FC236}">
                <a16:creationId xmlns:a16="http://schemas.microsoft.com/office/drawing/2014/main" id="{6A38EFBC-4A49-4BFE-BE0F-B6BDFA6FCF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97455" y="5374502"/>
            <a:ext cx="400050" cy="400050"/>
          </a:xfrm>
          <a:prstGeom prst="rect">
            <a:avLst/>
          </a:prstGeom>
        </p:spPr>
      </p:pic>
      <p:cxnSp>
        <p:nvCxnSpPr>
          <p:cNvPr id="65" name="Connecteur droit 64">
            <a:extLst>
              <a:ext uri="{FF2B5EF4-FFF2-40B4-BE49-F238E27FC236}">
                <a16:creationId xmlns:a16="http://schemas.microsoft.com/office/drawing/2014/main" id="{AD0B0058-53CA-4A53-8133-3CB48A71F41B}"/>
              </a:ext>
            </a:extLst>
          </p:cNvPr>
          <p:cNvCxnSpPr/>
          <p:nvPr/>
        </p:nvCxnSpPr>
        <p:spPr>
          <a:xfrm>
            <a:off x="6515100" y="5473596"/>
            <a:ext cx="0" cy="53975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Rectangle : coins arrondis 65">
            <a:extLst>
              <a:ext uri="{FF2B5EF4-FFF2-40B4-BE49-F238E27FC236}">
                <a16:creationId xmlns:a16="http://schemas.microsoft.com/office/drawing/2014/main" id="{80B3A2E7-7C53-492E-82EA-193FA6D57AED}"/>
              </a:ext>
            </a:extLst>
          </p:cNvPr>
          <p:cNvSpPr/>
          <p:nvPr/>
        </p:nvSpPr>
        <p:spPr>
          <a:xfrm>
            <a:off x="6896095" y="5492646"/>
            <a:ext cx="755650" cy="53975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Producteur</a:t>
            </a:r>
          </a:p>
        </p:txBody>
      </p:sp>
      <p:sp>
        <p:nvSpPr>
          <p:cNvPr id="67" name="Rectangle : coins arrondis 66">
            <a:extLst>
              <a:ext uri="{FF2B5EF4-FFF2-40B4-BE49-F238E27FC236}">
                <a16:creationId xmlns:a16="http://schemas.microsoft.com/office/drawing/2014/main" id="{F1B2E17A-E6E2-4890-B613-E9FA631A5E22}"/>
              </a:ext>
            </a:extLst>
          </p:cNvPr>
          <p:cNvSpPr/>
          <p:nvPr/>
        </p:nvSpPr>
        <p:spPr>
          <a:xfrm>
            <a:off x="9313160" y="5492646"/>
            <a:ext cx="1113539" cy="539750"/>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lumMod val="10000"/>
                  </a:prstClr>
                </a:solidFill>
                <a:effectLst/>
                <a:uLnTx/>
                <a:uFillTx/>
                <a:latin typeface="Poppins Light"/>
                <a:ea typeface="+mn-ea"/>
                <a:cs typeface="+mn-cs"/>
              </a:rPr>
              <a:t>Consommateur</a:t>
            </a:r>
          </a:p>
        </p:txBody>
      </p:sp>
      <p:sp>
        <p:nvSpPr>
          <p:cNvPr id="69" name="Rectangle : coins arrondis 68">
            <a:extLst>
              <a:ext uri="{FF2B5EF4-FFF2-40B4-BE49-F238E27FC236}">
                <a16:creationId xmlns:a16="http://schemas.microsoft.com/office/drawing/2014/main" id="{0898D283-D70C-474D-8CF3-BA9D7B91F3D4}"/>
              </a:ext>
            </a:extLst>
          </p:cNvPr>
          <p:cNvSpPr/>
          <p:nvPr/>
        </p:nvSpPr>
        <p:spPr>
          <a:xfrm>
            <a:off x="7651745" y="5488640"/>
            <a:ext cx="1111250" cy="539750"/>
          </a:xfrm>
          <a:prstGeom prst="roundRect">
            <a:avLst/>
          </a:prstGeom>
          <a:solidFill>
            <a:schemeClr val="bg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white"/>
                </a:solidFill>
                <a:effectLst/>
                <a:uLnTx/>
                <a:uFillTx/>
                <a:latin typeface="Poppins Light"/>
                <a:ea typeface="+mn-ea"/>
                <a:cs typeface="+mn-cs"/>
              </a:rPr>
              <a:t>Connecteur Consommateur</a:t>
            </a:r>
            <a:endParaRPr kumimoji="0" lang="fr-FR" sz="1000" b="0" i="1" u="none" strike="noStrike" kern="1200" cap="none" spc="0" normalizeH="0" baseline="0" noProof="0">
              <a:ln>
                <a:noFill/>
              </a:ln>
              <a:solidFill>
                <a:prstClr val="white"/>
              </a:solidFill>
              <a:effectLst/>
              <a:uLnTx/>
              <a:uFillTx/>
              <a:latin typeface="Poppins Light"/>
              <a:ea typeface="+mn-ea"/>
              <a:cs typeface="+mn-cs"/>
            </a:endParaRPr>
          </a:p>
        </p:txBody>
      </p:sp>
      <p:pic>
        <p:nvPicPr>
          <p:cNvPr id="70" name="Graphique 69" descr="Connecté avec un remplissage uni">
            <a:extLst>
              <a:ext uri="{FF2B5EF4-FFF2-40B4-BE49-F238E27FC236}">
                <a16:creationId xmlns:a16="http://schemas.microsoft.com/office/drawing/2014/main" id="{2F00518E-4505-4358-A8CD-FDDA0688C1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64545" y="5374502"/>
            <a:ext cx="400050" cy="400050"/>
          </a:xfrm>
          <a:prstGeom prst="rect">
            <a:avLst/>
          </a:prstGeom>
        </p:spPr>
      </p:pic>
      <p:cxnSp>
        <p:nvCxnSpPr>
          <p:cNvPr id="71" name="Connecteur droit avec flèche 70">
            <a:extLst>
              <a:ext uri="{FF2B5EF4-FFF2-40B4-BE49-F238E27FC236}">
                <a16:creationId xmlns:a16="http://schemas.microsoft.com/office/drawing/2014/main" id="{E9E80EA6-F0B2-4395-91B0-686C03C5BDD9}"/>
              </a:ext>
            </a:extLst>
          </p:cNvPr>
          <p:cNvCxnSpPr>
            <a:cxnSpLocks/>
            <a:stCxn id="69" idx="3"/>
            <a:endCxn id="67" idx="1"/>
          </p:cNvCxnSpPr>
          <p:nvPr/>
        </p:nvCxnSpPr>
        <p:spPr>
          <a:xfrm>
            <a:off x="8762995" y="5758515"/>
            <a:ext cx="550165" cy="4006"/>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4" name="ZoneTexte 73">
            <a:extLst>
              <a:ext uri="{FF2B5EF4-FFF2-40B4-BE49-F238E27FC236}">
                <a16:creationId xmlns:a16="http://schemas.microsoft.com/office/drawing/2014/main" id="{78A0E1D8-C934-413E-B58B-8DB7AB82E61A}"/>
              </a:ext>
            </a:extLst>
          </p:cNvPr>
          <p:cNvSpPr txBox="1"/>
          <p:nvPr/>
        </p:nvSpPr>
        <p:spPr>
          <a:xfrm>
            <a:off x="528198" y="1373762"/>
            <a:ext cx="105260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1E2124"/>
                </a:solidFill>
                <a:effectLst/>
                <a:uLnTx/>
                <a:uFillTx/>
                <a:latin typeface="Poppins Light"/>
                <a:ea typeface="+mn-ea"/>
                <a:cs typeface="+mn-cs"/>
              </a:rPr>
              <a:t>Afin d’optimiser les développements nécessaires pour intégrer plusieurs systèmes, il convient de définir des règles sur les formats d’échanges, sur les modes d’intégration et de choisir le meilleur pattern en fonction de la situation (intégration via façade, via connecteur, …)</a:t>
            </a:r>
          </a:p>
        </p:txBody>
      </p:sp>
    </p:spTree>
    <p:extLst>
      <p:ext uri="{BB962C8B-B14F-4D97-AF65-F5344CB8AC3E}">
        <p14:creationId xmlns:p14="http://schemas.microsoft.com/office/powerpoint/2010/main" val="2889950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Espace réservé du pied de page 1"/>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E2124"/>
                </a:solidFill>
                <a:effectLst/>
                <a:uLnTx/>
                <a:uFillTx/>
                <a:latin typeface="Poppins Light" panose="00000400000000000000" pitchFamily="2" charset="0"/>
                <a:ea typeface="+mn-ea"/>
                <a:cs typeface="Poppins Light" panose="00000400000000000000" pitchFamily="2" charset="0"/>
              </a:rPr>
              <a:t>Exchanges</a:t>
            </a:r>
          </a:p>
        </p:txBody>
      </p:sp>
      <p:sp>
        <p:nvSpPr>
          <p:cNvPr id="3" name="Espace réservé du texte 2">
            <a:extLst>
              <a:ext uri="{FF2B5EF4-FFF2-40B4-BE49-F238E27FC236}">
                <a16:creationId xmlns:a16="http://schemas.microsoft.com/office/drawing/2014/main" id="{A512A4BE-289E-4FD0-96C6-2A5239EC3B91}"/>
              </a:ext>
            </a:extLst>
          </p:cNvPr>
          <p:cNvSpPr>
            <a:spLocks noGrp="1"/>
          </p:cNvSpPr>
          <p:nvPr>
            <p:ph type="body" sz="quarter" idx="35"/>
          </p:nvPr>
        </p:nvSpPr>
        <p:spPr/>
        <p:txBody>
          <a:bodyPr/>
          <a:lstStyle/>
          <a:p>
            <a:r>
              <a:rPr lang="en-US"/>
              <a:t>Mediation solution introduction</a:t>
            </a:r>
          </a:p>
        </p:txBody>
      </p:sp>
      <p:sp>
        <p:nvSpPr>
          <p:cNvPr id="4" name="Espace réservé du texte 3">
            <a:extLst>
              <a:ext uri="{FF2B5EF4-FFF2-40B4-BE49-F238E27FC236}">
                <a16:creationId xmlns:a16="http://schemas.microsoft.com/office/drawing/2014/main" id="{70398FC6-30A0-4277-93D3-2E7DD44FA393}"/>
              </a:ext>
            </a:extLst>
          </p:cNvPr>
          <p:cNvSpPr>
            <a:spLocks noGrp="1"/>
          </p:cNvSpPr>
          <p:nvPr>
            <p:ph type="body" sz="quarter" idx="10"/>
          </p:nvPr>
        </p:nvSpPr>
        <p:spPr/>
        <p:txBody>
          <a:bodyPr>
            <a:normAutofit fontScale="92500" lnSpcReduction="20000"/>
          </a:bodyPr>
          <a:lstStyle/>
          <a:p>
            <a:r>
              <a:rPr lang="en-US"/>
              <a:t>How to manage integration</a:t>
            </a:r>
          </a:p>
        </p:txBody>
      </p:sp>
      <p:sp>
        <p:nvSpPr>
          <p:cNvPr id="131" name="Rectangle : coins arrondis 13">
            <a:extLst>
              <a:ext uri="{FF2B5EF4-FFF2-40B4-BE49-F238E27FC236}">
                <a16:creationId xmlns:a16="http://schemas.microsoft.com/office/drawing/2014/main" id="{F38EE388-5C78-4B55-96F3-3C713F300BF4}"/>
              </a:ext>
            </a:extLst>
          </p:cNvPr>
          <p:cNvSpPr/>
          <p:nvPr/>
        </p:nvSpPr>
        <p:spPr>
          <a:xfrm>
            <a:off x="3183766" y="1834300"/>
            <a:ext cx="1936361"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Poppins Light"/>
                <a:ea typeface="+mn-ea"/>
                <a:cs typeface="+mn-cs"/>
              </a:rPr>
              <a:t>Application 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Poppins Light"/>
                <a:ea typeface="+mn-ea"/>
                <a:cs typeface="+mn-cs"/>
              </a:rPr>
              <a:t>Master of the data</a:t>
            </a:r>
          </a:p>
        </p:txBody>
      </p:sp>
      <p:sp>
        <p:nvSpPr>
          <p:cNvPr id="132" name="Rectangle : coins arrondis 13">
            <a:extLst>
              <a:ext uri="{FF2B5EF4-FFF2-40B4-BE49-F238E27FC236}">
                <a16:creationId xmlns:a16="http://schemas.microsoft.com/office/drawing/2014/main" id="{B177A6FC-82CA-4B93-BF35-629E2D4EE8B1}"/>
              </a:ext>
            </a:extLst>
          </p:cNvPr>
          <p:cNvSpPr/>
          <p:nvPr/>
        </p:nvSpPr>
        <p:spPr>
          <a:xfrm>
            <a:off x="9329827" y="1834300"/>
            <a:ext cx="1866906"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Poppins Light"/>
                <a:ea typeface="+mn-ea"/>
                <a:cs typeface="+mn-cs"/>
              </a:rPr>
              <a:t>Application B</a:t>
            </a:r>
          </a:p>
        </p:txBody>
      </p:sp>
      <p:cxnSp>
        <p:nvCxnSpPr>
          <p:cNvPr id="5" name="Connecteur droit avec flèche 4">
            <a:extLst>
              <a:ext uri="{FF2B5EF4-FFF2-40B4-BE49-F238E27FC236}">
                <a16:creationId xmlns:a16="http://schemas.microsoft.com/office/drawing/2014/main" id="{59938F7D-BF3B-4306-9589-5394B7FC9BFC}"/>
              </a:ext>
            </a:extLst>
          </p:cNvPr>
          <p:cNvCxnSpPr>
            <a:cxnSpLocks/>
            <a:stCxn id="131" idx="3"/>
            <a:endCxn id="132" idx="1"/>
          </p:cNvCxnSpPr>
          <p:nvPr/>
        </p:nvCxnSpPr>
        <p:spPr>
          <a:xfrm>
            <a:off x="5120127" y="2455664"/>
            <a:ext cx="42097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90046962-79FC-421F-8628-17D6EF27F25B}"/>
              </a:ext>
            </a:extLst>
          </p:cNvPr>
          <p:cNvSpPr txBox="1"/>
          <p:nvPr/>
        </p:nvSpPr>
        <p:spPr>
          <a:xfrm>
            <a:off x="6336278" y="1917996"/>
            <a:ext cx="1440420" cy="63998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E2124"/>
                </a:solidFill>
                <a:effectLst/>
                <a:uLnTx/>
                <a:uFillTx/>
                <a:latin typeface="Poppins Light"/>
                <a:ea typeface="+mn-ea"/>
                <a:cs typeface="+mn-cs"/>
              </a:rPr>
              <a:t>SAME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E2124"/>
                </a:solidFill>
                <a:effectLst/>
                <a:uLnTx/>
                <a:uFillTx/>
                <a:latin typeface="Poppins Light"/>
                <a:ea typeface="+mn-ea"/>
                <a:cs typeface="+mn-cs"/>
              </a:rPr>
              <a:t>LANGUAGE</a:t>
            </a:r>
          </a:p>
        </p:txBody>
      </p:sp>
      <p:sp>
        <p:nvSpPr>
          <p:cNvPr id="147" name="Rectangle : coins arrondis 13">
            <a:extLst>
              <a:ext uri="{FF2B5EF4-FFF2-40B4-BE49-F238E27FC236}">
                <a16:creationId xmlns:a16="http://schemas.microsoft.com/office/drawing/2014/main" id="{B8BB6FB6-AA84-49B8-9FB6-9FBED0395BB2}"/>
              </a:ext>
            </a:extLst>
          </p:cNvPr>
          <p:cNvSpPr/>
          <p:nvPr/>
        </p:nvSpPr>
        <p:spPr>
          <a:xfrm>
            <a:off x="3183766" y="3483977"/>
            <a:ext cx="1936361"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Poppins Light"/>
                <a:ea typeface="+mn-ea"/>
                <a:cs typeface="+mn-cs"/>
              </a:rPr>
              <a:t>Application A</a:t>
            </a:r>
          </a:p>
        </p:txBody>
      </p:sp>
      <p:sp>
        <p:nvSpPr>
          <p:cNvPr id="148" name="Rectangle : coins arrondis 13">
            <a:extLst>
              <a:ext uri="{FF2B5EF4-FFF2-40B4-BE49-F238E27FC236}">
                <a16:creationId xmlns:a16="http://schemas.microsoft.com/office/drawing/2014/main" id="{152F5A82-E23A-4D5B-AA69-E47A48E658A7}"/>
              </a:ext>
            </a:extLst>
          </p:cNvPr>
          <p:cNvSpPr/>
          <p:nvPr/>
        </p:nvSpPr>
        <p:spPr>
          <a:xfrm>
            <a:off x="9329827" y="3483977"/>
            <a:ext cx="1866906"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Poppins Light"/>
                <a:ea typeface="+mn-ea"/>
                <a:cs typeface="+mn-cs"/>
              </a:rPr>
              <a:t>Application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Poppins Light"/>
                <a:ea typeface="+mn-ea"/>
                <a:cs typeface="+mn-cs"/>
              </a:rPr>
              <a:t>Master of the data</a:t>
            </a:r>
          </a:p>
        </p:txBody>
      </p:sp>
      <p:cxnSp>
        <p:nvCxnSpPr>
          <p:cNvPr id="149" name="Connecteur droit avec flèche 148">
            <a:extLst>
              <a:ext uri="{FF2B5EF4-FFF2-40B4-BE49-F238E27FC236}">
                <a16:creationId xmlns:a16="http://schemas.microsoft.com/office/drawing/2014/main" id="{92B5CD7B-3FCE-4C5F-A942-0BEBA7899869}"/>
              </a:ext>
            </a:extLst>
          </p:cNvPr>
          <p:cNvCxnSpPr>
            <a:cxnSpLocks/>
            <a:stCxn id="147" idx="3"/>
            <a:endCxn id="148" idx="1"/>
          </p:cNvCxnSpPr>
          <p:nvPr/>
        </p:nvCxnSpPr>
        <p:spPr>
          <a:xfrm>
            <a:off x="5120127" y="4105342"/>
            <a:ext cx="42097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1" name="ZoneTexte 150">
            <a:extLst>
              <a:ext uri="{FF2B5EF4-FFF2-40B4-BE49-F238E27FC236}">
                <a16:creationId xmlns:a16="http://schemas.microsoft.com/office/drawing/2014/main" id="{58F7BD9F-1BC3-4CCE-BB3C-9B31620E4305}"/>
              </a:ext>
            </a:extLst>
          </p:cNvPr>
          <p:cNvSpPr txBox="1"/>
          <p:nvPr/>
        </p:nvSpPr>
        <p:spPr>
          <a:xfrm>
            <a:off x="5120127" y="3605443"/>
            <a:ext cx="1440420" cy="63998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E2124"/>
                </a:solidFill>
                <a:effectLst/>
                <a:uLnTx/>
                <a:uFillTx/>
                <a:latin typeface="Poppins Light"/>
                <a:ea typeface="+mn-ea"/>
                <a:cs typeface="+mn-cs"/>
              </a:rPr>
              <a:t>DIFFERENT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E2124"/>
                </a:solidFill>
                <a:effectLst/>
                <a:uLnTx/>
                <a:uFillTx/>
                <a:latin typeface="Poppins Light"/>
                <a:ea typeface="+mn-ea"/>
                <a:cs typeface="+mn-cs"/>
              </a:rPr>
              <a:t>LANGUAGE</a:t>
            </a:r>
          </a:p>
        </p:txBody>
      </p:sp>
      <p:sp>
        <p:nvSpPr>
          <p:cNvPr id="155" name="ZoneTexte 154">
            <a:extLst>
              <a:ext uri="{FF2B5EF4-FFF2-40B4-BE49-F238E27FC236}">
                <a16:creationId xmlns:a16="http://schemas.microsoft.com/office/drawing/2014/main" id="{0A0DD689-6F07-486D-9113-0504C79ABB48}"/>
              </a:ext>
            </a:extLst>
          </p:cNvPr>
          <p:cNvSpPr txBox="1"/>
          <p:nvPr/>
        </p:nvSpPr>
        <p:spPr>
          <a:xfrm>
            <a:off x="7889407" y="3613195"/>
            <a:ext cx="1440420" cy="63998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E2124"/>
                </a:solidFill>
                <a:effectLst/>
                <a:uLnTx/>
                <a:uFillTx/>
                <a:latin typeface="Poppins Light"/>
                <a:ea typeface="+mn-ea"/>
                <a:cs typeface="+mn-cs"/>
              </a:rPr>
              <a:t>SAME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E2124"/>
                </a:solidFill>
                <a:effectLst/>
                <a:uLnTx/>
                <a:uFillTx/>
                <a:latin typeface="Poppins Light"/>
                <a:ea typeface="+mn-ea"/>
                <a:cs typeface="+mn-cs"/>
              </a:rPr>
              <a:t>LANGUAGE</a:t>
            </a:r>
          </a:p>
        </p:txBody>
      </p:sp>
      <p:sp>
        <p:nvSpPr>
          <p:cNvPr id="156" name="Rectangle : coins arrondis 13">
            <a:extLst>
              <a:ext uri="{FF2B5EF4-FFF2-40B4-BE49-F238E27FC236}">
                <a16:creationId xmlns:a16="http://schemas.microsoft.com/office/drawing/2014/main" id="{D2A00668-98C7-49C5-9101-ADAB612D28C1}"/>
              </a:ext>
            </a:extLst>
          </p:cNvPr>
          <p:cNvSpPr/>
          <p:nvPr/>
        </p:nvSpPr>
        <p:spPr>
          <a:xfrm>
            <a:off x="3183766" y="5169047"/>
            <a:ext cx="1936361"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Poppins Light"/>
                <a:ea typeface="+mn-ea"/>
                <a:cs typeface="+mn-cs"/>
              </a:rPr>
              <a:t>Application 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Poppins Light"/>
                <a:ea typeface="+mn-ea"/>
                <a:cs typeface="+mn-cs"/>
              </a:rPr>
              <a:t>Master of the data</a:t>
            </a:r>
          </a:p>
        </p:txBody>
      </p:sp>
      <p:sp>
        <p:nvSpPr>
          <p:cNvPr id="157" name="Rectangle : coins arrondis 13">
            <a:extLst>
              <a:ext uri="{FF2B5EF4-FFF2-40B4-BE49-F238E27FC236}">
                <a16:creationId xmlns:a16="http://schemas.microsoft.com/office/drawing/2014/main" id="{CB7E1CA1-5657-488B-BC52-30728D2CD357}"/>
              </a:ext>
            </a:extLst>
          </p:cNvPr>
          <p:cNvSpPr/>
          <p:nvPr/>
        </p:nvSpPr>
        <p:spPr>
          <a:xfrm>
            <a:off x="9329827" y="5169047"/>
            <a:ext cx="1866906"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Poppins Light"/>
                <a:ea typeface="+mn-ea"/>
                <a:cs typeface="+mn-cs"/>
              </a:rPr>
              <a:t>Application B</a:t>
            </a:r>
          </a:p>
        </p:txBody>
      </p:sp>
      <p:cxnSp>
        <p:nvCxnSpPr>
          <p:cNvPr id="158" name="Connecteur droit avec flèche 157">
            <a:extLst>
              <a:ext uri="{FF2B5EF4-FFF2-40B4-BE49-F238E27FC236}">
                <a16:creationId xmlns:a16="http://schemas.microsoft.com/office/drawing/2014/main" id="{2A01D39B-F4EC-405A-9394-84ABE31EEF01}"/>
              </a:ext>
            </a:extLst>
          </p:cNvPr>
          <p:cNvCxnSpPr>
            <a:cxnSpLocks/>
            <a:stCxn id="156" idx="3"/>
            <a:endCxn id="157" idx="1"/>
          </p:cNvCxnSpPr>
          <p:nvPr/>
        </p:nvCxnSpPr>
        <p:spPr>
          <a:xfrm>
            <a:off x="5120127" y="5790412"/>
            <a:ext cx="42097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1" name="ZoneTexte 160">
            <a:extLst>
              <a:ext uri="{FF2B5EF4-FFF2-40B4-BE49-F238E27FC236}">
                <a16:creationId xmlns:a16="http://schemas.microsoft.com/office/drawing/2014/main" id="{F2B3CFC8-826E-46F6-8723-E00EEB7FA321}"/>
              </a:ext>
            </a:extLst>
          </p:cNvPr>
          <p:cNvSpPr txBox="1"/>
          <p:nvPr/>
        </p:nvSpPr>
        <p:spPr>
          <a:xfrm>
            <a:off x="5064346" y="5279708"/>
            <a:ext cx="1440420" cy="63998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E2124"/>
                </a:solidFill>
                <a:effectLst/>
                <a:uLnTx/>
                <a:uFillTx/>
                <a:latin typeface="Poppins Light"/>
                <a:ea typeface="+mn-ea"/>
                <a:cs typeface="+mn-cs"/>
              </a:rPr>
              <a:t>SAME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E2124"/>
                </a:solidFill>
                <a:effectLst/>
                <a:uLnTx/>
                <a:uFillTx/>
                <a:latin typeface="Poppins Light"/>
                <a:ea typeface="+mn-ea"/>
                <a:cs typeface="+mn-cs"/>
              </a:rPr>
              <a:t>LANGUAGE</a:t>
            </a:r>
          </a:p>
        </p:txBody>
      </p:sp>
      <p:sp>
        <p:nvSpPr>
          <p:cNvPr id="162" name="ZoneTexte 161">
            <a:extLst>
              <a:ext uri="{FF2B5EF4-FFF2-40B4-BE49-F238E27FC236}">
                <a16:creationId xmlns:a16="http://schemas.microsoft.com/office/drawing/2014/main" id="{697123B2-34EF-4E4A-A947-2028975984D7}"/>
              </a:ext>
            </a:extLst>
          </p:cNvPr>
          <p:cNvSpPr txBox="1"/>
          <p:nvPr/>
        </p:nvSpPr>
        <p:spPr>
          <a:xfrm>
            <a:off x="7877958" y="5296436"/>
            <a:ext cx="1440420" cy="63998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E2124"/>
                </a:solidFill>
                <a:effectLst/>
                <a:uLnTx/>
                <a:uFillTx/>
                <a:latin typeface="Poppins Light"/>
                <a:ea typeface="+mn-ea"/>
                <a:cs typeface="+mn-cs"/>
              </a:rPr>
              <a:t>DIFFERENT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E2124"/>
                </a:solidFill>
                <a:effectLst/>
                <a:uLnTx/>
                <a:uFillTx/>
                <a:latin typeface="Poppins Light"/>
                <a:ea typeface="+mn-ea"/>
                <a:cs typeface="+mn-cs"/>
              </a:rPr>
              <a:t>LANGUAGE</a:t>
            </a:r>
          </a:p>
        </p:txBody>
      </p:sp>
      <p:sp>
        <p:nvSpPr>
          <p:cNvPr id="22" name="Forme libre : forme 21">
            <a:extLst>
              <a:ext uri="{FF2B5EF4-FFF2-40B4-BE49-F238E27FC236}">
                <a16:creationId xmlns:a16="http://schemas.microsoft.com/office/drawing/2014/main" id="{DE7D9CA0-A51E-4769-B1C4-937701706CF9}"/>
              </a:ext>
            </a:extLst>
          </p:cNvPr>
          <p:cNvSpPr/>
          <p:nvPr/>
        </p:nvSpPr>
        <p:spPr>
          <a:xfrm>
            <a:off x="11414448" y="2035786"/>
            <a:ext cx="839756" cy="839755"/>
          </a:xfrm>
          <a:custGeom>
            <a:avLst/>
            <a:gdLst>
              <a:gd name="connsiteX0" fmla="*/ 0 w 839756"/>
              <a:gd name="connsiteY0" fmla="*/ 0 h 839755"/>
              <a:gd name="connsiteX1" fmla="*/ 839756 w 839756"/>
              <a:gd name="connsiteY1" fmla="*/ 0 h 839755"/>
              <a:gd name="connsiteX2" fmla="*/ 839756 w 839756"/>
              <a:gd name="connsiteY2" fmla="*/ 839755 h 839755"/>
              <a:gd name="connsiteX3" fmla="*/ 0 w 839756"/>
              <a:gd name="connsiteY3" fmla="*/ 839755 h 839755"/>
            </a:gdLst>
            <a:ahLst/>
            <a:cxnLst>
              <a:cxn ang="0">
                <a:pos x="connsiteX0" y="connsiteY0"/>
              </a:cxn>
              <a:cxn ang="0">
                <a:pos x="connsiteX1" y="connsiteY1"/>
              </a:cxn>
              <a:cxn ang="0">
                <a:pos x="connsiteX2" y="connsiteY2"/>
              </a:cxn>
              <a:cxn ang="0">
                <a:pos x="connsiteX3" y="connsiteY3"/>
              </a:cxn>
            </a:cxnLst>
            <a:rect l="l" t="t" r="r" b="b"/>
            <a:pathLst>
              <a:path w="839756" h="839755">
                <a:moveTo>
                  <a:pt x="0" y="0"/>
                </a:moveTo>
                <a:lnTo>
                  <a:pt x="839756" y="0"/>
                </a:lnTo>
                <a:lnTo>
                  <a:pt x="839756" y="839755"/>
                </a:lnTo>
                <a:lnTo>
                  <a:pt x="0" y="839755"/>
                </a:lnTo>
                <a:close/>
              </a:path>
            </a:pathLst>
          </a:custGeom>
          <a:noFill/>
          <a:ln w="1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1E2124"/>
              </a:solidFill>
              <a:effectLst/>
              <a:uLnTx/>
              <a:uFillTx/>
              <a:latin typeface="Poppins Light"/>
              <a:ea typeface="+mn-ea"/>
              <a:cs typeface="+mn-cs"/>
            </a:endParaRPr>
          </a:p>
        </p:txBody>
      </p:sp>
      <p:sp>
        <p:nvSpPr>
          <p:cNvPr id="203" name="Forme libre : forme 202">
            <a:extLst>
              <a:ext uri="{FF2B5EF4-FFF2-40B4-BE49-F238E27FC236}">
                <a16:creationId xmlns:a16="http://schemas.microsoft.com/office/drawing/2014/main" id="{898890CD-D55C-4700-B902-0C4D289E5AB9}"/>
              </a:ext>
            </a:extLst>
          </p:cNvPr>
          <p:cNvSpPr/>
          <p:nvPr/>
        </p:nvSpPr>
        <p:spPr>
          <a:xfrm>
            <a:off x="11501756" y="2214466"/>
            <a:ext cx="547175" cy="540556"/>
          </a:xfrm>
          <a:custGeom>
            <a:avLst/>
            <a:gdLst>
              <a:gd name="connsiteX0" fmla="*/ 232308 w 639814"/>
              <a:gd name="connsiteY0" fmla="*/ 379639 h 639813"/>
              <a:gd name="connsiteX1" fmla="*/ 480860 w 639814"/>
              <a:gd name="connsiteY1" fmla="*/ 131087 h 639813"/>
              <a:gd name="connsiteX2" fmla="*/ 495981 w 639814"/>
              <a:gd name="connsiteY2" fmla="*/ 131087 h 639813"/>
              <a:gd name="connsiteX3" fmla="*/ 495981 w 639814"/>
              <a:gd name="connsiteY3" fmla="*/ 131087 h 639813"/>
              <a:gd name="connsiteX4" fmla="*/ 538594 w 639814"/>
              <a:gd name="connsiteY4" fmla="*/ 173699 h 639813"/>
              <a:gd name="connsiteX5" fmla="*/ 538594 w 639814"/>
              <a:gd name="connsiteY5" fmla="*/ 188820 h 639813"/>
              <a:gd name="connsiteX6" fmla="*/ 538594 w 639814"/>
              <a:gd name="connsiteY6" fmla="*/ 188820 h 639813"/>
              <a:gd name="connsiteX7" fmla="*/ 240055 w 639814"/>
              <a:gd name="connsiteY7" fmla="*/ 487358 h 639813"/>
              <a:gd name="connsiteX8" fmla="*/ 224935 w 639814"/>
              <a:gd name="connsiteY8" fmla="*/ 487358 h 639813"/>
              <a:gd name="connsiteX9" fmla="*/ 224935 w 639814"/>
              <a:gd name="connsiteY9" fmla="*/ 487358 h 639813"/>
              <a:gd name="connsiteX10" fmla="*/ 88474 w 639814"/>
              <a:gd name="connsiteY10" fmla="*/ 350898 h 639813"/>
              <a:gd name="connsiteX11" fmla="*/ 88474 w 639814"/>
              <a:gd name="connsiteY11" fmla="*/ 335777 h 639813"/>
              <a:gd name="connsiteX12" fmla="*/ 89099 w 639814"/>
              <a:gd name="connsiteY12" fmla="*/ 335277 h 639813"/>
              <a:gd name="connsiteX13" fmla="*/ 130837 w 639814"/>
              <a:gd name="connsiteY13" fmla="*/ 293290 h 639813"/>
              <a:gd name="connsiteX14" fmla="*/ 130837 w 639814"/>
              <a:gd name="connsiteY14" fmla="*/ 293290 h 639813"/>
              <a:gd name="connsiteX15" fmla="*/ 145958 w 639814"/>
              <a:gd name="connsiteY15" fmla="*/ 293290 h 639813"/>
              <a:gd name="connsiteX16" fmla="*/ 146083 w 639814"/>
              <a:gd name="connsiteY16" fmla="*/ 293414 h 639813"/>
              <a:gd name="connsiteX17" fmla="*/ 232432 w 639814"/>
              <a:gd name="connsiteY17" fmla="*/ 379764 h 639813"/>
              <a:gd name="connsiteX18" fmla="*/ 639814 w 639814"/>
              <a:gd name="connsiteY18" fmla="*/ 319907 h 639813"/>
              <a:gd name="connsiteX19" fmla="*/ 546091 w 639814"/>
              <a:gd name="connsiteY19" fmla="*/ 93723 h 639813"/>
              <a:gd name="connsiteX20" fmla="*/ 319907 w 639814"/>
              <a:gd name="connsiteY20" fmla="*/ 0 h 639813"/>
              <a:gd name="connsiteX21" fmla="*/ 93723 w 639814"/>
              <a:gd name="connsiteY21" fmla="*/ 93723 h 639813"/>
              <a:gd name="connsiteX22" fmla="*/ 0 w 639814"/>
              <a:gd name="connsiteY22" fmla="*/ 319907 h 639813"/>
              <a:gd name="connsiteX23" fmla="*/ 93723 w 639814"/>
              <a:gd name="connsiteY23" fmla="*/ 546091 h 639813"/>
              <a:gd name="connsiteX24" fmla="*/ 319907 w 639814"/>
              <a:gd name="connsiteY24" fmla="*/ 639814 h 639813"/>
              <a:gd name="connsiteX25" fmla="*/ 546091 w 639814"/>
              <a:gd name="connsiteY25" fmla="*/ 546091 h 639813"/>
              <a:gd name="connsiteX26" fmla="*/ 639814 w 639814"/>
              <a:gd name="connsiteY26" fmla="*/ 319907 h 6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9814" h="639813">
                <a:moveTo>
                  <a:pt x="232308" y="379639"/>
                </a:moveTo>
                <a:lnTo>
                  <a:pt x="480860" y="131087"/>
                </a:lnTo>
                <a:cubicBezTo>
                  <a:pt x="484984" y="126963"/>
                  <a:pt x="491732" y="126963"/>
                  <a:pt x="495981" y="131087"/>
                </a:cubicBezTo>
                <a:lnTo>
                  <a:pt x="495981" y="131087"/>
                </a:lnTo>
                <a:lnTo>
                  <a:pt x="538594" y="173699"/>
                </a:lnTo>
                <a:cubicBezTo>
                  <a:pt x="542717" y="177823"/>
                  <a:pt x="542717" y="184571"/>
                  <a:pt x="538594" y="188820"/>
                </a:cubicBezTo>
                <a:lnTo>
                  <a:pt x="538594" y="188820"/>
                </a:lnTo>
                <a:lnTo>
                  <a:pt x="240055" y="487358"/>
                </a:lnTo>
                <a:cubicBezTo>
                  <a:pt x="235931" y="491482"/>
                  <a:pt x="229183" y="491482"/>
                  <a:pt x="224935" y="487358"/>
                </a:cubicBezTo>
                <a:lnTo>
                  <a:pt x="224935" y="487358"/>
                </a:lnTo>
                <a:lnTo>
                  <a:pt x="88474" y="350898"/>
                </a:lnTo>
                <a:cubicBezTo>
                  <a:pt x="84350" y="346774"/>
                  <a:pt x="84350" y="340026"/>
                  <a:pt x="88474" y="335777"/>
                </a:cubicBezTo>
                <a:cubicBezTo>
                  <a:pt x="88599" y="335652"/>
                  <a:pt x="88849" y="335402"/>
                  <a:pt x="89099" y="335277"/>
                </a:cubicBezTo>
                <a:lnTo>
                  <a:pt x="130837" y="293290"/>
                </a:lnTo>
                <a:lnTo>
                  <a:pt x="130837" y="293290"/>
                </a:lnTo>
                <a:cubicBezTo>
                  <a:pt x="134961" y="289166"/>
                  <a:pt x="141709" y="289041"/>
                  <a:pt x="145958" y="293290"/>
                </a:cubicBezTo>
                <a:lnTo>
                  <a:pt x="146083" y="293414"/>
                </a:lnTo>
                <a:lnTo>
                  <a:pt x="232432" y="379764"/>
                </a:lnTo>
                <a:close/>
                <a:moveTo>
                  <a:pt x="639814" y="319907"/>
                </a:moveTo>
                <a:cubicBezTo>
                  <a:pt x="639814" y="231558"/>
                  <a:pt x="603950" y="151581"/>
                  <a:pt x="546091" y="93723"/>
                </a:cubicBezTo>
                <a:cubicBezTo>
                  <a:pt x="488233" y="35865"/>
                  <a:pt x="408256" y="0"/>
                  <a:pt x="319907" y="0"/>
                </a:cubicBezTo>
                <a:cubicBezTo>
                  <a:pt x="231558" y="0"/>
                  <a:pt x="151581" y="35865"/>
                  <a:pt x="93723" y="93723"/>
                </a:cubicBezTo>
                <a:cubicBezTo>
                  <a:pt x="35865" y="151581"/>
                  <a:pt x="0" y="231558"/>
                  <a:pt x="0" y="319907"/>
                </a:cubicBezTo>
                <a:cubicBezTo>
                  <a:pt x="0" y="408256"/>
                  <a:pt x="35865" y="488233"/>
                  <a:pt x="93723" y="546091"/>
                </a:cubicBezTo>
                <a:cubicBezTo>
                  <a:pt x="151581" y="603949"/>
                  <a:pt x="231558" y="639814"/>
                  <a:pt x="319907" y="639814"/>
                </a:cubicBezTo>
                <a:cubicBezTo>
                  <a:pt x="408256" y="639814"/>
                  <a:pt x="488233" y="603949"/>
                  <a:pt x="546091" y="546091"/>
                </a:cubicBezTo>
                <a:cubicBezTo>
                  <a:pt x="603950" y="488233"/>
                  <a:pt x="639814" y="408256"/>
                  <a:pt x="639814" y="319907"/>
                </a:cubicBezTo>
                <a:close/>
              </a:path>
            </a:pathLst>
          </a:custGeom>
          <a:solidFill>
            <a:schemeClr val="accent5"/>
          </a:solidFill>
          <a:ln w="1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1E2124"/>
              </a:solidFill>
              <a:effectLst/>
              <a:uLnTx/>
              <a:uFillTx/>
              <a:latin typeface="Poppins Light"/>
              <a:ea typeface="+mn-ea"/>
              <a:cs typeface="+mn-cs"/>
            </a:endParaRPr>
          </a:p>
        </p:txBody>
      </p:sp>
      <p:sp>
        <p:nvSpPr>
          <p:cNvPr id="23" name="Rectangle 22">
            <a:extLst>
              <a:ext uri="{FF2B5EF4-FFF2-40B4-BE49-F238E27FC236}">
                <a16:creationId xmlns:a16="http://schemas.microsoft.com/office/drawing/2014/main" id="{EB604325-66AB-4201-BDD5-8DCA3C0966AC}"/>
              </a:ext>
            </a:extLst>
          </p:cNvPr>
          <p:cNvSpPr/>
          <p:nvPr/>
        </p:nvSpPr>
        <p:spPr>
          <a:xfrm>
            <a:off x="2936033" y="3214245"/>
            <a:ext cx="9175101"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Poppins Light"/>
              <a:ea typeface="+mn-ea"/>
              <a:cs typeface="+mn-cs"/>
            </a:endParaRPr>
          </a:p>
        </p:txBody>
      </p:sp>
      <p:sp>
        <p:nvSpPr>
          <p:cNvPr id="204" name="Rectangle 203">
            <a:extLst>
              <a:ext uri="{FF2B5EF4-FFF2-40B4-BE49-F238E27FC236}">
                <a16:creationId xmlns:a16="http://schemas.microsoft.com/office/drawing/2014/main" id="{CF0D2863-95AA-46DC-A58A-B4AB7BCFC3B7}"/>
              </a:ext>
            </a:extLst>
          </p:cNvPr>
          <p:cNvSpPr/>
          <p:nvPr/>
        </p:nvSpPr>
        <p:spPr>
          <a:xfrm>
            <a:off x="2936032" y="4885043"/>
            <a:ext cx="9175101"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Poppins Light"/>
              <a:ea typeface="+mn-ea"/>
              <a:cs typeface="+mn-cs"/>
            </a:endParaRPr>
          </a:p>
        </p:txBody>
      </p:sp>
      <p:sp>
        <p:nvSpPr>
          <p:cNvPr id="205" name="Rectangle : coins arrondis 13">
            <a:extLst>
              <a:ext uri="{FF2B5EF4-FFF2-40B4-BE49-F238E27FC236}">
                <a16:creationId xmlns:a16="http://schemas.microsoft.com/office/drawing/2014/main" id="{6D5BC709-CFA9-4D05-A403-843A28C88BE4}"/>
              </a:ext>
            </a:extLst>
          </p:cNvPr>
          <p:cNvSpPr/>
          <p:nvPr/>
        </p:nvSpPr>
        <p:spPr>
          <a:xfrm>
            <a:off x="4907902" y="3521251"/>
            <a:ext cx="2021633" cy="1187077"/>
          </a:xfrm>
          <a:prstGeom prst="roundRect">
            <a:avLst>
              <a:gd name="adj" fmla="val 0"/>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Poppins Light"/>
              <a:ea typeface="+mn-ea"/>
              <a:cs typeface="+mn-cs"/>
            </a:endParaRPr>
          </a:p>
        </p:txBody>
      </p:sp>
      <p:sp>
        <p:nvSpPr>
          <p:cNvPr id="209" name="Rectangle : coins arrondis 13">
            <a:extLst>
              <a:ext uri="{FF2B5EF4-FFF2-40B4-BE49-F238E27FC236}">
                <a16:creationId xmlns:a16="http://schemas.microsoft.com/office/drawing/2014/main" id="{E46722D6-32AE-4CEF-B4F6-C8A4F1E0FA16}"/>
              </a:ext>
            </a:extLst>
          </p:cNvPr>
          <p:cNvSpPr/>
          <p:nvPr/>
        </p:nvSpPr>
        <p:spPr>
          <a:xfrm>
            <a:off x="7714557" y="5207448"/>
            <a:ext cx="1670771" cy="1187077"/>
          </a:xfrm>
          <a:prstGeom prst="roundRect">
            <a:avLst>
              <a:gd name="adj" fmla="val 0"/>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Poppins Light"/>
              <a:ea typeface="+mn-ea"/>
              <a:cs typeface="+mn-cs"/>
            </a:endParaRPr>
          </a:p>
        </p:txBody>
      </p:sp>
      <p:sp>
        <p:nvSpPr>
          <p:cNvPr id="152" name="Rectangle : coins arrondis 13">
            <a:extLst>
              <a:ext uri="{FF2B5EF4-FFF2-40B4-BE49-F238E27FC236}">
                <a16:creationId xmlns:a16="http://schemas.microsoft.com/office/drawing/2014/main" id="{428DFB2E-BCEF-4BB1-9F3C-485CC09B83F3}"/>
              </a:ext>
            </a:extLst>
          </p:cNvPr>
          <p:cNvSpPr/>
          <p:nvPr/>
        </p:nvSpPr>
        <p:spPr>
          <a:xfrm>
            <a:off x="6493318" y="3483978"/>
            <a:ext cx="1396089" cy="1273780"/>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Poppins Light"/>
                <a:ea typeface="+mn-ea"/>
                <a:cs typeface="+mn-cs"/>
              </a:rPr>
              <a:t>APP A Interface</a:t>
            </a:r>
          </a:p>
        </p:txBody>
      </p:sp>
      <p:sp>
        <p:nvSpPr>
          <p:cNvPr id="160" name="Rectangle : coins arrondis 13">
            <a:extLst>
              <a:ext uri="{FF2B5EF4-FFF2-40B4-BE49-F238E27FC236}">
                <a16:creationId xmlns:a16="http://schemas.microsoft.com/office/drawing/2014/main" id="{40A72945-411C-4E29-A5CD-C8C4E6CE2683}"/>
              </a:ext>
            </a:extLst>
          </p:cNvPr>
          <p:cNvSpPr/>
          <p:nvPr/>
        </p:nvSpPr>
        <p:spPr>
          <a:xfrm>
            <a:off x="6493318" y="5169048"/>
            <a:ext cx="1396089" cy="1273780"/>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Poppins Light"/>
                <a:ea typeface="+mn-ea"/>
                <a:cs typeface="+mn-cs"/>
              </a:rPr>
              <a:t>APP B Interface</a:t>
            </a:r>
          </a:p>
        </p:txBody>
      </p:sp>
      <p:sp>
        <p:nvSpPr>
          <p:cNvPr id="210" name="Rectangle : coins arrondis 209">
            <a:extLst>
              <a:ext uri="{FF2B5EF4-FFF2-40B4-BE49-F238E27FC236}">
                <a16:creationId xmlns:a16="http://schemas.microsoft.com/office/drawing/2014/main" id="{02E40A53-235F-4078-8FF0-30128619B85E}"/>
              </a:ext>
            </a:extLst>
          </p:cNvPr>
          <p:cNvSpPr/>
          <p:nvPr/>
        </p:nvSpPr>
        <p:spPr>
          <a:xfrm>
            <a:off x="337932" y="1704392"/>
            <a:ext cx="2392827" cy="4738436"/>
          </a:xfrm>
          <a:prstGeom prst="roundRect">
            <a:avLst>
              <a:gd name="adj" fmla="val 0"/>
            </a:avLst>
          </a:prstGeom>
          <a:solidFill>
            <a:schemeClr val="accent5"/>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marL="0" marR="0" lvl="0" indent="26670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Poppins Light"/>
                <a:ea typeface="+mn-ea"/>
                <a:cs typeface="Arial" panose="020B0604020202020204" pitchFamily="34" charset="0"/>
              </a:rPr>
              <a:t>USE THE INTERFACE &amp; ADAPTER PATTERNS</a:t>
            </a:r>
          </a:p>
          <a:p>
            <a:pPr marL="0" marR="0" lvl="0" indent="266700" algn="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white"/>
              </a:solidFill>
              <a:effectLst/>
              <a:uLnTx/>
              <a:uFillTx/>
              <a:latin typeface="Poppins Light"/>
              <a:ea typeface="+mn-ea"/>
              <a:cs typeface="Arial" panose="020B0604020202020204" pitchFamily="34" charset="0"/>
            </a:endParaRPr>
          </a:p>
          <a:p>
            <a:pPr marL="0" marR="0" lvl="0" indent="26670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Poppins Light"/>
                <a:ea typeface="+mn-ea"/>
                <a:cs typeface="Arial" panose="020B0604020202020204" pitchFamily="34" charset="0"/>
              </a:rPr>
              <a:t>ALSO CALLED “ANTICORUPTION LAYER” IN DOMAIN DRIVEN DESIGN</a:t>
            </a:r>
          </a:p>
        </p:txBody>
      </p:sp>
      <p:sp>
        <p:nvSpPr>
          <p:cNvPr id="2" name="ZoneTexte 1">
            <a:extLst>
              <a:ext uri="{FF2B5EF4-FFF2-40B4-BE49-F238E27FC236}">
                <a16:creationId xmlns:a16="http://schemas.microsoft.com/office/drawing/2014/main" id="{BC2E9881-B3B9-42C1-B377-4DD48386F6AD}"/>
              </a:ext>
            </a:extLst>
          </p:cNvPr>
          <p:cNvSpPr txBox="1"/>
          <p:nvPr/>
        </p:nvSpPr>
        <p:spPr>
          <a:xfrm>
            <a:off x="6170426" y="2519769"/>
            <a:ext cx="180289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A5E5"/>
                </a:solidFill>
                <a:effectLst/>
                <a:uLnTx/>
                <a:uFillTx/>
                <a:latin typeface="Poppins Light"/>
                <a:ea typeface="+mn-ea"/>
                <a:cs typeface="+mn-cs"/>
              </a:rPr>
              <a:t>Language of the domain master of the data</a:t>
            </a:r>
          </a:p>
        </p:txBody>
      </p:sp>
      <p:sp>
        <p:nvSpPr>
          <p:cNvPr id="29" name="ZoneTexte 28">
            <a:extLst>
              <a:ext uri="{FF2B5EF4-FFF2-40B4-BE49-F238E27FC236}">
                <a16:creationId xmlns:a16="http://schemas.microsoft.com/office/drawing/2014/main" id="{BF4A31FA-69DA-4A0D-B7D1-71AE0BE8F8E2}"/>
              </a:ext>
            </a:extLst>
          </p:cNvPr>
          <p:cNvSpPr txBox="1"/>
          <p:nvPr/>
        </p:nvSpPr>
        <p:spPr>
          <a:xfrm>
            <a:off x="7889049" y="4150152"/>
            <a:ext cx="13960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A5E5"/>
                </a:solidFill>
                <a:effectLst/>
                <a:uLnTx/>
                <a:uFillTx/>
                <a:latin typeface="Poppins Light"/>
                <a:ea typeface="+mn-ea"/>
                <a:cs typeface="+mn-cs"/>
              </a:rPr>
              <a:t>Language of the domain master of the data</a:t>
            </a:r>
          </a:p>
        </p:txBody>
      </p:sp>
      <p:sp>
        <p:nvSpPr>
          <p:cNvPr id="30" name="ZoneTexte 29">
            <a:extLst>
              <a:ext uri="{FF2B5EF4-FFF2-40B4-BE49-F238E27FC236}">
                <a16:creationId xmlns:a16="http://schemas.microsoft.com/office/drawing/2014/main" id="{B15B86D9-130E-4D3A-B71B-78B2C1FC1F27}"/>
              </a:ext>
            </a:extLst>
          </p:cNvPr>
          <p:cNvSpPr txBox="1"/>
          <p:nvPr/>
        </p:nvSpPr>
        <p:spPr>
          <a:xfrm>
            <a:off x="5222900" y="4087792"/>
            <a:ext cx="123487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A5E5"/>
                </a:solidFill>
                <a:effectLst/>
                <a:uLnTx/>
                <a:uFillTx/>
                <a:latin typeface="Poppins Light"/>
                <a:ea typeface="+mn-ea"/>
                <a:cs typeface="+mn-cs"/>
              </a:rPr>
              <a:t>Language specific to app A</a:t>
            </a:r>
          </a:p>
        </p:txBody>
      </p:sp>
      <p:sp>
        <p:nvSpPr>
          <p:cNvPr id="31" name="ZoneTexte 30">
            <a:extLst>
              <a:ext uri="{FF2B5EF4-FFF2-40B4-BE49-F238E27FC236}">
                <a16:creationId xmlns:a16="http://schemas.microsoft.com/office/drawing/2014/main" id="{4B7DC989-F0C7-4ADC-92CA-775A1A8DAB49}"/>
              </a:ext>
            </a:extLst>
          </p:cNvPr>
          <p:cNvSpPr txBox="1"/>
          <p:nvPr/>
        </p:nvSpPr>
        <p:spPr>
          <a:xfrm>
            <a:off x="7992180" y="5765445"/>
            <a:ext cx="123487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A5E5"/>
                </a:solidFill>
                <a:effectLst/>
                <a:uLnTx/>
                <a:uFillTx/>
                <a:latin typeface="Poppins Light"/>
                <a:ea typeface="+mn-ea"/>
                <a:cs typeface="+mn-cs"/>
              </a:rPr>
              <a:t>Language specific to app B</a:t>
            </a:r>
          </a:p>
        </p:txBody>
      </p:sp>
      <p:sp>
        <p:nvSpPr>
          <p:cNvPr id="32" name="ZoneTexte 31">
            <a:extLst>
              <a:ext uri="{FF2B5EF4-FFF2-40B4-BE49-F238E27FC236}">
                <a16:creationId xmlns:a16="http://schemas.microsoft.com/office/drawing/2014/main" id="{CF83BA66-0232-4498-9DA2-2D200633B65B}"/>
              </a:ext>
            </a:extLst>
          </p:cNvPr>
          <p:cNvSpPr txBox="1"/>
          <p:nvPr/>
        </p:nvSpPr>
        <p:spPr>
          <a:xfrm>
            <a:off x="5097229" y="5787680"/>
            <a:ext cx="13960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A5E5"/>
                </a:solidFill>
                <a:effectLst/>
                <a:uLnTx/>
                <a:uFillTx/>
                <a:latin typeface="Poppins Light"/>
                <a:ea typeface="+mn-ea"/>
                <a:cs typeface="+mn-cs"/>
              </a:rPr>
              <a:t>Language of the domain master of the data</a:t>
            </a:r>
          </a:p>
        </p:txBody>
      </p:sp>
      <p:sp>
        <p:nvSpPr>
          <p:cNvPr id="33" name="Forme libre : forme 32">
            <a:extLst>
              <a:ext uri="{FF2B5EF4-FFF2-40B4-BE49-F238E27FC236}">
                <a16:creationId xmlns:a16="http://schemas.microsoft.com/office/drawing/2014/main" id="{4312FB4C-0AC8-42C5-8120-1A8F176042C8}"/>
              </a:ext>
            </a:extLst>
          </p:cNvPr>
          <p:cNvSpPr/>
          <p:nvPr/>
        </p:nvSpPr>
        <p:spPr>
          <a:xfrm>
            <a:off x="11501756" y="3817514"/>
            <a:ext cx="547175" cy="540556"/>
          </a:xfrm>
          <a:custGeom>
            <a:avLst/>
            <a:gdLst>
              <a:gd name="connsiteX0" fmla="*/ 232308 w 639814"/>
              <a:gd name="connsiteY0" fmla="*/ 379639 h 639813"/>
              <a:gd name="connsiteX1" fmla="*/ 480860 w 639814"/>
              <a:gd name="connsiteY1" fmla="*/ 131087 h 639813"/>
              <a:gd name="connsiteX2" fmla="*/ 495981 w 639814"/>
              <a:gd name="connsiteY2" fmla="*/ 131087 h 639813"/>
              <a:gd name="connsiteX3" fmla="*/ 495981 w 639814"/>
              <a:gd name="connsiteY3" fmla="*/ 131087 h 639813"/>
              <a:gd name="connsiteX4" fmla="*/ 538594 w 639814"/>
              <a:gd name="connsiteY4" fmla="*/ 173699 h 639813"/>
              <a:gd name="connsiteX5" fmla="*/ 538594 w 639814"/>
              <a:gd name="connsiteY5" fmla="*/ 188820 h 639813"/>
              <a:gd name="connsiteX6" fmla="*/ 538594 w 639814"/>
              <a:gd name="connsiteY6" fmla="*/ 188820 h 639813"/>
              <a:gd name="connsiteX7" fmla="*/ 240055 w 639814"/>
              <a:gd name="connsiteY7" fmla="*/ 487358 h 639813"/>
              <a:gd name="connsiteX8" fmla="*/ 224935 w 639814"/>
              <a:gd name="connsiteY8" fmla="*/ 487358 h 639813"/>
              <a:gd name="connsiteX9" fmla="*/ 224935 w 639814"/>
              <a:gd name="connsiteY9" fmla="*/ 487358 h 639813"/>
              <a:gd name="connsiteX10" fmla="*/ 88474 w 639814"/>
              <a:gd name="connsiteY10" fmla="*/ 350898 h 639813"/>
              <a:gd name="connsiteX11" fmla="*/ 88474 w 639814"/>
              <a:gd name="connsiteY11" fmla="*/ 335777 h 639813"/>
              <a:gd name="connsiteX12" fmla="*/ 89099 w 639814"/>
              <a:gd name="connsiteY12" fmla="*/ 335277 h 639813"/>
              <a:gd name="connsiteX13" fmla="*/ 130837 w 639814"/>
              <a:gd name="connsiteY13" fmla="*/ 293290 h 639813"/>
              <a:gd name="connsiteX14" fmla="*/ 130837 w 639814"/>
              <a:gd name="connsiteY14" fmla="*/ 293290 h 639813"/>
              <a:gd name="connsiteX15" fmla="*/ 145958 w 639814"/>
              <a:gd name="connsiteY15" fmla="*/ 293290 h 639813"/>
              <a:gd name="connsiteX16" fmla="*/ 146083 w 639814"/>
              <a:gd name="connsiteY16" fmla="*/ 293414 h 639813"/>
              <a:gd name="connsiteX17" fmla="*/ 232432 w 639814"/>
              <a:gd name="connsiteY17" fmla="*/ 379764 h 639813"/>
              <a:gd name="connsiteX18" fmla="*/ 639814 w 639814"/>
              <a:gd name="connsiteY18" fmla="*/ 319907 h 639813"/>
              <a:gd name="connsiteX19" fmla="*/ 546091 w 639814"/>
              <a:gd name="connsiteY19" fmla="*/ 93723 h 639813"/>
              <a:gd name="connsiteX20" fmla="*/ 319907 w 639814"/>
              <a:gd name="connsiteY20" fmla="*/ 0 h 639813"/>
              <a:gd name="connsiteX21" fmla="*/ 93723 w 639814"/>
              <a:gd name="connsiteY21" fmla="*/ 93723 h 639813"/>
              <a:gd name="connsiteX22" fmla="*/ 0 w 639814"/>
              <a:gd name="connsiteY22" fmla="*/ 319907 h 639813"/>
              <a:gd name="connsiteX23" fmla="*/ 93723 w 639814"/>
              <a:gd name="connsiteY23" fmla="*/ 546091 h 639813"/>
              <a:gd name="connsiteX24" fmla="*/ 319907 w 639814"/>
              <a:gd name="connsiteY24" fmla="*/ 639814 h 639813"/>
              <a:gd name="connsiteX25" fmla="*/ 546091 w 639814"/>
              <a:gd name="connsiteY25" fmla="*/ 546091 h 639813"/>
              <a:gd name="connsiteX26" fmla="*/ 639814 w 639814"/>
              <a:gd name="connsiteY26" fmla="*/ 319907 h 6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9814" h="639813">
                <a:moveTo>
                  <a:pt x="232308" y="379639"/>
                </a:moveTo>
                <a:lnTo>
                  <a:pt x="480860" y="131087"/>
                </a:lnTo>
                <a:cubicBezTo>
                  <a:pt x="484984" y="126963"/>
                  <a:pt x="491732" y="126963"/>
                  <a:pt x="495981" y="131087"/>
                </a:cubicBezTo>
                <a:lnTo>
                  <a:pt x="495981" y="131087"/>
                </a:lnTo>
                <a:lnTo>
                  <a:pt x="538594" y="173699"/>
                </a:lnTo>
                <a:cubicBezTo>
                  <a:pt x="542717" y="177823"/>
                  <a:pt x="542717" y="184571"/>
                  <a:pt x="538594" y="188820"/>
                </a:cubicBezTo>
                <a:lnTo>
                  <a:pt x="538594" y="188820"/>
                </a:lnTo>
                <a:lnTo>
                  <a:pt x="240055" y="487358"/>
                </a:lnTo>
                <a:cubicBezTo>
                  <a:pt x="235931" y="491482"/>
                  <a:pt x="229183" y="491482"/>
                  <a:pt x="224935" y="487358"/>
                </a:cubicBezTo>
                <a:lnTo>
                  <a:pt x="224935" y="487358"/>
                </a:lnTo>
                <a:lnTo>
                  <a:pt x="88474" y="350898"/>
                </a:lnTo>
                <a:cubicBezTo>
                  <a:pt x="84350" y="346774"/>
                  <a:pt x="84350" y="340026"/>
                  <a:pt x="88474" y="335777"/>
                </a:cubicBezTo>
                <a:cubicBezTo>
                  <a:pt x="88599" y="335652"/>
                  <a:pt x="88849" y="335402"/>
                  <a:pt x="89099" y="335277"/>
                </a:cubicBezTo>
                <a:lnTo>
                  <a:pt x="130837" y="293290"/>
                </a:lnTo>
                <a:lnTo>
                  <a:pt x="130837" y="293290"/>
                </a:lnTo>
                <a:cubicBezTo>
                  <a:pt x="134961" y="289166"/>
                  <a:pt x="141709" y="289041"/>
                  <a:pt x="145958" y="293290"/>
                </a:cubicBezTo>
                <a:lnTo>
                  <a:pt x="146083" y="293414"/>
                </a:lnTo>
                <a:lnTo>
                  <a:pt x="232432" y="379764"/>
                </a:lnTo>
                <a:close/>
                <a:moveTo>
                  <a:pt x="639814" y="319907"/>
                </a:moveTo>
                <a:cubicBezTo>
                  <a:pt x="639814" y="231558"/>
                  <a:pt x="603950" y="151581"/>
                  <a:pt x="546091" y="93723"/>
                </a:cubicBezTo>
                <a:cubicBezTo>
                  <a:pt x="488233" y="35865"/>
                  <a:pt x="408256" y="0"/>
                  <a:pt x="319907" y="0"/>
                </a:cubicBezTo>
                <a:cubicBezTo>
                  <a:pt x="231558" y="0"/>
                  <a:pt x="151581" y="35865"/>
                  <a:pt x="93723" y="93723"/>
                </a:cubicBezTo>
                <a:cubicBezTo>
                  <a:pt x="35865" y="151581"/>
                  <a:pt x="0" y="231558"/>
                  <a:pt x="0" y="319907"/>
                </a:cubicBezTo>
                <a:cubicBezTo>
                  <a:pt x="0" y="408256"/>
                  <a:pt x="35865" y="488233"/>
                  <a:pt x="93723" y="546091"/>
                </a:cubicBezTo>
                <a:cubicBezTo>
                  <a:pt x="151581" y="603949"/>
                  <a:pt x="231558" y="639814"/>
                  <a:pt x="319907" y="639814"/>
                </a:cubicBezTo>
                <a:cubicBezTo>
                  <a:pt x="408256" y="639814"/>
                  <a:pt x="488233" y="603949"/>
                  <a:pt x="546091" y="546091"/>
                </a:cubicBezTo>
                <a:cubicBezTo>
                  <a:pt x="603950" y="488233"/>
                  <a:pt x="639814" y="408256"/>
                  <a:pt x="639814" y="319907"/>
                </a:cubicBezTo>
                <a:close/>
              </a:path>
            </a:pathLst>
          </a:custGeom>
          <a:solidFill>
            <a:schemeClr val="bg2">
              <a:lumMod val="60000"/>
              <a:lumOff val="40000"/>
            </a:schemeClr>
          </a:solidFill>
          <a:ln w="1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1E2124"/>
              </a:solidFill>
              <a:effectLst/>
              <a:uLnTx/>
              <a:uFillTx/>
              <a:latin typeface="Poppins Light"/>
              <a:ea typeface="+mn-ea"/>
              <a:cs typeface="+mn-cs"/>
            </a:endParaRPr>
          </a:p>
        </p:txBody>
      </p:sp>
      <p:sp>
        <p:nvSpPr>
          <p:cNvPr id="34" name="Forme libre : forme 33">
            <a:extLst>
              <a:ext uri="{FF2B5EF4-FFF2-40B4-BE49-F238E27FC236}">
                <a16:creationId xmlns:a16="http://schemas.microsoft.com/office/drawing/2014/main" id="{BD257F5C-B4EF-4B71-A3B5-84DCE0AD663B}"/>
              </a:ext>
            </a:extLst>
          </p:cNvPr>
          <p:cNvSpPr/>
          <p:nvPr/>
        </p:nvSpPr>
        <p:spPr>
          <a:xfrm>
            <a:off x="11501756" y="5562621"/>
            <a:ext cx="547175" cy="540556"/>
          </a:xfrm>
          <a:custGeom>
            <a:avLst/>
            <a:gdLst>
              <a:gd name="connsiteX0" fmla="*/ 232308 w 639814"/>
              <a:gd name="connsiteY0" fmla="*/ 379639 h 639813"/>
              <a:gd name="connsiteX1" fmla="*/ 480860 w 639814"/>
              <a:gd name="connsiteY1" fmla="*/ 131087 h 639813"/>
              <a:gd name="connsiteX2" fmla="*/ 495981 w 639814"/>
              <a:gd name="connsiteY2" fmla="*/ 131087 h 639813"/>
              <a:gd name="connsiteX3" fmla="*/ 495981 w 639814"/>
              <a:gd name="connsiteY3" fmla="*/ 131087 h 639813"/>
              <a:gd name="connsiteX4" fmla="*/ 538594 w 639814"/>
              <a:gd name="connsiteY4" fmla="*/ 173699 h 639813"/>
              <a:gd name="connsiteX5" fmla="*/ 538594 w 639814"/>
              <a:gd name="connsiteY5" fmla="*/ 188820 h 639813"/>
              <a:gd name="connsiteX6" fmla="*/ 538594 w 639814"/>
              <a:gd name="connsiteY6" fmla="*/ 188820 h 639813"/>
              <a:gd name="connsiteX7" fmla="*/ 240055 w 639814"/>
              <a:gd name="connsiteY7" fmla="*/ 487358 h 639813"/>
              <a:gd name="connsiteX8" fmla="*/ 224935 w 639814"/>
              <a:gd name="connsiteY8" fmla="*/ 487358 h 639813"/>
              <a:gd name="connsiteX9" fmla="*/ 224935 w 639814"/>
              <a:gd name="connsiteY9" fmla="*/ 487358 h 639813"/>
              <a:gd name="connsiteX10" fmla="*/ 88474 w 639814"/>
              <a:gd name="connsiteY10" fmla="*/ 350898 h 639813"/>
              <a:gd name="connsiteX11" fmla="*/ 88474 w 639814"/>
              <a:gd name="connsiteY11" fmla="*/ 335777 h 639813"/>
              <a:gd name="connsiteX12" fmla="*/ 89099 w 639814"/>
              <a:gd name="connsiteY12" fmla="*/ 335277 h 639813"/>
              <a:gd name="connsiteX13" fmla="*/ 130837 w 639814"/>
              <a:gd name="connsiteY13" fmla="*/ 293290 h 639813"/>
              <a:gd name="connsiteX14" fmla="*/ 130837 w 639814"/>
              <a:gd name="connsiteY14" fmla="*/ 293290 h 639813"/>
              <a:gd name="connsiteX15" fmla="*/ 145958 w 639814"/>
              <a:gd name="connsiteY15" fmla="*/ 293290 h 639813"/>
              <a:gd name="connsiteX16" fmla="*/ 146083 w 639814"/>
              <a:gd name="connsiteY16" fmla="*/ 293414 h 639813"/>
              <a:gd name="connsiteX17" fmla="*/ 232432 w 639814"/>
              <a:gd name="connsiteY17" fmla="*/ 379764 h 639813"/>
              <a:gd name="connsiteX18" fmla="*/ 639814 w 639814"/>
              <a:gd name="connsiteY18" fmla="*/ 319907 h 639813"/>
              <a:gd name="connsiteX19" fmla="*/ 546091 w 639814"/>
              <a:gd name="connsiteY19" fmla="*/ 93723 h 639813"/>
              <a:gd name="connsiteX20" fmla="*/ 319907 w 639814"/>
              <a:gd name="connsiteY20" fmla="*/ 0 h 639813"/>
              <a:gd name="connsiteX21" fmla="*/ 93723 w 639814"/>
              <a:gd name="connsiteY21" fmla="*/ 93723 h 639813"/>
              <a:gd name="connsiteX22" fmla="*/ 0 w 639814"/>
              <a:gd name="connsiteY22" fmla="*/ 319907 h 639813"/>
              <a:gd name="connsiteX23" fmla="*/ 93723 w 639814"/>
              <a:gd name="connsiteY23" fmla="*/ 546091 h 639813"/>
              <a:gd name="connsiteX24" fmla="*/ 319907 w 639814"/>
              <a:gd name="connsiteY24" fmla="*/ 639814 h 639813"/>
              <a:gd name="connsiteX25" fmla="*/ 546091 w 639814"/>
              <a:gd name="connsiteY25" fmla="*/ 546091 h 639813"/>
              <a:gd name="connsiteX26" fmla="*/ 639814 w 639814"/>
              <a:gd name="connsiteY26" fmla="*/ 319907 h 6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9814" h="639813">
                <a:moveTo>
                  <a:pt x="232308" y="379639"/>
                </a:moveTo>
                <a:lnTo>
                  <a:pt x="480860" y="131087"/>
                </a:lnTo>
                <a:cubicBezTo>
                  <a:pt x="484984" y="126963"/>
                  <a:pt x="491732" y="126963"/>
                  <a:pt x="495981" y="131087"/>
                </a:cubicBezTo>
                <a:lnTo>
                  <a:pt x="495981" y="131087"/>
                </a:lnTo>
                <a:lnTo>
                  <a:pt x="538594" y="173699"/>
                </a:lnTo>
                <a:cubicBezTo>
                  <a:pt x="542717" y="177823"/>
                  <a:pt x="542717" y="184571"/>
                  <a:pt x="538594" y="188820"/>
                </a:cubicBezTo>
                <a:lnTo>
                  <a:pt x="538594" y="188820"/>
                </a:lnTo>
                <a:lnTo>
                  <a:pt x="240055" y="487358"/>
                </a:lnTo>
                <a:cubicBezTo>
                  <a:pt x="235931" y="491482"/>
                  <a:pt x="229183" y="491482"/>
                  <a:pt x="224935" y="487358"/>
                </a:cubicBezTo>
                <a:lnTo>
                  <a:pt x="224935" y="487358"/>
                </a:lnTo>
                <a:lnTo>
                  <a:pt x="88474" y="350898"/>
                </a:lnTo>
                <a:cubicBezTo>
                  <a:pt x="84350" y="346774"/>
                  <a:pt x="84350" y="340026"/>
                  <a:pt x="88474" y="335777"/>
                </a:cubicBezTo>
                <a:cubicBezTo>
                  <a:pt x="88599" y="335652"/>
                  <a:pt x="88849" y="335402"/>
                  <a:pt x="89099" y="335277"/>
                </a:cubicBezTo>
                <a:lnTo>
                  <a:pt x="130837" y="293290"/>
                </a:lnTo>
                <a:lnTo>
                  <a:pt x="130837" y="293290"/>
                </a:lnTo>
                <a:cubicBezTo>
                  <a:pt x="134961" y="289166"/>
                  <a:pt x="141709" y="289041"/>
                  <a:pt x="145958" y="293290"/>
                </a:cubicBezTo>
                <a:lnTo>
                  <a:pt x="146083" y="293414"/>
                </a:lnTo>
                <a:lnTo>
                  <a:pt x="232432" y="379764"/>
                </a:lnTo>
                <a:close/>
                <a:moveTo>
                  <a:pt x="639814" y="319907"/>
                </a:moveTo>
                <a:cubicBezTo>
                  <a:pt x="639814" y="231558"/>
                  <a:pt x="603950" y="151581"/>
                  <a:pt x="546091" y="93723"/>
                </a:cubicBezTo>
                <a:cubicBezTo>
                  <a:pt x="488233" y="35865"/>
                  <a:pt x="408256" y="0"/>
                  <a:pt x="319907" y="0"/>
                </a:cubicBezTo>
                <a:cubicBezTo>
                  <a:pt x="231558" y="0"/>
                  <a:pt x="151581" y="35865"/>
                  <a:pt x="93723" y="93723"/>
                </a:cubicBezTo>
                <a:cubicBezTo>
                  <a:pt x="35865" y="151581"/>
                  <a:pt x="0" y="231558"/>
                  <a:pt x="0" y="319907"/>
                </a:cubicBezTo>
                <a:cubicBezTo>
                  <a:pt x="0" y="408256"/>
                  <a:pt x="35865" y="488233"/>
                  <a:pt x="93723" y="546091"/>
                </a:cubicBezTo>
                <a:cubicBezTo>
                  <a:pt x="151581" y="603949"/>
                  <a:pt x="231558" y="639814"/>
                  <a:pt x="319907" y="639814"/>
                </a:cubicBezTo>
                <a:cubicBezTo>
                  <a:pt x="408256" y="639814"/>
                  <a:pt x="488233" y="603949"/>
                  <a:pt x="546091" y="546091"/>
                </a:cubicBezTo>
                <a:cubicBezTo>
                  <a:pt x="603950" y="488233"/>
                  <a:pt x="639814" y="408256"/>
                  <a:pt x="639814" y="319907"/>
                </a:cubicBezTo>
                <a:close/>
              </a:path>
            </a:pathLst>
          </a:custGeom>
          <a:solidFill>
            <a:schemeClr val="bg2">
              <a:lumMod val="60000"/>
              <a:lumOff val="40000"/>
            </a:schemeClr>
          </a:solidFill>
          <a:ln w="1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1E2124"/>
              </a:solidFill>
              <a:effectLst/>
              <a:uLnTx/>
              <a:uFillTx/>
              <a:latin typeface="Poppins Light"/>
              <a:ea typeface="+mn-ea"/>
              <a:cs typeface="+mn-cs"/>
            </a:endParaRPr>
          </a:p>
        </p:txBody>
      </p:sp>
    </p:spTree>
    <p:extLst>
      <p:ext uri="{BB962C8B-B14F-4D97-AF65-F5344CB8AC3E}">
        <p14:creationId xmlns:p14="http://schemas.microsoft.com/office/powerpoint/2010/main" val="3133968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512A4BE-289E-4FD0-96C6-2A5239EC3B91}"/>
              </a:ext>
            </a:extLst>
          </p:cNvPr>
          <p:cNvSpPr>
            <a:spLocks noGrp="1"/>
          </p:cNvSpPr>
          <p:nvPr>
            <p:ph type="body" sz="quarter" idx="35"/>
          </p:nvPr>
        </p:nvSpPr>
        <p:spPr>
          <a:xfrm>
            <a:off x="337931" y="686922"/>
            <a:ext cx="11433654" cy="273879"/>
          </a:xfrm>
        </p:spPr>
        <p:txBody>
          <a:bodyPr/>
          <a:lstStyle/>
          <a:p>
            <a:r>
              <a:rPr lang="en-US"/>
              <a:t>Mediation solution introduction</a:t>
            </a:r>
          </a:p>
        </p:txBody>
      </p:sp>
      <p:sp>
        <p:nvSpPr>
          <p:cNvPr id="4" name="Espace réservé du texte 3">
            <a:extLst>
              <a:ext uri="{FF2B5EF4-FFF2-40B4-BE49-F238E27FC236}">
                <a16:creationId xmlns:a16="http://schemas.microsoft.com/office/drawing/2014/main" id="{70398FC6-30A0-4277-93D3-2E7DD44FA393}"/>
              </a:ext>
            </a:extLst>
          </p:cNvPr>
          <p:cNvSpPr>
            <a:spLocks noGrp="1"/>
          </p:cNvSpPr>
          <p:nvPr>
            <p:ph type="body" sz="quarter" idx="10"/>
          </p:nvPr>
        </p:nvSpPr>
        <p:spPr>
          <a:xfrm>
            <a:off x="337933" y="328231"/>
            <a:ext cx="11433652" cy="358691"/>
          </a:xfrm>
        </p:spPr>
        <p:txBody>
          <a:bodyPr>
            <a:normAutofit fontScale="92500" lnSpcReduction="20000"/>
          </a:bodyPr>
          <a:lstStyle/>
          <a:p>
            <a:r>
              <a:rPr lang="en-US"/>
              <a:t>How to manage integration</a:t>
            </a:r>
          </a:p>
        </p:txBody>
      </p:sp>
      <p:sp>
        <p:nvSpPr>
          <p:cNvPr id="22" name="Forme libre : forme 21">
            <a:extLst>
              <a:ext uri="{FF2B5EF4-FFF2-40B4-BE49-F238E27FC236}">
                <a16:creationId xmlns:a16="http://schemas.microsoft.com/office/drawing/2014/main" id="{DE7D9CA0-A51E-4769-B1C4-937701706CF9}"/>
              </a:ext>
            </a:extLst>
          </p:cNvPr>
          <p:cNvSpPr/>
          <p:nvPr/>
        </p:nvSpPr>
        <p:spPr>
          <a:xfrm>
            <a:off x="11414448" y="1828750"/>
            <a:ext cx="839756" cy="839755"/>
          </a:xfrm>
          <a:custGeom>
            <a:avLst/>
            <a:gdLst>
              <a:gd name="connsiteX0" fmla="*/ 0 w 839756"/>
              <a:gd name="connsiteY0" fmla="*/ 0 h 839755"/>
              <a:gd name="connsiteX1" fmla="*/ 839756 w 839756"/>
              <a:gd name="connsiteY1" fmla="*/ 0 h 839755"/>
              <a:gd name="connsiteX2" fmla="*/ 839756 w 839756"/>
              <a:gd name="connsiteY2" fmla="*/ 839755 h 839755"/>
              <a:gd name="connsiteX3" fmla="*/ 0 w 839756"/>
              <a:gd name="connsiteY3" fmla="*/ 839755 h 839755"/>
            </a:gdLst>
            <a:ahLst/>
            <a:cxnLst>
              <a:cxn ang="0">
                <a:pos x="connsiteX0" y="connsiteY0"/>
              </a:cxn>
              <a:cxn ang="0">
                <a:pos x="connsiteX1" y="connsiteY1"/>
              </a:cxn>
              <a:cxn ang="0">
                <a:pos x="connsiteX2" y="connsiteY2"/>
              </a:cxn>
              <a:cxn ang="0">
                <a:pos x="connsiteX3" y="connsiteY3"/>
              </a:cxn>
            </a:cxnLst>
            <a:rect l="l" t="t" r="r" b="b"/>
            <a:pathLst>
              <a:path w="839756" h="839755">
                <a:moveTo>
                  <a:pt x="0" y="0"/>
                </a:moveTo>
                <a:lnTo>
                  <a:pt x="839756" y="0"/>
                </a:lnTo>
                <a:lnTo>
                  <a:pt x="839756" y="839755"/>
                </a:lnTo>
                <a:lnTo>
                  <a:pt x="0" y="839755"/>
                </a:lnTo>
                <a:close/>
              </a:path>
            </a:pathLst>
          </a:custGeom>
          <a:noFill/>
          <a:ln w="1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1E2124"/>
              </a:solidFill>
              <a:effectLst/>
              <a:uLnTx/>
              <a:uFillTx/>
              <a:latin typeface="Poppins Light"/>
              <a:ea typeface="+mn-ea"/>
              <a:cs typeface="+mn-cs"/>
            </a:endParaRPr>
          </a:p>
        </p:txBody>
      </p:sp>
      <p:sp>
        <p:nvSpPr>
          <p:cNvPr id="210" name="Rectangle : coins arrondis 209">
            <a:extLst>
              <a:ext uri="{FF2B5EF4-FFF2-40B4-BE49-F238E27FC236}">
                <a16:creationId xmlns:a16="http://schemas.microsoft.com/office/drawing/2014/main" id="{02E40A53-235F-4078-8FF0-30128619B85E}"/>
              </a:ext>
            </a:extLst>
          </p:cNvPr>
          <p:cNvSpPr/>
          <p:nvPr/>
        </p:nvSpPr>
        <p:spPr>
          <a:xfrm>
            <a:off x="337931" y="1258801"/>
            <a:ext cx="2392827" cy="2033013"/>
          </a:xfrm>
          <a:prstGeom prst="roundRect">
            <a:avLst>
              <a:gd name="adj" fmla="val 0"/>
            </a:avLst>
          </a:prstGeom>
          <a:solidFill>
            <a:schemeClr val="accent5"/>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marL="0" marR="0" lvl="0" indent="26670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Poppins Light"/>
                <a:ea typeface="+mn-ea"/>
                <a:cs typeface="Arial" panose="020B0604020202020204" pitchFamily="34" charset="0"/>
              </a:rPr>
              <a:t>INTEGRATION, TRANSFORMATION, ORCHESTRATION ARE BUSINESS THINGS. </a:t>
            </a:r>
          </a:p>
        </p:txBody>
      </p:sp>
      <p:sp>
        <p:nvSpPr>
          <p:cNvPr id="29" name="Rectangle : coins arrondis 28">
            <a:extLst>
              <a:ext uri="{FF2B5EF4-FFF2-40B4-BE49-F238E27FC236}">
                <a16:creationId xmlns:a16="http://schemas.microsoft.com/office/drawing/2014/main" id="{DD989DE7-1911-4CCB-8230-F7881B1EDECA}"/>
              </a:ext>
            </a:extLst>
          </p:cNvPr>
          <p:cNvSpPr/>
          <p:nvPr/>
        </p:nvSpPr>
        <p:spPr>
          <a:xfrm>
            <a:off x="337931" y="3563379"/>
            <a:ext cx="2392827" cy="3049833"/>
          </a:xfrm>
          <a:prstGeom prst="roundRect">
            <a:avLst>
              <a:gd name="adj" fmla="val 0"/>
            </a:avLst>
          </a:prstGeom>
          <a:solidFill>
            <a:schemeClr val="accent4"/>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marL="0" marR="0" lvl="0" indent="26670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Poppins Light"/>
                <a:ea typeface="+mn-ea"/>
                <a:cs typeface="Arial" panose="020B0604020202020204" pitchFamily="34" charset="0"/>
              </a:rPr>
              <a:t>DON’T DO IT IN A CENTRAL, TRANSVERSAL COMPONENT BECAUSE BUSINESS WOULD BE DISPERSED IN ALL THE IT</a:t>
            </a:r>
          </a:p>
        </p:txBody>
      </p:sp>
      <p:sp>
        <p:nvSpPr>
          <p:cNvPr id="9" name="Ellipse 8">
            <a:extLst>
              <a:ext uri="{FF2B5EF4-FFF2-40B4-BE49-F238E27FC236}">
                <a16:creationId xmlns:a16="http://schemas.microsoft.com/office/drawing/2014/main" id="{B9BB7789-84C7-460E-A238-3092B11354C2}"/>
              </a:ext>
            </a:extLst>
          </p:cNvPr>
          <p:cNvSpPr/>
          <p:nvPr/>
        </p:nvSpPr>
        <p:spPr>
          <a:xfrm>
            <a:off x="11414448" y="1848026"/>
            <a:ext cx="566058" cy="5473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prstClr val="white"/>
                </a:solidFill>
                <a:effectLst/>
                <a:uLnTx/>
                <a:uFillTx/>
                <a:latin typeface="Poppins Light"/>
                <a:ea typeface="+mn-ea"/>
                <a:cs typeface="+mn-cs"/>
              </a:rPr>
              <a:t>X</a:t>
            </a:r>
          </a:p>
        </p:txBody>
      </p:sp>
      <p:grpSp>
        <p:nvGrpSpPr>
          <p:cNvPr id="6" name="Groupe 5">
            <a:extLst>
              <a:ext uri="{FF2B5EF4-FFF2-40B4-BE49-F238E27FC236}">
                <a16:creationId xmlns:a16="http://schemas.microsoft.com/office/drawing/2014/main" id="{0170CDCA-6758-474C-8008-D008755CA87F}"/>
              </a:ext>
            </a:extLst>
          </p:cNvPr>
          <p:cNvGrpSpPr/>
          <p:nvPr/>
        </p:nvGrpSpPr>
        <p:grpSpPr>
          <a:xfrm>
            <a:off x="3107651" y="3132238"/>
            <a:ext cx="7788305" cy="1600870"/>
            <a:chOff x="3103098" y="4128233"/>
            <a:chExt cx="7788305" cy="2293024"/>
          </a:xfrm>
        </p:grpSpPr>
        <p:cxnSp>
          <p:nvCxnSpPr>
            <p:cNvPr id="24" name="Connecteur droit avec flèche 23">
              <a:extLst>
                <a:ext uri="{FF2B5EF4-FFF2-40B4-BE49-F238E27FC236}">
                  <a16:creationId xmlns:a16="http://schemas.microsoft.com/office/drawing/2014/main" id="{49D80462-2C9F-4DC8-A3E5-B62900E6FA0C}"/>
                </a:ext>
              </a:extLst>
            </p:cNvPr>
            <p:cNvCxnSpPr>
              <a:cxnSpLocks/>
            </p:cNvCxnSpPr>
            <p:nvPr/>
          </p:nvCxnSpPr>
          <p:spPr>
            <a:xfrm>
              <a:off x="4507778" y="5148728"/>
              <a:ext cx="53184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 coins arrondis 13">
              <a:extLst>
                <a:ext uri="{FF2B5EF4-FFF2-40B4-BE49-F238E27FC236}">
                  <a16:creationId xmlns:a16="http://schemas.microsoft.com/office/drawing/2014/main" id="{574C3B60-6F1F-40F8-8005-6A35921A3387}"/>
                </a:ext>
              </a:extLst>
            </p:cNvPr>
            <p:cNvSpPr/>
            <p:nvPr/>
          </p:nvSpPr>
          <p:spPr>
            <a:xfrm>
              <a:off x="3175528" y="4594381"/>
              <a:ext cx="1332250"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Application A</a:t>
              </a:r>
            </a:p>
          </p:txBody>
        </p:sp>
        <p:sp>
          <p:nvSpPr>
            <p:cNvPr id="19" name="Rectangle : coins arrondis 13">
              <a:extLst>
                <a:ext uri="{FF2B5EF4-FFF2-40B4-BE49-F238E27FC236}">
                  <a16:creationId xmlns:a16="http://schemas.microsoft.com/office/drawing/2014/main" id="{7ED97937-F231-4304-82DB-DBD8D367E990}"/>
                </a:ext>
              </a:extLst>
            </p:cNvPr>
            <p:cNvSpPr/>
            <p:nvPr/>
          </p:nvSpPr>
          <p:spPr>
            <a:xfrm>
              <a:off x="6698964" y="4573167"/>
              <a:ext cx="963357" cy="1273780"/>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 A Interface</a:t>
              </a:r>
            </a:p>
          </p:txBody>
        </p:sp>
        <p:sp>
          <p:nvSpPr>
            <p:cNvPr id="20" name="ZoneTexte 19">
              <a:extLst>
                <a:ext uri="{FF2B5EF4-FFF2-40B4-BE49-F238E27FC236}">
                  <a16:creationId xmlns:a16="http://schemas.microsoft.com/office/drawing/2014/main" id="{EDBAE338-17ED-4D68-99B8-5CAA86DB38F0}"/>
                </a:ext>
              </a:extLst>
            </p:cNvPr>
            <p:cNvSpPr txBox="1"/>
            <p:nvPr/>
          </p:nvSpPr>
          <p:spPr>
            <a:xfrm>
              <a:off x="5126628" y="5220003"/>
              <a:ext cx="939681" cy="59514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DIFFERENT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LANGUAGE</a:t>
              </a:r>
            </a:p>
          </p:txBody>
        </p:sp>
        <p:sp>
          <p:nvSpPr>
            <p:cNvPr id="21" name="Rectangle : coins arrondis 13">
              <a:extLst>
                <a:ext uri="{FF2B5EF4-FFF2-40B4-BE49-F238E27FC236}">
                  <a16:creationId xmlns:a16="http://schemas.microsoft.com/office/drawing/2014/main" id="{D1C68B1B-DEF4-4BD2-AC8D-3E1EDC79E768}"/>
                </a:ext>
              </a:extLst>
            </p:cNvPr>
            <p:cNvSpPr/>
            <p:nvPr/>
          </p:nvSpPr>
          <p:spPr>
            <a:xfrm>
              <a:off x="9529135" y="4585988"/>
              <a:ext cx="1362268"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Application B</a:t>
              </a:r>
            </a:p>
          </p:txBody>
        </p:sp>
        <p:sp>
          <p:nvSpPr>
            <p:cNvPr id="23" name="ZoneTexte 22">
              <a:extLst>
                <a:ext uri="{FF2B5EF4-FFF2-40B4-BE49-F238E27FC236}">
                  <a16:creationId xmlns:a16="http://schemas.microsoft.com/office/drawing/2014/main" id="{FB7DF838-D9EE-4687-B388-C02A318EE393}"/>
                </a:ext>
              </a:extLst>
            </p:cNvPr>
            <p:cNvSpPr txBox="1"/>
            <p:nvPr/>
          </p:nvSpPr>
          <p:spPr>
            <a:xfrm>
              <a:off x="7938852" y="5291763"/>
              <a:ext cx="1253445" cy="5951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DIFFERENT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LANGUAGE</a:t>
              </a:r>
            </a:p>
          </p:txBody>
        </p:sp>
        <p:sp>
          <p:nvSpPr>
            <p:cNvPr id="27" name="ZoneTexte 26">
              <a:extLst>
                <a:ext uri="{FF2B5EF4-FFF2-40B4-BE49-F238E27FC236}">
                  <a16:creationId xmlns:a16="http://schemas.microsoft.com/office/drawing/2014/main" id="{7146DA52-F507-4DAB-ABBA-A2D1C194D8A6}"/>
                </a:ext>
              </a:extLst>
            </p:cNvPr>
            <p:cNvSpPr txBox="1"/>
            <p:nvPr/>
          </p:nvSpPr>
          <p:spPr>
            <a:xfrm>
              <a:off x="6279193" y="6057557"/>
              <a:ext cx="1802898" cy="3637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A5E5"/>
                  </a:solidFill>
                  <a:effectLst/>
                  <a:uLnTx/>
                  <a:uFillTx/>
                  <a:latin typeface="Poppins Light"/>
                  <a:ea typeface="+mn-ea"/>
                  <a:cs typeface="+mn-cs"/>
                </a:rPr>
                <a:t>1x transformation</a:t>
              </a:r>
            </a:p>
          </p:txBody>
        </p:sp>
        <p:sp>
          <p:nvSpPr>
            <p:cNvPr id="28" name="ZoneTexte 27">
              <a:extLst>
                <a:ext uri="{FF2B5EF4-FFF2-40B4-BE49-F238E27FC236}">
                  <a16:creationId xmlns:a16="http://schemas.microsoft.com/office/drawing/2014/main" id="{965A0435-77E8-4CAC-B0C3-CD9294190996}"/>
                </a:ext>
              </a:extLst>
            </p:cNvPr>
            <p:cNvSpPr txBox="1"/>
            <p:nvPr/>
          </p:nvSpPr>
          <p:spPr>
            <a:xfrm>
              <a:off x="3103098" y="4128233"/>
              <a:ext cx="5093551" cy="3747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E2124"/>
                  </a:solidFill>
                  <a:effectLst/>
                  <a:uLnTx/>
                  <a:uFillTx/>
                  <a:latin typeface="Poppins Light"/>
                  <a:ea typeface="+mn-ea"/>
                  <a:cs typeface="+mn-cs"/>
                </a:rPr>
                <a:t>Less reusable but more performant &amp; simpler to maintain</a:t>
              </a:r>
            </a:p>
          </p:txBody>
        </p:sp>
      </p:grpSp>
      <p:grpSp>
        <p:nvGrpSpPr>
          <p:cNvPr id="2" name="Groupe 1">
            <a:extLst>
              <a:ext uri="{FF2B5EF4-FFF2-40B4-BE49-F238E27FC236}">
                <a16:creationId xmlns:a16="http://schemas.microsoft.com/office/drawing/2014/main" id="{3D372DD0-8D16-4D37-9B2A-B94629A20A95}"/>
              </a:ext>
            </a:extLst>
          </p:cNvPr>
          <p:cNvGrpSpPr/>
          <p:nvPr/>
        </p:nvGrpSpPr>
        <p:grpSpPr>
          <a:xfrm>
            <a:off x="3000286" y="1004801"/>
            <a:ext cx="8196447" cy="2005852"/>
            <a:chOff x="3000286" y="1465837"/>
            <a:chExt cx="8196447" cy="2537990"/>
          </a:xfrm>
        </p:grpSpPr>
        <p:sp>
          <p:nvSpPr>
            <p:cNvPr id="37" name="Rectangle : coins arrondis 13">
              <a:extLst>
                <a:ext uri="{FF2B5EF4-FFF2-40B4-BE49-F238E27FC236}">
                  <a16:creationId xmlns:a16="http://schemas.microsoft.com/office/drawing/2014/main" id="{FB0F7EBA-4860-40C5-8D69-61212A465DB5}"/>
                </a:ext>
              </a:extLst>
            </p:cNvPr>
            <p:cNvSpPr/>
            <p:nvPr/>
          </p:nvSpPr>
          <p:spPr>
            <a:xfrm>
              <a:off x="5610809" y="1849249"/>
              <a:ext cx="3097762" cy="1787898"/>
            </a:xfrm>
            <a:prstGeom prst="roundRect">
              <a:avLst>
                <a:gd name="adj" fmla="val 0"/>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B8006D"/>
                  </a:solidFill>
                  <a:effectLst/>
                  <a:uLnTx/>
                  <a:uFillTx/>
                  <a:latin typeface="Poppins Light"/>
                  <a:ea typeface="+mn-ea"/>
                  <a:cs typeface="+mn-cs"/>
                </a:rPr>
                <a:t>Central mediation layer</a:t>
              </a:r>
            </a:p>
          </p:txBody>
        </p:sp>
        <p:sp>
          <p:nvSpPr>
            <p:cNvPr id="131" name="Rectangle : coins arrondis 13">
              <a:extLst>
                <a:ext uri="{FF2B5EF4-FFF2-40B4-BE49-F238E27FC236}">
                  <a16:creationId xmlns:a16="http://schemas.microsoft.com/office/drawing/2014/main" id="{F38EE388-5C78-4B55-96F3-3C713F300BF4}"/>
                </a:ext>
              </a:extLst>
            </p:cNvPr>
            <p:cNvSpPr/>
            <p:nvPr/>
          </p:nvSpPr>
          <p:spPr>
            <a:xfrm>
              <a:off x="3183767" y="2302198"/>
              <a:ext cx="1332250"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Application A</a:t>
              </a:r>
            </a:p>
          </p:txBody>
        </p:sp>
        <p:sp>
          <p:nvSpPr>
            <p:cNvPr id="132" name="Rectangle : coins arrondis 13">
              <a:extLst>
                <a:ext uri="{FF2B5EF4-FFF2-40B4-BE49-F238E27FC236}">
                  <a16:creationId xmlns:a16="http://schemas.microsoft.com/office/drawing/2014/main" id="{B177A6FC-82CA-4B93-BF35-629E2D4EE8B1}"/>
                </a:ext>
              </a:extLst>
            </p:cNvPr>
            <p:cNvSpPr/>
            <p:nvPr/>
          </p:nvSpPr>
          <p:spPr>
            <a:xfrm>
              <a:off x="9834465" y="2302198"/>
              <a:ext cx="1362268"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Application B</a:t>
              </a:r>
            </a:p>
          </p:txBody>
        </p:sp>
        <p:cxnSp>
          <p:nvCxnSpPr>
            <p:cNvPr id="5" name="Connecteur droit avec flèche 4">
              <a:extLst>
                <a:ext uri="{FF2B5EF4-FFF2-40B4-BE49-F238E27FC236}">
                  <a16:creationId xmlns:a16="http://schemas.microsoft.com/office/drawing/2014/main" id="{59938F7D-BF3B-4306-9589-5394B7FC9BFC}"/>
                </a:ext>
              </a:extLst>
            </p:cNvPr>
            <p:cNvCxnSpPr>
              <a:cxnSpLocks/>
              <a:stCxn id="131" idx="3"/>
              <a:endCxn id="132" idx="1"/>
            </p:cNvCxnSpPr>
            <p:nvPr/>
          </p:nvCxnSpPr>
          <p:spPr>
            <a:xfrm>
              <a:off x="4516017" y="2923563"/>
              <a:ext cx="53184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90046962-79FC-421F-8628-17D6EF27F25B}"/>
                </a:ext>
              </a:extLst>
            </p:cNvPr>
            <p:cNvSpPr txBox="1"/>
            <p:nvPr/>
          </p:nvSpPr>
          <p:spPr>
            <a:xfrm>
              <a:off x="6651697" y="2959230"/>
              <a:ext cx="1034368" cy="5451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PIVOT LANGUAGE</a:t>
              </a:r>
            </a:p>
          </p:txBody>
        </p:sp>
        <p:sp>
          <p:nvSpPr>
            <p:cNvPr id="30" name="Rectangle : coins arrondis 13">
              <a:extLst>
                <a:ext uri="{FF2B5EF4-FFF2-40B4-BE49-F238E27FC236}">
                  <a16:creationId xmlns:a16="http://schemas.microsoft.com/office/drawing/2014/main" id="{FE283DF7-13DA-4770-980B-D95E51DCD387}"/>
                </a:ext>
              </a:extLst>
            </p:cNvPr>
            <p:cNvSpPr/>
            <p:nvPr/>
          </p:nvSpPr>
          <p:spPr>
            <a:xfrm>
              <a:off x="5710336" y="2293805"/>
              <a:ext cx="963357" cy="1273780"/>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 A Interface</a:t>
              </a:r>
            </a:p>
          </p:txBody>
        </p:sp>
        <p:sp>
          <p:nvSpPr>
            <p:cNvPr id="31" name="Rectangle : coins arrondis 13">
              <a:extLst>
                <a:ext uri="{FF2B5EF4-FFF2-40B4-BE49-F238E27FC236}">
                  <a16:creationId xmlns:a16="http://schemas.microsoft.com/office/drawing/2014/main" id="{8CAB50D3-9A77-4CEC-B3BC-EB9CCD462169}"/>
                </a:ext>
              </a:extLst>
            </p:cNvPr>
            <p:cNvSpPr/>
            <p:nvPr/>
          </p:nvSpPr>
          <p:spPr>
            <a:xfrm>
              <a:off x="7671021" y="2289600"/>
              <a:ext cx="963357" cy="1273780"/>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 B Interface</a:t>
              </a:r>
            </a:p>
          </p:txBody>
        </p:sp>
        <p:sp>
          <p:nvSpPr>
            <p:cNvPr id="35" name="ZoneTexte 34">
              <a:extLst>
                <a:ext uri="{FF2B5EF4-FFF2-40B4-BE49-F238E27FC236}">
                  <a16:creationId xmlns:a16="http://schemas.microsoft.com/office/drawing/2014/main" id="{D4BF36A5-70CE-457F-A705-211EB0EEA96F}"/>
                </a:ext>
              </a:extLst>
            </p:cNvPr>
            <p:cNvSpPr txBox="1"/>
            <p:nvPr/>
          </p:nvSpPr>
          <p:spPr>
            <a:xfrm>
              <a:off x="4582933" y="2944494"/>
              <a:ext cx="939680" cy="52572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DIFFERENT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LANGUAGE</a:t>
              </a:r>
            </a:p>
          </p:txBody>
        </p:sp>
        <p:sp>
          <p:nvSpPr>
            <p:cNvPr id="36" name="ZoneTexte 35">
              <a:extLst>
                <a:ext uri="{FF2B5EF4-FFF2-40B4-BE49-F238E27FC236}">
                  <a16:creationId xmlns:a16="http://schemas.microsoft.com/office/drawing/2014/main" id="{95219687-4882-4290-944A-2031B8FA4052}"/>
                </a:ext>
              </a:extLst>
            </p:cNvPr>
            <p:cNvSpPr txBox="1"/>
            <p:nvPr/>
          </p:nvSpPr>
          <p:spPr>
            <a:xfrm>
              <a:off x="8634382" y="2977546"/>
              <a:ext cx="1253445" cy="5451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DIFFERENT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LANGUAGE</a:t>
              </a:r>
            </a:p>
          </p:txBody>
        </p:sp>
        <p:sp>
          <p:nvSpPr>
            <p:cNvPr id="25" name="ZoneTexte 24">
              <a:extLst>
                <a:ext uri="{FF2B5EF4-FFF2-40B4-BE49-F238E27FC236}">
                  <a16:creationId xmlns:a16="http://schemas.microsoft.com/office/drawing/2014/main" id="{E77349BB-B913-4C40-A017-13DC9EB3815D}"/>
                </a:ext>
              </a:extLst>
            </p:cNvPr>
            <p:cNvSpPr txBox="1"/>
            <p:nvPr/>
          </p:nvSpPr>
          <p:spPr>
            <a:xfrm>
              <a:off x="6588293" y="2128234"/>
              <a:ext cx="1168129" cy="73017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A5E5"/>
                  </a:solidFill>
                  <a:effectLst/>
                  <a:uLnTx/>
                  <a:uFillTx/>
                  <a:latin typeface="Poppins Light"/>
                  <a:ea typeface="+mn-ea"/>
                  <a:cs typeface="+mn-cs"/>
                </a:rPr>
                <a:t>Enterprise objects dictionary</a:t>
              </a:r>
            </a:p>
          </p:txBody>
        </p:sp>
        <p:sp>
          <p:nvSpPr>
            <p:cNvPr id="26" name="ZoneTexte 25">
              <a:extLst>
                <a:ext uri="{FF2B5EF4-FFF2-40B4-BE49-F238E27FC236}">
                  <a16:creationId xmlns:a16="http://schemas.microsoft.com/office/drawing/2014/main" id="{702003AF-E9D8-4BB1-A195-A900FEB4A813}"/>
                </a:ext>
              </a:extLst>
            </p:cNvPr>
            <p:cNvSpPr txBox="1"/>
            <p:nvPr/>
          </p:nvSpPr>
          <p:spPr>
            <a:xfrm>
              <a:off x="6250427" y="3672814"/>
              <a:ext cx="1802898" cy="33101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EEEEEC"/>
                  </a:solidFill>
                  <a:effectLst/>
                  <a:uLnTx/>
                  <a:uFillTx/>
                  <a:latin typeface="Poppins Light"/>
                  <a:ea typeface="+mn-ea"/>
                  <a:cs typeface="+mn-cs"/>
                </a:rPr>
                <a:t>2x transformations</a:t>
              </a:r>
            </a:p>
          </p:txBody>
        </p:sp>
        <p:sp>
          <p:nvSpPr>
            <p:cNvPr id="32" name="ZoneTexte 31">
              <a:extLst>
                <a:ext uri="{FF2B5EF4-FFF2-40B4-BE49-F238E27FC236}">
                  <a16:creationId xmlns:a16="http://schemas.microsoft.com/office/drawing/2014/main" id="{53FD9679-E99E-46BA-AE50-427763722EEF}"/>
                </a:ext>
              </a:extLst>
            </p:cNvPr>
            <p:cNvSpPr txBox="1"/>
            <p:nvPr/>
          </p:nvSpPr>
          <p:spPr>
            <a:xfrm>
              <a:off x="3000286" y="1465837"/>
              <a:ext cx="5708285" cy="3310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E2124"/>
                  </a:solidFill>
                  <a:effectLst/>
                  <a:uLnTx/>
                  <a:uFillTx/>
                  <a:latin typeface="Poppins Light"/>
                  <a:ea typeface="+mn-ea"/>
                  <a:cs typeface="+mn-cs"/>
                </a:rPr>
                <a:t>More reusable but less performant &amp; more complex to maintain</a:t>
              </a:r>
            </a:p>
          </p:txBody>
        </p:sp>
      </p:grpSp>
      <p:sp>
        <p:nvSpPr>
          <p:cNvPr id="33" name="Rectangle 32">
            <a:extLst>
              <a:ext uri="{FF2B5EF4-FFF2-40B4-BE49-F238E27FC236}">
                <a16:creationId xmlns:a16="http://schemas.microsoft.com/office/drawing/2014/main" id="{66DEB937-DBA4-4F5B-9F57-7F9FDF4D840B}"/>
              </a:ext>
            </a:extLst>
          </p:cNvPr>
          <p:cNvSpPr/>
          <p:nvPr/>
        </p:nvSpPr>
        <p:spPr>
          <a:xfrm>
            <a:off x="3000286" y="3001433"/>
            <a:ext cx="8796739" cy="5343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Poppins Light"/>
              <a:ea typeface="+mn-ea"/>
              <a:cs typeface="+mn-cs"/>
            </a:endParaRPr>
          </a:p>
        </p:txBody>
      </p:sp>
      <p:sp>
        <p:nvSpPr>
          <p:cNvPr id="34" name="Rectangle 33">
            <a:extLst>
              <a:ext uri="{FF2B5EF4-FFF2-40B4-BE49-F238E27FC236}">
                <a16:creationId xmlns:a16="http://schemas.microsoft.com/office/drawing/2014/main" id="{6247C963-CA90-44CB-B392-E332DE12C529}"/>
              </a:ext>
            </a:extLst>
          </p:cNvPr>
          <p:cNvSpPr/>
          <p:nvPr/>
        </p:nvSpPr>
        <p:spPr>
          <a:xfrm>
            <a:off x="3000285" y="4770841"/>
            <a:ext cx="8796739" cy="5343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Poppins Light"/>
              <a:ea typeface="+mn-ea"/>
              <a:cs typeface="+mn-cs"/>
            </a:endParaRPr>
          </a:p>
        </p:txBody>
      </p:sp>
      <p:grpSp>
        <p:nvGrpSpPr>
          <p:cNvPr id="7" name="Groupe 6">
            <a:extLst>
              <a:ext uri="{FF2B5EF4-FFF2-40B4-BE49-F238E27FC236}">
                <a16:creationId xmlns:a16="http://schemas.microsoft.com/office/drawing/2014/main" id="{ADDEF934-8818-4577-9A98-BF0F28495008}"/>
              </a:ext>
            </a:extLst>
          </p:cNvPr>
          <p:cNvGrpSpPr/>
          <p:nvPr/>
        </p:nvGrpSpPr>
        <p:grpSpPr>
          <a:xfrm>
            <a:off x="3183766" y="5120885"/>
            <a:ext cx="8012967" cy="1095747"/>
            <a:chOff x="3183766" y="5169047"/>
            <a:chExt cx="8012967" cy="1306941"/>
          </a:xfrm>
        </p:grpSpPr>
        <p:sp>
          <p:nvSpPr>
            <p:cNvPr id="38" name="Rectangle : coins arrondis 13">
              <a:extLst>
                <a:ext uri="{FF2B5EF4-FFF2-40B4-BE49-F238E27FC236}">
                  <a16:creationId xmlns:a16="http://schemas.microsoft.com/office/drawing/2014/main" id="{F8088BA0-62A1-424E-8E35-29E32D74850E}"/>
                </a:ext>
              </a:extLst>
            </p:cNvPr>
            <p:cNvSpPr/>
            <p:nvPr/>
          </p:nvSpPr>
          <p:spPr>
            <a:xfrm>
              <a:off x="3183766" y="5169047"/>
              <a:ext cx="1936361"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Application 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Poppins Light"/>
                  <a:ea typeface="+mn-ea"/>
                  <a:cs typeface="+mn-cs"/>
                </a:rPr>
                <a:t>Master of the data</a:t>
              </a:r>
            </a:p>
          </p:txBody>
        </p:sp>
        <p:sp>
          <p:nvSpPr>
            <p:cNvPr id="39" name="Rectangle : coins arrondis 13">
              <a:extLst>
                <a:ext uri="{FF2B5EF4-FFF2-40B4-BE49-F238E27FC236}">
                  <a16:creationId xmlns:a16="http://schemas.microsoft.com/office/drawing/2014/main" id="{369AEF15-3768-4F5A-A8BF-F4E8CF086525}"/>
                </a:ext>
              </a:extLst>
            </p:cNvPr>
            <p:cNvSpPr/>
            <p:nvPr/>
          </p:nvSpPr>
          <p:spPr>
            <a:xfrm>
              <a:off x="9329827" y="5169047"/>
              <a:ext cx="1866906"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Application B</a:t>
              </a:r>
            </a:p>
          </p:txBody>
        </p:sp>
        <p:cxnSp>
          <p:nvCxnSpPr>
            <p:cNvPr id="40" name="Connecteur droit avec flèche 39">
              <a:extLst>
                <a:ext uri="{FF2B5EF4-FFF2-40B4-BE49-F238E27FC236}">
                  <a16:creationId xmlns:a16="http://schemas.microsoft.com/office/drawing/2014/main" id="{754094C8-D1E1-4A6F-AEB5-3A24DE3BB765}"/>
                </a:ext>
              </a:extLst>
            </p:cNvPr>
            <p:cNvCxnSpPr>
              <a:cxnSpLocks/>
              <a:stCxn id="38" idx="3"/>
              <a:endCxn id="39" idx="1"/>
            </p:cNvCxnSpPr>
            <p:nvPr/>
          </p:nvCxnSpPr>
          <p:spPr>
            <a:xfrm>
              <a:off x="5120127" y="5790412"/>
              <a:ext cx="42097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21410405-6F62-44E6-AD8F-8B5379C659C7}"/>
                </a:ext>
              </a:extLst>
            </p:cNvPr>
            <p:cNvSpPr txBox="1"/>
            <p:nvPr/>
          </p:nvSpPr>
          <p:spPr>
            <a:xfrm>
              <a:off x="5299487" y="5279708"/>
              <a:ext cx="970137" cy="51393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SAME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LANGUAGE</a:t>
              </a:r>
            </a:p>
          </p:txBody>
        </p:sp>
        <p:sp>
          <p:nvSpPr>
            <p:cNvPr id="42" name="ZoneTexte 41">
              <a:extLst>
                <a:ext uri="{FF2B5EF4-FFF2-40B4-BE49-F238E27FC236}">
                  <a16:creationId xmlns:a16="http://schemas.microsoft.com/office/drawing/2014/main" id="{3971F3AF-DE3E-40C2-BF75-75BAA4E4D7F1}"/>
                </a:ext>
              </a:extLst>
            </p:cNvPr>
            <p:cNvSpPr txBox="1"/>
            <p:nvPr/>
          </p:nvSpPr>
          <p:spPr>
            <a:xfrm>
              <a:off x="8128327" y="5296436"/>
              <a:ext cx="939680" cy="49558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DIFFERENT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LANGUAGE</a:t>
              </a:r>
            </a:p>
          </p:txBody>
        </p:sp>
        <p:sp>
          <p:nvSpPr>
            <p:cNvPr id="43" name="Rectangle : coins arrondis 13">
              <a:extLst>
                <a:ext uri="{FF2B5EF4-FFF2-40B4-BE49-F238E27FC236}">
                  <a16:creationId xmlns:a16="http://schemas.microsoft.com/office/drawing/2014/main" id="{73741EBE-0648-4234-80B8-0A534EB2E24E}"/>
                </a:ext>
              </a:extLst>
            </p:cNvPr>
            <p:cNvSpPr/>
            <p:nvPr/>
          </p:nvSpPr>
          <p:spPr>
            <a:xfrm>
              <a:off x="7714557" y="5207448"/>
              <a:ext cx="1670771" cy="1187077"/>
            </a:xfrm>
            <a:prstGeom prst="roundRect">
              <a:avLst>
                <a:gd name="adj" fmla="val 0"/>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uLnTx/>
                <a:uFillTx/>
                <a:latin typeface="Poppins Light"/>
                <a:ea typeface="+mn-ea"/>
                <a:cs typeface="+mn-cs"/>
              </a:endParaRPr>
            </a:p>
          </p:txBody>
        </p:sp>
        <p:sp>
          <p:nvSpPr>
            <p:cNvPr id="44" name="Rectangle : coins arrondis 13">
              <a:extLst>
                <a:ext uri="{FF2B5EF4-FFF2-40B4-BE49-F238E27FC236}">
                  <a16:creationId xmlns:a16="http://schemas.microsoft.com/office/drawing/2014/main" id="{7842014A-20C8-42D1-AF15-9E939EF1EB63}"/>
                </a:ext>
              </a:extLst>
            </p:cNvPr>
            <p:cNvSpPr/>
            <p:nvPr/>
          </p:nvSpPr>
          <p:spPr>
            <a:xfrm>
              <a:off x="6493318" y="5169048"/>
              <a:ext cx="1396089" cy="1273780"/>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 B Interface</a:t>
              </a:r>
            </a:p>
          </p:txBody>
        </p:sp>
        <p:sp>
          <p:nvSpPr>
            <p:cNvPr id="45" name="ZoneTexte 44">
              <a:extLst>
                <a:ext uri="{FF2B5EF4-FFF2-40B4-BE49-F238E27FC236}">
                  <a16:creationId xmlns:a16="http://schemas.microsoft.com/office/drawing/2014/main" id="{1D4E6E43-39CF-437A-9344-A1C51BE233E1}"/>
                </a:ext>
              </a:extLst>
            </p:cNvPr>
            <p:cNvSpPr txBox="1"/>
            <p:nvPr/>
          </p:nvSpPr>
          <p:spPr>
            <a:xfrm>
              <a:off x="7992180" y="5765445"/>
              <a:ext cx="1234873" cy="49558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A5E5"/>
                  </a:solidFill>
                  <a:effectLst/>
                  <a:uLnTx/>
                  <a:uFillTx/>
                  <a:latin typeface="Poppins Light"/>
                  <a:ea typeface="+mn-ea"/>
                  <a:cs typeface="+mn-cs"/>
                </a:rPr>
                <a:t>Language specific to app B</a:t>
              </a:r>
            </a:p>
          </p:txBody>
        </p:sp>
        <p:sp>
          <p:nvSpPr>
            <p:cNvPr id="46" name="ZoneTexte 45">
              <a:extLst>
                <a:ext uri="{FF2B5EF4-FFF2-40B4-BE49-F238E27FC236}">
                  <a16:creationId xmlns:a16="http://schemas.microsoft.com/office/drawing/2014/main" id="{90EA2B6C-1CC0-4C74-9AD3-086126EE4B7B}"/>
                </a:ext>
              </a:extLst>
            </p:cNvPr>
            <p:cNvSpPr txBox="1"/>
            <p:nvPr/>
          </p:nvSpPr>
          <p:spPr>
            <a:xfrm>
              <a:off x="5097229" y="5787681"/>
              <a:ext cx="1396089" cy="6883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A5E5"/>
                  </a:solidFill>
                  <a:effectLst/>
                  <a:uLnTx/>
                  <a:uFillTx/>
                  <a:latin typeface="Poppins Light"/>
                  <a:ea typeface="+mn-ea"/>
                  <a:cs typeface="+mn-cs"/>
                </a:rPr>
                <a:t>Language of the domain master of the data</a:t>
              </a:r>
            </a:p>
          </p:txBody>
        </p:sp>
      </p:grpSp>
      <p:sp>
        <p:nvSpPr>
          <p:cNvPr id="48" name="Forme libre : forme 47">
            <a:extLst>
              <a:ext uri="{FF2B5EF4-FFF2-40B4-BE49-F238E27FC236}">
                <a16:creationId xmlns:a16="http://schemas.microsoft.com/office/drawing/2014/main" id="{E7A3C187-C0D3-48C3-B7D7-8697A8EBC846}"/>
              </a:ext>
            </a:extLst>
          </p:cNvPr>
          <p:cNvSpPr/>
          <p:nvPr/>
        </p:nvSpPr>
        <p:spPr>
          <a:xfrm>
            <a:off x="11423889" y="3773261"/>
            <a:ext cx="547175" cy="540556"/>
          </a:xfrm>
          <a:custGeom>
            <a:avLst/>
            <a:gdLst>
              <a:gd name="connsiteX0" fmla="*/ 232308 w 639814"/>
              <a:gd name="connsiteY0" fmla="*/ 379639 h 639813"/>
              <a:gd name="connsiteX1" fmla="*/ 480860 w 639814"/>
              <a:gd name="connsiteY1" fmla="*/ 131087 h 639813"/>
              <a:gd name="connsiteX2" fmla="*/ 495981 w 639814"/>
              <a:gd name="connsiteY2" fmla="*/ 131087 h 639813"/>
              <a:gd name="connsiteX3" fmla="*/ 495981 w 639814"/>
              <a:gd name="connsiteY3" fmla="*/ 131087 h 639813"/>
              <a:gd name="connsiteX4" fmla="*/ 538594 w 639814"/>
              <a:gd name="connsiteY4" fmla="*/ 173699 h 639813"/>
              <a:gd name="connsiteX5" fmla="*/ 538594 w 639814"/>
              <a:gd name="connsiteY5" fmla="*/ 188820 h 639813"/>
              <a:gd name="connsiteX6" fmla="*/ 538594 w 639814"/>
              <a:gd name="connsiteY6" fmla="*/ 188820 h 639813"/>
              <a:gd name="connsiteX7" fmla="*/ 240055 w 639814"/>
              <a:gd name="connsiteY7" fmla="*/ 487358 h 639813"/>
              <a:gd name="connsiteX8" fmla="*/ 224935 w 639814"/>
              <a:gd name="connsiteY8" fmla="*/ 487358 h 639813"/>
              <a:gd name="connsiteX9" fmla="*/ 224935 w 639814"/>
              <a:gd name="connsiteY9" fmla="*/ 487358 h 639813"/>
              <a:gd name="connsiteX10" fmla="*/ 88474 w 639814"/>
              <a:gd name="connsiteY10" fmla="*/ 350898 h 639813"/>
              <a:gd name="connsiteX11" fmla="*/ 88474 w 639814"/>
              <a:gd name="connsiteY11" fmla="*/ 335777 h 639813"/>
              <a:gd name="connsiteX12" fmla="*/ 89099 w 639814"/>
              <a:gd name="connsiteY12" fmla="*/ 335277 h 639813"/>
              <a:gd name="connsiteX13" fmla="*/ 130837 w 639814"/>
              <a:gd name="connsiteY13" fmla="*/ 293290 h 639813"/>
              <a:gd name="connsiteX14" fmla="*/ 130837 w 639814"/>
              <a:gd name="connsiteY14" fmla="*/ 293290 h 639813"/>
              <a:gd name="connsiteX15" fmla="*/ 145958 w 639814"/>
              <a:gd name="connsiteY15" fmla="*/ 293290 h 639813"/>
              <a:gd name="connsiteX16" fmla="*/ 146083 w 639814"/>
              <a:gd name="connsiteY16" fmla="*/ 293414 h 639813"/>
              <a:gd name="connsiteX17" fmla="*/ 232432 w 639814"/>
              <a:gd name="connsiteY17" fmla="*/ 379764 h 639813"/>
              <a:gd name="connsiteX18" fmla="*/ 639814 w 639814"/>
              <a:gd name="connsiteY18" fmla="*/ 319907 h 639813"/>
              <a:gd name="connsiteX19" fmla="*/ 546091 w 639814"/>
              <a:gd name="connsiteY19" fmla="*/ 93723 h 639813"/>
              <a:gd name="connsiteX20" fmla="*/ 319907 w 639814"/>
              <a:gd name="connsiteY20" fmla="*/ 0 h 639813"/>
              <a:gd name="connsiteX21" fmla="*/ 93723 w 639814"/>
              <a:gd name="connsiteY21" fmla="*/ 93723 h 639813"/>
              <a:gd name="connsiteX22" fmla="*/ 0 w 639814"/>
              <a:gd name="connsiteY22" fmla="*/ 319907 h 639813"/>
              <a:gd name="connsiteX23" fmla="*/ 93723 w 639814"/>
              <a:gd name="connsiteY23" fmla="*/ 546091 h 639813"/>
              <a:gd name="connsiteX24" fmla="*/ 319907 w 639814"/>
              <a:gd name="connsiteY24" fmla="*/ 639814 h 639813"/>
              <a:gd name="connsiteX25" fmla="*/ 546091 w 639814"/>
              <a:gd name="connsiteY25" fmla="*/ 546091 h 639813"/>
              <a:gd name="connsiteX26" fmla="*/ 639814 w 639814"/>
              <a:gd name="connsiteY26" fmla="*/ 319907 h 6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9814" h="639813">
                <a:moveTo>
                  <a:pt x="232308" y="379639"/>
                </a:moveTo>
                <a:lnTo>
                  <a:pt x="480860" y="131087"/>
                </a:lnTo>
                <a:cubicBezTo>
                  <a:pt x="484984" y="126963"/>
                  <a:pt x="491732" y="126963"/>
                  <a:pt x="495981" y="131087"/>
                </a:cubicBezTo>
                <a:lnTo>
                  <a:pt x="495981" y="131087"/>
                </a:lnTo>
                <a:lnTo>
                  <a:pt x="538594" y="173699"/>
                </a:lnTo>
                <a:cubicBezTo>
                  <a:pt x="542717" y="177823"/>
                  <a:pt x="542717" y="184571"/>
                  <a:pt x="538594" y="188820"/>
                </a:cubicBezTo>
                <a:lnTo>
                  <a:pt x="538594" y="188820"/>
                </a:lnTo>
                <a:lnTo>
                  <a:pt x="240055" y="487358"/>
                </a:lnTo>
                <a:cubicBezTo>
                  <a:pt x="235931" y="491482"/>
                  <a:pt x="229183" y="491482"/>
                  <a:pt x="224935" y="487358"/>
                </a:cubicBezTo>
                <a:lnTo>
                  <a:pt x="224935" y="487358"/>
                </a:lnTo>
                <a:lnTo>
                  <a:pt x="88474" y="350898"/>
                </a:lnTo>
                <a:cubicBezTo>
                  <a:pt x="84350" y="346774"/>
                  <a:pt x="84350" y="340026"/>
                  <a:pt x="88474" y="335777"/>
                </a:cubicBezTo>
                <a:cubicBezTo>
                  <a:pt x="88599" y="335652"/>
                  <a:pt x="88849" y="335402"/>
                  <a:pt x="89099" y="335277"/>
                </a:cubicBezTo>
                <a:lnTo>
                  <a:pt x="130837" y="293290"/>
                </a:lnTo>
                <a:lnTo>
                  <a:pt x="130837" y="293290"/>
                </a:lnTo>
                <a:cubicBezTo>
                  <a:pt x="134961" y="289166"/>
                  <a:pt x="141709" y="289041"/>
                  <a:pt x="145958" y="293290"/>
                </a:cubicBezTo>
                <a:lnTo>
                  <a:pt x="146083" y="293414"/>
                </a:lnTo>
                <a:lnTo>
                  <a:pt x="232432" y="379764"/>
                </a:lnTo>
                <a:close/>
                <a:moveTo>
                  <a:pt x="639814" y="319907"/>
                </a:moveTo>
                <a:cubicBezTo>
                  <a:pt x="639814" y="231558"/>
                  <a:pt x="603950" y="151581"/>
                  <a:pt x="546091" y="93723"/>
                </a:cubicBezTo>
                <a:cubicBezTo>
                  <a:pt x="488233" y="35865"/>
                  <a:pt x="408256" y="0"/>
                  <a:pt x="319907" y="0"/>
                </a:cubicBezTo>
                <a:cubicBezTo>
                  <a:pt x="231558" y="0"/>
                  <a:pt x="151581" y="35865"/>
                  <a:pt x="93723" y="93723"/>
                </a:cubicBezTo>
                <a:cubicBezTo>
                  <a:pt x="35865" y="151581"/>
                  <a:pt x="0" y="231558"/>
                  <a:pt x="0" y="319907"/>
                </a:cubicBezTo>
                <a:cubicBezTo>
                  <a:pt x="0" y="408256"/>
                  <a:pt x="35865" y="488233"/>
                  <a:pt x="93723" y="546091"/>
                </a:cubicBezTo>
                <a:cubicBezTo>
                  <a:pt x="151581" y="603949"/>
                  <a:pt x="231558" y="639814"/>
                  <a:pt x="319907" y="639814"/>
                </a:cubicBezTo>
                <a:cubicBezTo>
                  <a:pt x="408256" y="639814"/>
                  <a:pt x="488233" y="603949"/>
                  <a:pt x="546091" y="546091"/>
                </a:cubicBezTo>
                <a:cubicBezTo>
                  <a:pt x="603950" y="488233"/>
                  <a:pt x="639814" y="408256"/>
                  <a:pt x="639814" y="319907"/>
                </a:cubicBezTo>
                <a:close/>
              </a:path>
            </a:pathLst>
          </a:custGeom>
          <a:solidFill>
            <a:schemeClr val="bg2">
              <a:lumMod val="60000"/>
              <a:lumOff val="40000"/>
            </a:schemeClr>
          </a:solidFill>
          <a:ln w="1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1E2124"/>
              </a:solidFill>
              <a:effectLst/>
              <a:uLnTx/>
              <a:uFillTx/>
              <a:latin typeface="Poppins Light"/>
              <a:ea typeface="+mn-ea"/>
              <a:cs typeface="+mn-cs"/>
            </a:endParaRPr>
          </a:p>
        </p:txBody>
      </p:sp>
      <p:sp>
        <p:nvSpPr>
          <p:cNvPr id="49" name="Forme libre : forme 48">
            <a:extLst>
              <a:ext uri="{FF2B5EF4-FFF2-40B4-BE49-F238E27FC236}">
                <a16:creationId xmlns:a16="http://schemas.microsoft.com/office/drawing/2014/main" id="{5C33F545-B305-4D80-97F9-86A960A1C455}"/>
              </a:ext>
            </a:extLst>
          </p:cNvPr>
          <p:cNvSpPr/>
          <p:nvPr/>
        </p:nvSpPr>
        <p:spPr>
          <a:xfrm>
            <a:off x="11414448" y="5410808"/>
            <a:ext cx="547175" cy="540556"/>
          </a:xfrm>
          <a:custGeom>
            <a:avLst/>
            <a:gdLst>
              <a:gd name="connsiteX0" fmla="*/ 232308 w 639814"/>
              <a:gd name="connsiteY0" fmla="*/ 379639 h 639813"/>
              <a:gd name="connsiteX1" fmla="*/ 480860 w 639814"/>
              <a:gd name="connsiteY1" fmla="*/ 131087 h 639813"/>
              <a:gd name="connsiteX2" fmla="*/ 495981 w 639814"/>
              <a:gd name="connsiteY2" fmla="*/ 131087 h 639813"/>
              <a:gd name="connsiteX3" fmla="*/ 495981 w 639814"/>
              <a:gd name="connsiteY3" fmla="*/ 131087 h 639813"/>
              <a:gd name="connsiteX4" fmla="*/ 538594 w 639814"/>
              <a:gd name="connsiteY4" fmla="*/ 173699 h 639813"/>
              <a:gd name="connsiteX5" fmla="*/ 538594 w 639814"/>
              <a:gd name="connsiteY5" fmla="*/ 188820 h 639813"/>
              <a:gd name="connsiteX6" fmla="*/ 538594 w 639814"/>
              <a:gd name="connsiteY6" fmla="*/ 188820 h 639813"/>
              <a:gd name="connsiteX7" fmla="*/ 240055 w 639814"/>
              <a:gd name="connsiteY7" fmla="*/ 487358 h 639813"/>
              <a:gd name="connsiteX8" fmla="*/ 224935 w 639814"/>
              <a:gd name="connsiteY8" fmla="*/ 487358 h 639813"/>
              <a:gd name="connsiteX9" fmla="*/ 224935 w 639814"/>
              <a:gd name="connsiteY9" fmla="*/ 487358 h 639813"/>
              <a:gd name="connsiteX10" fmla="*/ 88474 w 639814"/>
              <a:gd name="connsiteY10" fmla="*/ 350898 h 639813"/>
              <a:gd name="connsiteX11" fmla="*/ 88474 w 639814"/>
              <a:gd name="connsiteY11" fmla="*/ 335777 h 639813"/>
              <a:gd name="connsiteX12" fmla="*/ 89099 w 639814"/>
              <a:gd name="connsiteY12" fmla="*/ 335277 h 639813"/>
              <a:gd name="connsiteX13" fmla="*/ 130837 w 639814"/>
              <a:gd name="connsiteY13" fmla="*/ 293290 h 639813"/>
              <a:gd name="connsiteX14" fmla="*/ 130837 w 639814"/>
              <a:gd name="connsiteY14" fmla="*/ 293290 h 639813"/>
              <a:gd name="connsiteX15" fmla="*/ 145958 w 639814"/>
              <a:gd name="connsiteY15" fmla="*/ 293290 h 639813"/>
              <a:gd name="connsiteX16" fmla="*/ 146083 w 639814"/>
              <a:gd name="connsiteY16" fmla="*/ 293414 h 639813"/>
              <a:gd name="connsiteX17" fmla="*/ 232432 w 639814"/>
              <a:gd name="connsiteY17" fmla="*/ 379764 h 639813"/>
              <a:gd name="connsiteX18" fmla="*/ 639814 w 639814"/>
              <a:gd name="connsiteY18" fmla="*/ 319907 h 639813"/>
              <a:gd name="connsiteX19" fmla="*/ 546091 w 639814"/>
              <a:gd name="connsiteY19" fmla="*/ 93723 h 639813"/>
              <a:gd name="connsiteX20" fmla="*/ 319907 w 639814"/>
              <a:gd name="connsiteY20" fmla="*/ 0 h 639813"/>
              <a:gd name="connsiteX21" fmla="*/ 93723 w 639814"/>
              <a:gd name="connsiteY21" fmla="*/ 93723 h 639813"/>
              <a:gd name="connsiteX22" fmla="*/ 0 w 639814"/>
              <a:gd name="connsiteY22" fmla="*/ 319907 h 639813"/>
              <a:gd name="connsiteX23" fmla="*/ 93723 w 639814"/>
              <a:gd name="connsiteY23" fmla="*/ 546091 h 639813"/>
              <a:gd name="connsiteX24" fmla="*/ 319907 w 639814"/>
              <a:gd name="connsiteY24" fmla="*/ 639814 h 639813"/>
              <a:gd name="connsiteX25" fmla="*/ 546091 w 639814"/>
              <a:gd name="connsiteY25" fmla="*/ 546091 h 639813"/>
              <a:gd name="connsiteX26" fmla="*/ 639814 w 639814"/>
              <a:gd name="connsiteY26" fmla="*/ 319907 h 6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9814" h="639813">
                <a:moveTo>
                  <a:pt x="232308" y="379639"/>
                </a:moveTo>
                <a:lnTo>
                  <a:pt x="480860" y="131087"/>
                </a:lnTo>
                <a:cubicBezTo>
                  <a:pt x="484984" y="126963"/>
                  <a:pt x="491732" y="126963"/>
                  <a:pt x="495981" y="131087"/>
                </a:cubicBezTo>
                <a:lnTo>
                  <a:pt x="495981" y="131087"/>
                </a:lnTo>
                <a:lnTo>
                  <a:pt x="538594" y="173699"/>
                </a:lnTo>
                <a:cubicBezTo>
                  <a:pt x="542717" y="177823"/>
                  <a:pt x="542717" y="184571"/>
                  <a:pt x="538594" y="188820"/>
                </a:cubicBezTo>
                <a:lnTo>
                  <a:pt x="538594" y="188820"/>
                </a:lnTo>
                <a:lnTo>
                  <a:pt x="240055" y="487358"/>
                </a:lnTo>
                <a:cubicBezTo>
                  <a:pt x="235931" y="491482"/>
                  <a:pt x="229183" y="491482"/>
                  <a:pt x="224935" y="487358"/>
                </a:cubicBezTo>
                <a:lnTo>
                  <a:pt x="224935" y="487358"/>
                </a:lnTo>
                <a:lnTo>
                  <a:pt x="88474" y="350898"/>
                </a:lnTo>
                <a:cubicBezTo>
                  <a:pt x="84350" y="346774"/>
                  <a:pt x="84350" y="340026"/>
                  <a:pt x="88474" y="335777"/>
                </a:cubicBezTo>
                <a:cubicBezTo>
                  <a:pt x="88599" y="335652"/>
                  <a:pt x="88849" y="335402"/>
                  <a:pt x="89099" y="335277"/>
                </a:cubicBezTo>
                <a:lnTo>
                  <a:pt x="130837" y="293290"/>
                </a:lnTo>
                <a:lnTo>
                  <a:pt x="130837" y="293290"/>
                </a:lnTo>
                <a:cubicBezTo>
                  <a:pt x="134961" y="289166"/>
                  <a:pt x="141709" y="289041"/>
                  <a:pt x="145958" y="293290"/>
                </a:cubicBezTo>
                <a:lnTo>
                  <a:pt x="146083" y="293414"/>
                </a:lnTo>
                <a:lnTo>
                  <a:pt x="232432" y="379764"/>
                </a:lnTo>
                <a:close/>
                <a:moveTo>
                  <a:pt x="639814" y="319907"/>
                </a:moveTo>
                <a:cubicBezTo>
                  <a:pt x="639814" y="231558"/>
                  <a:pt x="603950" y="151581"/>
                  <a:pt x="546091" y="93723"/>
                </a:cubicBezTo>
                <a:cubicBezTo>
                  <a:pt x="488233" y="35865"/>
                  <a:pt x="408256" y="0"/>
                  <a:pt x="319907" y="0"/>
                </a:cubicBezTo>
                <a:cubicBezTo>
                  <a:pt x="231558" y="0"/>
                  <a:pt x="151581" y="35865"/>
                  <a:pt x="93723" y="93723"/>
                </a:cubicBezTo>
                <a:cubicBezTo>
                  <a:pt x="35865" y="151581"/>
                  <a:pt x="0" y="231558"/>
                  <a:pt x="0" y="319907"/>
                </a:cubicBezTo>
                <a:cubicBezTo>
                  <a:pt x="0" y="408256"/>
                  <a:pt x="35865" y="488233"/>
                  <a:pt x="93723" y="546091"/>
                </a:cubicBezTo>
                <a:cubicBezTo>
                  <a:pt x="151581" y="603949"/>
                  <a:pt x="231558" y="639814"/>
                  <a:pt x="319907" y="639814"/>
                </a:cubicBezTo>
                <a:cubicBezTo>
                  <a:pt x="408256" y="639814"/>
                  <a:pt x="488233" y="603949"/>
                  <a:pt x="546091" y="546091"/>
                </a:cubicBezTo>
                <a:cubicBezTo>
                  <a:pt x="603950" y="488233"/>
                  <a:pt x="639814" y="408256"/>
                  <a:pt x="639814" y="319907"/>
                </a:cubicBezTo>
                <a:close/>
              </a:path>
            </a:pathLst>
          </a:custGeom>
          <a:solidFill>
            <a:schemeClr val="accent5"/>
          </a:solidFill>
          <a:ln w="1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1E2124"/>
              </a:solidFill>
              <a:effectLst/>
              <a:uLnTx/>
              <a:uFillTx/>
              <a:latin typeface="Poppins Light"/>
              <a:ea typeface="+mn-ea"/>
              <a:cs typeface="+mn-cs"/>
            </a:endParaRPr>
          </a:p>
        </p:txBody>
      </p:sp>
      <p:sp>
        <p:nvSpPr>
          <p:cNvPr id="50" name="ZoneTexte 49">
            <a:extLst>
              <a:ext uri="{FF2B5EF4-FFF2-40B4-BE49-F238E27FC236}">
                <a16:creationId xmlns:a16="http://schemas.microsoft.com/office/drawing/2014/main" id="{35429E96-037C-465E-A108-F1DFCFC85847}"/>
              </a:ext>
            </a:extLst>
          </p:cNvPr>
          <p:cNvSpPr txBox="1"/>
          <p:nvPr/>
        </p:nvSpPr>
        <p:spPr>
          <a:xfrm>
            <a:off x="6289914" y="6222310"/>
            <a:ext cx="1802898" cy="2539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A5E5"/>
                </a:solidFill>
                <a:effectLst/>
                <a:uLnTx/>
                <a:uFillTx/>
                <a:latin typeface="Poppins Light"/>
                <a:ea typeface="+mn-ea"/>
                <a:cs typeface="+mn-cs"/>
              </a:rPr>
              <a:t>1x transformation</a:t>
            </a:r>
          </a:p>
        </p:txBody>
      </p:sp>
      <p:sp>
        <p:nvSpPr>
          <p:cNvPr id="51" name="ZoneTexte 50">
            <a:extLst>
              <a:ext uri="{FF2B5EF4-FFF2-40B4-BE49-F238E27FC236}">
                <a16:creationId xmlns:a16="http://schemas.microsoft.com/office/drawing/2014/main" id="{D087D939-EF8D-4DD4-9143-3BB7EE439AA0}"/>
              </a:ext>
            </a:extLst>
          </p:cNvPr>
          <p:cNvSpPr txBox="1"/>
          <p:nvPr/>
        </p:nvSpPr>
        <p:spPr>
          <a:xfrm>
            <a:off x="4465773" y="1508328"/>
            <a:ext cx="123487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A5E5"/>
                </a:solidFill>
                <a:effectLst/>
                <a:uLnTx/>
                <a:uFillTx/>
                <a:latin typeface="Poppins Light"/>
                <a:ea typeface="+mn-ea"/>
                <a:cs typeface="+mn-cs"/>
              </a:rPr>
              <a:t>Language specific to app A</a:t>
            </a:r>
          </a:p>
        </p:txBody>
      </p:sp>
      <p:sp>
        <p:nvSpPr>
          <p:cNvPr id="52" name="ZoneTexte 51">
            <a:extLst>
              <a:ext uri="{FF2B5EF4-FFF2-40B4-BE49-F238E27FC236}">
                <a16:creationId xmlns:a16="http://schemas.microsoft.com/office/drawing/2014/main" id="{E0C62007-A573-432C-916D-315E76FF314D}"/>
              </a:ext>
            </a:extLst>
          </p:cNvPr>
          <p:cNvSpPr txBox="1"/>
          <p:nvPr/>
        </p:nvSpPr>
        <p:spPr>
          <a:xfrm>
            <a:off x="8630503" y="1535688"/>
            <a:ext cx="123487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A5E5"/>
                </a:solidFill>
                <a:effectLst/>
                <a:uLnTx/>
                <a:uFillTx/>
                <a:latin typeface="Poppins Light"/>
                <a:ea typeface="+mn-ea"/>
                <a:cs typeface="+mn-cs"/>
              </a:rPr>
              <a:t>Language specific to app B</a:t>
            </a:r>
          </a:p>
        </p:txBody>
      </p:sp>
      <p:sp>
        <p:nvSpPr>
          <p:cNvPr id="53" name="ZoneTexte 52">
            <a:extLst>
              <a:ext uri="{FF2B5EF4-FFF2-40B4-BE49-F238E27FC236}">
                <a16:creationId xmlns:a16="http://schemas.microsoft.com/office/drawing/2014/main" id="{3C107042-2BE6-4B8C-A4D5-1C22260E6109}"/>
              </a:ext>
            </a:extLst>
          </p:cNvPr>
          <p:cNvSpPr txBox="1"/>
          <p:nvPr/>
        </p:nvSpPr>
        <p:spPr>
          <a:xfrm>
            <a:off x="7868808" y="3371149"/>
            <a:ext cx="136226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A5E5"/>
                </a:solidFill>
                <a:effectLst/>
                <a:uLnTx/>
                <a:uFillTx/>
                <a:latin typeface="Poppins Light"/>
                <a:ea typeface="+mn-ea"/>
                <a:cs typeface="+mn-cs"/>
              </a:rPr>
              <a:t>Language specific to app B</a:t>
            </a:r>
          </a:p>
        </p:txBody>
      </p:sp>
      <p:sp>
        <p:nvSpPr>
          <p:cNvPr id="54" name="ZoneTexte 53">
            <a:extLst>
              <a:ext uri="{FF2B5EF4-FFF2-40B4-BE49-F238E27FC236}">
                <a16:creationId xmlns:a16="http://schemas.microsoft.com/office/drawing/2014/main" id="{A511D8F5-08AD-4C5A-A980-3F5448934A0B}"/>
              </a:ext>
            </a:extLst>
          </p:cNvPr>
          <p:cNvSpPr txBox="1"/>
          <p:nvPr/>
        </p:nvSpPr>
        <p:spPr>
          <a:xfrm>
            <a:off x="4888159" y="3389897"/>
            <a:ext cx="136226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A5E5"/>
                </a:solidFill>
                <a:effectLst/>
                <a:uLnTx/>
                <a:uFillTx/>
                <a:latin typeface="Poppins Light"/>
                <a:ea typeface="+mn-ea"/>
                <a:cs typeface="+mn-cs"/>
              </a:rPr>
              <a:t>Language specific to app A</a:t>
            </a:r>
          </a:p>
        </p:txBody>
      </p:sp>
      <p:sp>
        <p:nvSpPr>
          <p:cNvPr id="55" name="ZoneTexte 54">
            <a:extLst>
              <a:ext uri="{FF2B5EF4-FFF2-40B4-BE49-F238E27FC236}">
                <a16:creationId xmlns:a16="http://schemas.microsoft.com/office/drawing/2014/main" id="{2B23F404-9871-42EA-A846-B5CA9E1884BA}"/>
              </a:ext>
            </a:extLst>
          </p:cNvPr>
          <p:cNvSpPr txBox="1"/>
          <p:nvPr/>
        </p:nvSpPr>
        <p:spPr>
          <a:xfrm>
            <a:off x="3107651" y="4848812"/>
            <a:ext cx="642603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124"/>
                </a:solidFill>
                <a:effectLst/>
                <a:uLnTx/>
                <a:uFillTx/>
                <a:latin typeface="Poppins Light"/>
                <a:ea typeface="+mn-ea"/>
                <a:cs typeface="+mn-cs"/>
              </a:rPr>
              <a:t>More reusable, more performant, simpler to maintain but more impacts on legacy</a:t>
            </a:r>
          </a:p>
        </p:txBody>
      </p:sp>
    </p:spTree>
    <p:extLst>
      <p:ext uri="{BB962C8B-B14F-4D97-AF65-F5344CB8AC3E}">
        <p14:creationId xmlns:p14="http://schemas.microsoft.com/office/powerpoint/2010/main" val="3509097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4FBA8735-A35D-4F6D-BF1C-B35FE9D0AD7D}"/>
              </a:ext>
            </a:extLst>
          </p:cNvPr>
          <p:cNvSpPr>
            <a:spLocks noGrp="1"/>
          </p:cNvSpPr>
          <p:nvPr>
            <p:ph type="body" sz="quarter" idx="10"/>
          </p:nvPr>
        </p:nvSpPr>
        <p:spPr/>
        <p:txBody>
          <a:bodyPr>
            <a:normAutofit fontScale="92500" lnSpcReduction="20000"/>
          </a:bodyPr>
          <a:lstStyle/>
          <a:p>
            <a:r>
              <a:rPr lang="en-US" dirty="0"/>
              <a:t>Intermediate solution</a:t>
            </a:r>
          </a:p>
        </p:txBody>
      </p:sp>
      <p:sp>
        <p:nvSpPr>
          <p:cNvPr id="77" name="Rectangle : coins arrondis 76">
            <a:extLst>
              <a:ext uri="{FF2B5EF4-FFF2-40B4-BE49-F238E27FC236}">
                <a16:creationId xmlns:a16="http://schemas.microsoft.com/office/drawing/2014/main" id="{C4CABE8F-FCB1-402A-BEB8-7B41D77574E5}"/>
              </a:ext>
            </a:extLst>
          </p:cNvPr>
          <p:cNvSpPr/>
          <p:nvPr/>
        </p:nvSpPr>
        <p:spPr>
          <a:xfrm>
            <a:off x="3553905" y="1886309"/>
            <a:ext cx="2075061" cy="567226"/>
          </a:xfrm>
          <a:prstGeom prst="roundRect">
            <a:avLst>
              <a:gd name="adj" fmla="val 20697"/>
            </a:avLst>
          </a:prstGeom>
          <a:solidFill>
            <a:schemeClr val="tx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637AA6">
                    <a:lumMod val="50000"/>
                  </a:srgbClr>
                </a:solidFill>
                <a:effectLst/>
                <a:uLnTx/>
                <a:uFillTx/>
                <a:latin typeface="Arial"/>
                <a:ea typeface="+mn-ea"/>
                <a:cs typeface="+mn-cs"/>
              </a:rPr>
              <a:t>Client apps </a:t>
            </a:r>
          </a:p>
        </p:txBody>
      </p:sp>
      <p:cxnSp>
        <p:nvCxnSpPr>
          <p:cNvPr id="85" name="Connecteur droit avec flèche 84">
            <a:extLst>
              <a:ext uri="{FF2B5EF4-FFF2-40B4-BE49-F238E27FC236}">
                <a16:creationId xmlns:a16="http://schemas.microsoft.com/office/drawing/2014/main" id="{E103E60F-D4FA-4ABA-A339-1E4F14DEED33}"/>
              </a:ext>
            </a:extLst>
          </p:cNvPr>
          <p:cNvCxnSpPr>
            <a:cxnSpLocks/>
            <a:stCxn id="77" idx="2"/>
          </p:cNvCxnSpPr>
          <p:nvPr/>
        </p:nvCxnSpPr>
        <p:spPr>
          <a:xfrm>
            <a:off x="4591435" y="2453535"/>
            <a:ext cx="4572" cy="61875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5" name="Flèche : double flèche verticale 14">
            <a:extLst>
              <a:ext uri="{FF2B5EF4-FFF2-40B4-BE49-F238E27FC236}">
                <a16:creationId xmlns:a16="http://schemas.microsoft.com/office/drawing/2014/main" id="{D5E5D897-3C62-4E63-BE39-52A81988ABF3}"/>
              </a:ext>
            </a:extLst>
          </p:cNvPr>
          <p:cNvSpPr/>
          <p:nvPr/>
        </p:nvSpPr>
        <p:spPr>
          <a:xfrm>
            <a:off x="537171" y="2793760"/>
            <a:ext cx="681645" cy="3125280"/>
          </a:xfrm>
          <a:prstGeom prst="up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North/South trafic</a:t>
            </a:r>
          </a:p>
        </p:txBody>
      </p:sp>
      <p:sp>
        <p:nvSpPr>
          <p:cNvPr id="31" name="Rectangle : coins arrondis 30">
            <a:extLst>
              <a:ext uri="{FF2B5EF4-FFF2-40B4-BE49-F238E27FC236}">
                <a16:creationId xmlns:a16="http://schemas.microsoft.com/office/drawing/2014/main" id="{3BD5AB71-BC8F-4F39-91F7-EFAEED70136C}"/>
              </a:ext>
            </a:extLst>
          </p:cNvPr>
          <p:cNvSpPr/>
          <p:nvPr/>
        </p:nvSpPr>
        <p:spPr>
          <a:xfrm>
            <a:off x="266700" y="1091853"/>
            <a:ext cx="11678009" cy="298845"/>
          </a:xfrm>
          <a:prstGeom prst="roundRect">
            <a:avLst>
              <a:gd name="adj" fmla="val 13702"/>
            </a:avLst>
          </a:prstGeom>
          <a:solidFill>
            <a:schemeClr val="tx1"/>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marL="0" marR="0" lvl="0" indent="266727"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Poppins Light"/>
                <a:ea typeface="+mn-ea"/>
                <a:cs typeface="Arial" panose="020B0604020202020204" pitchFamily="34" charset="0"/>
              </a:rPr>
              <a:t>EAST – WEST traffic is usually bigger than NORTH – SOUTH traffic. Distributed mediation solution should be preferred for this traffic.</a:t>
            </a:r>
          </a:p>
        </p:txBody>
      </p:sp>
      <p:sp>
        <p:nvSpPr>
          <p:cNvPr id="32" name="Rectangle : coins arrondis 31">
            <a:extLst>
              <a:ext uri="{FF2B5EF4-FFF2-40B4-BE49-F238E27FC236}">
                <a16:creationId xmlns:a16="http://schemas.microsoft.com/office/drawing/2014/main" id="{682CC1DA-9B0E-412A-A2C7-0AB0DC18F10F}"/>
              </a:ext>
            </a:extLst>
          </p:cNvPr>
          <p:cNvSpPr/>
          <p:nvPr/>
        </p:nvSpPr>
        <p:spPr>
          <a:xfrm>
            <a:off x="1458991" y="3070376"/>
            <a:ext cx="770727" cy="558324"/>
          </a:xfrm>
          <a:prstGeom prst="roundRect">
            <a:avLst>
              <a:gd name="adj" fmla="val 84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EFEFE"/>
                </a:solidFill>
                <a:effectLst/>
                <a:uLnTx/>
                <a:uFillTx/>
                <a:latin typeface="Arial"/>
                <a:ea typeface="+mn-ea"/>
                <a:cs typeface="+mn-cs"/>
              </a:rPr>
              <a:t>CIAM</a:t>
            </a:r>
          </a:p>
        </p:txBody>
      </p:sp>
      <p:sp>
        <p:nvSpPr>
          <p:cNvPr id="2" name="Rectangle 1">
            <a:extLst>
              <a:ext uri="{FF2B5EF4-FFF2-40B4-BE49-F238E27FC236}">
                <a16:creationId xmlns:a16="http://schemas.microsoft.com/office/drawing/2014/main" id="{2858ACEF-CB37-4403-82D3-4459E96A5C4D}"/>
              </a:ext>
            </a:extLst>
          </p:cNvPr>
          <p:cNvSpPr/>
          <p:nvPr/>
        </p:nvSpPr>
        <p:spPr>
          <a:xfrm>
            <a:off x="1457543" y="2657821"/>
            <a:ext cx="8617899" cy="2718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white"/>
                </a:solidFill>
                <a:effectLst/>
                <a:uLnTx/>
                <a:uFillTx/>
                <a:latin typeface="Poppins Light"/>
                <a:ea typeface="+mn-ea"/>
                <a:cs typeface="+mn-cs"/>
              </a:rPr>
              <a:t>Internet</a:t>
            </a:r>
          </a:p>
        </p:txBody>
      </p:sp>
      <p:sp>
        <p:nvSpPr>
          <p:cNvPr id="70" name="Rectangle : coins arrondis 69">
            <a:extLst>
              <a:ext uri="{FF2B5EF4-FFF2-40B4-BE49-F238E27FC236}">
                <a16:creationId xmlns:a16="http://schemas.microsoft.com/office/drawing/2014/main" id="{5DD3803A-A237-4736-9E8A-E12930EA0712}"/>
              </a:ext>
            </a:extLst>
          </p:cNvPr>
          <p:cNvSpPr/>
          <p:nvPr/>
        </p:nvSpPr>
        <p:spPr>
          <a:xfrm>
            <a:off x="2646614" y="3070376"/>
            <a:ext cx="5253200" cy="558324"/>
          </a:xfrm>
          <a:prstGeom prst="roundRect">
            <a:avLst>
              <a:gd name="adj" fmla="val 841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EFEFE"/>
                </a:solidFill>
                <a:effectLst/>
                <a:uLnTx/>
                <a:uFillTx/>
                <a:latin typeface="Arial"/>
                <a:ea typeface="+mn-ea"/>
                <a:cs typeface="+mn-cs"/>
              </a:rPr>
              <a:t>API Management / GW</a:t>
            </a:r>
          </a:p>
        </p:txBody>
      </p:sp>
      <p:sp>
        <p:nvSpPr>
          <p:cNvPr id="72" name="Rectangle : coins arrondis 71">
            <a:extLst>
              <a:ext uri="{FF2B5EF4-FFF2-40B4-BE49-F238E27FC236}">
                <a16:creationId xmlns:a16="http://schemas.microsoft.com/office/drawing/2014/main" id="{95E28852-E540-4E21-8812-6FDCCF9FEB53}"/>
              </a:ext>
            </a:extLst>
          </p:cNvPr>
          <p:cNvSpPr/>
          <p:nvPr/>
        </p:nvSpPr>
        <p:spPr>
          <a:xfrm>
            <a:off x="2646614" y="5227726"/>
            <a:ext cx="1580326" cy="325333"/>
          </a:xfrm>
          <a:prstGeom prst="roundRect">
            <a:avLst>
              <a:gd name="adj" fmla="val 8416"/>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EFEFE"/>
                </a:solidFill>
                <a:effectLst/>
                <a:uLnTx/>
                <a:uFillTx/>
                <a:latin typeface="Arial"/>
                <a:ea typeface="+mn-ea"/>
                <a:cs typeface="+mn-cs"/>
              </a:rPr>
              <a:t>Backends</a:t>
            </a:r>
          </a:p>
        </p:txBody>
      </p:sp>
      <p:cxnSp>
        <p:nvCxnSpPr>
          <p:cNvPr id="102" name="Connecteur droit avec flèche 101">
            <a:extLst>
              <a:ext uri="{FF2B5EF4-FFF2-40B4-BE49-F238E27FC236}">
                <a16:creationId xmlns:a16="http://schemas.microsoft.com/office/drawing/2014/main" id="{27AAC10F-5A02-420A-86AC-5E9065A540E8}"/>
              </a:ext>
            </a:extLst>
          </p:cNvPr>
          <p:cNvCxnSpPr>
            <a:cxnSpLocks/>
          </p:cNvCxnSpPr>
          <p:nvPr/>
        </p:nvCxnSpPr>
        <p:spPr>
          <a:xfrm>
            <a:off x="3436776" y="3724261"/>
            <a:ext cx="0" cy="28806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3" name="Rectangle : coins arrondis 102">
            <a:extLst>
              <a:ext uri="{FF2B5EF4-FFF2-40B4-BE49-F238E27FC236}">
                <a16:creationId xmlns:a16="http://schemas.microsoft.com/office/drawing/2014/main" id="{8DCD165C-38F0-45A8-97D2-13EBEDA602F8}"/>
              </a:ext>
            </a:extLst>
          </p:cNvPr>
          <p:cNvSpPr/>
          <p:nvPr/>
        </p:nvSpPr>
        <p:spPr>
          <a:xfrm>
            <a:off x="4483051" y="5227726"/>
            <a:ext cx="1580326" cy="325333"/>
          </a:xfrm>
          <a:prstGeom prst="roundRect">
            <a:avLst>
              <a:gd name="adj" fmla="val 8416"/>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EFEFE"/>
                </a:solidFill>
                <a:effectLst/>
                <a:uLnTx/>
                <a:uFillTx/>
                <a:latin typeface="Arial"/>
                <a:ea typeface="+mn-ea"/>
                <a:cs typeface="+mn-cs"/>
              </a:rPr>
              <a:t>Backends</a:t>
            </a:r>
          </a:p>
        </p:txBody>
      </p:sp>
      <p:sp>
        <p:nvSpPr>
          <p:cNvPr id="105" name="Rectangle : coins arrondis 104">
            <a:extLst>
              <a:ext uri="{FF2B5EF4-FFF2-40B4-BE49-F238E27FC236}">
                <a16:creationId xmlns:a16="http://schemas.microsoft.com/office/drawing/2014/main" id="{7C82726C-7C18-436C-B60C-B516E15AD853}"/>
              </a:ext>
            </a:extLst>
          </p:cNvPr>
          <p:cNvSpPr/>
          <p:nvPr/>
        </p:nvSpPr>
        <p:spPr>
          <a:xfrm>
            <a:off x="6319489" y="5227726"/>
            <a:ext cx="1580326" cy="325333"/>
          </a:xfrm>
          <a:prstGeom prst="roundRect">
            <a:avLst>
              <a:gd name="adj" fmla="val 8416"/>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EFEFE"/>
                </a:solidFill>
                <a:effectLst/>
                <a:uLnTx/>
                <a:uFillTx/>
                <a:latin typeface="Arial"/>
                <a:ea typeface="+mn-ea"/>
                <a:cs typeface="+mn-cs"/>
              </a:rPr>
              <a:t>Backends</a:t>
            </a:r>
          </a:p>
        </p:txBody>
      </p:sp>
      <p:cxnSp>
        <p:nvCxnSpPr>
          <p:cNvPr id="107" name="Connecteur droit avec flèche 106">
            <a:extLst>
              <a:ext uri="{FF2B5EF4-FFF2-40B4-BE49-F238E27FC236}">
                <a16:creationId xmlns:a16="http://schemas.microsoft.com/office/drawing/2014/main" id="{37804EDA-1AD4-4494-B59E-BF212311A27B}"/>
              </a:ext>
            </a:extLst>
          </p:cNvPr>
          <p:cNvCxnSpPr>
            <a:cxnSpLocks/>
          </p:cNvCxnSpPr>
          <p:nvPr/>
        </p:nvCxnSpPr>
        <p:spPr>
          <a:xfrm>
            <a:off x="5211764" y="3628701"/>
            <a:ext cx="0" cy="39837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Connecteur droit avec flèche 107">
            <a:extLst>
              <a:ext uri="{FF2B5EF4-FFF2-40B4-BE49-F238E27FC236}">
                <a16:creationId xmlns:a16="http://schemas.microsoft.com/office/drawing/2014/main" id="{F4AC2951-6AF6-4F41-9792-35F90B00FD14}"/>
              </a:ext>
            </a:extLst>
          </p:cNvPr>
          <p:cNvCxnSpPr>
            <a:cxnSpLocks/>
            <a:endCxn id="26" idx="0"/>
          </p:cNvCxnSpPr>
          <p:nvPr/>
        </p:nvCxnSpPr>
        <p:spPr>
          <a:xfrm>
            <a:off x="7109646" y="3628700"/>
            <a:ext cx="0" cy="38362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9" name="Flèche : double flèche verticale 118">
            <a:extLst>
              <a:ext uri="{FF2B5EF4-FFF2-40B4-BE49-F238E27FC236}">
                <a16:creationId xmlns:a16="http://schemas.microsoft.com/office/drawing/2014/main" id="{2EF27C23-BDA5-41DD-A143-4C1781DF5E8F}"/>
              </a:ext>
            </a:extLst>
          </p:cNvPr>
          <p:cNvSpPr/>
          <p:nvPr/>
        </p:nvSpPr>
        <p:spPr>
          <a:xfrm rot="16200000">
            <a:off x="5553709" y="2025178"/>
            <a:ext cx="425565" cy="8617898"/>
          </a:xfrm>
          <a:prstGeom prst="upDownArrow">
            <a:avLst>
              <a:gd name="adj1" fmla="val 69718"/>
              <a:gd name="adj2"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East / West trafic</a:t>
            </a:r>
          </a:p>
        </p:txBody>
      </p:sp>
      <p:sp>
        <p:nvSpPr>
          <p:cNvPr id="25" name="Rectangle : coins arrondis 24">
            <a:extLst>
              <a:ext uri="{FF2B5EF4-FFF2-40B4-BE49-F238E27FC236}">
                <a16:creationId xmlns:a16="http://schemas.microsoft.com/office/drawing/2014/main" id="{296D4A8E-9007-4783-B658-1D9C7CB021FB}"/>
              </a:ext>
            </a:extLst>
          </p:cNvPr>
          <p:cNvSpPr/>
          <p:nvPr/>
        </p:nvSpPr>
        <p:spPr>
          <a:xfrm>
            <a:off x="2646613" y="4027075"/>
            <a:ext cx="3416762" cy="480617"/>
          </a:xfrm>
          <a:prstGeom prst="roundRect">
            <a:avLst>
              <a:gd name="adj" fmla="val 841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EFEFE"/>
                </a:solidFill>
                <a:effectLst/>
                <a:uLnTx/>
                <a:uFillTx/>
                <a:latin typeface="Arial"/>
                <a:ea typeface="+mn-ea"/>
                <a:cs typeface="+mn-cs"/>
              </a:rPr>
              <a:t>API Management / GW interne</a:t>
            </a:r>
          </a:p>
        </p:txBody>
      </p:sp>
      <p:sp>
        <p:nvSpPr>
          <p:cNvPr id="26" name="Rectangle : coins arrondis 25">
            <a:extLst>
              <a:ext uri="{FF2B5EF4-FFF2-40B4-BE49-F238E27FC236}">
                <a16:creationId xmlns:a16="http://schemas.microsoft.com/office/drawing/2014/main" id="{C0ED8247-A195-47DD-8766-A613763C2780}"/>
              </a:ext>
            </a:extLst>
          </p:cNvPr>
          <p:cNvSpPr/>
          <p:nvPr/>
        </p:nvSpPr>
        <p:spPr>
          <a:xfrm>
            <a:off x="6319488" y="4012325"/>
            <a:ext cx="1580316" cy="480617"/>
          </a:xfrm>
          <a:prstGeom prst="roundRect">
            <a:avLst>
              <a:gd name="adj" fmla="val 841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EFEFE"/>
                </a:solidFill>
                <a:effectLst/>
                <a:uLnTx/>
                <a:uFillTx/>
                <a:latin typeface="Arial"/>
                <a:ea typeface="+mn-ea"/>
                <a:cs typeface="+mn-cs"/>
              </a:rPr>
              <a:t>API GW dédiée</a:t>
            </a:r>
          </a:p>
        </p:txBody>
      </p:sp>
      <p:cxnSp>
        <p:nvCxnSpPr>
          <p:cNvPr id="27" name="Connecteur droit avec flèche 26">
            <a:extLst>
              <a:ext uri="{FF2B5EF4-FFF2-40B4-BE49-F238E27FC236}">
                <a16:creationId xmlns:a16="http://schemas.microsoft.com/office/drawing/2014/main" id="{936ACD9B-FD26-4903-94FA-3AC2C6738FA7}"/>
              </a:ext>
            </a:extLst>
          </p:cNvPr>
          <p:cNvCxnSpPr>
            <a:cxnSpLocks/>
          </p:cNvCxnSpPr>
          <p:nvPr/>
        </p:nvCxnSpPr>
        <p:spPr>
          <a:xfrm flipV="1">
            <a:off x="3502977" y="5058879"/>
            <a:ext cx="0" cy="168847"/>
          </a:xfrm>
          <a:prstGeom prst="straightConnector1">
            <a:avLst/>
          </a:prstGeom>
          <a:ln>
            <a:solidFill>
              <a:schemeClr val="accent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F2228933-49D0-407F-97D6-75334F9B7630}"/>
              </a:ext>
            </a:extLst>
          </p:cNvPr>
          <p:cNvCxnSpPr>
            <a:cxnSpLocks/>
          </p:cNvCxnSpPr>
          <p:nvPr/>
        </p:nvCxnSpPr>
        <p:spPr>
          <a:xfrm flipV="1">
            <a:off x="5347332" y="4564672"/>
            <a:ext cx="0" cy="660680"/>
          </a:xfrm>
          <a:prstGeom prst="straightConnector1">
            <a:avLst/>
          </a:prstGeom>
          <a:ln>
            <a:solidFill>
              <a:schemeClr val="accent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63C302DD-936C-46F4-8921-C30D92575E5A}"/>
              </a:ext>
            </a:extLst>
          </p:cNvPr>
          <p:cNvCxnSpPr>
            <a:cxnSpLocks/>
          </p:cNvCxnSpPr>
          <p:nvPr/>
        </p:nvCxnSpPr>
        <p:spPr>
          <a:xfrm flipV="1">
            <a:off x="7304012" y="4530984"/>
            <a:ext cx="0" cy="709631"/>
          </a:xfrm>
          <a:prstGeom prst="straightConnector1">
            <a:avLst/>
          </a:prstGeom>
          <a:ln>
            <a:solidFill>
              <a:schemeClr val="accent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0C4BC6C6-EA77-4AD3-ADE2-6BCC16C2CA03}"/>
              </a:ext>
            </a:extLst>
          </p:cNvPr>
          <p:cNvCxnSpPr>
            <a:cxnSpLocks/>
          </p:cNvCxnSpPr>
          <p:nvPr/>
        </p:nvCxnSpPr>
        <p:spPr>
          <a:xfrm flipH="1">
            <a:off x="6096957" y="4339115"/>
            <a:ext cx="222530" cy="0"/>
          </a:xfrm>
          <a:prstGeom prst="straightConnector1">
            <a:avLst/>
          </a:prstGeom>
          <a:ln>
            <a:solidFill>
              <a:schemeClr val="accent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Rectangle : coins arrondis 32">
            <a:extLst>
              <a:ext uri="{FF2B5EF4-FFF2-40B4-BE49-F238E27FC236}">
                <a16:creationId xmlns:a16="http://schemas.microsoft.com/office/drawing/2014/main" id="{6C92BE91-5057-4070-9CF5-A180154EFB23}"/>
              </a:ext>
            </a:extLst>
          </p:cNvPr>
          <p:cNvSpPr/>
          <p:nvPr/>
        </p:nvSpPr>
        <p:spPr>
          <a:xfrm>
            <a:off x="1457543" y="4021099"/>
            <a:ext cx="770727" cy="558324"/>
          </a:xfrm>
          <a:prstGeom prst="roundRect">
            <a:avLst>
              <a:gd name="adj" fmla="val 84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EFEFE"/>
                </a:solidFill>
                <a:effectLst/>
                <a:uLnTx/>
                <a:uFillTx/>
                <a:latin typeface="Arial"/>
                <a:ea typeface="+mn-ea"/>
                <a:cs typeface="+mn-cs"/>
              </a:rPr>
              <a:t>IAM</a:t>
            </a:r>
          </a:p>
        </p:txBody>
      </p:sp>
      <p:cxnSp>
        <p:nvCxnSpPr>
          <p:cNvPr id="34" name="Connecteur droit avec flèche 33">
            <a:extLst>
              <a:ext uri="{FF2B5EF4-FFF2-40B4-BE49-F238E27FC236}">
                <a16:creationId xmlns:a16="http://schemas.microsoft.com/office/drawing/2014/main" id="{B950E375-0D27-4FA4-BAD5-67D3B7B4FCFB}"/>
              </a:ext>
            </a:extLst>
          </p:cNvPr>
          <p:cNvCxnSpPr>
            <a:cxnSpLocks/>
            <a:stCxn id="32" idx="3"/>
            <a:endCxn id="70" idx="1"/>
          </p:cNvCxnSpPr>
          <p:nvPr/>
        </p:nvCxnSpPr>
        <p:spPr>
          <a:xfrm>
            <a:off x="2229718" y="3349538"/>
            <a:ext cx="416896" cy="0"/>
          </a:xfrm>
          <a:prstGeom prst="straightConnector1">
            <a:avLst/>
          </a:prstGeom>
          <a:ln>
            <a:solidFill>
              <a:schemeClr val="tx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DB6817FC-1DDE-4368-8F32-65D51DB293DE}"/>
              </a:ext>
            </a:extLst>
          </p:cNvPr>
          <p:cNvCxnSpPr>
            <a:cxnSpLocks/>
          </p:cNvCxnSpPr>
          <p:nvPr/>
        </p:nvCxnSpPr>
        <p:spPr>
          <a:xfrm>
            <a:off x="2228270" y="4339114"/>
            <a:ext cx="416896" cy="0"/>
          </a:xfrm>
          <a:prstGeom prst="straightConnector1">
            <a:avLst/>
          </a:prstGeom>
          <a:ln>
            <a:solidFill>
              <a:schemeClr val="tx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Rectangle : coins arrondis 38">
            <a:extLst>
              <a:ext uri="{FF2B5EF4-FFF2-40B4-BE49-F238E27FC236}">
                <a16:creationId xmlns:a16="http://schemas.microsoft.com/office/drawing/2014/main" id="{7EC6EFA8-5D94-4DD1-BCAC-652615BD7938}"/>
              </a:ext>
            </a:extLst>
          </p:cNvPr>
          <p:cNvSpPr/>
          <p:nvPr/>
        </p:nvSpPr>
        <p:spPr>
          <a:xfrm>
            <a:off x="8350282" y="3070375"/>
            <a:ext cx="1725160" cy="1494297"/>
          </a:xfrm>
          <a:prstGeom prst="roundRect">
            <a:avLst>
              <a:gd name="adj" fmla="val 453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EFEFE"/>
                </a:solidFill>
                <a:effectLst/>
                <a:uLnTx/>
                <a:uFillTx/>
                <a:latin typeface="Arial"/>
                <a:ea typeface="+mn-ea"/>
                <a:cs typeface="+mn-cs"/>
              </a:rPr>
              <a:t>API Manager</a:t>
            </a:r>
          </a:p>
        </p:txBody>
      </p:sp>
      <p:cxnSp>
        <p:nvCxnSpPr>
          <p:cNvPr id="40" name="Connecteur droit avec flèche 39">
            <a:extLst>
              <a:ext uri="{FF2B5EF4-FFF2-40B4-BE49-F238E27FC236}">
                <a16:creationId xmlns:a16="http://schemas.microsoft.com/office/drawing/2014/main" id="{16B736D7-8509-496B-820E-8381B6667C4C}"/>
              </a:ext>
            </a:extLst>
          </p:cNvPr>
          <p:cNvCxnSpPr>
            <a:cxnSpLocks/>
          </p:cNvCxnSpPr>
          <p:nvPr/>
        </p:nvCxnSpPr>
        <p:spPr>
          <a:xfrm flipH="1">
            <a:off x="7899804" y="3349538"/>
            <a:ext cx="450477" cy="0"/>
          </a:xfrm>
          <a:prstGeom prst="straightConnector1">
            <a:avLst/>
          </a:prstGeom>
          <a:ln>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4FB9E9E9-EA58-4298-8901-EDD49EADDBA6}"/>
              </a:ext>
            </a:extLst>
          </p:cNvPr>
          <p:cNvCxnSpPr>
            <a:cxnSpLocks/>
          </p:cNvCxnSpPr>
          <p:nvPr/>
        </p:nvCxnSpPr>
        <p:spPr>
          <a:xfrm flipH="1">
            <a:off x="7933386" y="4201149"/>
            <a:ext cx="416895" cy="3803"/>
          </a:xfrm>
          <a:prstGeom prst="straightConnector1">
            <a:avLst/>
          </a:prstGeom>
          <a:ln>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3A31E421-607D-4A8B-BE74-6FFACD713EBE}"/>
              </a:ext>
            </a:extLst>
          </p:cNvPr>
          <p:cNvCxnSpPr>
            <a:cxnSpLocks/>
            <a:stCxn id="39" idx="1"/>
          </p:cNvCxnSpPr>
          <p:nvPr/>
        </p:nvCxnSpPr>
        <p:spPr>
          <a:xfrm flipH="1">
            <a:off x="6008416" y="3817524"/>
            <a:ext cx="2341866" cy="194801"/>
          </a:xfrm>
          <a:prstGeom prst="straightConnector1">
            <a:avLst/>
          </a:prstGeom>
          <a:ln>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 name="Rectangle : coins arrondis 55">
            <a:extLst>
              <a:ext uri="{FF2B5EF4-FFF2-40B4-BE49-F238E27FC236}">
                <a16:creationId xmlns:a16="http://schemas.microsoft.com/office/drawing/2014/main" id="{44D99460-0C16-46C3-949A-4FAF35793C4B}"/>
              </a:ext>
            </a:extLst>
          </p:cNvPr>
          <p:cNvSpPr/>
          <p:nvPr/>
        </p:nvSpPr>
        <p:spPr>
          <a:xfrm>
            <a:off x="2645166" y="5737719"/>
            <a:ext cx="5288220" cy="297145"/>
          </a:xfrm>
          <a:prstGeom prst="roundRect">
            <a:avLst>
              <a:gd name="adj" fmla="val 84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EFEFE"/>
                </a:solidFill>
                <a:effectLst/>
                <a:uLnTx/>
                <a:uFillTx/>
                <a:latin typeface="Arial"/>
                <a:ea typeface="+mn-ea"/>
                <a:cs typeface="+mn-cs"/>
              </a:rPr>
              <a:t>Bus message (</a:t>
            </a:r>
            <a:r>
              <a:rPr kumimoji="0" lang="fr-FR" sz="1200" b="0" i="0" u="none" strike="noStrike" kern="1200" cap="none" spc="0" normalizeH="0" baseline="0" noProof="0" err="1">
                <a:ln>
                  <a:noFill/>
                </a:ln>
                <a:solidFill>
                  <a:srgbClr val="FEFEFE"/>
                </a:solidFill>
                <a:effectLst/>
                <a:uLnTx/>
                <a:uFillTx/>
                <a:latin typeface="Arial"/>
                <a:ea typeface="+mn-ea"/>
                <a:cs typeface="+mn-cs"/>
              </a:rPr>
              <a:t>async</a:t>
            </a:r>
            <a:r>
              <a:rPr kumimoji="0" lang="fr-FR" sz="1200" b="0" i="0" u="none" strike="noStrike" kern="1200" cap="none" spc="0" normalizeH="0" baseline="0" noProof="0">
                <a:ln>
                  <a:noFill/>
                </a:ln>
                <a:solidFill>
                  <a:srgbClr val="FEFEFE"/>
                </a:solidFill>
                <a:effectLst/>
                <a:uLnTx/>
                <a:uFillTx/>
                <a:latin typeface="Arial"/>
                <a:ea typeface="+mn-ea"/>
                <a:cs typeface="+mn-cs"/>
              </a:rPr>
              <a:t>)</a:t>
            </a:r>
          </a:p>
        </p:txBody>
      </p:sp>
      <p:cxnSp>
        <p:nvCxnSpPr>
          <p:cNvPr id="57" name="Connecteur droit avec flèche 56">
            <a:extLst>
              <a:ext uri="{FF2B5EF4-FFF2-40B4-BE49-F238E27FC236}">
                <a16:creationId xmlns:a16="http://schemas.microsoft.com/office/drawing/2014/main" id="{47DFA319-6ED2-410F-B4B5-F32A68B0318B}"/>
              </a:ext>
            </a:extLst>
          </p:cNvPr>
          <p:cNvCxnSpPr>
            <a:cxnSpLocks/>
          </p:cNvCxnSpPr>
          <p:nvPr/>
        </p:nvCxnSpPr>
        <p:spPr>
          <a:xfrm>
            <a:off x="3531222" y="5558825"/>
            <a:ext cx="0" cy="1642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7BD52519-7B48-4A7F-BCE3-C82E52BF7A4A}"/>
              </a:ext>
            </a:extLst>
          </p:cNvPr>
          <p:cNvCxnSpPr>
            <a:cxnSpLocks/>
          </p:cNvCxnSpPr>
          <p:nvPr/>
        </p:nvCxnSpPr>
        <p:spPr>
          <a:xfrm>
            <a:off x="5661604" y="5558825"/>
            <a:ext cx="0" cy="1642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Connecteur droit avec flèche 58">
            <a:extLst>
              <a:ext uri="{FF2B5EF4-FFF2-40B4-BE49-F238E27FC236}">
                <a16:creationId xmlns:a16="http://schemas.microsoft.com/office/drawing/2014/main" id="{C1D4A36F-19B9-433A-866B-7DD46C5FA377}"/>
              </a:ext>
            </a:extLst>
          </p:cNvPr>
          <p:cNvCxnSpPr>
            <a:cxnSpLocks/>
          </p:cNvCxnSpPr>
          <p:nvPr/>
        </p:nvCxnSpPr>
        <p:spPr>
          <a:xfrm>
            <a:off x="7736665" y="5558825"/>
            <a:ext cx="0" cy="1642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Rectangle : coins arrondis 36">
            <a:extLst>
              <a:ext uri="{FF2B5EF4-FFF2-40B4-BE49-F238E27FC236}">
                <a16:creationId xmlns:a16="http://schemas.microsoft.com/office/drawing/2014/main" id="{FC9A2118-8904-4451-917F-CBD390F53DA7}"/>
              </a:ext>
            </a:extLst>
          </p:cNvPr>
          <p:cNvSpPr/>
          <p:nvPr/>
        </p:nvSpPr>
        <p:spPr>
          <a:xfrm>
            <a:off x="2680186" y="4667091"/>
            <a:ext cx="1136027" cy="391788"/>
          </a:xfrm>
          <a:prstGeom prst="roundRect">
            <a:avLst>
              <a:gd name="adj" fmla="val 841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err="1">
                <a:ln>
                  <a:noFill/>
                </a:ln>
                <a:solidFill>
                  <a:srgbClr val="FEFEFE"/>
                </a:solidFill>
                <a:effectLst/>
                <a:uLnTx/>
                <a:uFillTx/>
                <a:latin typeface="Arial"/>
                <a:ea typeface="+mn-ea"/>
                <a:cs typeface="+mn-cs"/>
              </a:rPr>
              <a:t>IPaaS</a:t>
            </a:r>
            <a:endParaRPr kumimoji="0" lang="fr-FR" sz="1200" b="1" i="0" u="none" strike="noStrike" kern="1200" cap="none" spc="0" normalizeH="0" baseline="0" noProof="0">
              <a:ln>
                <a:noFill/>
              </a:ln>
              <a:solidFill>
                <a:srgbClr val="FEFEFE"/>
              </a:solidFill>
              <a:effectLst/>
              <a:uLnTx/>
              <a:uFillTx/>
              <a:latin typeface="Arial"/>
              <a:ea typeface="+mn-ea"/>
              <a:cs typeface="+mn-cs"/>
            </a:endParaRPr>
          </a:p>
        </p:txBody>
      </p:sp>
      <p:cxnSp>
        <p:nvCxnSpPr>
          <p:cNvPr id="4" name="Connecteur droit avec flèche 3">
            <a:extLst>
              <a:ext uri="{FF2B5EF4-FFF2-40B4-BE49-F238E27FC236}">
                <a16:creationId xmlns:a16="http://schemas.microsoft.com/office/drawing/2014/main" id="{DC4E4B3E-9A2F-7270-01F6-229F993B7702}"/>
              </a:ext>
            </a:extLst>
          </p:cNvPr>
          <p:cNvCxnSpPr>
            <a:cxnSpLocks/>
          </p:cNvCxnSpPr>
          <p:nvPr/>
        </p:nvCxnSpPr>
        <p:spPr>
          <a:xfrm>
            <a:off x="3436776" y="4582498"/>
            <a:ext cx="0" cy="8459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1347E9B5-7297-90BE-B2C4-71BCFD2E0F80}"/>
              </a:ext>
            </a:extLst>
          </p:cNvPr>
          <p:cNvCxnSpPr>
            <a:cxnSpLocks/>
          </p:cNvCxnSpPr>
          <p:nvPr/>
        </p:nvCxnSpPr>
        <p:spPr>
          <a:xfrm flipV="1">
            <a:off x="6602972" y="4530984"/>
            <a:ext cx="0" cy="709631"/>
          </a:xfrm>
          <a:prstGeom prst="straightConnector1">
            <a:avLst/>
          </a:prstGeom>
          <a:ln>
            <a:solidFill>
              <a:schemeClr val="accent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Rectangle : coins arrondis 9">
            <a:extLst>
              <a:ext uri="{FF2B5EF4-FFF2-40B4-BE49-F238E27FC236}">
                <a16:creationId xmlns:a16="http://schemas.microsoft.com/office/drawing/2014/main" id="{1D019A7C-16A4-0FB2-D0FD-A336F4AB7BB5}"/>
              </a:ext>
            </a:extLst>
          </p:cNvPr>
          <p:cNvSpPr/>
          <p:nvPr/>
        </p:nvSpPr>
        <p:spPr>
          <a:xfrm>
            <a:off x="6319644" y="4667091"/>
            <a:ext cx="683136" cy="391788"/>
          </a:xfrm>
          <a:prstGeom prst="roundRect">
            <a:avLst>
              <a:gd name="adj" fmla="val 841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err="1">
                <a:ln>
                  <a:noFill/>
                </a:ln>
                <a:solidFill>
                  <a:srgbClr val="FEFEFE"/>
                </a:solidFill>
                <a:effectLst/>
                <a:uLnTx/>
                <a:uFillTx/>
                <a:latin typeface="Arial"/>
                <a:ea typeface="+mn-ea"/>
                <a:cs typeface="+mn-cs"/>
              </a:rPr>
              <a:t>IPaaS</a:t>
            </a:r>
            <a:endParaRPr kumimoji="0" lang="fr-FR" sz="1200" b="1" i="0" u="none" strike="noStrike" kern="1200" cap="none" spc="0" normalizeH="0" baseline="0" noProof="0">
              <a:ln>
                <a:noFill/>
              </a:ln>
              <a:solidFill>
                <a:srgbClr val="FEFEFE"/>
              </a:solidFill>
              <a:effectLst/>
              <a:uLnTx/>
              <a:uFillTx/>
              <a:latin typeface="Arial"/>
              <a:ea typeface="+mn-ea"/>
              <a:cs typeface="+mn-cs"/>
            </a:endParaRPr>
          </a:p>
        </p:txBody>
      </p:sp>
      <p:sp>
        <p:nvSpPr>
          <p:cNvPr id="5" name="Rectangle : coins arrondis 4">
            <a:extLst>
              <a:ext uri="{FF2B5EF4-FFF2-40B4-BE49-F238E27FC236}">
                <a16:creationId xmlns:a16="http://schemas.microsoft.com/office/drawing/2014/main" id="{9E3CF043-BADA-574F-121F-A4915E4F6046}"/>
              </a:ext>
            </a:extLst>
          </p:cNvPr>
          <p:cNvSpPr/>
          <p:nvPr/>
        </p:nvSpPr>
        <p:spPr>
          <a:xfrm>
            <a:off x="4483051" y="4667091"/>
            <a:ext cx="1136027" cy="391788"/>
          </a:xfrm>
          <a:prstGeom prst="roundRect">
            <a:avLst>
              <a:gd name="adj" fmla="val 841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FEFEFE"/>
                </a:solidFill>
                <a:effectLst/>
                <a:uLnTx/>
                <a:uFillTx/>
                <a:latin typeface="Arial"/>
                <a:ea typeface="+mn-ea"/>
                <a:cs typeface="+mn-cs"/>
              </a:rPr>
              <a:t>Interface Custom</a:t>
            </a:r>
          </a:p>
        </p:txBody>
      </p:sp>
    </p:spTree>
    <p:extLst>
      <p:ext uri="{BB962C8B-B14F-4D97-AF65-F5344CB8AC3E}">
        <p14:creationId xmlns:p14="http://schemas.microsoft.com/office/powerpoint/2010/main" val="1479359944"/>
      </p:ext>
    </p:extLst>
  </p:cSld>
  <p:clrMapOvr>
    <a:masterClrMapping/>
  </p:clrMapOvr>
</p:sld>
</file>

<file path=ppt/theme/theme1.xml><?xml version="1.0" encoding="utf-8"?>
<a:theme xmlns:a="http://schemas.openxmlformats.org/drawingml/2006/main" name="onepoint 2023 - perso">
  <a:themeElements>
    <a:clrScheme name="onepoint">
      <a:dk1>
        <a:srgbClr val="1E2124"/>
      </a:dk1>
      <a:lt1>
        <a:sysClr val="window" lastClr="FFFFFF"/>
      </a:lt1>
      <a:dk2>
        <a:srgbClr val="00A5E5"/>
      </a:dk2>
      <a:lt2>
        <a:srgbClr val="EEEEEC"/>
      </a:lt2>
      <a:accent1>
        <a:srgbClr val="4A5496"/>
      </a:accent1>
      <a:accent2>
        <a:srgbClr val="50BF9E"/>
      </a:accent2>
      <a:accent3>
        <a:srgbClr val="EBD000"/>
      </a:accent3>
      <a:accent4>
        <a:srgbClr val="B8006D"/>
      </a:accent4>
      <a:accent5>
        <a:srgbClr val="00A5E5"/>
      </a:accent5>
      <a:accent6>
        <a:srgbClr val="112034"/>
      </a:accent6>
      <a:hlink>
        <a:srgbClr val="EEEEEC"/>
      </a:hlink>
      <a:folHlink>
        <a:srgbClr val="4A5496"/>
      </a:folHlink>
    </a:clrScheme>
    <a:fontScheme name="onepoint">
      <a:majorFont>
        <a:latin typeface="Poppins"/>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nepoint 2023 - perso" id="{94236401-B96C-4468-80DF-A0E7EDF9C866}" vid="{11080072-6232-48B3-B100-B40FFF66A27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ct:contentTypeSchema xmlns:ct="http://schemas.microsoft.com/office/2006/metadata/contentType" xmlns:ma="http://schemas.microsoft.com/office/2006/metadata/properties/metaAttributes" ct:_="" ma:_="" ma:contentTypeName="Word BYCN" ma:contentTypeID="0x01010004BBCBFDEBB3864BA0EFED7044CA4B280100222927912BB0CA48ACEE941457F47D3D" ma:contentTypeVersion="2" ma:contentTypeDescription="Crée un document." ma:contentTypeScope="" ma:versionID="48f76b356e2a273513c774be43b948d0">
  <xsd:schema xmlns:xsd="http://www.w3.org/2001/XMLSchema" xmlns:xs="http://www.w3.org/2001/XMLSchema" xmlns:p="http://schemas.microsoft.com/office/2006/metadata/properties" xmlns:ns2="95235cfd-2d18-42eb-8ffc-01f090d3b392" xmlns:ns3="f6329d8e-d2fd-45b3-959d-40cdcd9012bf" targetNamespace="http://schemas.microsoft.com/office/2006/metadata/properties" ma:root="true" ma:fieldsID="e4d95a59392d72518761bcd25c831055" ns2:_="" ns3:_="">
    <xsd:import namespace="95235cfd-2d18-42eb-8ffc-01f090d3b392"/>
    <xsd:import namespace="f6329d8e-d2fd-45b3-959d-40cdcd9012bf"/>
    <xsd:element name="properties">
      <xsd:complexType>
        <xsd:sequence>
          <xsd:element name="documentManagement">
            <xsd:complexType>
              <xsd:all>
                <xsd:element ref="ns2:b7665f99c0fe44919cb3218cc8e5302c" minOccurs="0"/>
                <xsd:element ref="ns2:TaxCatchAll" minOccurs="0"/>
                <xsd:element ref="ns2:TaxCatchAllLabel" minOccurs="0"/>
                <xsd:element ref="ns2:ComUnityFolder" minOccurs="0"/>
                <xsd:element ref="ns2:bc25f8494e694b549ba275b5de656855" minOccurs="0"/>
                <xsd:element ref="ns2:b1c94e71d43e47329629adb2299a7407" minOccurs="0"/>
                <xsd:element ref="ns2:n052ae6ce5fe48d585b4ce219bb73d0e" minOccurs="0"/>
                <xsd:element ref="ns2:aa574486944c4b4183531de588537b4d"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35cfd-2d18-42eb-8ffc-01f090d3b392" elementFormDefault="qualified">
    <xsd:import namespace="http://schemas.microsoft.com/office/2006/documentManagement/types"/>
    <xsd:import namespace="http://schemas.microsoft.com/office/infopath/2007/PartnerControls"/>
    <xsd:element name="b7665f99c0fe44919cb3218cc8e5302c" ma:index="8" nillable="true" ma:taxonomy="true" ma:internalName="b7665f99c0fe44919cb3218cc8e5302c" ma:taxonomyFieldName="ArchiveClassificationPlan" ma:displayName="Archive Classification Plan" ma:default="1;#00 00 A classer|06ef1ee2-e7bf-4474-9d1e-c5fbf4f3b42b" ma:fieldId="{b7665f99-c0fe-4491-9cb3-218cc8e5302c}" ma:sspId="18ace0e7-60a4-4acf-87da-1c47a991bb86" ma:termSetId="26353664-7461-4f07-87dd-daa2874ea87e"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7709a2b8-d2df-4bd6-a21a-abff81a1aeb9}" ma:internalName="TaxCatchAll" ma:showField="CatchAllData" ma:web="f6329d8e-d2fd-45b3-959d-40cdcd9012bf">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7709a2b8-d2df-4bd6-a21a-abff81a1aeb9}" ma:internalName="TaxCatchAllLabel" ma:readOnly="true" ma:showField="CatchAllDataLabel" ma:web="f6329d8e-d2fd-45b3-959d-40cdcd9012bf">
      <xsd:complexType>
        <xsd:complexContent>
          <xsd:extension base="dms:MultiChoiceLookup">
            <xsd:sequence>
              <xsd:element name="Value" type="dms:Lookup" maxOccurs="unbounded" minOccurs="0" nillable="true"/>
            </xsd:sequence>
          </xsd:extension>
        </xsd:complexContent>
      </xsd:complexType>
    </xsd:element>
    <xsd:element name="ComUnityFolder" ma:index="12" nillable="true" ma:displayName="Dossier" ma:internalName="ComUnityFolder">
      <xsd:complexType>
        <xsd:complexContent>
          <xsd:extension base="dms:URL">
            <xsd:sequence>
              <xsd:element name="Url" type="dms:ValidUrl" minOccurs="0" nillable="true"/>
              <xsd:element name="Description" type="xsd:string" nillable="true"/>
            </xsd:sequence>
          </xsd:extension>
        </xsd:complexContent>
      </xsd:complexType>
    </xsd:element>
    <xsd:element name="bc25f8494e694b549ba275b5de656855" ma:index="13" nillable="true" ma:taxonomy="true" ma:internalName="bc25f8494e694b549ba275b5de656855" ma:taxonomyFieldName="Organisation" ma:displayName="Organisation" ma:fieldId="{bc25f849-4e69-4b54-9ba2-75b5de656855}" ma:sspId="18ace0e7-60a4-4acf-87da-1c47a991bb86" ma:termSetId="45cd4057-b767-4ebf-98f6-4028b8e5bef9" ma:anchorId="00000000-0000-0000-0000-000000000000" ma:open="false" ma:isKeyword="false">
      <xsd:complexType>
        <xsd:sequence>
          <xsd:element ref="pc:Terms" minOccurs="0" maxOccurs="1"/>
        </xsd:sequence>
      </xsd:complexType>
    </xsd:element>
    <xsd:element name="b1c94e71d43e47329629adb2299a7407" ma:index="15" nillable="true" ma:taxonomy="true" ma:internalName="b1c94e71d43e47329629adb2299a7407" ma:taxonomyFieldName="WorkspaceClassification" ma:displayName="Workspace classification" ma:fieldId="{b1c94e71-d43e-4732-9629-adb2299a7407}" ma:sspId="18ace0e7-60a4-4acf-87da-1c47a991bb86" ma:termSetId="22f1860e-f59a-4db1-b21a-a41c5c8ed1ec" ma:anchorId="00000000-0000-0000-0000-000000000000" ma:open="false" ma:isKeyword="false">
      <xsd:complexType>
        <xsd:sequence>
          <xsd:element ref="pc:Terms" minOccurs="0" maxOccurs="1"/>
        </xsd:sequence>
      </xsd:complexType>
    </xsd:element>
    <xsd:element name="n052ae6ce5fe48d585b4ce219bb73d0e" ma:index="17" nillable="true" ma:taxonomy="true" ma:internalName="n052ae6ce5fe48d585b4ce219bb73d0e" ma:taxonomyFieldName="SupportServices" ma:displayName="Support services" ma:fieldId="{7052ae6c-e5fe-48d5-85b4-ce219bb73d0e}" ma:sspId="18ace0e7-60a4-4acf-87da-1c47a991bb86" ma:termSetId="813098a9-32ee-4127-b4ec-488cb7a25468" ma:anchorId="00000000-0000-0000-0000-000000000000" ma:open="false" ma:isKeyword="false">
      <xsd:complexType>
        <xsd:sequence>
          <xsd:element ref="pc:Terms" minOccurs="0" maxOccurs="1"/>
        </xsd:sequence>
      </xsd:complexType>
    </xsd:element>
    <xsd:element name="aa574486944c4b4183531de588537b4d" ma:index="19" nillable="true" ma:taxonomy="true" ma:internalName="aa574486944c4b4183531de588537b4d" ma:taxonomyFieldName="ClassificationLevel" ma:displayName="Classification level" ma:fieldId="{aa574486-944c-4b41-8353-1de588537b4d}" ma:sspId="18ace0e7-60a4-4acf-87da-1c47a991bb86" ma:termSetId="b84a82df-7dfe-42a8-9650-82042eeb9fd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6329d8e-d2fd-45b3-959d-40cdcd9012bf" elementFormDefault="qualified">
    <xsd:import namespace="http://schemas.microsoft.com/office/2006/documentManagement/types"/>
    <xsd:import namespace="http://schemas.microsoft.com/office/infopath/2007/PartnerControls"/>
    <xsd:element name="_dlc_DocId" ma:index="21" nillable="true" ma:displayName="Valeur d’ID de document" ma:description="Valeur de l’ID de document affecté à cet élément." ma:indexed="true" ma:internalName="_dlc_DocId" ma:readOnly="true">
      <xsd:simpleType>
        <xsd:restriction base="dms:Text"/>
      </xsd:simpleType>
    </xsd:element>
    <xsd:element name="_dlc_DocIdUrl" ma:index="22"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3"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052ae6ce5fe48d585b4ce219bb73d0e xmlns="95235cfd-2d18-42eb-8ffc-01f090d3b392">
      <Terms xmlns="http://schemas.microsoft.com/office/infopath/2007/PartnerControls">
        <TermInfo xmlns="http://schemas.microsoft.com/office/infopath/2007/PartnerControls">
          <TermName xmlns="http://schemas.microsoft.com/office/infopath/2007/PartnerControls">Information system</TermName>
          <TermId xmlns="http://schemas.microsoft.com/office/infopath/2007/PartnerControls">8b8e0a5c-68c6-49a0-9a87-082189b363f2</TermId>
        </TermInfo>
      </Terms>
    </n052ae6ce5fe48d585b4ce219bb73d0e>
    <b7665f99c0fe44919cb3218cc8e5302c xmlns="95235cfd-2d18-42eb-8ffc-01f090d3b392">
      <Terms xmlns="http://schemas.microsoft.com/office/infopath/2007/PartnerControls">
        <TermInfo xmlns="http://schemas.microsoft.com/office/infopath/2007/PartnerControls">
          <TermName xmlns="http://schemas.microsoft.com/office/infopath/2007/PartnerControls">00 00 A classer</TermName>
          <TermId xmlns="http://schemas.microsoft.com/office/infopath/2007/PartnerControls">06ef1ee2-e7bf-4474-9d1e-c5fbf4f3b42b</TermId>
        </TermInfo>
      </Terms>
    </b7665f99c0fe44919cb3218cc8e5302c>
    <TaxCatchAll xmlns="95235cfd-2d18-42eb-8ffc-01f090d3b392">
      <Value>5</Value>
      <Value>4</Value>
      <Value>3</Value>
      <Value>2</Value>
      <Value>1</Value>
    </TaxCatchAll>
    <ComUnityFolder xmlns="95235cfd-2d18-42eb-8ffc-01f090d3b392">
      <Url xsi:nil="true"/>
      <Description xsi:nil="true"/>
    </ComUnityFolder>
    <b1c94e71d43e47329629adb2299a7407 xmlns="95235cfd-2d18-42eb-8ffc-01f090d3b392">
      <Terms xmlns="http://schemas.microsoft.com/office/infopath/2007/PartnerControls">
        <TermInfo xmlns="http://schemas.microsoft.com/office/infopath/2007/PartnerControls">
          <TermName xmlns="http://schemas.microsoft.com/office/infopath/2007/PartnerControls">Projects</TermName>
          <TermId xmlns="http://schemas.microsoft.com/office/infopath/2007/PartnerControls">b7cc1373-d160-4aa3-bf26-3372b93dfcbf</TermId>
        </TermInfo>
      </Terms>
    </b1c94e71d43e47329629adb2299a7407>
    <aa574486944c4b4183531de588537b4d xmlns="95235cfd-2d18-42eb-8ffc-01f090d3b392">
      <Terms xmlns="http://schemas.microsoft.com/office/infopath/2007/PartnerControls">
        <TermInfo xmlns="http://schemas.microsoft.com/office/infopath/2007/PartnerControls">
          <TermName xmlns="http://schemas.microsoft.com/office/infopath/2007/PartnerControls">Internal</TermName>
          <TermId xmlns="http://schemas.microsoft.com/office/infopath/2007/PartnerControls">86d58d27-cc8e-4bfd-a785-ea3ef4347509</TermId>
        </TermInfo>
      </Terms>
    </aa574486944c4b4183531de588537b4d>
    <bc25f8494e694b549ba275b5de656855 xmlns="95235cfd-2d18-42eb-8ffc-01f090d3b392">
      <Terms xmlns="http://schemas.microsoft.com/office/infopath/2007/PartnerControls">
        <TermInfo xmlns="http://schemas.microsoft.com/office/infopath/2007/PartnerControls">
          <TermName xmlns="http://schemas.microsoft.com/office/infopath/2007/PartnerControls">BYCNIT</TermName>
          <TermId xmlns="http://schemas.microsoft.com/office/infopath/2007/PartnerControls">5d3357b4-3368-461d-bd54-7eef5bc1db4c</TermId>
        </TermInfo>
      </Terms>
    </bc25f8494e694b549ba275b5de656855>
    <_dlc_DocId xmlns="55b30ecb-2f58-4ebc-8d15-16073e63dc56">CWKSP-501984039-25717</_dlc_DocId>
    <_dlc_DocIdUrl xmlns="55b30ecb-2f58-4ebc-8d15-16073e63dc56">
      <Url>https://bouyguesconstruction.sharepoint.com/sites/bycnitarchitecture/_layouts/15/DocIdRedir.aspx?ID=CWKSP-501984039-25717</Url>
      <Description>CWKSP-501984039-25717</Description>
    </_dlc_DocIdUrl>
  </documentManagement>
</p:properties>
</file>

<file path=customXml/item4.xml><?xml version="1.0" encoding="utf-8"?>
<?mso-contentType ?>
<SharedContentType xmlns="Microsoft.SharePoint.Taxonomy.ContentTypeSync" SourceId="18ace0e7-60a4-4acf-87da-1c47a991bb86" ContentTypeId="0x01010004BBCBFDEBB3864BA0EFED7044CA4B2801" PreviousValue="false" LastSyncTimeStamp="2019-08-12T06:53:30.573Z"/>
</file>

<file path=customXml/item5.xml><?xml version="1.0" encoding="utf-8"?>
<ct:contentTypeSchema xmlns:ct="http://schemas.microsoft.com/office/2006/metadata/contentType" xmlns:ma="http://schemas.microsoft.com/office/2006/metadata/properties/metaAttributes" ct:_="" ma:_="" ma:contentTypeName="Word BYCN" ma:contentTypeID="0x01010004BBCBFDEBB3864BA0EFED7044CA4B2801004C8FE6902124594285FC1C1285DCF30B" ma:contentTypeVersion="2" ma:contentTypeDescription="Create a new document." ma:contentTypeScope="" ma:versionID="fd14c3e0d22c58c23ac04c57ff2f828a">
  <xsd:schema xmlns:xsd="http://www.w3.org/2001/XMLSchema" xmlns:xs="http://www.w3.org/2001/XMLSchema" xmlns:p="http://schemas.microsoft.com/office/2006/metadata/properties" xmlns:ns2="95235cfd-2d18-42eb-8ffc-01f090d3b392" xmlns:ns3="55b30ecb-2f58-4ebc-8d15-16073e63dc56" targetNamespace="http://schemas.microsoft.com/office/2006/metadata/properties" ma:root="true" ma:fieldsID="3244a9b4a5729db8bab5b77e93dd427c" ns2:_="" ns3:_="">
    <xsd:import namespace="95235cfd-2d18-42eb-8ffc-01f090d3b392"/>
    <xsd:import namespace="55b30ecb-2f58-4ebc-8d15-16073e63dc56"/>
    <xsd:element name="properties">
      <xsd:complexType>
        <xsd:sequence>
          <xsd:element name="documentManagement">
            <xsd:complexType>
              <xsd:all>
                <xsd:element ref="ns2:b7665f99c0fe44919cb3218cc8e5302c" minOccurs="0"/>
                <xsd:element ref="ns2:TaxCatchAll" minOccurs="0"/>
                <xsd:element ref="ns2:TaxCatchAllLabel" minOccurs="0"/>
                <xsd:element ref="ns2:ComUnityFolder" minOccurs="0"/>
                <xsd:element ref="ns2:bc25f8494e694b549ba275b5de656855" minOccurs="0"/>
                <xsd:element ref="ns2:b1c94e71d43e47329629adb2299a7407" minOccurs="0"/>
                <xsd:element ref="ns2:n052ae6ce5fe48d585b4ce219bb73d0e" minOccurs="0"/>
                <xsd:element ref="ns2:aa574486944c4b4183531de588537b4d"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35cfd-2d18-42eb-8ffc-01f090d3b392" elementFormDefault="qualified">
    <xsd:import namespace="http://schemas.microsoft.com/office/2006/documentManagement/types"/>
    <xsd:import namespace="http://schemas.microsoft.com/office/infopath/2007/PartnerControls"/>
    <xsd:element name="b7665f99c0fe44919cb3218cc8e5302c" ma:index="8" nillable="true" ma:taxonomy="true" ma:internalName="b7665f99c0fe44919cb3218cc8e5302c" ma:taxonomyFieldName="ArchiveClassificationPlan" ma:displayName="Archive Classification Plan" ma:default="1;#00 00 A classer|06ef1ee2-e7bf-4474-9d1e-c5fbf4f3b42b" ma:fieldId="{b7665f99-c0fe-4491-9cb3-218cc8e5302c}" ma:sspId="18ace0e7-60a4-4acf-87da-1c47a991bb86" ma:termSetId="26353664-7461-4f07-87dd-daa2874ea87e"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e85c52b0-9dc1-4b7d-8333-5b994c516a88}" ma:internalName="TaxCatchAll" ma:showField="CatchAllData"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e85c52b0-9dc1-4b7d-8333-5b994c516a88}" ma:internalName="TaxCatchAllLabel" ma:readOnly="true" ma:showField="CatchAllDataLabel"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ComUnityFolder" ma:index="12" nillable="true" ma:displayName="Folder" ma:internalName="ComUnityFolder">
      <xsd:complexType>
        <xsd:complexContent>
          <xsd:extension base="dms:URL">
            <xsd:sequence>
              <xsd:element name="Url" type="dms:ValidUrl" minOccurs="0" nillable="true"/>
              <xsd:element name="Description" type="xsd:string" nillable="true"/>
            </xsd:sequence>
          </xsd:extension>
        </xsd:complexContent>
      </xsd:complexType>
    </xsd:element>
    <xsd:element name="bc25f8494e694b549ba275b5de656855" ma:index="13" nillable="true" ma:taxonomy="true" ma:internalName="bc25f8494e694b549ba275b5de656855" ma:taxonomyFieldName="Organisation" ma:displayName="Organisation" ma:fieldId="{bc25f849-4e69-4b54-9ba2-75b5de656855}" ma:sspId="18ace0e7-60a4-4acf-87da-1c47a991bb86" ma:termSetId="45cd4057-b767-4ebf-98f6-4028b8e5bef9" ma:anchorId="00000000-0000-0000-0000-000000000000" ma:open="false" ma:isKeyword="false">
      <xsd:complexType>
        <xsd:sequence>
          <xsd:element ref="pc:Terms" minOccurs="0" maxOccurs="1"/>
        </xsd:sequence>
      </xsd:complexType>
    </xsd:element>
    <xsd:element name="b1c94e71d43e47329629adb2299a7407" ma:index="15" nillable="true" ma:taxonomy="true" ma:internalName="b1c94e71d43e47329629adb2299a7407" ma:taxonomyFieldName="WorkspaceClassification" ma:displayName="Workspace classification" ma:fieldId="{b1c94e71-d43e-4732-9629-adb2299a7407}" ma:sspId="18ace0e7-60a4-4acf-87da-1c47a991bb86" ma:termSetId="22f1860e-f59a-4db1-b21a-a41c5c8ed1ec" ma:anchorId="00000000-0000-0000-0000-000000000000" ma:open="false" ma:isKeyword="false">
      <xsd:complexType>
        <xsd:sequence>
          <xsd:element ref="pc:Terms" minOccurs="0" maxOccurs="1"/>
        </xsd:sequence>
      </xsd:complexType>
    </xsd:element>
    <xsd:element name="n052ae6ce5fe48d585b4ce219bb73d0e" ma:index="17" nillable="true" ma:taxonomy="true" ma:internalName="n052ae6ce5fe48d585b4ce219bb73d0e" ma:taxonomyFieldName="SupportServices" ma:displayName="Support services" ma:fieldId="{7052ae6c-e5fe-48d5-85b4-ce219bb73d0e}" ma:sspId="18ace0e7-60a4-4acf-87da-1c47a991bb86" ma:termSetId="813098a9-32ee-4127-b4ec-488cb7a25468" ma:anchorId="00000000-0000-0000-0000-000000000000" ma:open="false" ma:isKeyword="false">
      <xsd:complexType>
        <xsd:sequence>
          <xsd:element ref="pc:Terms" minOccurs="0" maxOccurs="1"/>
        </xsd:sequence>
      </xsd:complexType>
    </xsd:element>
    <xsd:element name="aa574486944c4b4183531de588537b4d" ma:index="19" nillable="true" ma:taxonomy="true" ma:internalName="aa574486944c4b4183531de588537b4d" ma:taxonomyFieldName="ClassificationLevel" ma:displayName="Classification level" ma:fieldId="{aa574486-944c-4b41-8353-1de588537b4d}" ma:sspId="18ace0e7-60a4-4acf-87da-1c47a991bb86" ma:termSetId="b84a82df-7dfe-42a8-9650-82042eeb9fd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b30ecb-2f58-4ebc-8d15-16073e63dc56" elementFormDefault="qualified">
    <xsd:import namespace="http://schemas.microsoft.com/office/2006/documentManagement/types"/>
    <xsd:import namespace="http://schemas.microsoft.com/office/infopath/2007/PartnerControls"/>
    <xsd:element name="_dlc_DocId" ma:index="21" nillable="true" ma:displayName="Document ID Value" ma:description="The value of the document ID assigned to this item." ma:indexed="true" ma:internalName="_dlc_DocId" ma:readOnly="true">
      <xsd:simpleType>
        <xsd:restriction base="dms:Text"/>
      </xsd:simpleType>
    </xsd:element>
    <xsd:element name="_dlc_DocIdUrl" ma:index="2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3"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mso-contentType ?>
<SharedContentType xmlns="Microsoft.SharePoint.Taxonomy.ContentTypeSync" SourceId="18ace0e7-60a4-4acf-87da-1c47a991bb86" ContentTypeId="0x01010004BBCBFDEBB3864BA0EFED7044CA4B2801" PreviousValue="false" LastSyncTimeStamp="2019-08-12T06:53:30.573Z"/>
</file>

<file path=customXml/item7.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D60D2298-0181-4B1C-840B-9EF27CF3DBCA}"/>
</file>

<file path=customXml/itemProps2.xml><?xml version="1.0" encoding="utf-8"?>
<ds:datastoreItem xmlns:ds="http://schemas.openxmlformats.org/officeDocument/2006/customXml" ds:itemID="{5B316034-62F0-4E75-89C9-204C38187C17}">
  <ds:schemaRefs>
    <ds:schemaRef ds:uri="http://schemas.microsoft.com/sharepoint/v3/contenttype/forms"/>
  </ds:schemaRefs>
</ds:datastoreItem>
</file>

<file path=customXml/itemProps3.xml><?xml version="1.0" encoding="utf-8"?>
<ds:datastoreItem xmlns:ds="http://schemas.openxmlformats.org/officeDocument/2006/customXml" ds:itemID="{B599AFB3-EE95-4900-87BF-AB28341E1DF1}">
  <ds:schemaRefs>
    <ds:schemaRef ds:uri="http://purl.org/dc/dcmitype/"/>
    <ds:schemaRef ds:uri="22a74e82-2836-4350-9174-94fff25bda47"/>
    <ds:schemaRef ds:uri="http://purl.org/dc/terms/"/>
    <ds:schemaRef ds:uri="http://schemas.microsoft.com/office/infopath/2007/PartnerControls"/>
    <ds:schemaRef ds:uri="1c5aacf2-4692-46f6-9aeb-cdd567ee31c6"/>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s>
</ds:datastoreItem>
</file>

<file path=customXml/itemProps4.xml><?xml version="1.0" encoding="utf-8"?>
<ds:datastoreItem xmlns:ds="http://schemas.openxmlformats.org/officeDocument/2006/customXml" ds:itemID="{385ECDED-2290-4489-863C-92B993885737}"/>
</file>

<file path=customXml/itemProps5.xml><?xml version="1.0" encoding="utf-8"?>
<ds:datastoreItem xmlns:ds="http://schemas.openxmlformats.org/officeDocument/2006/customXml" ds:itemID="{511E270D-015D-4102-A9D9-2A4D3F18F0E2}"/>
</file>

<file path=customXml/itemProps6.xml><?xml version="1.0" encoding="utf-8"?>
<ds:datastoreItem xmlns:ds="http://schemas.openxmlformats.org/officeDocument/2006/customXml" ds:itemID="{AFCBEF22-C2C9-4525-82EC-2F19D68F16EB}"/>
</file>

<file path=customXml/itemProps7.xml><?xml version="1.0" encoding="utf-8"?>
<ds:datastoreItem xmlns:ds="http://schemas.openxmlformats.org/officeDocument/2006/customXml" ds:itemID="{A460F9CF-009E-457C-81F8-5741E482749D}"/>
</file>

<file path=docMetadata/LabelInfo.xml><?xml version="1.0" encoding="utf-8"?>
<clbl:labelList xmlns:clbl="http://schemas.microsoft.com/office/2020/mipLabelMetadata">
  <clbl:label id="{af3cd2ba-39fc-428b-a333-80f7eb18b18d}" enabled="1" method="Standard" siteId="{e8b88f3d-222b-4ce5-b9d1-46b0ff9466a0}" removed="0"/>
</clbl:labelList>
</file>

<file path=docProps/app.xml><?xml version="1.0" encoding="utf-8"?>
<Properties xmlns="http://schemas.openxmlformats.org/officeDocument/2006/extended-properties" xmlns:vt="http://schemas.openxmlformats.org/officeDocument/2006/docPropsVTypes">
  <TotalTime>1341</TotalTime>
  <Words>433</Words>
  <Application>Microsoft Office PowerPoint</Application>
  <PresentationFormat>Grand écran</PresentationFormat>
  <Paragraphs>123</Paragraphs>
  <Slides>4</Slides>
  <Notes>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4</vt:i4>
      </vt:variant>
    </vt:vector>
  </HeadingPairs>
  <TitlesOfParts>
    <vt:vector size="14" baseType="lpstr">
      <vt:lpstr>Aptos</vt:lpstr>
      <vt:lpstr>Arial</vt:lpstr>
      <vt:lpstr>Arial Black</vt:lpstr>
      <vt:lpstr>Century Gothic</vt:lpstr>
      <vt:lpstr>Courier New</vt:lpstr>
      <vt:lpstr>Georgia</vt:lpstr>
      <vt:lpstr>Poppins</vt:lpstr>
      <vt:lpstr>Poppins Light</vt:lpstr>
      <vt:lpstr>Wingdings</vt:lpstr>
      <vt:lpstr>onepoint 2023 - perso</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Roméo SAID</dc:creator>
  <cp:lastModifiedBy>Gilles GIRAUD</cp:lastModifiedBy>
  <cp:revision>2</cp:revision>
  <dcterms:created xsi:type="dcterms:W3CDTF">2024-10-03T07:39:22Z</dcterms:created>
  <dcterms:modified xsi:type="dcterms:W3CDTF">2024-11-04T15:27:01Z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0x01010004BBCBFDEBB3864BA0EFED7044CA4B2801004C8FE6902124594285FC1C1285DCF30B</vt:lpwstr>
  </property>
  <property fmtid="{D5CDD505-2E9C-101B-9397-08002B2CF9AE}" pid="3" name="MediaServiceImageTags">
    <vt:lpwstr/>
  </property>
  <property fmtid="{D5CDD505-2E9C-101B-9397-08002B2CF9AE}" pid="4" name="ClassificationLevel">
    <vt:lpwstr>5;#Internal|86d58d27-cc8e-4bfd-a785-ea3ef4347509</vt:lpwstr>
  </property>
  <property fmtid="{D5CDD505-2E9C-101B-9397-08002B2CF9AE}" pid="5" name="SupportServices">
    <vt:lpwstr>4;#Information system|8b8e0a5c-68c6-49a0-9a87-082189b363f2</vt:lpwstr>
  </property>
  <property fmtid="{D5CDD505-2E9C-101B-9397-08002B2CF9AE}" pid="6" name="Organisation">
    <vt:lpwstr>3;#BYCNIT|5d3357b4-3368-461d-bd54-7eef5bc1db4c</vt:lpwstr>
  </property>
  <property fmtid="{D5CDD505-2E9C-101B-9397-08002B2CF9AE}" pid="7" name="lcf76f155ced4ddcb4097134ff3c332f">
    <vt:lpwstr/>
  </property>
  <property fmtid="{D5CDD505-2E9C-101B-9397-08002B2CF9AE}" pid="8" name="_dlc_DocIdItemGuid">
    <vt:lpwstr>394a5fd3-54f4-4c0e-a46f-9d807c30af07</vt:lpwstr>
  </property>
  <property fmtid="{D5CDD505-2E9C-101B-9397-08002B2CF9AE}" pid="9" name="WorkspaceClassification">
    <vt:lpwstr>2;#Projects|b7cc1373-d160-4aa3-bf26-3372b93dfcbf</vt:lpwstr>
  </property>
  <property fmtid="{D5CDD505-2E9C-101B-9397-08002B2CF9AE}" pid="10" name="ArchiveClassificationPlan">
    <vt:lpwstr>1;#00 00 A classer|06ef1ee2-e7bf-4474-9d1e-c5fbf4f3b42b</vt:lpwstr>
  </property>
  <property fmtid="{D5CDD505-2E9C-101B-9397-08002B2CF9AE}" pid="11" name="aa574486944c4b4183531de588537b4d">
    <vt:lpwstr>Internal|86d58d27-cc8e-4bfd-a785-ea3ef4347509</vt:lpwstr>
  </property>
  <property fmtid="{D5CDD505-2E9C-101B-9397-08002B2CF9AE}" pid="12" name="Order">
    <vt:r8>135500</vt:r8>
  </property>
  <property fmtid="{D5CDD505-2E9C-101B-9397-08002B2CF9AE}" pid="13" name="b1c94e71d43e47329629adb2299a7407">
    <vt:lpwstr>Projects|b7cc1373-d160-4aa3-bf26-3372b93dfcbf</vt:lpwstr>
  </property>
  <property fmtid="{D5CDD505-2E9C-101B-9397-08002B2CF9AE}" pid="14" name="xd_Signature">
    <vt:bool>false</vt:bool>
  </property>
  <property fmtid="{D5CDD505-2E9C-101B-9397-08002B2CF9AE}" pid="15" name="xd_ProgID">
    <vt:lpwstr/>
  </property>
  <property fmtid="{D5CDD505-2E9C-101B-9397-08002B2CF9AE}" pid="16" name="n052ae6ce5fe48d585b4ce219bb73d0e">
    <vt:lpwstr>Information system|8b8e0a5c-68c6-49a0-9a87-082189b363f2</vt:lpwstr>
  </property>
  <property fmtid="{D5CDD505-2E9C-101B-9397-08002B2CF9AE}" pid="17" name="_dlc_DocId">
    <vt:lpwstr>CWKSP-1572697757-1355</vt:lpwstr>
  </property>
  <property fmtid="{D5CDD505-2E9C-101B-9397-08002B2CF9AE}" pid="18" name="_SourceUrl">
    <vt:lpwstr/>
  </property>
  <property fmtid="{D5CDD505-2E9C-101B-9397-08002B2CF9AE}" pid="19" name="_SharedFileIndex">
    <vt:lpwstr/>
  </property>
  <property fmtid="{D5CDD505-2E9C-101B-9397-08002B2CF9AE}" pid="20" name="b7665f99c0fe44919cb3218cc8e5302c">
    <vt:lpwstr>00 00 A classer|06ef1ee2-e7bf-4474-9d1e-c5fbf4f3b42b</vt:lpwstr>
  </property>
  <property fmtid="{D5CDD505-2E9C-101B-9397-08002B2CF9AE}" pid="21" name="ComplianceAssetId">
    <vt:lpwstr/>
  </property>
  <property fmtid="{D5CDD505-2E9C-101B-9397-08002B2CF9AE}" pid="22" name="TemplateUrl">
    <vt:lpwstr/>
  </property>
  <property fmtid="{D5CDD505-2E9C-101B-9397-08002B2CF9AE}" pid="23" name="bc25f8494e694b549ba275b5de656855">
    <vt:lpwstr>BYCNIT|5d3357b4-3368-461d-bd54-7eef5bc1db4c</vt:lpwstr>
  </property>
  <property fmtid="{D5CDD505-2E9C-101B-9397-08002B2CF9AE}" pid="24" name="_ExtendedDescription">
    <vt:lpwstr/>
  </property>
  <property fmtid="{D5CDD505-2E9C-101B-9397-08002B2CF9AE}" pid="25" name="TriggerFlowInfo">
    <vt:lpwstr/>
  </property>
  <property fmtid="{D5CDD505-2E9C-101B-9397-08002B2CF9AE}" pid="26" name="_dlc_DocIdUrl">
    <vt:lpwstr>https://bouyguesconstruction.sharepoint.com/sites/bycnitbycnitdacdsarchitecture/_layouts/15/DocIdRedir.aspx?ID=CWKSP-1572697757-1355, CWKSP-1572697757-1355</vt:lpwstr>
  </property>
  <property fmtid="{D5CDD505-2E9C-101B-9397-08002B2CF9AE}" pid="27" name="ComUnityFolder">
    <vt:lpwstr>, </vt:lpwstr>
  </property>
</Properties>
</file>